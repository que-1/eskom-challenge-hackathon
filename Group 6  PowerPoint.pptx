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notesMasterIdLst>
    <p:notesMasterId r:id="rId23"/>
  </p:notesMasterIdLst>
  <p:sldIdLst>
    <p:sldId id="351" r:id="rId4"/>
    <p:sldId id="347" r:id="rId5"/>
    <p:sldId id="259" r:id="rId6"/>
    <p:sldId id="336" r:id="rId7"/>
    <p:sldId id="307" r:id="rId8"/>
    <p:sldId id="308" r:id="rId9"/>
    <p:sldId id="309" r:id="rId10"/>
    <p:sldId id="311" r:id="rId11"/>
    <p:sldId id="312" r:id="rId12"/>
    <p:sldId id="322" r:id="rId13"/>
    <p:sldId id="331" r:id="rId14"/>
    <p:sldId id="328" r:id="rId15"/>
    <p:sldId id="325" r:id="rId16"/>
    <p:sldId id="316" r:id="rId17"/>
    <p:sldId id="319" r:id="rId18"/>
    <p:sldId id="334" r:id="rId19"/>
    <p:sldId id="337" r:id="rId20"/>
    <p:sldId id="324" r:id="rId21"/>
    <p:sldId id="34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p:scale>
          <a:sx n="50" d="100"/>
          <a:sy n="50" d="100"/>
        </p:scale>
        <p:origin x="36" y="888"/>
      </p:cViewPr>
      <p:guideLst>
        <p:guide orient="horz" pos="2184"/>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____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____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_____Microsoft_Excel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277DBA"/>
            </a:solidFill>
          </c:spPr>
          <c:dPt>
            <c:idx val="0"/>
            <c:bubble3D val="0"/>
            <c:spPr>
              <a:solidFill>
                <a:schemeClr val="accent2"/>
              </a:solidFill>
            </c:spPr>
            <c:extLst>
              <c:ext xmlns:c16="http://schemas.microsoft.com/office/drawing/2014/chart" uri="{C3380CC4-5D6E-409C-BE32-E72D297353CC}">
                <c16:uniqueId val="{00000001-2DE1-4FB0-954A-607B00C0576F}"/>
              </c:ext>
            </c:extLst>
          </c:dPt>
          <c:dPt>
            <c:idx val="1"/>
            <c:bubble3D val="0"/>
            <c:spPr>
              <a:pattFill prst="wdDnDiag">
                <a:fgClr>
                  <a:schemeClr val="bg1">
                    <a:lumMod val="85000"/>
                  </a:schemeClr>
                </a:fgClr>
                <a:bgClr>
                  <a:schemeClr val="bg1"/>
                </a:bgClr>
              </a:pattFill>
            </c:spPr>
            <c:extLst>
              <c:ext xmlns:c16="http://schemas.microsoft.com/office/drawing/2014/chart" uri="{C3380CC4-5D6E-409C-BE32-E72D297353CC}">
                <c16:uniqueId val="{00000003-2DE1-4FB0-954A-607B00C0576F}"/>
              </c:ext>
            </c:extLst>
          </c:dPt>
          <c:cat>
            <c:strRef>
              <c:f>Sheet1!$A$2:$A$3</c:f>
              <c:strCache>
                <c:ptCount val="2"/>
                <c:pt idx="0">
                  <c:v>1st Qtr</c:v>
                </c:pt>
                <c:pt idx="1">
                  <c:v>2nd Qtr</c:v>
                </c:pt>
              </c:strCache>
            </c:strRef>
          </c:cat>
          <c:val>
            <c:numRef>
              <c:f>Sheet1!$B$2:$B$3</c:f>
              <c:numCache>
                <c:formatCode>General</c:formatCode>
                <c:ptCount val="2"/>
                <c:pt idx="0">
                  <c:v>43</c:v>
                </c:pt>
                <c:pt idx="1">
                  <c:v>57</c:v>
                </c:pt>
              </c:numCache>
            </c:numRef>
          </c:val>
          <c:extLst>
            <c:ext xmlns:c16="http://schemas.microsoft.com/office/drawing/2014/chart" uri="{C3380CC4-5D6E-409C-BE32-E72D297353CC}">
              <c16:uniqueId val="{00000004-2DE1-4FB0-954A-607B00C0576F}"/>
            </c:ext>
          </c:extLst>
        </c:ser>
        <c:dLbls>
          <c:showLegendKey val="0"/>
          <c:showVal val="0"/>
          <c:showCatName val="0"/>
          <c:showSerName val="0"/>
          <c:showPercent val="0"/>
          <c:showBubbleSize val="0"/>
          <c:showLeaderLines val="1"/>
        </c:dLbls>
        <c:firstSliceAng val="0"/>
        <c:holeSize val="78"/>
      </c:doughnutChart>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277DBA"/>
            </a:solidFill>
          </c:spPr>
          <c:dPt>
            <c:idx val="0"/>
            <c:bubble3D val="0"/>
            <c:spPr>
              <a:solidFill>
                <a:schemeClr val="accent3"/>
              </a:solidFill>
            </c:spPr>
            <c:extLst>
              <c:ext xmlns:c16="http://schemas.microsoft.com/office/drawing/2014/chart" uri="{C3380CC4-5D6E-409C-BE32-E72D297353CC}">
                <c16:uniqueId val="{00000001-B490-47D7-AE57-52CAFF9F9047}"/>
              </c:ext>
            </c:extLst>
          </c:dPt>
          <c:dPt>
            <c:idx val="1"/>
            <c:bubble3D val="0"/>
            <c:spPr>
              <a:pattFill prst="wdDnDiag">
                <a:fgClr>
                  <a:schemeClr val="bg1">
                    <a:lumMod val="85000"/>
                  </a:schemeClr>
                </a:fgClr>
                <a:bgClr>
                  <a:schemeClr val="bg1"/>
                </a:bgClr>
              </a:pattFill>
            </c:spPr>
            <c:extLst>
              <c:ext xmlns:c16="http://schemas.microsoft.com/office/drawing/2014/chart" uri="{C3380CC4-5D6E-409C-BE32-E72D297353CC}">
                <c16:uniqueId val="{00000003-B490-47D7-AE57-52CAFF9F9047}"/>
              </c:ext>
            </c:extLst>
          </c:dPt>
          <c:cat>
            <c:strRef>
              <c:f>Sheet1!$A$2:$A$3</c:f>
              <c:strCache>
                <c:ptCount val="2"/>
                <c:pt idx="0">
                  <c:v>1st Qtr</c:v>
                </c:pt>
                <c:pt idx="1">
                  <c:v>2nd Qtr</c:v>
                </c:pt>
              </c:strCache>
            </c:strRef>
          </c:cat>
          <c:val>
            <c:numRef>
              <c:f>Sheet1!$B$2:$B$3</c:f>
              <c:numCache>
                <c:formatCode>General</c:formatCode>
                <c:ptCount val="2"/>
                <c:pt idx="0">
                  <c:v>78</c:v>
                </c:pt>
                <c:pt idx="1">
                  <c:v>22</c:v>
                </c:pt>
              </c:numCache>
            </c:numRef>
          </c:val>
          <c:extLst>
            <c:ext xmlns:c16="http://schemas.microsoft.com/office/drawing/2014/chart" uri="{C3380CC4-5D6E-409C-BE32-E72D297353CC}">
              <c16:uniqueId val="{00000004-B490-47D7-AE57-52CAFF9F9047}"/>
            </c:ext>
          </c:extLst>
        </c:ser>
        <c:dLbls>
          <c:showLegendKey val="0"/>
          <c:showVal val="0"/>
          <c:showCatName val="0"/>
          <c:showSerName val="0"/>
          <c:showPercent val="0"/>
          <c:showBubbleSize val="0"/>
          <c:showLeaderLines val="1"/>
        </c:dLbls>
        <c:firstSliceAng val="0"/>
        <c:holeSize val="78"/>
      </c:doughnutChart>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277DBA"/>
            </a:solidFill>
          </c:spPr>
          <c:dPt>
            <c:idx val="0"/>
            <c:bubble3D val="0"/>
            <c:spPr>
              <a:solidFill>
                <a:schemeClr val="accent4"/>
              </a:solidFill>
            </c:spPr>
            <c:extLst>
              <c:ext xmlns:c16="http://schemas.microsoft.com/office/drawing/2014/chart" uri="{C3380CC4-5D6E-409C-BE32-E72D297353CC}">
                <c16:uniqueId val="{00000001-8B9C-4AD2-AC6E-7292DD5D4337}"/>
              </c:ext>
            </c:extLst>
          </c:dPt>
          <c:dPt>
            <c:idx val="1"/>
            <c:bubble3D val="0"/>
            <c:spPr>
              <a:pattFill prst="wdDnDiag">
                <a:fgClr>
                  <a:schemeClr val="bg1">
                    <a:lumMod val="85000"/>
                  </a:schemeClr>
                </a:fgClr>
                <a:bgClr>
                  <a:schemeClr val="bg1"/>
                </a:bgClr>
              </a:pattFill>
            </c:spPr>
            <c:extLst>
              <c:ext xmlns:c16="http://schemas.microsoft.com/office/drawing/2014/chart" uri="{C3380CC4-5D6E-409C-BE32-E72D297353CC}">
                <c16:uniqueId val="{00000003-8B9C-4AD2-AC6E-7292DD5D4337}"/>
              </c:ext>
            </c:extLst>
          </c:dPt>
          <c:cat>
            <c:strRef>
              <c:f>Sheet1!$A$2:$A$3</c:f>
              <c:strCache>
                <c:ptCount val="2"/>
                <c:pt idx="0">
                  <c:v>1st Qtr</c:v>
                </c:pt>
                <c:pt idx="1">
                  <c:v>2nd Qtr</c:v>
                </c:pt>
              </c:strCache>
            </c:strRef>
          </c:cat>
          <c:val>
            <c:numRef>
              <c:f>Sheet1!$B$2:$B$3</c:f>
              <c:numCache>
                <c:formatCode>General</c:formatCode>
                <c:ptCount val="2"/>
                <c:pt idx="0">
                  <c:v>55</c:v>
                </c:pt>
                <c:pt idx="1">
                  <c:v>45</c:v>
                </c:pt>
              </c:numCache>
            </c:numRef>
          </c:val>
          <c:extLst>
            <c:ext xmlns:c16="http://schemas.microsoft.com/office/drawing/2014/chart" uri="{C3380CC4-5D6E-409C-BE32-E72D297353CC}">
              <c16:uniqueId val="{00000004-8B9C-4AD2-AC6E-7292DD5D4337}"/>
            </c:ext>
          </c:extLst>
        </c:ser>
        <c:dLbls>
          <c:showLegendKey val="0"/>
          <c:showVal val="0"/>
          <c:showCatName val="0"/>
          <c:showSerName val="0"/>
          <c:showPercent val="0"/>
          <c:showBubbleSize val="0"/>
          <c:showLeaderLines val="1"/>
        </c:dLbls>
        <c:firstSliceAng val="0"/>
        <c:holeSize val="78"/>
      </c:doughnutChart>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277DBA"/>
            </a:solidFill>
          </c:spPr>
          <c:dPt>
            <c:idx val="0"/>
            <c:bubble3D val="0"/>
            <c:spPr>
              <a:solidFill>
                <a:schemeClr val="accent1"/>
              </a:solidFill>
            </c:spPr>
            <c:extLst>
              <c:ext xmlns:c16="http://schemas.microsoft.com/office/drawing/2014/chart" uri="{C3380CC4-5D6E-409C-BE32-E72D297353CC}">
                <c16:uniqueId val="{00000001-E7E4-4ECC-B5BC-653E9C3F1D50}"/>
              </c:ext>
            </c:extLst>
          </c:dPt>
          <c:dPt>
            <c:idx val="1"/>
            <c:bubble3D val="0"/>
            <c:spPr>
              <a:pattFill prst="wdDnDiag">
                <a:fgClr>
                  <a:schemeClr val="bg1">
                    <a:lumMod val="85000"/>
                  </a:schemeClr>
                </a:fgClr>
                <a:bgClr>
                  <a:schemeClr val="bg1"/>
                </a:bgClr>
              </a:pattFill>
            </c:spPr>
            <c:extLst>
              <c:ext xmlns:c16="http://schemas.microsoft.com/office/drawing/2014/chart" uri="{C3380CC4-5D6E-409C-BE32-E72D297353CC}">
                <c16:uniqueId val="{00000003-E7E4-4ECC-B5BC-653E9C3F1D50}"/>
              </c:ext>
            </c:extLst>
          </c:dPt>
          <c:cat>
            <c:strRef>
              <c:f>Sheet1!$A$2:$A$3</c:f>
              <c:strCache>
                <c:ptCount val="2"/>
                <c:pt idx="0">
                  <c:v>1st Qtr</c:v>
                </c:pt>
                <c:pt idx="1">
                  <c:v>2nd Qtr</c:v>
                </c:pt>
              </c:strCache>
            </c:strRef>
          </c:cat>
          <c:val>
            <c:numRef>
              <c:f>Sheet1!$B$2:$B$3</c:f>
              <c:numCache>
                <c:formatCode>General</c:formatCode>
                <c:ptCount val="2"/>
                <c:pt idx="0">
                  <c:v>90</c:v>
                </c:pt>
                <c:pt idx="1">
                  <c:v>10</c:v>
                </c:pt>
              </c:numCache>
            </c:numRef>
          </c:val>
          <c:extLst>
            <c:ext xmlns:c16="http://schemas.microsoft.com/office/drawing/2014/chart" uri="{C3380CC4-5D6E-409C-BE32-E72D297353CC}">
              <c16:uniqueId val="{00000004-E7E4-4ECC-B5BC-653E9C3F1D50}"/>
            </c:ext>
          </c:extLst>
        </c:ser>
        <c:dLbls>
          <c:showLegendKey val="0"/>
          <c:showVal val="0"/>
          <c:showCatName val="0"/>
          <c:showSerName val="0"/>
          <c:showPercent val="0"/>
          <c:showBubbleSize val="0"/>
          <c:showLeaderLines val="1"/>
        </c:dLbls>
        <c:firstSliceAng val="0"/>
        <c:holeSize val="78"/>
      </c:doughnutChart>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rgbClr val="277DBA"/>
            </a:solidFill>
          </c:spPr>
          <c:dPt>
            <c:idx val="0"/>
            <c:bubble3D val="0"/>
            <c:spPr>
              <a:solidFill>
                <a:schemeClr val="accent5"/>
              </a:solidFill>
            </c:spPr>
            <c:extLst>
              <c:ext xmlns:c16="http://schemas.microsoft.com/office/drawing/2014/chart" uri="{C3380CC4-5D6E-409C-BE32-E72D297353CC}">
                <c16:uniqueId val="{00000001-456E-4FA7-ABFE-0713F05B476C}"/>
              </c:ext>
            </c:extLst>
          </c:dPt>
          <c:dPt>
            <c:idx val="1"/>
            <c:bubble3D val="0"/>
            <c:spPr>
              <a:pattFill prst="wdDnDiag">
                <a:fgClr>
                  <a:schemeClr val="bg1">
                    <a:lumMod val="85000"/>
                  </a:schemeClr>
                </a:fgClr>
                <a:bgClr>
                  <a:schemeClr val="bg1"/>
                </a:bgClr>
              </a:pattFill>
            </c:spPr>
            <c:extLst>
              <c:ext xmlns:c16="http://schemas.microsoft.com/office/drawing/2014/chart" uri="{C3380CC4-5D6E-409C-BE32-E72D297353CC}">
                <c16:uniqueId val="{00000003-456E-4FA7-ABFE-0713F05B476C}"/>
              </c:ext>
            </c:extLst>
          </c:dPt>
          <c:cat>
            <c:strRef>
              <c:f>Sheet1!$A$2:$A$3</c:f>
              <c:strCache>
                <c:ptCount val="2"/>
                <c:pt idx="0">
                  <c:v>1st Qtr</c:v>
                </c:pt>
                <c:pt idx="1">
                  <c:v>2nd Qtr</c:v>
                </c:pt>
              </c:strCache>
            </c:strRef>
          </c:cat>
          <c:val>
            <c:numRef>
              <c:f>Sheet1!$B$2:$B$3</c:f>
              <c:numCache>
                <c:formatCode>General</c:formatCode>
                <c:ptCount val="2"/>
                <c:pt idx="0">
                  <c:v>8.1999999999999993</c:v>
                </c:pt>
                <c:pt idx="1">
                  <c:v>3.2</c:v>
                </c:pt>
              </c:numCache>
            </c:numRef>
          </c:val>
          <c:extLst>
            <c:ext xmlns:c16="http://schemas.microsoft.com/office/drawing/2014/chart" uri="{C3380CC4-5D6E-409C-BE32-E72D297353CC}">
              <c16:uniqueId val="{00000004-456E-4FA7-ABFE-0713F05B476C}"/>
            </c:ext>
          </c:extLst>
        </c:ser>
        <c:dLbls>
          <c:showLegendKey val="0"/>
          <c:showVal val="0"/>
          <c:showCatName val="0"/>
          <c:showSerName val="0"/>
          <c:showPercent val="0"/>
          <c:showBubbleSize val="0"/>
          <c:showLeaderLines val="1"/>
        </c:dLbls>
        <c:firstSliceAng val="0"/>
        <c:holeSize val="78"/>
      </c:doughnutChart>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136310"/>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449694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aam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136311"/>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Our Team LAYOUT</a:t>
            </a:r>
          </a:p>
        </p:txBody>
      </p:sp>
      <p:sp>
        <p:nvSpPr>
          <p:cNvPr id="4" name="Picture Placeholder 2">
            <a:extLst>
              <a:ext uri="{FF2B5EF4-FFF2-40B4-BE49-F238E27FC236}">
                <a16:creationId xmlns:a16="http://schemas.microsoft.com/office/drawing/2014/main" id="{5316B3C3-8D76-40A4-9582-658EE8DDE136}"/>
              </a:ext>
            </a:extLst>
          </p:cNvPr>
          <p:cNvSpPr>
            <a:spLocks noGrp="1"/>
          </p:cNvSpPr>
          <p:nvPr>
            <p:ph type="pic" sz="quarter" idx="42" hasCustomPrompt="1"/>
          </p:nvPr>
        </p:nvSpPr>
        <p:spPr>
          <a:xfrm>
            <a:off x="756172" y="4696914"/>
            <a:ext cx="1371600" cy="1371600"/>
          </a:xfrm>
          <a:prstGeom prst="ellipse">
            <a:avLst/>
          </a:prstGeom>
          <a:solidFill>
            <a:schemeClr val="bg1">
              <a:lumMod val="95000"/>
            </a:schemeClr>
          </a:solidFill>
        </p:spPr>
        <p:txBody>
          <a:bodyPr anchor="ctr"/>
          <a:lstStyle>
            <a:lvl1pPr marL="0" marR="0" indent="0" algn="ctr" defTabSz="914446" rtl="0" eaLnBrk="1" fontAlgn="auto" latinLnBrk="0"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5" name="Picture Placeholder 2">
            <a:extLst>
              <a:ext uri="{FF2B5EF4-FFF2-40B4-BE49-F238E27FC236}">
                <a16:creationId xmlns:a16="http://schemas.microsoft.com/office/drawing/2014/main" id="{CDEF45A7-6389-4087-B904-A57E81E77C8F}"/>
              </a:ext>
            </a:extLst>
          </p:cNvPr>
          <p:cNvSpPr>
            <a:spLocks noGrp="1"/>
          </p:cNvSpPr>
          <p:nvPr>
            <p:ph type="pic" sz="quarter" idx="43" hasCustomPrompt="1"/>
          </p:nvPr>
        </p:nvSpPr>
        <p:spPr>
          <a:xfrm>
            <a:off x="4480350" y="4696914"/>
            <a:ext cx="1371600" cy="1371600"/>
          </a:xfrm>
          <a:prstGeom prst="ellipse">
            <a:avLst/>
          </a:prstGeom>
          <a:solidFill>
            <a:schemeClr val="bg1">
              <a:lumMod val="95000"/>
            </a:schemeClr>
          </a:solidFill>
        </p:spPr>
        <p:txBody>
          <a:bodyPr anchor="ctr"/>
          <a:lstStyle>
            <a:lvl1pPr marL="0" marR="0" indent="0" algn="ctr" defTabSz="914446" rtl="0" eaLnBrk="1" fontAlgn="auto" latinLnBrk="0"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6" name="Picture Placeholder 2">
            <a:extLst>
              <a:ext uri="{FF2B5EF4-FFF2-40B4-BE49-F238E27FC236}">
                <a16:creationId xmlns:a16="http://schemas.microsoft.com/office/drawing/2014/main" id="{37C61CF0-E43F-4014-82A3-9E24F54CD3AD}"/>
              </a:ext>
            </a:extLst>
          </p:cNvPr>
          <p:cNvSpPr>
            <a:spLocks noGrp="1"/>
          </p:cNvSpPr>
          <p:nvPr>
            <p:ph type="pic" sz="quarter" idx="44" hasCustomPrompt="1"/>
          </p:nvPr>
        </p:nvSpPr>
        <p:spPr>
          <a:xfrm>
            <a:off x="8257279" y="4696914"/>
            <a:ext cx="1371600" cy="1371600"/>
          </a:xfrm>
          <a:prstGeom prst="ellipse">
            <a:avLst/>
          </a:prstGeom>
          <a:solidFill>
            <a:schemeClr val="bg1">
              <a:lumMod val="95000"/>
            </a:schemeClr>
          </a:solidFill>
        </p:spPr>
        <p:txBody>
          <a:bodyPr anchor="ctr"/>
          <a:lstStyle>
            <a:lvl1pPr marL="0" marR="0" indent="0" algn="ctr" defTabSz="914446" rtl="0" eaLnBrk="1" fontAlgn="auto" latinLnBrk="0"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defRPr>
            </a:lvl1pPr>
          </a:lstStyle>
          <a:p>
            <a:pPr marL="0" lvl="0" algn="ctr"/>
            <a:r>
              <a:rPr lang="en-US" altLang="ko-KR" dirty="0"/>
              <a:t>Place 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540B147E-CB74-4470-B7E3-47398EC3F550}"/>
              </a:ext>
            </a:extLst>
          </p:cNvPr>
          <p:cNvSpPr/>
          <p:nvPr userDrawn="1"/>
        </p:nvSpPr>
        <p:spPr>
          <a:xfrm flipH="1">
            <a:off x="0" y="-1"/>
            <a:ext cx="3607904" cy="6858001"/>
          </a:xfrm>
          <a:prstGeom prst="rect">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pic>
        <p:nvPicPr>
          <p:cNvPr id="4" name="그림 3">
            <a:extLst>
              <a:ext uri="{FF2B5EF4-FFF2-40B4-BE49-F238E27FC236}">
                <a16:creationId xmlns:a16="http://schemas.microsoft.com/office/drawing/2014/main" id="{B93FFDE4-DC6A-46F3-803D-655B1E2658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297" y="1291472"/>
            <a:ext cx="5467498" cy="5566528"/>
          </a:xfrm>
          <a:prstGeom prst="rect">
            <a:avLst/>
          </a:prstGeom>
        </p:spPr>
      </p:pic>
      <p:sp>
        <p:nvSpPr>
          <p:cNvPr id="3" name="그림 개체 틀 15">
            <a:extLst>
              <a:ext uri="{FF2B5EF4-FFF2-40B4-BE49-F238E27FC236}">
                <a16:creationId xmlns:a16="http://schemas.microsoft.com/office/drawing/2014/main" id="{4297B72D-3557-4CC7-AF0F-322188D32223}"/>
              </a:ext>
            </a:extLst>
          </p:cNvPr>
          <p:cNvSpPr>
            <a:spLocks noGrp="1"/>
          </p:cNvSpPr>
          <p:nvPr>
            <p:ph type="pic" sz="quarter" idx="10" hasCustomPrompt="1"/>
          </p:nvPr>
        </p:nvSpPr>
        <p:spPr>
          <a:xfrm rot="687548">
            <a:off x="2653782" y="1472697"/>
            <a:ext cx="2226828" cy="4523799"/>
          </a:xfrm>
          <a:custGeom>
            <a:avLst/>
            <a:gdLst>
              <a:gd name="connsiteX0" fmla="*/ 347219 w 2314736"/>
              <a:gd name="connsiteY0" fmla="*/ 3838 h 4523799"/>
              <a:gd name="connsiteX1" fmla="*/ 401115 w 2314736"/>
              <a:gd name="connsiteY1" fmla="*/ 139 h 4523799"/>
              <a:gd name="connsiteX2" fmla="*/ 2056552 w 2314736"/>
              <a:gd name="connsiteY2" fmla="*/ 53066 h 4523799"/>
              <a:gd name="connsiteX3" fmla="*/ 2314598 w 2314736"/>
              <a:gd name="connsiteY3" fmla="*/ 328157 h 4523799"/>
              <a:gd name="connsiteX4" fmla="*/ 2188714 w 2314736"/>
              <a:gd name="connsiteY4" fmla="*/ 4265615 h 4523799"/>
              <a:gd name="connsiteX5" fmla="*/ 1913622 w 2314736"/>
              <a:gd name="connsiteY5" fmla="*/ 4523661 h 4523799"/>
              <a:gd name="connsiteX6" fmla="*/ 258185 w 2314736"/>
              <a:gd name="connsiteY6" fmla="*/ 4470735 h 4523799"/>
              <a:gd name="connsiteX7" fmla="*/ 139 w 2314736"/>
              <a:gd name="connsiteY7" fmla="*/ 4195644 h 4523799"/>
              <a:gd name="connsiteX8" fmla="*/ 126024 w 2314736"/>
              <a:gd name="connsiteY8" fmla="*/ 258186 h 4523799"/>
              <a:gd name="connsiteX9" fmla="*/ 347219 w 2314736"/>
              <a:gd name="connsiteY9" fmla="*/ 3838 h 4523799"/>
              <a:gd name="connsiteX0" fmla="*/ 347219 w 2314661"/>
              <a:gd name="connsiteY0" fmla="*/ 3838 h 4523799"/>
              <a:gd name="connsiteX1" fmla="*/ 401115 w 2314661"/>
              <a:gd name="connsiteY1" fmla="*/ 139 h 4523799"/>
              <a:gd name="connsiteX2" fmla="*/ 1915350 w 2314661"/>
              <a:gd name="connsiteY2" fmla="*/ 41987 h 4523799"/>
              <a:gd name="connsiteX3" fmla="*/ 2314598 w 2314661"/>
              <a:gd name="connsiteY3" fmla="*/ 328157 h 4523799"/>
              <a:gd name="connsiteX4" fmla="*/ 2188714 w 2314661"/>
              <a:gd name="connsiteY4" fmla="*/ 4265615 h 4523799"/>
              <a:gd name="connsiteX5" fmla="*/ 1913622 w 2314661"/>
              <a:gd name="connsiteY5" fmla="*/ 4523661 h 4523799"/>
              <a:gd name="connsiteX6" fmla="*/ 258185 w 2314661"/>
              <a:gd name="connsiteY6" fmla="*/ 4470735 h 4523799"/>
              <a:gd name="connsiteX7" fmla="*/ 139 w 2314661"/>
              <a:gd name="connsiteY7" fmla="*/ 4195644 h 4523799"/>
              <a:gd name="connsiteX8" fmla="*/ 126024 w 2314661"/>
              <a:gd name="connsiteY8" fmla="*/ 258186 h 4523799"/>
              <a:gd name="connsiteX9" fmla="*/ 347219 w 2314661"/>
              <a:gd name="connsiteY9" fmla="*/ 3838 h 4523799"/>
              <a:gd name="connsiteX0" fmla="*/ 347219 w 2207902"/>
              <a:gd name="connsiteY0" fmla="*/ 3838 h 4523799"/>
              <a:gd name="connsiteX1" fmla="*/ 401115 w 2207902"/>
              <a:gd name="connsiteY1" fmla="*/ 139 h 4523799"/>
              <a:gd name="connsiteX2" fmla="*/ 1915350 w 2207902"/>
              <a:gd name="connsiteY2" fmla="*/ 41987 h 4523799"/>
              <a:gd name="connsiteX3" fmla="*/ 2207794 w 2207902"/>
              <a:gd name="connsiteY3" fmla="*/ 339881 h 4523799"/>
              <a:gd name="connsiteX4" fmla="*/ 2188714 w 2207902"/>
              <a:gd name="connsiteY4" fmla="*/ 4265615 h 4523799"/>
              <a:gd name="connsiteX5" fmla="*/ 1913622 w 2207902"/>
              <a:gd name="connsiteY5" fmla="*/ 4523661 h 4523799"/>
              <a:gd name="connsiteX6" fmla="*/ 258185 w 2207902"/>
              <a:gd name="connsiteY6" fmla="*/ 4470735 h 4523799"/>
              <a:gd name="connsiteX7" fmla="*/ 139 w 2207902"/>
              <a:gd name="connsiteY7" fmla="*/ 4195644 h 4523799"/>
              <a:gd name="connsiteX8" fmla="*/ 126024 w 2207902"/>
              <a:gd name="connsiteY8" fmla="*/ 258186 h 4523799"/>
              <a:gd name="connsiteX9" fmla="*/ 347219 w 2207902"/>
              <a:gd name="connsiteY9" fmla="*/ 3838 h 4523799"/>
              <a:gd name="connsiteX0" fmla="*/ 347219 w 2242022"/>
              <a:gd name="connsiteY0" fmla="*/ 3838 h 4523799"/>
              <a:gd name="connsiteX1" fmla="*/ 401115 w 2242022"/>
              <a:gd name="connsiteY1" fmla="*/ 139 h 4523799"/>
              <a:gd name="connsiteX2" fmla="*/ 1915350 w 2242022"/>
              <a:gd name="connsiteY2" fmla="*/ 41987 h 4523799"/>
              <a:gd name="connsiteX3" fmla="*/ 2241934 w 2242022"/>
              <a:gd name="connsiteY3" fmla="*/ 263483 h 4523799"/>
              <a:gd name="connsiteX4" fmla="*/ 2188714 w 2242022"/>
              <a:gd name="connsiteY4" fmla="*/ 4265615 h 4523799"/>
              <a:gd name="connsiteX5" fmla="*/ 1913622 w 2242022"/>
              <a:gd name="connsiteY5" fmla="*/ 4523661 h 4523799"/>
              <a:gd name="connsiteX6" fmla="*/ 258185 w 2242022"/>
              <a:gd name="connsiteY6" fmla="*/ 4470735 h 4523799"/>
              <a:gd name="connsiteX7" fmla="*/ 139 w 2242022"/>
              <a:gd name="connsiteY7" fmla="*/ 4195644 h 4523799"/>
              <a:gd name="connsiteX8" fmla="*/ 126024 w 2242022"/>
              <a:gd name="connsiteY8" fmla="*/ 258186 h 4523799"/>
              <a:gd name="connsiteX9" fmla="*/ 347219 w 2242022"/>
              <a:gd name="connsiteY9" fmla="*/ 3838 h 4523799"/>
              <a:gd name="connsiteX0" fmla="*/ 347219 w 2226828"/>
              <a:gd name="connsiteY0" fmla="*/ 3838 h 4523799"/>
              <a:gd name="connsiteX1" fmla="*/ 401115 w 2226828"/>
              <a:gd name="connsiteY1" fmla="*/ 139 h 4523799"/>
              <a:gd name="connsiteX2" fmla="*/ 1915350 w 2226828"/>
              <a:gd name="connsiteY2" fmla="*/ 41987 h 4523799"/>
              <a:gd name="connsiteX3" fmla="*/ 2226732 w 2226828"/>
              <a:gd name="connsiteY3" fmla="*/ 286415 h 4523799"/>
              <a:gd name="connsiteX4" fmla="*/ 2188714 w 2226828"/>
              <a:gd name="connsiteY4" fmla="*/ 4265615 h 4523799"/>
              <a:gd name="connsiteX5" fmla="*/ 1913622 w 2226828"/>
              <a:gd name="connsiteY5" fmla="*/ 4523661 h 4523799"/>
              <a:gd name="connsiteX6" fmla="*/ 258185 w 2226828"/>
              <a:gd name="connsiteY6" fmla="*/ 4470735 h 4523799"/>
              <a:gd name="connsiteX7" fmla="*/ 139 w 2226828"/>
              <a:gd name="connsiteY7" fmla="*/ 4195644 h 4523799"/>
              <a:gd name="connsiteX8" fmla="*/ 126024 w 2226828"/>
              <a:gd name="connsiteY8" fmla="*/ 258186 h 4523799"/>
              <a:gd name="connsiteX9" fmla="*/ 347219 w 2226828"/>
              <a:gd name="connsiteY9" fmla="*/ 3838 h 452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26828" h="4523799">
                <a:moveTo>
                  <a:pt x="347219" y="3838"/>
                </a:moveTo>
                <a:cubicBezTo>
                  <a:pt x="364685" y="841"/>
                  <a:pt x="382712" y="-449"/>
                  <a:pt x="401115" y="139"/>
                </a:cubicBezTo>
                <a:lnTo>
                  <a:pt x="1915350" y="41987"/>
                </a:lnTo>
                <a:cubicBezTo>
                  <a:pt x="2062572" y="46693"/>
                  <a:pt x="2231439" y="139193"/>
                  <a:pt x="2226732" y="286415"/>
                </a:cubicBezTo>
                <a:lnTo>
                  <a:pt x="2188714" y="4265615"/>
                </a:lnTo>
                <a:cubicBezTo>
                  <a:pt x="2184007" y="4412837"/>
                  <a:pt x="2060844" y="4528368"/>
                  <a:pt x="1913622" y="4523661"/>
                </a:cubicBezTo>
                <a:lnTo>
                  <a:pt x="258185" y="4470735"/>
                </a:lnTo>
                <a:cubicBezTo>
                  <a:pt x="110963" y="4466028"/>
                  <a:pt x="-4568" y="4342866"/>
                  <a:pt x="139" y="4195644"/>
                </a:cubicBezTo>
                <a:lnTo>
                  <a:pt x="126024" y="258186"/>
                </a:lnTo>
                <a:cubicBezTo>
                  <a:pt x="130142" y="129367"/>
                  <a:pt x="224953" y="24811"/>
                  <a:pt x="347219" y="3838"/>
                </a:cubicBezTo>
                <a:close/>
              </a:path>
            </a:pathLst>
          </a:custGeom>
          <a:solidFill>
            <a:schemeClr val="bg1">
              <a:lumMod val="95000"/>
            </a:schemeClr>
          </a:solidFill>
          <a:ln w="25400">
            <a:noFill/>
          </a:ln>
          <a:effectLst/>
        </p:spPr>
        <p:txBody>
          <a:bodyPr wrap="square" lIns="252000" tIns="216000"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Picture Placeholder 33">
            <a:extLst>
              <a:ext uri="{FF2B5EF4-FFF2-40B4-BE49-F238E27FC236}">
                <a16:creationId xmlns:a16="http://schemas.microsoft.com/office/drawing/2014/main" id="{CBCC2D91-CAF1-4A2D-BD8D-61921EE75DF1}"/>
              </a:ext>
            </a:extLst>
          </p:cNvPr>
          <p:cNvSpPr>
            <a:spLocks noGrp="1"/>
          </p:cNvSpPr>
          <p:nvPr>
            <p:ph type="pic" sz="quarter" idx="10" hasCustomPrompt="1"/>
          </p:nvPr>
        </p:nvSpPr>
        <p:spPr>
          <a:xfrm>
            <a:off x="5847486" y="342900"/>
            <a:ext cx="5926499" cy="6172200"/>
          </a:xfrm>
          <a:custGeom>
            <a:avLst/>
            <a:gdLst>
              <a:gd name="connsiteX0" fmla="*/ 1240972 w 5926499"/>
              <a:gd name="connsiteY0" fmla="*/ 0 h 6172200"/>
              <a:gd name="connsiteX1" fmla="*/ 5926499 w 5926499"/>
              <a:gd name="connsiteY1" fmla="*/ 0 h 6172200"/>
              <a:gd name="connsiteX2" fmla="*/ 5926499 w 5926499"/>
              <a:gd name="connsiteY2" fmla="*/ 6172200 h 6172200"/>
              <a:gd name="connsiteX3" fmla="*/ 1240972 w 5926499"/>
              <a:gd name="connsiteY3" fmla="*/ 6172200 h 6172200"/>
              <a:gd name="connsiteX4" fmla="*/ 1240972 w 5926499"/>
              <a:gd name="connsiteY4" fmla="*/ 6015988 h 6172200"/>
              <a:gd name="connsiteX5" fmla="*/ 92399 w 5926499"/>
              <a:gd name="connsiteY5" fmla="*/ 6015988 h 6172200"/>
              <a:gd name="connsiteX6" fmla="*/ 92399 w 5926499"/>
              <a:gd name="connsiteY6" fmla="*/ 5938701 h 6172200"/>
              <a:gd name="connsiteX7" fmla="*/ 1240972 w 5926499"/>
              <a:gd name="connsiteY7" fmla="*/ 5938701 h 6172200"/>
              <a:gd name="connsiteX8" fmla="*/ 1240972 w 5926499"/>
              <a:gd name="connsiteY8" fmla="*/ 5859778 h 6172200"/>
              <a:gd name="connsiteX9" fmla="*/ 497028 w 5926499"/>
              <a:gd name="connsiteY9" fmla="*/ 5859778 h 6172200"/>
              <a:gd name="connsiteX10" fmla="*/ 497028 w 5926499"/>
              <a:gd name="connsiteY10" fmla="*/ 5668190 h 6172200"/>
              <a:gd name="connsiteX11" fmla="*/ 1240972 w 5926499"/>
              <a:gd name="connsiteY11" fmla="*/ 5668190 h 6172200"/>
              <a:gd name="connsiteX12" fmla="*/ 1240972 w 5926499"/>
              <a:gd name="connsiteY12" fmla="*/ 5589267 h 6172200"/>
              <a:gd name="connsiteX13" fmla="*/ 2775704 w 5926499"/>
              <a:gd name="connsiteY13" fmla="*/ 5589267 h 6172200"/>
              <a:gd name="connsiteX14" fmla="*/ 2775704 w 5926499"/>
              <a:gd name="connsiteY14" fmla="*/ 5511980 h 6172200"/>
              <a:gd name="connsiteX15" fmla="*/ 1240972 w 5926499"/>
              <a:gd name="connsiteY15" fmla="*/ 5511980 h 6172200"/>
              <a:gd name="connsiteX16" fmla="*/ 1240972 w 5926499"/>
              <a:gd name="connsiteY16" fmla="*/ 5222694 h 6172200"/>
              <a:gd name="connsiteX17" fmla="*/ 2993421 w 5926499"/>
              <a:gd name="connsiteY17" fmla="*/ 5222694 h 6172200"/>
              <a:gd name="connsiteX18" fmla="*/ 2993421 w 5926499"/>
              <a:gd name="connsiteY18" fmla="*/ 5031107 h 6172200"/>
              <a:gd name="connsiteX19" fmla="*/ 1240972 w 5926499"/>
              <a:gd name="connsiteY19" fmla="*/ 5031107 h 6172200"/>
              <a:gd name="connsiteX20" fmla="*/ 1240972 w 5926499"/>
              <a:gd name="connsiteY20" fmla="*/ 4922382 h 6172200"/>
              <a:gd name="connsiteX21" fmla="*/ 225578 w 5926499"/>
              <a:gd name="connsiteY21" fmla="*/ 4922382 h 6172200"/>
              <a:gd name="connsiteX22" fmla="*/ 225578 w 5926499"/>
              <a:gd name="connsiteY22" fmla="*/ 4845095 h 6172200"/>
              <a:gd name="connsiteX23" fmla="*/ 1240972 w 5926499"/>
              <a:gd name="connsiteY23" fmla="*/ 4845095 h 6172200"/>
              <a:gd name="connsiteX24" fmla="*/ 1240972 w 5926499"/>
              <a:gd name="connsiteY24" fmla="*/ 4721133 h 6172200"/>
              <a:gd name="connsiteX25" fmla="*/ 2181818 w 5926499"/>
              <a:gd name="connsiteY25" fmla="*/ 4721133 h 6172200"/>
              <a:gd name="connsiteX26" fmla="*/ 2181818 w 5926499"/>
              <a:gd name="connsiteY26" fmla="*/ 4655818 h 6172200"/>
              <a:gd name="connsiteX27" fmla="*/ 1240972 w 5926499"/>
              <a:gd name="connsiteY27" fmla="*/ 4655818 h 6172200"/>
              <a:gd name="connsiteX28" fmla="*/ 1240972 w 5926499"/>
              <a:gd name="connsiteY28" fmla="*/ 4516481 h 6172200"/>
              <a:gd name="connsiteX29" fmla="*/ 497028 w 5926499"/>
              <a:gd name="connsiteY29" fmla="*/ 4516481 h 6172200"/>
              <a:gd name="connsiteX30" fmla="*/ 497028 w 5926499"/>
              <a:gd name="connsiteY30" fmla="*/ 4439194 h 6172200"/>
              <a:gd name="connsiteX31" fmla="*/ 1240972 w 5926499"/>
              <a:gd name="connsiteY31" fmla="*/ 4439194 h 6172200"/>
              <a:gd name="connsiteX32" fmla="*/ 1240972 w 5926499"/>
              <a:gd name="connsiteY32" fmla="*/ 4321628 h 6172200"/>
              <a:gd name="connsiteX33" fmla="*/ 2347278 w 5926499"/>
              <a:gd name="connsiteY33" fmla="*/ 4321628 h 6172200"/>
              <a:gd name="connsiteX34" fmla="*/ 2347278 w 5926499"/>
              <a:gd name="connsiteY34" fmla="*/ 4130040 h 6172200"/>
              <a:gd name="connsiteX35" fmla="*/ 1240972 w 5926499"/>
              <a:gd name="connsiteY35" fmla="*/ 4130040 h 6172200"/>
              <a:gd name="connsiteX36" fmla="*/ 1240972 w 5926499"/>
              <a:gd name="connsiteY36" fmla="*/ 3828776 h 6172200"/>
              <a:gd name="connsiteX37" fmla="*/ 2347278 w 5926499"/>
              <a:gd name="connsiteY37" fmla="*/ 3828776 h 6172200"/>
              <a:gd name="connsiteX38" fmla="*/ 2347278 w 5926499"/>
              <a:gd name="connsiteY38" fmla="*/ 3751489 h 6172200"/>
              <a:gd name="connsiteX39" fmla="*/ 1240972 w 5926499"/>
              <a:gd name="connsiteY39" fmla="*/ 3751489 h 6172200"/>
              <a:gd name="connsiteX40" fmla="*/ 1240972 w 5926499"/>
              <a:gd name="connsiteY40" fmla="*/ 3567249 h 6172200"/>
              <a:gd name="connsiteX41" fmla="*/ 544605 w 5926499"/>
              <a:gd name="connsiteY41" fmla="*/ 3567249 h 6172200"/>
              <a:gd name="connsiteX42" fmla="*/ 544605 w 5926499"/>
              <a:gd name="connsiteY42" fmla="*/ 3279866 h 6172200"/>
              <a:gd name="connsiteX43" fmla="*/ 1240972 w 5926499"/>
              <a:gd name="connsiteY43" fmla="*/ 3279866 h 6172200"/>
              <a:gd name="connsiteX44" fmla="*/ 1240972 w 5926499"/>
              <a:gd name="connsiteY44" fmla="*/ 3141069 h 6172200"/>
              <a:gd name="connsiteX45" fmla="*/ 0 w 5926499"/>
              <a:gd name="connsiteY45" fmla="*/ 3141069 h 6172200"/>
              <a:gd name="connsiteX46" fmla="*/ 0 w 5926499"/>
              <a:gd name="connsiteY46" fmla="*/ 3063782 h 6172200"/>
              <a:gd name="connsiteX47" fmla="*/ 1240972 w 5926499"/>
              <a:gd name="connsiteY47" fmla="*/ 3063782 h 6172200"/>
              <a:gd name="connsiteX48" fmla="*/ 1240972 w 5926499"/>
              <a:gd name="connsiteY48" fmla="*/ 2942953 h 6172200"/>
              <a:gd name="connsiteX49" fmla="*/ 343464 w 5926499"/>
              <a:gd name="connsiteY49" fmla="*/ 2942953 h 6172200"/>
              <a:gd name="connsiteX50" fmla="*/ 343464 w 5926499"/>
              <a:gd name="connsiteY50" fmla="*/ 2865666 h 6172200"/>
              <a:gd name="connsiteX51" fmla="*/ 1240972 w 5926499"/>
              <a:gd name="connsiteY51" fmla="*/ 2865666 h 6172200"/>
              <a:gd name="connsiteX52" fmla="*/ 1240972 w 5926499"/>
              <a:gd name="connsiteY52" fmla="*/ 2770414 h 6172200"/>
              <a:gd name="connsiteX53" fmla="*/ 2020709 w 5926499"/>
              <a:gd name="connsiteY53" fmla="*/ 2770414 h 6172200"/>
              <a:gd name="connsiteX54" fmla="*/ 2020709 w 5926499"/>
              <a:gd name="connsiteY54" fmla="*/ 2705099 h 6172200"/>
              <a:gd name="connsiteX55" fmla="*/ 1240972 w 5926499"/>
              <a:gd name="connsiteY55" fmla="*/ 2705099 h 6172200"/>
              <a:gd name="connsiteX56" fmla="*/ 1240972 w 5926499"/>
              <a:gd name="connsiteY56" fmla="*/ 2453364 h 6172200"/>
              <a:gd name="connsiteX57" fmla="*/ 2113162 w 5926499"/>
              <a:gd name="connsiteY57" fmla="*/ 2453364 h 6172200"/>
              <a:gd name="connsiteX58" fmla="*/ 2113162 w 5926499"/>
              <a:gd name="connsiteY58" fmla="*/ 2261777 h 6172200"/>
              <a:gd name="connsiteX59" fmla="*/ 1240972 w 5926499"/>
              <a:gd name="connsiteY59" fmla="*/ 2261777 h 6172200"/>
              <a:gd name="connsiteX60" fmla="*/ 1240972 w 5926499"/>
              <a:gd name="connsiteY60" fmla="*/ 2065018 h 6172200"/>
              <a:gd name="connsiteX61" fmla="*/ 544605 w 5926499"/>
              <a:gd name="connsiteY61" fmla="*/ 2065018 h 6172200"/>
              <a:gd name="connsiteX62" fmla="*/ 544605 w 5926499"/>
              <a:gd name="connsiteY62" fmla="*/ 1999703 h 6172200"/>
              <a:gd name="connsiteX63" fmla="*/ 1240972 w 5926499"/>
              <a:gd name="connsiteY63" fmla="*/ 1999703 h 6172200"/>
              <a:gd name="connsiteX64" fmla="*/ 1240972 w 5926499"/>
              <a:gd name="connsiteY64" fmla="*/ 1794507 h 6172200"/>
              <a:gd name="connsiteX65" fmla="*/ 2587402 w 5926499"/>
              <a:gd name="connsiteY65" fmla="*/ 1794507 h 6172200"/>
              <a:gd name="connsiteX66" fmla="*/ 2587402 w 5926499"/>
              <a:gd name="connsiteY66" fmla="*/ 1717220 h 6172200"/>
              <a:gd name="connsiteX67" fmla="*/ 1240972 w 5926499"/>
              <a:gd name="connsiteY67" fmla="*/ 1717220 h 6172200"/>
              <a:gd name="connsiteX68" fmla="*/ 1240972 w 5926499"/>
              <a:gd name="connsiteY68" fmla="*/ 1582782 h 6172200"/>
              <a:gd name="connsiteX69" fmla="*/ 191589 w 5926499"/>
              <a:gd name="connsiteY69" fmla="*/ 1582782 h 6172200"/>
              <a:gd name="connsiteX70" fmla="*/ 191589 w 5926499"/>
              <a:gd name="connsiteY70" fmla="*/ 1391193 h 6172200"/>
              <a:gd name="connsiteX71" fmla="*/ 1240972 w 5926499"/>
              <a:gd name="connsiteY71" fmla="*/ 1391193 h 6172200"/>
              <a:gd name="connsiteX72" fmla="*/ 1240972 w 5926499"/>
              <a:gd name="connsiteY72" fmla="*/ 1256756 h 6172200"/>
              <a:gd name="connsiteX73" fmla="*/ 2981203 w 5926499"/>
              <a:gd name="connsiteY73" fmla="*/ 1256756 h 6172200"/>
              <a:gd name="connsiteX74" fmla="*/ 2981203 w 5926499"/>
              <a:gd name="connsiteY74" fmla="*/ 1179469 h 6172200"/>
              <a:gd name="connsiteX75" fmla="*/ 1240972 w 5926499"/>
              <a:gd name="connsiteY75" fmla="*/ 1179469 h 6172200"/>
              <a:gd name="connsiteX76" fmla="*/ 1240972 w 5926499"/>
              <a:gd name="connsiteY76" fmla="*/ 1024346 h 6172200"/>
              <a:gd name="connsiteX77" fmla="*/ 2051188 w 5926499"/>
              <a:gd name="connsiteY77" fmla="*/ 1024346 h 6172200"/>
              <a:gd name="connsiteX78" fmla="*/ 2051188 w 5926499"/>
              <a:gd name="connsiteY78" fmla="*/ 828402 h 6172200"/>
              <a:gd name="connsiteX79" fmla="*/ 1240972 w 5926499"/>
              <a:gd name="connsiteY79" fmla="*/ 828402 h 6172200"/>
              <a:gd name="connsiteX80" fmla="*/ 1240972 w 5926499"/>
              <a:gd name="connsiteY80" fmla="*/ 695597 h 6172200"/>
              <a:gd name="connsiteX81" fmla="*/ 579440 w 5926499"/>
              <a:gd name="connsiteY81" fmla="*/ 695597 h 6172200"/>
              <a:gd name="connsiteX82" fmla="*/ 579440 w 5926499"/>
              <a:gd name="connsiteY82" fmla="*/ 504009 h 6172200"/>
              <a:gd name="connsiteX83" fmla="*/ 1240972 w 5926499"/>
              <a:gd name="connsiteY83" fmla="*/ 504009 h 6172200"/>
              <a:gd name="connsiteX84" fmla="*/ 1240972 w 5926499"/>
              <a:gd name="connsiteY84" fmla="*/ 447943 h 6172200"/>
              <a:gd name="connsiteX85" fmla="*/ 977276 w 5926499"/>
              <a:gd name="connsiteY85" fmla="*/ 447943 h 6172200"/>
              <a:gd name="connsiteX86" fmla="*/ 977276 w 5926499"/>
              <a:gd name="connsiteY86" fmla="*/ 370656 h 6172200"/>
              <a:gd name="connsiteX87" fmla="*/ 1240972 w 5926499"/>
              <a:gd name="connsiteY87" fmla="*/ 370656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926499" h="6172200">
                <a:moveTo>
                  <a:pt x="1240972" y="0"/>
                </a:moveTo>
                <a:lnTo>
                  <a:pt x="5926499" y="0"/>
                </a:lnTo>
                <a:lnTo>
                  <a:pt x="5926499" y="6172200"/>
                </a:lnTo>
                <a:lnTo>
                  <a:pt x="1240972" y="6172200"/>
                </a:lnTo>
                <a:lnTo>
                  <a:pt x="1240972" y="6015988"/>
                </a:lnTo>
                <a:lnTo>
                  <a:pt x="92399" y="6015988"/>
                </a:lnTo>
                <a:lnTo>
                  <a:pt x="92399" y="5938701"/>
                </a:lnTo>
                <a:lnTo>
                  <a:pt x="1240972" y="5938701"/>
                </a:lnTo>
                <a:lnTo>
                  <a:pt x="1240972" y="5859778"/>
                </a:lnTo>
                <a:lnTo>
                  <a:pt x="497028" y="5859778"/>
                </a:lnTo>
                <a:lnTo>
                  <a:pt x="497028" y="5668190"/>
                </a:lnTo>
                <a:lnTo>
                  <a:pt x="1240972" y="5668190"/>
                </a:lnTo>
                <a:lnTo>
                  <a:pt x="1240972" y="5589267"/>
                </a:lnTo>
                <a:lnTo>
                  <a:pt x="2775704" y="5589267"/>
                </a:lnTo>
                <a:lnTo>
                  <a:pt x="2775704" y="5511980"/>
                </a:lnTo>
                <a:lnTo>
                  <a:pt x="1240972" y="5511980"/>
                </a:lnTo>
                <a:lnTo>
                  <a:pt x="1240972" y="5222694"/>
                </a:lnTo>
                <a:lnTo>
                  <a:pt x="2993421" y="5222694"/>
                </a:lnTo>
                <a:lnTo>
                  <a:pt x="2993421" y="5031107"/>
                </a:lnTo>
                <a:lnTo>
                  <a:pt x="1240972" y="5031107"/>
                </a:lnTo>
                <a:lnTo>
                  <a:pt x="1240972" y="4922382"/>
                </a:lnTo>
                <a:lnTo>
                  <a:pt x="225578" y="4922382"/>
                </a:lnTo>
                <a:lnTo>
                  <a:pt x="225578" y="4845095"/>
                </a:lnTo>
                <a:lnTo>
                  <a:pt x="1240972" y="4845095"/>
                </a:lnTo>
                <a:lnTo>
                  <a:pt x="1240972" y="4721133"/>
                </a:lnTo>
                <a:lnTo>
                  <a:pt x="2181818" y="4721133"/>
                </a:lnTo>
                <a:lnTo>
                  <a:pt x="2181818" y="4655818"/>
                </a:lnTo>
                <a:lnTo>
                  <a:pt x="1240972" y="4655818"/>
                </a:lnTo>
                <a:lnTo>
                  <a:pt x="1240972" y="4516481"/>
                </a:lnTo>
                <a:lnTo>
                  <a:pt x="497028" y="4516481"/>
                </a:lnTo>
                <a:lnTo>
                  <a:pt x="497028" y="4439194"/>
                </a:lnTo>
                <a:lnTo>
                  <a:pt x="1240972" y="4439194"/>
                </a:lnTo>
                <a:lnTo>
                  <a:pt x="1240972" y="4321628"/>
                </a:lnTo>
                <a:lnTo>
                  <a:pt x="2347278" y="4321628"/>
                </a:lnTo>
                <a:lnTo>
                  <a:pt x="2347278" y="4130040"/>
                </a:lnTo>
                <a:lnTo>
                  <a:pt x="1240972" y="4130040"/>
                </a:lnTo>
                <a:lnTo>
                  <a:pt x="1240972" y="3828776"/>
                </a:lnTo>
                <a:lnTo>
                  <a:pt x="2347278" y="3828776"/>
                </a:lnTo>
                <a:lnTo>
                  <a:pt x="2347278" y="3751489"/>
                </a:lnTo>
                <a:lnTo>
                  <a:pt x="1240972" y="3751489"/>
                </a:lnTo>
                <a:lnTo>
                  <a:pt x="1240972" y="3567249"/>
                </a:lnTo>
                <a:lnTo>
                  <a:pt x="544605" y="3567249"/>
                </a:lnTo>
                <a:lnTo>
                  <a:pt x="544605" y="3279866"/>
                </a:lnTo>
                <a:lnTo>
                  <a:pt x="1240972" y="3279866"/>
                </a:lnTo>
                <a:lnTo>
                  <a:pt x="1240972" y="3141069"/>
                </a:lnTo>
                <a:lnTo>
                  <a:pt x="0" y="3141069"/>
                </a:lnTo>
                <a:lnTo>
                  <a:pt x="0" y="3063782"/>
                </a:lnTo>
                <a:lnTo>
                  <a:pt x="1240972" y="3063782"/>
                </a:lnTo>
                <a:lnTo>
                  <a:pt x="1240972" y="2942953"/>
                </a:lnTo>
                <a:lnTo>
                  <a:pt x="343464" y="2942953"/>
                </a:lnTo>
                <a:lnTo>
                  <a:pt x="343464" y="2865666"/>
                </a:lnTo>
                <a:lnTo>
                  <a:pt x="1240972" y="2865666"/>
                </a:lnTo>
                <a:lnTo>
                  <a:pt x="1240972" y="2770414"/>
                </a:lnTo>
                <a:lnTo>
                  <a:pt x="2020709" y="2770414"/>
                </a:lnTo>
                <a:lnTo>
                  <a:pt x="2020709" y="2705099"/>
                </a:lnTo>
                <a:lnTo>
                  <a:pt x="1240972" y="2705099"/>
                </a:lnTo>
                <a:lnTo>
                  <a:pt x="1240972" y="2453364"/>
                </a:lnTo>
                <a:lnTo>
                  <a:pt x="2113162" y="2453364"/>
                </a:lnTo>
                <a:lnTo>
                  <a:pt x="2113162" y="2261777"/>
                </a:lnTo>
                <a:lnTo>
                  <a:pt x="1240972" y="2261777"/>
                </a:lnTo>
                <a:lnTo>
                  <a:pt x="1240972" y="2065018"/>
                </a:lnTo>
                <a:lnTo>
                  <a:pt x="544605" y="2065018"/>
                </a:lnTo>
                <a:lnTo>
                  <a:pt x="544605" y="1999703"/>
                </a:lnTo>
                <a:lnTo>
                  <a:pt x="1240972" y="1999703"/>
                </a:lnTo>
                <a:lnTo>
                  <a:pt x="1240972" y="1794507"/>
                </a:lnTo>
                <a:lnTo>
                  <a:pt x="2587402" y="1794507"/>
                </a:lnTo>
                <a:lnTo>
                  <a:pt x="2587402" y="1717220"/>
                </a:lnTo>
                <a:lnTo>
                  <a:pt x="1240972" y="1717220"/>
                </a:lnTo>
                <a:lnTo>
                  <a:pt x="1240972" y="1582782"/>
                </a:lnTo>
                <a:lnTo>
                  <a:pt x="191589" y="1582782"/>
                </a:lnTo>
                <a:lnTo>
                  <a:pt x="191589" y="1391193"/>
                </a:lnTo>
                <a:lnTo>
                  <a:pt x="1240972" y="1391193"/>
                </a:lnTo>
                <a:lnTo>
                  <a:pt x="1240972" y="1256756"/>
                </a:lnTo>
                <a:lnTo>
                  <a:pt x="2981203" y="1256756"/>
                </a:lnTo>
                <a:lnTo>
                  <a:pt x="2981203" y="1179469"/>
                </a:lnTo>
                <a:lnTo>
                  <a:pt x="1240972" y="1179469"/>
                </a:lnTo>
                <a:lnTo>
                  <a:pt x="1240972" y="1024346"/>
                </a:lnTo>
                <a:lnTo>
                  <a:pt x="2051188" y="1024346"/>
                </a:lnTo>
                <a:lnTo>
                  <a:pt x="2051188" y="828402"/>
                </a:lnTo>
                <a:lnTo>
                  <a:pt x="1240972" y="828402"/>
                </a:lnTo>
                <a:lnTo>
                  <a:pt x="1240972" y="695597"/>
                </a:lnTo>
                <a:lnTo>
                  <a:pt x="579440" y="695597"/>
                </a:lnTo>
                <a:lnTo>
                  <a:pt x="579440" y="504009"/>
                </a:lnTo>
                <a:lnTo>
                  <a:pt x="1240972" y="504009"/>
                </a:lnTo>
                <a:lnTo>
                  <a:pt x="1240972" y="447943"/>
                </a:lnTo>
                <a:lnTo>
                  <a:pt x="977276" y="447943"/>
                </a:lnTo>
                <a:lnTo>
                  <a:pt x="977276" y="370656"/>
                </a:lnTo>
                <a:lnTo>
                  <a:pt x="1240972" y="370656"/>
                </a:lnTo>
                <a:close/>
              </a:path>
            </a:pathLst>
          </a:custGeom>
          <a:solidFill>
            <a:schemeClr val="bg1">
              <a:lumMod val="95000"/>
            </a:schemeClr>
          </a:solidFill>
          <a:ln w="152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199585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FBB122F-28F8-4CD2-AC28-B530246E35DF}"/>
              </a:ext>
            </a:extLst>
          </p:cNvPr>
          <p:cNvSpPr/>
          <p:nvPr userDrawn="1"/>
        </p:nvSpPr>
        <p:spPr>
          <a:xfrm>
            <a:off x="0" y="863125"/>
            <a:ext cx="6546079" cy="5131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그림 개체 틀 2">
            <a:extLst>
              <a:ext uri="{FF2B5EF4-FFF2-40B4-BE49-F238E27FC236}">
                <a16:creationId xmlns:a16="http://schemas.microsoft.com/office/drawing/2014/main" id="{50C1CC30-8BA4-4B74-9D1E-DC0B8ED0E4A0}"/>
              </a:ext>
            </a:extLst>
          </p:cNvPr>
          <p:cNvSpPr>
            <a:spLocks noGrp="1"/>
          </p:cNvSpPr>
          <p:nvPr>
            <p:ph type="pic" sz="quarter" idx="65" hasCustomPrompt="1"/>
          </p:nvPr>
        </p:nvSpPr>
        <p:spPr>
          <a:xfrm>
            <a:off x="6096000" y="2959216"/>
            <a:ext cx="6096000" cy="2700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EB6FF877-88A7-40D3-A2AE-D3C779B965EA}"/>
              </a:ext>
            </a:extLst>
          </p:cNvPr>
          <p:cNvSpPr/>
          <p:nvPr userDrawn="1"/>
        </p:nvSpPr>
        <p:spPr>
          <a:xfrm>
            <a:off x="673240" y="1141827"/>
            <a:ext cx="10862268" cy="50543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그림 개체 틀 5">
            <a:extLst>
              <a:ext uri="{FF2B5EF4-FFF2-40B4-BE49-F238E27FC236}">
                <a16:creationId xmlns:a16="http://schemas.microsoft.com/office/drawing/2014/main" id="{FF92E7BA-66FD-4F95-AEE0-1FEB5BCA0256}"/>
              </a:ext>
            </a:extLst>
          </p:cNvPr>
          <p:cNvSpPr>
            <a:spLocks noGrp="1"/>
          </p:cNvSpPr>
          <p:nvPr>
            <p:ph type="pic" sz="quarter" idx="12" hasCustomPrompt="1"/>
          </p:nvPr>
        </p:nvSpPr>
        <p:spPr>
          <a:xfrm>
            <a:off x="6229977" y="653142"/>
            <a:ext cx="4824557" cy="5054322"/>
          </a:xfrm>
          <a:prstGeom prst="rect">
            <a:avLst/>
          </a:prstGeom>
          <a:solidFill>
            <a:schemeClr val="bg1">
              <a:lumMod val="95000"/>
            </a:schemeClr>
          </a:solidFill>
          <a:effectLst/>
        </p:spPr>
        <p:txBody>
          <a:bodyPr wrap="square" anchor="ctr">
            <a:noAutofit/>
          </a:bodyPr>
          <a:lstStyle>
            <a:lvl1pPr marL="0" marR="0" indent="0" algn="ctr" defTabSz="914400" rtl="0" eaLnBrk="1" fontAlgn="auto" latinLnBrk="1" hangingPunct="1">
              <a:lnSpc>
                <a:spcPct val="90000"/>
              </a:lnSpc>
              <a:spcBef>
                <a:spcPts val="1000"/>
              </a:spcBef>
              <a:spcAft>
                <a:spcPts val="0"/>
              </a:spcAft>
              <a:buClrTx/>
              <a:buSzTx/>
              <a:buFontTx/>
              <a:buNone/>
              <a:tabLst/>
              <a:defRPr sz="1600"/>
            </a:lvl1pPr>
          </a:lstStyle>
          <a:p>
            <a:r>
              <a:rPr lang="en-US" altLang="ko-KR" dirty="0"/>
              <a:t>Your Picture Here</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BA6ECD7-BCA4-4A85-9EEF-08F5885760B1}"/>
              </a:ext>
            </a:extLst>
          </p:cNvPr>
          <p:cNvSpPr>
            <a:spLocks noGrp="1"/>
          </p:cNvSpPr>
          <p:nvPr>
            <p:ph type="body" sz="quarter" idx="10" hasCustomPrompt="1"/>
          </p:nvPr>
        </p:nvSpPr>
        <p:spPr>
          <a:xfrm>
            <a:off x="323529" y="136310"/>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
        <p:nvSpPr>
          <p:cNvPr id="3" name="Oval 34">
            <a:extLst>
              <a:ext uri="{FF2B5EF4-FFF2-40B4-BE49-F238E27FC236}">
                <a16:creationId xmlns:a16="http://schemas.microsoft.com/office/drawing/2014/main" id="{29CF9CF6-0FD6-46E8-92EC-F4270CA64C0E}"/>
              </a:ext>
            </a:extLst>
          </p:cNvPr>
          <p:cNvSpPr/>
          <p:nvPr userDrawn="1"/>
        </p:nvSpPr>
        <p:spPr>
          <a:xfrm>
            <a:off x="2421288" y="4676968"/>
            <a:ext cx="7349423" cy="744465"/>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grpSp>
        <p:nvGrpSpPr>
          <p:cNvPr id="4" name="Group 15">
            <a:extLst>
              <a:ext uri="{FF2B5EF4-FFF2-40B4-BE49-F238E27FC236}">
                <a16:creationId xmlns:a16="http://schemas.microsoft.com/office/drawing/2014/main" id="{EBD01E7B-4161-4024-A448-EDE25E2F5C92}"/>
              </a:ext>
            </a:extLst>
          </p:cNvPr>
          <p:cNvGrpSpPr/>
          <p:nvPr userDrawn="1"/>
        </p:nvGrpSpPr>
        <p:grpSpPr>
          <a:xfrm>
            <a:off x="3034295" y="1729760"/>
            <a:ext cx="6123410" cy="3364399"/>
            <a:chOff x="-548507" y="477868"/>
            <a:chExt cx="11570449" cy="6357177"/>
          </a:xfrm>
        </p:grpSpPr>
        <p:sp>
          <p:nvSpPr>
            <p:cNvPr id="5" name="Freeform: Shape 16">
              <a:extLst>
                <a:ext uri="{FF2B5EF4-FFF2-40B4-BE49-F238E27FC236}">
                  <a16:creationId xmlns:a16="http://schemas.microsoft.com/office/drawing/2014/main" id="{A5A75612-A466-485F-90C4-110B5D377CD3}"/>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6" name="Freeform: Shape 23">
              <a:extLst>
                <a:ext uri="{FF2B5EF4-FFF2-40B4-BE49-F238E27FC236}">
                  <a16:creationId xmlns:a16="http://schemas.microsoft.com/office/drawing/2014/main" id="{7C6A1F8F-8A5A-4AA6-BB3F-03CCBAC74F5C}"/>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7" name="Freeform: Shape 24">
              <a:extLst>
                <a:ext uri="{FF2B5EF4-FFF2-40B4-BE49-F238E27FC236}">
                  <a16:creationId xmlns:a16="http://schemas.microsoft.com/office/drawing/2014/main" id="{A269B32A-0C48-47B4-8A4B-C1930D5EEDA6}"/>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8" name="Freeform: Shape 25">
              <a:extLst>
                <a:ext uri="{FF2B5EF4-FFF2-40B4-BE49-F238E27FC236}">
                  <a16:creationId xmlns:a16="http://schemas.microsoft.com/office/drawing/2014/main" id="{AC8C11E7-8FB3-4547-83CD-CAE6A1DCA1F5}"/>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9" name="Freeform: Shape 26">
              <a:extLst>
                <a:ext uri="{FF2B5EF4-FFF2-40B4-BE49-F238E27FC236}">
                  <a16:creationId xmlns:a16="http://schemas.microsoft.com/office/drawing/2014/main" id="{64916F03-FB6D-4C93-95DA-64D5E279127E}"/>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10" name="Group 27">
              <a:extLst>
                <a:ext uri="{FF2B5EF4-FFF2-40B4-BE49-F238E27FC236}">
                  <a16:creationId xmlns:a16="http://schemas.microsoft.com/office/drawing/2014/main" id="{5D56312E-83A5-4679-BF2A-D1C7DB0D5B2E}"/>
                </a:ext>
              </a:extLst>
            </p:cNvPr>
            <p:cNvGrpSpPr/>
            <p:nvPr/>
          </p:nvGrpSpPr>
          <p:grpSpPr>
            <a:xfrm>
              <a:off x="1606" y="6382978"/>
              <a:ext cx="413937" cy="115242"/>
              <a:chOff x="5955" y="6353672"/>
              <a:chExt cx="413937" cy="115242"/>
            </a:xfrm>
          </p:grpSpPr>
          <p:sp>
            <p:nvSpPr>
              <p:cNvPr id="15" name="Rectangle: Rounded Corners 32">
                <a:extLst>
                  <a:ext uri="{FF2B5EF4-FFF2-40B4-BE49-F238E27FC236}">
                    <a16:creationId xmlns:a16="http://schemas.microsoft.com/office/drawing/2014/main" id="{0B06AF4F-3BD6-4236-8F70-B4CE3EB82EF0}"/>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33">
                <a:extLst>
                  <a:ext uri="{FF2B5EF4-FFF2-40B4-BE49-F238E27FC236}">
                    <a16:creationId xmlns:a16="http://schemas.microsoft.com/office/drawing/2014/main" id="{4736876D-1BA1-45A6-B4FB-978033EEB184}"/>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28">
              <a:extLst>
                <a:ext uri="{FF2B5EF4-FFF2-40B4-BE49-F238E27FC236}">
                  <a16:creationId xmlns:a16="http://schemas.microsoft.com/office/drawing/2014/main" id="{BB4F0D07-A0A1-42E8-AF76-17132D3FD38F}"/>
                </a:ext>
              </a:extLst>
            </p:cNvPr>
            <p:cNvGrpSpPr/>
            <p:nvPr/>
          </p:nvGrpSpPr>
          <p:grpSpPr>
            <a:xfrm>
              <a:off x="9855291" y="6381600"/>
              <a:ext cx="885989" cy="115242"/>
              <a:chOff x="5955" y="6353672"/>
              <a:chExt cx="413937" cy="115242"/>
            </a:xfrm>
          </p:grpSpPr>
          <p:sp>
            <p:nvSpPr>
              <p:cNvPr id="13" name="Rectangle: Rounded Corners 30">
                <a:extLst>
                  <a:ext uri="{FF2B5EF4-FFF2-40B4-BE49-F238E27FC236}">
                    <a16:creationId xmlns:a16="http://schemas.microsoft.com/office/drawing/2014/main" id="{07069A91-E0C8-4E0D-A542-8B0C68A23DC2}"/>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31">
                <a:extLst>
                  <a:ext uri="{FF2B5EF4-FFF2-40B4-BE49-F238E27FC236}">
                    <a16:creationId xmlns:a16="http://schemas.microsoft.com/office/drawing/2014/main" id="{6D7E2429-0A1E-4A87-9388-57B810121AB9}"/>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Freeform: Shape 29">
              <a:extLst>
                <a:ext uri="{FF2B5EF4-FFF2-40B4-BE49-F238E27FC236}">
                  <a16:creationId xmlns:a16="http://schemas.microsoft.com/office/drawing/2014/main" id="{A4CD209F-F303-46C5-B74C-1602FC80AAC0}"/>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7" name="Picture Placeholder 2">
            <a:extLst>
              <a:ext uri="{FF2B5EF4-FFF2-40B4-BE49-F238E27FC236}">
                <a16:creationId xmlns:a16="http://schemas.microsoft.com/office/drawing/2014/main" id="{230B7D11-F1A3-43DF-BACB-DDABDB522AAC}"/>
              </a:ext>
            </a:extLst>
          </p:cNvPr>
          <p:cNvSpPr>
            <a:spLocks noGrp="1"/>
          </p:cNvSpPr>
          <p:nvPr>
            <p:ph type="pic" idx="12" hasCustomPrompt="1"/>
          </p:nvPr>
        </p:nvSpPr>
        <p:spPr>
          <a:xfrm>
            <a:off x="3842916" y="1917910"/>
            <a:ext cx="4506168" cy="2726800"/>
          </a:xfrm>
          <a:prstGeom prst="rect">
            <a:avLst/>
          </a:prstGeom>
          <a:solidFill>
            <a:schemeClr val="bg1">
              <a:lumMod val="95000"/>
            </a:schemeClr>
          </a:solidFill>
          <a:ln w="12700">
            <a:noFill/>
          </a:ln>
        </p:spPr>
        <p:txBody>
          <a:bodyPr anchor="ctr"/>
          <a:lstStyle>
            <a:lvl1pPr marL="0" indent="0" algn="ctr">
              <a:buNone/>
              <a:defRPr sz="1600">
                <a:latin typeface="Arial" pitchFamily="34" charset="0"/>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37509740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그림 개체 틀 2">
            <a:extLst>
              <a:ext uri="{FF2B5EF4-FFF2-40B4-BE49-F238E27FC236}">
                <a16:creationId xmlns:a16="http://schemas.microsoft.com/office/drawing/2014/main" id="{8FF09CF4-AD27-44B2-8F6F-C722720D37E2}"/>
              </a:ext>
            </a:extLst>
          </p:cNvPr>
          <p:cNvSpPr>
            <a:spLocks noGrp="1"/>
          </p:cNvSpPr>
          <p:nvPr>
            <p:ph type="pic" sz="quarter" idx="12" hasCustomPrompt="1"/>
          </p:nvPr>
        </p:nvSpPr>
        <p:spPr>
          <a:xfrm>
            <a:off x="649480" y="1157591"/>
            <a:ext cx="10893040" cy="4542818"/>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lgn="ctr">
              <a:buNone/>
              <a:defRPr lang="ko-KR" altLang="en-US" sz="1800" dirty="0">
                <a:solidFill>
                  <a:schemeClr val="tx1">
                    <a:lumMod val="75000"/>
                    <a:lumOff val="25000"/>
                  </a:schemeClr>
                </a:solidFill>
              </a:defRPr>
            </a:lvl1pPr>
          </a:lstStyle>
          <a:p>
            <a:pPr marL="0" lvl="0" algn="ctr"/>
            <a:r>
              <a:rPr lang="en-US" altLang="ko-KR" dirty="0"/>
              <a:t>Place 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theme" Target="../theme/theme2.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9" r:id="rId16"/>
    <p:sldLayoutId id="2147483688" r:id="rId17"/>
    <p:sldLayoutId id="2147483687" r:id="rId18"/>
    <p:sldLayoutId id="2147483671" r:id="rId19"/>
    <p:sldLayoutId id="2147483672" r:id="rId2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3.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그룹 15">
            <a:extLst>
              <a:ext uri="{FF2B5EF4-FFF2-40B4-BE49-F238E27FC236}">
                <a16:creationId xmlns:a16="http://schemas.microsoft.com/office/drawing/2014/main" id="{17934B78-F0C5-4299-B09D-A04C0C08D8A0}"/>
              </a:ext>
            </a:extLst>
          </p:cNvPr>
          <p:cNvGrpSpPr/>
          <p:nvPr/>
        </p:nvGrpSpPr>
        <p:grpSpPr>
          <a:xfrm>
            <a:off x="-79899" y="5281971"/>
            <a:ext cx="15792450" cy="1505007"/>
            <a:chOff x="-501916" y="2816391"/>
            <a:chExt cx="15523914" cy="1505007"/>
          </a:xfrm>
        </p:grpSpPr>
        <p:sp>
          <p:nvSpPr>
            <p:cNvPr id="17" name="TextBox 16">
              <a:hlinkClick r:id="rId2"/>
              <a:extLst>
                <a:ext uri="{FF2B5EF4-FFF2-40B4-BE49-F238E27FC236}">
                  <a16:creationId xmlns:a16="http://schemas.microsoft.com/office/drawing/2014/main" id="{BEFC78C2-B740-4C31-B3CD-FD3AC4A9DF6F}"/>
                </a:ext>
              </a:extLst>
            </p:cNvPr>
            <p:cNvSpPr txBox="1"/>
            <p:nvPr/>
          </p:nvSpPr>
          <p:spPr>
            <a:xfrm>
              <a:off x="-501913" y="4075177"/>
              <a:ext cx="11984681" cy="246221"/>
            </a:xfrm>
            <a:prstGeom prst="rect">
              <a:avLst/>
            </a:prstGeom>
            <a:noFill/>
          </p:spPr>
          <p:txBody>
            <a:bodyPr wrap="square" rtlCol="0" anchor="ctr">
              <a:spAutoFit/>
            </a:bodyPr>
            <a:lstStyle/>
            <a:p>
              <a:pPr algn="ctr"/>
              <a:endParaRPr lang="ko-KR" altLang="en-US" sz="1000" dirty="0">
                <a:solidFill>
                  <a:schemeClr val="tx1">
                    <a:lumMod val="85000"/>
                    <a:lumOff val="15000"/>
                  </a:schemeClr>
                </a:solidFill>
                <a:cs typeface="Arial" pitchFamily="34" charset="0"/>
              </a:endParaRPr>
            </a:p>
          </p:txBody>
        </p:sp>
        <p:sp>
          <p:nvSpPr>
            <p:cNvPr id="18" name="TextBox 17">
              <a:extLst>
                <a:ext uri="{FF2B5EF4-FFF2-40B4-BE49-F238E27FC236}">
                  <a16:creationId xmlns:a16="http://schemas.microsoft.com/office/drawing/2014/main" id="{2B607058-B895-41C0-9538-F2094D35FE34}"/>
                </a:ext>
              </a:extLst>
            </p:cNvPr>
            <p:cNvSpPr txBox="1"/>
            <p:nvPr/>
          </p:nvSpPr>
          <p:spPr>
            <a:xfrm>
              <a:off x="-501916" y="2816391"/>
              <a:ext cx="11984686" cy="923330"/>
            </a:xfrm>
            <a:prstGeom prst="rect">
              <a:avLst/>
            </a:prstGeom>
            <a:noFill/>
          </p:spPr>
          <p:txBody>
            <a:bodyPr wrap="square" rtlCol="0" anchor="ctr">
              <a:spAutoFit/>
            </a:bodyPr>
            <a:lstStyle/>
            <a:p>
              <a:pPr algn="ctr"/>
              <a:r>
                <a:rPr lang="en-US" altLang="ko-KR" sz="5400" dirty="0" smtClean="0">
                  <a:solidFill>
                    <a:schemeClr val="tx1">
                      <a:lumMod val="85000"/>
                      <a:lumOff val="15000"/>
                    </a:schemeClr>
                  </a:solidFill>
                  <a:latin typeface="+mj-lt"/>
                  <a:cs typeface="Arial" pitchFamily="34" charset="0"/>
                </a:rPr>
                <a:t>Group 6:Eskom Challenge</a:t>
              </a:r>
              <a:endParaRPr lang="ko-KR" altLang="en-US" sz="5400" dirty="0">
                <a:solidFill>
                  <a:schemeClr val="tx1">
                    <a:lumMod val="85000"/>
                    <a:lumOff val="15000"/>
                  </a:schemeClr>
                </a:solidFill>
                <a:latin typeface="+mj-lt"/>
                <a:cs typeface="Arial" pitchFamily="34" charset="0"/>
              </a:endParaRPr>
            </a:p>
          </p:txBody>
        </p:sp>
        <p:sp>
          <p:nvSpPr>
            <p:cNvPr id="19" name="TextBox 18">
              <a:extLst>
                <a:ext uri="{FF2B5EF4-FFF2-40B4-BE49-F238E27FC236}">
                  <a16:creationId xmlns:a16="http://schemas.microsoft.com/office/drawing/2014/main" id="{108E5DD2-8567-4456-AD16-E4537D6435F4}"/>
                </a:ext>
              </a:extLst>
            </p:cNvPr>
            <p:cNvSpPr txBox="1"/>
            <p:nvPr/>
          </p:nvSpPr>
          <p:spPr>
            <a:xfrm>
              <a:off x="3037312" y="3675067"/>
              <a:ext cx="11984686" cy="400110"/>
            </a:xfrm>
            <a:prstGeom prst="rect">
              <a:avLst/>
            </a:prstGeom>
            <a:noFill/>
          </p:spPr>
          <p:txBody>
            <a:bodyPr wrap="square" rtlCol="0" anchor="ctr">
              <a:spAutoFit/>
            </a:bodyPr>
            <a:lstStyle/>
            <a:p>
              <a:r>
                <a:rPr lang="en-GB" altLang="ko-KR" sz="2000" b="1" dirty="0">
                  <a:solidFill>
                    <a:schemeClr val="accent1">
                      <a:lumMod val="50000"/>
                    </a:schemeClr>
                  </a:solidFill>
                  <a:cs typeface="Arial" pitchFamily="34" charset="0"/>
                </a:rPr>
                <a:t>Digital Submission and Judging Platform</a:t>
              </a:r>
              <a:endParaRPr lang="ko-KR" altLang="en-US" sz="2000" b="1" dirty="0">
                <a:solidFill>
                  <a:schemeClr val="accent1">
                    <a:lumMod val="50000"/>
                  </a:schemeClr>
                </a:solidFill>
                <a:cs typeface="Arial" pitchFamily="34" charset="0"/>
              </a:endParaRPr>
            </a:p>
          </p:txBody>
        </p:sp>
      </p:grpSp>
      <p:sp>
        <p:nvSpPr>
          <p:cNvPr id="20" name="자유형: 도형 19">
            <a:extLst>
              <a:ext uri="{FF2B5EF4-FFF2-40B4-BE49-F238E27FC236}">
                <a16:creationId xmlns:a16="http://schemas.microsoft.com/office/drawing/2014/main" id="{1ABC8A7F-DF66-41FB-9C58-3DE90BC9DD3D}"/>
              </a:ext>
            </a:extLst>
          </p:cNvPr>
          <p:cNvSpPr/>
          <p:nvPr/>
        </p:nvSpPr>
        <p:spPr>
          <a:xfrm>
            <a:off x="10326035" y="145580"/>
            <a:ext cx="1713740" cy="432917"/>
          </a:xfrm>
          <a:custGeom>
            <a:avLst/>
            <a:gdLst>
              <a:gd name="connsiteX0" fmla="*/ 1270457 w 1684599"/>
              <a:gd name="connsiteY0" fmla="*/ 318010 h 432917"/>
              <a:gd name="connsiteX1" fmla="*/ 1282754 w 1684599"/>
              <a:gd name="connsiteY1" fmla="*/ 318010 h 432917"/>
              <a:gd name="connsiteX2" fmla="*/ 1282754 w 1684599"/>
              <a:gd name="connsiteY2" fmla="*/ 328456 h 432917"/>
              <a:gd name="connsiteX3" fmla="*/ 1270457 w 1684599"/>
              <a:gd name="connsiteY3" fmla="*/ 328456 h 432917"/>
              <a:gd name="connsiteX4" fmla="*/ 1388670 w 1684599"/>
              <a:gd name="connsiteY4" fmla="*/ 282441 h 432917"/>
              <a:gd name="connsiteX5" fmla="*/ 1375712 w 1684599"/>
              <a:gd name="connsiteY5" fmla="*/ 287069 h 432917"/>
              <a:gd name="connsiteX6" fmla="*/ 1370819 w 1684599"/>
              <a:gd name="connsiteY6" fmla="*/ 301217 h 432917"/>
              <a:gd name="connsiteX7" fmla="*/ 1375844 w 1684599"/>
              <a:gd name="connsiteY7" fmla="*/ 315234 h 432917"/>
              <a:gd name="connsiteX8" fmla="*/ 1388670 w 1684599"/>
              <a:gd name="connsiteY8" fmla="*/ 319994 h 432917"/>
              <a:gd name="connsiteX9" fmla="*/ 1401364 w 1684599"/>
              <a:gd name="connsiteY9" fmla="*/ 315234 h 432917"/>
              <a:gd name="connsiteX10" fmla="*/ 1406389 w 1684599"/>
              <a:gd name="connsiteY10" fmla="*/ 300953 h 432917"/>
              <a:gd name="connsiteX11" fmla="*/ 1401496 w 1684599"/>
              <a:gd name="connsiteY11" fmla="*/ 286937 h 432917"/>
              <a:gd name="connsiteX12" fmla="*/ 1388670 w 1684599"/>
              <a:gd name="connsiteY12" fmla="*/ 282441 h 432917"/>
              <a:gd name="connsiteX13" fmla="*/ 1425033 w 1684599"/>
              <a:gd name="connsiteY13" fmla="*/ 273846 h 432917"/>
              <a:gd name="connsiteX14" fmla="*/ 1444339 w 1684599"/>
              <a:gd name="connsiteY14" fmla="*/ 273846 h 432917"/>
              <a:gd name="connsiteX15" fmla="*/ 1455975 w 1684599"/>
              <a:gd name="connsiteY15" fmla="*/ 311134 h 432917"/>
              <a:gd name="connsiteX16" fmla="*/ 1467479 w 1684599"/>
              <a:gd name="connsiteY16" fmla="*/ 273846 h 432917"/>
              <a:gd name="connsiteX17" fmla="*/ 1486916 w 1684599"/>
              <a:gd name="connsiteY17" fmla="*/ 273846 h 432917"/>
              <a:gd name="connsiteX18" fmla="*/ 1486916 w 1684599"/>
              <a:gd name="connsiteY18" fmla="*/ 328456 h 432917"/>
              <a:gd name="connsiteX19" fmla="*/ 1474883 w 1684599"/>
              <a:gd name="connsiteY19" fmla="*/ 328456 h 432917"/>
              <a:gd name="connsiteX20" fmla="*/ 1474883 w 1684599"/>
              <a:gd name="connsiteY20" fmla="*/ 285482 h 432917"/>
              <a:gd name="connsiteX21" fmla="*/ 1462190 w 1684599"/>
              <a:gd name="connsiteY21" fmla="*/ 328456 h 432917"/>
              <a:gd name="connsiteX22" fmla="*/ 1449760 w 1684599"/>
              <a:gd name="connsiteY22" fmla="*/ 328456 h 432917"/>
              <a:gd name="connsiteX23" fmla="*/ 1437066 w 1684599"/>
              <a:gd name="connsiteY23" fmla="*/ 285482 h 432917"/>
              <a:gd name="connsiteX24" fmla="*/ 1437066 w 1684599"/>
              <a:gd name="connsiteY24" fmla="*/ 328456 h 432917"/>
              <a:gd name="connsiteX25" fmla="*/ 1425033 w 1684599"/>
              <a:gd name="connsiteY25" fmla="*/ 328456 h 432917"/>
              <a:gd name="connsiteX26" fmla="*/ 1388538 w 1684599"/>
              <a:gd name="connsiteY26" fmla="*/ 272920 h 432917"/>
              <a:gd name="connsiteX27" fmla="*/ 1411149 w 1684599"/>
              <a:gd name="connsiteY27" fmla="*/ 280457 h 432917"/>
              <a:gd name="connsiteX28" fmla="*/ 1419612 w 1684599"/>
              <a:gd name="connsiteY28" fmla="*/ 301217 h 432917"/>
              <a:gd name="connsiteX29" fmla="*/ 1411149 w 1684599"/>
              <a:gd name="connsiteY29" fmla="*/ 321845 h 432917"/>
              <a:gd name="connsiteX30" fmla="*/ 1388538 w 1684599"/>
              <a:gd name="connsiteY30" fmla="*/ 329250 h 432917"/>
              <a:gd name="connsiteX31" fmla="*/ 1365795 w 1684599"/>
              <a:gd name="connsiteY31" fmla="*/ 321845 h 432917"/>
              <a:gd name="connsiteX32" fmla="*/ 1357332 w 1684599"/>
              <a:gd name="connsiteY32" fmla="*/ 301350 h 432917"/>
              <a:gd name="connsiteX33" fmla="*/ 1360241 w 1684599"/>
              <a:gd name="connsiteY33" fmla="*/ 287333 h 432917"/>
              <a:gd name="connsiteX34" fmla="*/ 1366191 w 1684599"/>
              <a:gd name="connsiteY34" fmla="*/ 279796 h 432917"/>
              <a:gd name="connsiteX35" fmla="*/ 1374522 w 1684599"/>
              <a:gd name="connsiteY35" fmla="*/ 274904 h 432917"/>
              <a:gd name="connsiteX36" fmla="*/ 1388538 w 1684599"/>
              <a:gd name="connsiteY36" fmla="*/ 272920 h 432917"/>
              <a:gd name="connsiteX37" fmla="*/ 1322688 w 1684599"/>
              <a:gd name="connsiteY37" fmla="*/ 272920 h 432917"/>
              <a:gd name="connsiteX38" fmla="*/ 1341729 w 1684599"/>
              <a:gd name="connsiteY38" fmla="*/ 278871 h 432917"/>
              <a:gd name="connsiteX39" fmla="*/ 1348340 w 1684599"/>
              <a:gd name="connsiteY39" fmla="*/ 288920 h 432917"/>
              <a:gd name="connsiteX40" fmla="*/ 1335514 w 1684599"/>
              <a:gd name="connsiteY40" fmla="*/ 291565 h 432917"/>
              <a:gd name="connsiteX41" fmla="*/ 1330754 w 1684599"/>
              <a:gd name="connsiteY41" fmla="*/ 284821 h 432917"/>
              <a:gd name="connsiteX42" fmla="*/ 1322027 w 1684599"/>
              <a:gd name="connsiteY42" fmla="*/ 282309 h 432917"/>
              <a:gd name="connsiteX43" fmla="*/ 1310523 w 1684599"/>
              <a:gd name="connsiteY43" fmla="*/ 286672 h 432917"/>
              <a:gd name="connsiteX44" fmla="*/ 1306027 w 1684599"/>
              <a:gd name="connsiteY44" fmla="*/ 300821 h 432917"/>
              <a:gd name="connsiteX45" fmla="*/ 1310390 w 1684599"/>
              <a:gd name="connsiteY45" fmla="*/ 315630 h 432917"/>
              <a:gd name="connsiteX46" fmla="*/ 1321762 w 1684599"/>
              <a:gd name="connsiteY46" fmla="*/ 319994 h 432917"/>
              <a:gd name="connsiteX47" fmla="*/ 1330622 w 1684599"/>
              <a:gd name="connsiteY47" fmla="*/ 317217 h 432917"/>
              <a:gd name="connsiteX48" fmla="*/ 1335911 w 1684599"/>
              <a:gd name="connsiteY48" fmla="*/ 308490 h 432917"/>
              <a:gd name="connsiteX49" fmla="*/ 1348472 w 1684599"/>
              <a:gd name="connsiteY49" fmla="*/ 311928 h 432917"/>
              <a:gd name="connsiteX50" fmla="*/ 1338820 w 1684599"/>
              <a:gd name="connsiteY50" fmla="*/ 325151 h 432917"/>
              <a:gd name="connsiteX51" fmla="*/ 1321762 w 1684599"/>
              <a:gd name="connsiteY51" fmla="*/ 329514 h 432917"/>
              <a:gd name="connsiteX52" fmla="*/ 1300738 w 1684599"/>
              <a:gd name="connsiteY52" fmla="*/ 322109 h 432917"/>
              <a:gd name="connsiteX53" fmla="*/ 1292540 w 1684599"/>
              <a:gd name="connsiteY53" fmla="*/ 301746 h 432917"/>
              <a:gd name="connsiteX54" fmla="*/ 1300738 w 1684599"/>
              <a:gd name="connsiteY54" fmla="*/ 280590 h 432917"/>
              <a:gd name="connsiteX55" fmla="*/ 1322688 w 1684599"/>
              <a:gd name="connsiteY55" fmla="*/ 272920 h 432917"/>
              <a:gd name="connsiteX56" fmla="*/ 1016180 w 1684599"/>
              <a:gd name="connsiteY56" fmla="*/ 134080 h 432917"/>
              <a:gd name="connsiteX57" fmla="*/ 1016180 w 1684599"/>
              <a:gd name="connsiteY57" fmla="*/ 200723 h 432917"/>
              <a:gd name="connsiteX58" fmla="*/ 1039055 w 1684599"/>
              <a:gd name="connsiteY58" fmla="*/ 200723 h 432917"/>
              <a:gd name="connsiteX59" fmla="*/ 1072113 w 1684599"/>
              <a:gd name="connsiteY59" fmla="*/ 197021 h 432917"/>
              <a:gd name="connsiteX60" fmla="*/ 1085203 w 1684599"/>
              <a:gd name="connsiteY60" fmla="*/ 185517 h 432917"/>
              <a:gd name="connsiteX61" fmla="*/ 1089964 w 1684599"/>
              <a:gd name="connsiteY61" fmla="*/ 167269 h 432917"/>
              <a:gd name="connsiteX62" fmla="*/ 1083352 w 1684599"/>
              <a:gd name="connsiteY62" fmla="*/ 146113 h 432917"/>
              <a:gd name="connsiteX63" fmla="*/ 1066559 w 1684599"/>
              <a:gd name="connsiteY63" fmla="*/ 135667 h 432917"/>
              <a:gd name="connsiteX64" fmla="*/ 1036411 w 1684599"/>
              <a:gd name="connsiteY64" fmla="*/ 134080 h 432917"/>
              <a:gd name="connsiteX65" fmla="*/ 822993 w 1684599"/>
              <a:gd name="connsiteY65" fmla="*/ 134080 h 432917"/>
              <a:gd name="connsiteX66" fmla="*/ 822993 w 1684599"/>
              <a:gd name="connsiteY66" fmla="*/ 200723 h 432917"/>
              <a:gd name="connsiteX67" fmla="*/ 845869 w 1684599"/>
              <a:gd name="connsiteY67" fmla="*/ 200723 h 432917"/>
              <a:gd name="connsiteX68" fmla="*/ 878926 w 1684599"/>
              <a:gd name="connsiteY68" fmla="*/ 197021 h 432917"/>
              <a:gd name="connsiteX69" fmla="*/ 892017 w 1684599"/>
              <a:gd name="connsiteY69" fmla="*/ 185517 h 432917"/>
              <a:gd name="connsiteX70" fmla="*/ 896777 w 1684599"/>
              <a:gd name="connsiteY70" fmla="*/ 167269 h 432917"/>
              <a:gd name="connsiteX71" fmla="*/ 890166 w 1684599"/>
              <a:gd name="connsiteY71" fmla="*/ 146113 h 432917"/>
              <a:gd name="connsiteX72" fmla="*/ 873373 w 1684599"/>
              <a:gd name="connsiteY72" fmla="*/ 135667 h 432917"/>
              <a:gd name="connsiteX73" fmla="*/ 843224 w 1684599"/>
              <a:gd name="connsiteY73" fmla="*/ 134080 h 432917"/>
              <a:gd name="connsiteX74" fmla="*/ 626501 w 1684599"/>
              <a:gd name="connsiteY74" fmla="*/ 103271 h 432917"/>
              <a:gd name="connsiteX75" fmla="*/ 645278 w 1684599"/>
              <a:gd name="connsiteY75" fmla="*/ 103800 h 432917"/>
              <a:gd name="connsiteX76" fmla="*/ 640121 w 1684599"/>
              <a:gd name="connsiteY76" fmla="*/ 319994 h 432917"/>
              <a:gd name="connsiteX77" fmla="*/ 743524 w 1684599"/>
              <a:gd name="connsiteY77" fmla="*/ 319994 h 432917"/>
              <a:gd name="connsiteX78" fmla="*/ 743524 w 1684599"/>
              <a:gd name="connsiteY78" fmla="*/ 338902 h 432917"/>
              <a:gd name="connsiteX79" fmla="*/ 620948 w 1684599"/>
              <a:gd name="connsiteY79" fmla="*/ 338902 h 432917"/>
              <a:gd name="connsiteX80" fmla="*/ 475496 w 1684599"/>
              <a:gd name="connsiteY80" fmla="*/ 103271 h 432917"/>
              <a:gd name="connsiteX81" fmla="*/ 494272 w 1684599"/>
              <a:gd name="connsiteY81" fmla="*/ 103800 h 432917"/>
              <a:gd name="connsiteX82" fmla="*/ 489644 w 1684599"/>
              <a:gd name="connsiteY82" fmla="*/ 319994 h 432917"/>
              <a:gd name="connsiteX83" fmla="*/ 583527 w 1684599"/>
              <a:gd name="connsiteY83" fmla="*/ 319994 h 432917"/>
              <a:gd name="connsiteX84" fmla="*/ 583527 w 1684599"/>
              <a:gd name="connsiteY84" fmla="*/ 338902 h 432917"/>
              <a:gd name="connsiteX85" fmla="*/ 470339 w 1684599"/>
              <a:gd name="connsiteY85" fmla="*/ 338902 h 432917"/>
              <a:gd name="connsiteX86" fmla="*/ 340754 w 1684599"/>
              <a:gd name="connsiteY86" fmla="*/ 103271 h 432917"/>
              <a:gd name="connsiteX87" fmla="*/ 441645 w 1684599"/>
              <a:gd name="connsiteY87" fmla="*/ 332422 h 432917"/>
              <a:gd name="connsiteX88" fmla="*/ 424191 w 1684599"/>
              <a:gd name="connsiteY88" fmla="*/ 338902 h 432917"/>
              <a:gd name="connsiteX89" fmla="*/ 341019 w 1684599"/>
              <a:gd name="connsiteY89" fmla="*/ 150226 h 432917"/>
              <a:gd name="connsiteX90" fmla="*/ 262871 w 1684599"/>
              <a:gd name="connsiteY90" fmla="*/ 334133 h 432917"/>
              <a:gd name="connsiteX91" fmla="*/ 245285 w 1684599"/>
              <a:gd name="connsiteY91" fmla="*/ 327653 h 432917"/>
              <a:gd name="connsiteX92" fmla="*/ 1152640 w 1684599"/>
              <a:gd name="connsiteY92" fmla="*/ 94147 h 432917"/>
              <a:gd name="connsiteX93" fmla="*/ 1317530 w 1684599"/>
              <a:gd name="connsiteY93" fmla="*/ 94147 h 432917"/>
              <a:gd name="connsiteX94" fmla="*/ 1317530 w 1684599"/>
              <a:gd name="connsiteY94" fmla="*/ 133948 h 432917"/>
              <a:gd name="connsiteX95" fmla="*/ 1256176 w 1684599"/>
              <a:gd name="connsiteY95" fmla="*/ 133948 h 432917"/>
              <a:gd name="connsiteX96" fmla="*/ 1256176 w 1684599"/>
              <a:gd name="connsiteY96" fmla="*/ 329514 h 432917"/>
              <a:gd name="connsiteX97" fmla="*/ 1214259 w 1684599"/>
              <a:gd name="connsiteY97" fmla="*/ 329514 h 432917"/>
              <a:gd name="connsiteX98" fmla="*/ 1214259 w 1684599"/>
              <a:gd name="connsiteY98" fmla="*/ 133948 h 432917"/>
              <a:gd name="connsiteX99" fmla="*/ 1152640 w 1684599"/>
              <a:gd name="connsiteY99" fmla="*/ 133948 h 432917"/>
              <a:gd name="connsiteX100" fmla="*/ 974396 w 1684599"/>
              <a:gd name="connsiteY100" fmla="*/ 94147 h 432917"/>
              <a:gd name="connsiteX101" fmla="*/ 1041568 w 1684599"/>
              <a:gd name="connsiteY101" fmla="*/ 94147 h 432917"/>
              <a:gd name="connsiteX102" fmla="*/ 1091418 w 1684599"/>
              <a:gd name="connsiteY102" fmla="*/ 97717 h 432917"/>
              <a:gd name="connsiteX103" fmla="*/ 1121302 w 1684599"/>
              <a:gd name="connsiteY103" fmla="*/ 120725 h 432917"/>
              <a:gd name="connsiteX104" fmla="*/ 1133335 w 1684599"/>
              <a:gd name="connsiteY104" fmla="*/ 166608 h 432917"/>
              <a:gd name="connsiteX105" fmla="*/ 1126459 w 1684599"/>
              <a:gd name="connsiteY105" fmla="*/ 203103 h 432917"/>
              <a:gd name="connsiteX106" fmla="*/ 1108872 w 1684599"/>
              <a:gd name="connsiteY106" fmla="*/ 226243 h 432917"/>
              <a:gd name="connsiteX107" fmla="*/ 1087187 w 1684599"/>
              <a:gd name="connsiteY107" fmla="*/ 237350 h 432917"/>
              <a:gd name="connsiteX108" fmla="*/ 1043684 w 1684599"/>
              <a:gd name="connsiteY108" fmla="*/ 240656 h 432917"/>
              <a:gd name="connsiteX109" fmla="*/ 1016312 w 1684599"/>
              <a:gd name="connsiteY109" fmla="*/ 240656 h 432917"/>
              <a:gd name="connsiteX110" fmla="*/ 1016312 w 1684599"/>
              <a:gd name="connsiteY110" fmla="*/ 329382 h 432917"/>
              <a:gd name="connsiteX111" fmla="*/ 974396 w 1684599"/>
              <a:gd name="connsiteY111" fmla="*/ 329382 h 432917"/>
              <a:gd name="connsiteX112" fmla="*/ 781077 w 1684599"/>
              <a:gd name="connsiteY112" fmla="*/ 94147 h 432917"/>
              <a:gd name="connsiteX113" fmla="*/ 848249 w 1684599"/>
              <a:gd name="connsiteY113" fmla="*/ 94147 h 432917"/>
              <a:gd name="connsiteX114" fmla="*/ 898099 w 1684599"/>
              <a:gd name="connsiteY114" fmla="*/ 97717 h 432917"/>
              <a:gd name="connsiteX115" fmla="*/ 927983 w 1684599"/>
              <a:gd name="connsiteY115" fmla="*/ 120725 h 432917"/>
              <a:gd name="connsiteX116" fmla="*/ 940016 w 1684599"/>
              <a:gd name="connsiteY116" fmla="*/ 166608 h 432917"/>
              <a:gd name="connsiteX117" fmla="*/ 933140 w 1684599"/>
              <a:gd name="connsiteY117" fmla="*/ 203103 h 432917"/>
              <a:gd name="connsiteX118" fmla="*/ 915554 w 1684599"/>
              <a:gd name="connsiteY118" fmla="*/ 226243 h 432917"/>
              <a:gd name="connsiteX119" fmla="*/ 893868 w 1684599"/>
              <a:gd name="connsiteY119" fmla="*/ 237350 h 432917"/>
              <a:gd name="connsiteX120" fmla="*/ 850365 w 1684599"/>
              <a:gd name="connsiteY120" fmla="*/ 240656 h 432917"/>
              <a:gd name="connsiteX121" fmla="*/ 822993 w 1684599"/>
              <a:gd name="connsiteY121" fmla="*/ 240656 h 432917"/>
              <a:gd name="connsiteX122" fmla="*/ 822993 w 1684599"/>
              <a:gd name="connsiteY122" fmla="*/ 329382 h 432917"/>
              <a:gd name="connsiteX123" fmla="*/ 781077 w 1684599"/>
              <a:gd name="connsiteY123" fmla="*/ 329382 h 432917"/>
              <a:gd name="connsiteX124" fmla="*/ 216459 w 1684599"/>
              <a:gd name="connsiteY124" fmla="*/ 18776 h 432917"/>
              <a:gd name="connsiteX125" fmla="*/ 18776 w 1684599"/>
              <a:gd name="connsiteY125" fmla="*/ 216458 h 432917"/>
              <a:gd name="connsiteX126" fmla="*/ 216459 w 1684599"/>
              <a:gd name="connsiteY126" fmla="*/ 414141 h 432917"/>
              <a:gd name="connsiteX127" fmla="*/ 1468140 w 1684599"/>
              <a:gd name="connsiteY127" fmla="*/ 414141 h 432917"/>
              <a:gd name="connsiteX128" fmla="*/ 1665823 w 1684599"/>
              <a:gd name="connsiteY128" fmla="*/ 216458 h 432917"/>
              <a:gd name="connsiteX129" fmla="*/ 1468140 w 1684599"/>
              <a:gd name="connsiteY129" fmla="*/ 18776 h 432917"/>
              <a:gd name="connsiteX130" fmla="*/ 216459 w 1684599"/>
              <a:gd name="connsiteY130" fmla="*/ 0 h 432917"/>
              <a:gd name="connsiteX131" fmla="*/ 1468140 w 1684599"/>
              <a:gd name="connsiteY131" fmla="*/ 0 h 432917"/>
              <a:gd name="connsiteX132" fmla="*/ 1684599 w 1684599"/>
              <a:gd name="connsiteY132" fmla="*/ 216458 h 432917"/>
              <a:gd name="connsiteX133" fmla="*/ 1468140 w 1684599"/>
              <a:gd name="connsiteY133" fmla="*/ 432917 h 432917"/>
              <a:gd name="connsiteX134" fmla="*/ 216459 w 1684599"/>
              <a:gd name="connsiteY134" fmla="*/ 432917 h 432917"/>
              <a:gd name="connsiteX135" fmla="*/ 0 w 1684599"/>
              <a:gd name="connsiteY135" fmla="*/ 216458 h 432917"/>
              <a:gd name="connsiteX136" fmla="*/ 216459 w 1684599"/>
              <a:gd name="connsiteY136" fmla="*/ 0 h 432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684599" h="432917">
                <a:moveTo>
                  <a:pt x="1270457" y="318010"/>
                </a:moveTo>
                <a:lnTo>
                  <a:pt x="1282754" y="318010"/>
                </a:lnTo>
                <a:lnTo>
                  <a:pt x="1282754" y="328456"/>
                </a:lnTo>
                <a:lnTo>
                  <a:pt x="1270457" y="328456"/>
                </a:lnTo>
                <a:close/>
                <a:moveTo>
                  <a:pt x="1388670" y="282441"/>
                </a:moveTo>
                <a:cubicBezTo>
                  <a:pt x="1383381" y="282441"/>
                  <a:pt x="1379017" y="284027"/>
                  <a:pt x="1375712" y="287069"/>
                </a:cubicBezTo>
                <a:cubicBezTo>
                  <a:pt x="1372406" y="290242"/>
                  <a:pt x="1370819" y="294870"/>
                  <a:pt x="1370819" y="301217"/>
                </a:cubicBezTo>
                <a:cubicBezTo>
                  <a:pt x="1370819" y="307432"/>
                  <a:pt x="1372538" y="312060"/>
                  <a:pt x="1375844" y="315234"/>
                </a:cubicBezTo>
                <a:cubicBezTo>
                  <a:pt x="1379150" y="318407"/>
                  <a:pt x="1383513" y="319994"/>
                  <a:pt x="1388670" y="319994"/>
                </a:cubicBezTo>
                <a:cubicBezTo>
                  <a:pt x="1393827" y="319994"/>
                  <a:pt x="1398058" y="318407"/>
                  <a:pt x="1401364" y="315234"/>
                </a:cubicBezTo>
                <a:cubicBezTo>
                  <a:pt x="1404670" y="312060"/>
                  <a:pt x="1406389" y="307300"/>
                  <a:pt x="1406389" y="300953"/>
                </a:cubicBezTo>
                <a:cubicBezTo>
                  <a:pt x="1406389" y="294738"/>
                  <a:pt x="1404802" y="289978"/>
                  <a:pt x="1401496" y="286937"/>
                </a:cubicBezTo>
                <a:cubicBezTo>
                  <a:pt x="1398191" y="283895"/>
                  <a:pt x="1393959" y="282441"/>
                  <a:pt x="1388670" y="282441"/>
                </a:cubicBezTo>
                <a:close/>
                <a:moveTo>
                  <a:pt x="1425033" y="273846"/>
                </a:moveTo>
                <a:lnTo>
                  <a:pt x="1444339" y="273846"/>
                </a:lnTo>
                <a:lnTo>
                  <a:pt x="1455975" y="311134"/>
                </a:lnTo>
                <a:lnTo>
                  <a:pt x="1467479" y="273846"/>
                </a:lnTo>
                <a:lnTo>
                  <a:pt x="1486916" y="273846"/>
                </a:lnTo>
                <a:lnTo>
                  <a:pt x="1486916" y="328456"/>
                </a:lnTo>
                <a:lnTo>
                  <a:pt x="1474883" y="328456"/>
                </a:lnTo>
                <a:lnTo>
                  <a:pt x="1474883" y="285482"/>
                </a:lnTo>
                <a:lnTo>
                  <a:pt x="1462190" y="328456"/>
                </a:lnTo>
                <a:lnTo>
                  <a:pt x="1449760" y="328456"/>
                </a:lnTo>
                <a:lnTo>
                  <a:pt x="1437066" y="285482"/>
                </a:lnTo>
                <a:lnTo>
                  <a:pt x="1437066" y="328456"/>
                </a:lnTo>
                <a:lnTo>
                  <a:pt x="1425033" y="328456"/>
                </a:lnTo>
                <a:close/>
                <a:moveTo>
                  <a:pt x="1388538" y="272920"/>
                </a:moveTo>
                <a:cubicBezTo>
                  <a:pt x="1397926" y="272920"/>
                  <a:pt x="1405595" y="275433"/>
                  <a:pt x="1411149" y="280457"/>
                </a:cubicBezTo>
                <a:cubicBezTo>
                  <a:pt x="1416835" y="285482"/>
                  <a:pt x="1419612" y="292358"/>
                  <a:pt x="1419612" y="301217"/>
                </a:cubicBezTo>
                <a:cubicBezTo>
                  <a:pt x="1419612" y="310077"/>
                  <a:pt x="1416835" y="316953"/>
                  <a:pt x="1411149" y="321845"/>
                </a:cubicBezTo>
                <a:cubicBezTo>
                  <a:pt x="1405463" y="326870"/>
                  <a:pt x="1398058" y="329250"/>
                  <a:pt x="1388538" y="329250"/>
                </a:cubicBezTo>
                <a:cubicBezTo>
                  <a:pt x="1379017" y="329250"/>
                  <a:pt x="1371480" y="326738"/>
                  <a:pt x="1365795" y="321845"/>
                </a:cubicBezTo>
                <a:cubicBezTo>
                  <a:pt x="1360109" y="316953"/>
                  <a:pt x="1357332" y="310077"/>
                  <a:pt x="1357332" y="301350"/>
                </a:cubicBezTo>
                <a:cubicBezTo>
                  <a:pt x="1357332" y="295796"/>
                  <a:pt x="1358257" y="291168"/>
                  <a:pt x="1360241" y="287333"/>
                </a:cubicBezTo>
                <a:cubicBezTo>
                  <a:pt x="1361695" y="284556"/>
                  <a:pt x="1363679" y="282044"/>
                  <a:pt x="1366191" y="279796"/>
                </a:cubicBezTo>
                <a:cubicBezTo>
                  <a:pt x="1368703" y="277548"/>
                  <a:pt x="1371480" y="275962"/>
                  <a:pt x="1374522" y="274904"/>
                </a:cubicBezTo>
                <a:cubicBezTo>
                  <a:pt x="1378621" y="273714"/>
                  <a:pt x="1383249" y="272920"/>
                  <a:pt x="1388538" y="272920"/>
                </a:cubicBezTo>
                <a:close/>
                <a:moveTo>
                  <a:pt x="1322688" y="272920"/>
                </a:moveTo>
                <a:cubicBezTo>
                  <a:pt x="1330489" y="272920"/>
                  <a:pt x="1336836" y="274904"/>
                  <a:pt x="1341729" y="278871"/>
                </a:cubicBezTo>
                <a:cubicBezTo>
                  <a:pt x="1344638" y="281251"/>
                  <a:pt x="1346886" y="284556"/>
                  <a:pt x="1348340" y="288920"/>
                </a:cubicBezTo>
                <a:lnTo>
                  <a:pt x="1335514" y="291565"/>
                </a:lnTo>
                <a:cubicBezTo>
                  <a:pt x="1334721" y="288788"/>
                  <a:pt x="1333134" y="286540"/>
                  <a:pt x="1330754" y="284821"/>
                </a:cubicBezTo>
                <a:cubicBezTo>
                  <a:pt x="1328374" y="283234"/>
                  <a:pt x="1325465" y="282309"/>
                  <a:pt x="1322027" y="282309"/>
                </a:cubicBezTo>
                <a:cubicBezTo>
                  <a:pt x="1317266" y="282309"/>
                  <a:pt x="1313432" y="283763"/>
                  <a:pt x="1310523" y="286672"/>
                </a:cubicBezTo>
                <a:cubicBezTo>
                  <a:pt x="1307614" y="289581"/>
                  <a:pt x="1306027" y="294341"/>
                  <a:pt x="1306027" y="300821"/>
                </a:cubicBezTo>
                <a:cubicBezTo>
                  <a:pt x="1306027" y="307697"/>
                  <a:pt x="1307481" y="312589"/>
                  <a:pt x="1310390" y="315630"/>
                </a:cubicBezTo>
                <a:cubicBezTo>
                  <a:pt x="1313299" y="318539"/>
                  <a:pt x="1317134" y="319994"/>
                  <a:pt x="1321762" y="319994"/>
                </a:cubicBezTo>
                <a:cubicBezTo>
                  <a:pt x="1325200" y="319994"/>
                  <a:pt x="1328109" y="319068"/>
                  <a:pt x="1330622" y="317217"/>
                </a:cubicBezTo>
                <a:cubicBezTo>
                  <a:pt x="1333134" y="315366"/>
                  <a:pt x="1334853" y="312457"/>
                  <a:pt x="1335911" y="308490"/>
                </a:cubicBezTo>
                <a:lnTo>
                  <a:pt x="1348472" y="311928"/>
                </a:lnTo>
                <a:cubicBezTo>
                  <a:pt x="1346489" y="317878"/>
                  <a:pt x="1343316" y="322374"/>
                  <a:pt x="1338820" y="325151"/>
                </a:cubicBezTo>
                <a:cubicBezTo>
                  <a:pt x="1334324" y="328060"/>
                  <a:pt x="1328638" y="329514"/>
                  <a:pt x="1321762" y="329514"/>
                </a:cubicBezTo>
                <a:cubicBezTo>
                  <a:pt x="1313299" y="329514"/>
                  <a:pt x="1306291" y="327002"/>
                  <a:pt x="1300738" y="322109"/>
                </a:cubicBezTo>
                <a:cubicBezTo>
                  <a:pt x="1295316" y="317217"/>
                  <a:pt x="1292540" y="310341"/>
                  <a:pt x="1292540" y="301746"/>
                </a:cubicBezTo>
                <a:cubicBezTo>
                  <a:pt x="1292540" y="292622"/>
                  <a:pt x="1295316" y="285614"/>
                  <a:pt x="1300738" y="280590"/>
                </a:cubicBezTo>
                <a:cubicBezTo>
                  <a:pt x="1306159" y="275565"/>
                  <a:pt x="1313696" y="272920"/>
                  <a:pt x="1322688" y="272920"/>
                </a:cubicBezTo>
                <a:close/>
                <a:moveTo>
                  <a:pt x="1016180" y="134080"/>
                </a:moveTo>
                <a:lnTo>
                  <a:pt x="1016180" y="200723"/>
                </a:lnTo>
                <a:lnTo>
                  <a:pt x="1039055" y="200723"/>
                </a:lnTo>
                <a:cubicBezTo>
                  <a:pt x="1055584" y="200723"/>
                  <a:pt x="1066559" y="199533"/>
                  <a:pt x="1072113" y="197021"/>
                </a:cubicBezTo>
                <a:cubicBezTo>
                  <a:pt x="1077666" y="194508"/>
                  <a:pt x="1082030" y="190674"/>
                  <a:pt x="1085203" y="185517"/>
                </a:cubicBezTo>
                <a:cubicBezTo>
                  <a:pt x="1088377" y="180228"/>
                  <a:pt x="1089964" y="174145"/>
                  <a:pt x="1089964" y="167269"/>
                </a:cubicBezTo>
                <a:cubicBezTo>
                  <a:pt x="1089964" y="158674"/>
                  <a:pt x="1087716" y="151666"/>
                  <a:pt x="1083352" y="146113"/>
                </a:cubicBezTo>
                <a:cubicBezTo>
                  <a:pt x="1078856" y="140559"/>
                  <a:pt x="1073303" y="137121"/>
                  <a:pt x="1066559" y="135667"/>
                </a:cubicBezTo>
                <a:cubicBezTo>
                  <a:pt x="1061534" y="134609"/>
                  <a:pt x="1051485" y="134080"/>
                  <a:pt x="1036411" y="134080"/>
                </a:cubicBezTo>
                <a:close/>
                <a:moveTo>
                  <a:pt x="822993" y="134080"/>
                </a:moveTo>
                <a:lnTo>
                  <a:pt x="822993" y="200723"/>
                </a:lnTo>
                <a:lnTo>
                  <a:pt x="845869" y="200723"/>
                </a:lnTo>
                <a:cubicBezTo>
                  <a:pt x="862398" y="200723"/>
                  <a:pt x="873373" y="199533"/>
                  <a:pt x="878926" y="197021"/>
                </a:cubicBezTo>
                <a:cubicBezTo>
                  <a:pt x="884480" y="194508"/>
                  <a:pt x="888843" y="190674"/>
                  <a:pt x="892017" y="185517"/>
                </a:cubicBezTo>
                <a:cubicBezTo>
                  <a:pt x="895190" y="180228"/>
                  <a:pt x="896777" y="174145"/>
                  <a:pt x="896777" y="167269"/>
                </a:cubicBezTo>
                <a:cubicBezTo>
                  <a:pt x="896777" y="158674"/>
                  <a:pt x="894529" y="151666"/>
                  <a:pt x="890166" y="146113"/>
                </a:cubicBezTo>
                <a:cubicBezTo>
                  <a:pt x="885670" y="140559"/>
                  <a:pt x="880116" y="137121"/>
                  <a:pt x="873373" y="135667"/>
                </a:cubicBezTo>
                <a:cubicBezTo>
                  <a:pt x="868348" y="134609"/>
                  <a:pt x="858298" y="134080"/>
                  <a:pt x="843224" y="134080"/>
                </a:cubicBezTo>
                <a:close/>
                <a:moveTo>
                  <a:pt x="626501" y="103271"/>
                </a:moveTo>
                <a:lnTo>
                  <a:pt x="645278" y="103800"/>
                </a:lnTo>
                <a:lnTo>
                  <a:pt x="640121" y="319994"/>
                </a:lnTo>
                <a:lnTo>
                  <a:pt x="743524" y="319994"/>
                </a:lnTo>
                <a:lnTo>
                  <a:pt x="743524" y="338902"/>
                </a:lnTo>
                <a:lnTo>
                  <a:pt x="620948" y="338902"/>
                </a:lnTo>
                <a:close/>
                <a:moveTo>
                  <a:pt x="475496" y="103271"/>
                </a:moveTo>
                <a:lnTo>
                  <a:pt x="494272" y="103800"/>
                </a:lnTo>
                <a:lnTo>
                  <a:pt x="489644" y="319994"/>
                </a:lnTo>
                <a:lnTo>
                  <a:pt x="583527" y="319994"/>
                </a:lnTo>
                <a:lnTo>
                  <a:pt x="583527" y="338902"/>
                </a:lnTo>
                <a:lnTo>
                  <a:pt x="470339" y="338902"/>
                </a:lnTo>
                <a:close/>
                <a:moveTo>
                  <a:pt x="340754" y="103271"/>
                </a:moveTo>
                <a:lnTo>
                  <a:pt x="441645" y="332422"/>
                </a:lnTo>
                <a:lnTo>
                  <a:pt x="424191" y="338902"/>
                </a:lnTo>
                <a:lnTo>
                  <a:pt x="341019" y="150226"/>
                </a:lnTo>
                <a:lnTo>
                  <a:pt x="262871" y="334133"/>
                </a:lnTo>
                <a:lnTo>
                  <a:pt x="245285" y="327653"/>
                </a:lnTo>
                <a:close/>
                <a:moveTo>
                  <a:pt x="1152640" y="94147"/>
                </a:moveTo>
                <a:lnTo>
                  <a:pt x="1317530" y="94147"/>
                </a:lnTo>
                <a:lnTo>
                  <a:pt x="1317530" y="133948"/>
                </a:lnTo>
                <a:lnTo>
                  <a:pt x="1256176" y="133948"/>
                </a:lnTo>
                <a:lnTo>
                  <a:pt x="1256176" y="329514"/>
                </a:lnTo>
                <a:lnTo>
                  <a:pt x="1214259" y="329514"/>
                </a:lnTo>
                <a:lnTo>
                  <a:pt x="1214259" y="133948"/>
                </a:lnTo>
                <a:lnTo>
                  <a:pt x="1152640" y="133948"/>
                </a:lnTo>
                <a:close/>
                <a:moveTo>
                  <a:pt x="974396" y="94147"/>
                </a:moveTo>
                <a:lnTo>
                  <a:pt x="1041568" y="94147"/>
                </a:lnTo>
                <a:cubicBezTo>
                  <a:pt x="1067088" y="94147"/>
                  <a:pt x="1083617" y="95337"/>
                  <a:pt x="1091418" y="97717"/>
                </a:cubicBezTo>
                <a:cubicBezTo>
                  <a:pt x="1103319" y="101287"/>
                  <a:pt x="1113236" y="108956"/>
                  <a:pt x="1121302" y="120725"/>
                </a:cubicBezTo>
                <a:cubicBezTo>
                  <a:pt x="1129368" y="132493"/>
                  <a:pt x="1133335" y="147832"/>
                  <a:pt x="1133335" y="166608"/>
                </a:cubicBezTo>
                <a:cubicBezTo>
                  <a:pt x="1133335" y="181021"/>
                  <a:pt x="1131087" y="193186"/>
                  <a:pt x="1126459" y="203103"/>
                </a:cubicBezTo>
                <a:cubicBezTo>
                  <a:pt x="1121831" y="212888"/>
                  <a:pt x="1116013" y="220690"/>
                  <a:pt x="1108872" y="226243"/>
                </a:cubicBezTo>
                <a:cubicBezTo>
                  <a:pt x="1101732" y="231797"/>
                  <a:pt x="1094460" y="235631"/>
                  <a:pt x="1087187" y="237350"/>
                </a:cubicBezTo>
                <a:cubicBezTo>
                  <a:pt x="1077137" y="239598"/>
                  <a:pt x="1062725" y="240656"/>
                  <a:pt x="1043684" y="240656"/>
                </a:cubicBezTo>
                <a:lnTo>
                  <a:pt x="1016312" y="240656"/>
                </a:lnTo>
                <a:lnTo>
                  <a:pt x="1016312" y="329382"/>
                </a:lnTo>
                <a:lnTo>
                  <a:pt x="974396" y="329382"/>
                </a:lnTo>
                <a:close/>
                <a:moveTo>
                  <a:pt x="781077" y="94147"/>
                </a:moveTo>
                <a:lnTo>
                  <a:pt x="848249" y="94147"/>
                </a:lnTo>
                <a:cubicBezTo>
                  <a:pt x="873769" y="94147"/>
                  <a:pt x="890298" y="95337"/>
                  <a:pt x="898099" y="97717"/>
                </a:cubicBezTo>
                <a:cubicBezTo>
                  <a:pt x="910000" y="101287"/>
                  <a:pt x="919917" y="108956"/>
                  <a:pt x="927983" y="120725"/>
                </a:cubicBezTo>
                <a:cubicBezTo>
                  <a:pt x="936049" y="132493"/>
                  <a:pt x="940016" y="147832"/>
                  <a:pt x="940016" y="166608"/>
                </a:cubicBezTo>
                <a:cubicBezTo>
                  <a:pt x="940016" y="181021"/>
                  <a:pt x="937768" y="193186"/>
                  <a:pt x="933140" y="203103"/>
                </a:cubicBezTo>
                <a:cubicBezTo>
                  <a:pt x="928512" y="212888"/>
                  <a:pt x="922694" y="220690"/>
                  <a:pt x="915554" y="226243"/>
                </a:cubicBezTo>
                <a:cubicBezTo>
                  <a:pt x="908413" y="231797"/>
                  <a:pt x="901141" y="235631"/>
                  <a:pt x="893868" y="237350"/>
                </a:cubicBezTo>
                <a:cubicBezTo>
                  <a:pt x="883819" y="239598"/>
                  <a:pt x="869406" y="240656"/>
                  <a:pt x="850365" y="240656"/>
                </a:cubicBezTo>
                <a:lnTo>
                  <a:pt x="822993" y="240656"/>
                </a:lnTo>
                <a:lnTo>
                  <a:pt x="822993" y="329382"/>
                </a:lnTo>
                <a:lnTo>
                  <a:pt x="781077" y="329382"/>
                </a:lnTo>
                <a:close/>
                <a:moveTo>
                  <a:pt x="216459" y="18776"/>
                </a:moveTo>
                <a:cubicBezTo>
                  <a:pt x="107502" y="18776"/>
                  <a:pt x="18776" y="107502"/>
                  <a:pt x="18776" y="216458"/>
                </a:cubicBezTo>
                <a:cubicBezTo>
                  <a:pt x="18776" y="325415"/>
                  <a:pt x="107370" y="414141"/>
                  <a:pt x="216459" y="414141"/>
                </a:cubicBezTo>
                <a:lnTo>
                  <a:pt x="1468140" y="414141"/>
                </a:lnTo>
                <a:cubicBezTo>
                  <a:pt x="1577097" y="414141"/>
                  <a:pt x="1665823" y="325415"/>
                  <a:pt x="1665823" y="216458"/>
                </a:cubicBezTo>
                <a:cubicBezTo>
                  <a:pt x="1665823" y="107502"/>
                  <a:pt x="1577229" y="18776"/>
                  <a:pt x="1468140" y="18776"/>
                </a:cubicBezTo>
                <a:close/>
                <a:moveTo>
                  <a:pt x="216459" y="0"/>
                </a:moveTo>
                <a:lnTo>
                  <a:pt x="1468140" y="0"/>
                </a:lnTo>
                <a:cubicBezTo>
                  <a:pt x="1587543" y="0"/>
                  <a:pt x="1684599" y="97056"/>
                  <a:pt x="1684599" y="216458"/>
                </a:cubicBezTo>
                <a:cubicBezTo>
                  <a:pt x="1684599" y="335861"/>
                  <a:pt x="1587543" y="432917"/>
                  <a:pt x="1468140" y="432917"/>
                </a:cubicBezTo>
                <a:lnTo>
                  <a:pt x="216459" y="432917"/>
                </a:lnTo>
                <a:cubicBezTo>
                  <a:pt x="97056" y="432917"/>
                  <a:pt x="0" y="335861"/>
                  <a:pt x="0" y="216458"/>
                </a:cubicBezTo>
                <a:cubicBezTo>
                  <a:pt x="0" y="97056"/>
                  <a:pt x="97056" y="0"/>
                  <a:pt x="216459" y="0"/>
                </a:cubicBezTo>
                <a:close/>
              </a:path>
            </a:pathLst>
          </a:custGeom>
          <a:solidFill>
            <a:schemeClr val="tx1">
              <a:lumMod val="85000"/>
              <a:lumOff val="15000"/>
            </a:schemeClr>
          </a:solidFill>
          <a:ln w="9525" cap="flat">
            <a:noFill/>
            <a:prstDash val="solid"/>
            <a:miter/>
          </a:ln>
        </p:spPr>
        <p:txBody>
          <a:bodyPr wrap="square" rtlCol="0" anchor="ctr">
            <a:noAutofit/>
          </a:bodyPr>
          <a:lstStyle/>
          <a:p>
            <a:pPr algn="ctr"/>
            <a:endParaRPr lang="en-US" dirty="0">
              <a:solidFill>
                <a:schemeClr val="tx1">
                  <a:lumMod val="85000"/>
                  <a:lumOff val="15000"/>
                </a:schemeClr>
              </a:solidFill>
            </a:endParaRPr>
          </a:p>
        </p:txBody>
      </p:sp>
    </p:spTree>
    <p:extLst>
      <p:ext uri="{BB962C8B-B14F-4D97-AF65-F5344CB8AC3E}">
        <p14:creationId xmlns:p14="http://schemas.microsoft.com/office/powerpoint/2010/main" val="37620065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6A8FEF-27C4-4270-A767-DEEDFACBA846}"/>
              </a:ext>
            </a:extLst>
          </p:cNvPr>
          <p:cNvSpPr txBox="1"/>
          <p:nvPr/>
        </p:nvSpPr>
        <p:spPr>
          <a:xfrm>
            <a:off x="940048" y="774160"/>
            <a:ext cx="3356746" cy="923330"/>
          </a:xfrm>
          <a:prstGeom prst="rect">
            <a:avLst/>
          </a:prstGeom>
          <a:noFill/>
        </p:spPr>
        <p:txBody>
          <a:bodyPr wrap="square" rtlCol="0" anchor="ctr">
            <a:spAutoFit/>
          </a:bodyPr>
          <a:lstStyle/>
          <a:p>
            <a:r>
              <a:rPr lang="en-US" altLang="ko-KR" sz="5400" dirty="0" smtClean="0">
                <a:solidFill>
                  <a:schemeClr val="tx1">
                    <a:lumMod val="85000"/>
                    <a:lumOff val="15000"/>
                  </a:schemeClr>
                </a:solidFill>
                <a:cs typeface="Arial" pitchFamily="34" charset="0"/>
              </a:rPr>
              <a:t>Contents </a:t>
            </a:r>
            <a:endParaRPr lang="ko-KR" altLang="en-US" sz="5400" dirty="0">
              <a:solidFill>
                <a:schemeClr val="tx1">
                  <a:lumMod val="85000"/>
                  <a:lumOff val="15000"/>
                </a:schemeClr>
              </a:solidFill>
              <a:cs typeface="Arial" pitchFamily="34" charset="0"/>
            </a:endParaRPr>
          </a:p>
        </p:txBody>
      </p:sp>
      <p:grpSp>
        <p:nvGrpSpPr>
          <p:cNvPr id="5" name="Group 1">
            <a:extLst>
              <a:ext uri="{FF2B5EF4-FFF2-40B4-BE49-F238E27FC236}">
                <a16:creationId xmlns:a16="http://schemas.microsoft.com/office/drawing/2014/main" id="{D2E2915A-CD71-4ABA-9EA2-037DD2FD61F8}"/>
              </a:ext>
            </a:extLst>
          </p:cNvPr>
          <p:cNvGrpSpPr/>
          <p:nvPr/>
        </p:nvGrpSpPr>
        <p:grpSpPr>
          <a:xfrm>
            <a:off x="6404975" y="886097"/>
            <a:ext cx="4946526" cy="784830"/>
            <a:chOff x="6509852" y="714552"/>
            <a:chExt cx="4946526" cy="784830"/>
          </a:xfrm>
        </p:grpSpPr>
        <p:sp>
          <p:nvSpPr>
            <p:cNvPr id="6" name="TextBox 5">
              <a:extLst>
                <a:ext uri="{FF2B5EF4-FFF2-40B4-BE49-F238E27FC236}">
                  <a16:creationId xmlns:a16="http://schemas.microsoft.com/office/drawing/2014/main" id="{B12F506C-60F6-457D-B237-E956D553C884}"/>
                </a:ext>
              </a:extLst>
            </p:cNvPr>
            <p:cNvSpPr txBox="1"/>
            <p:nvPr/>
          </p:nvSpPr>
          <p:spPr>
            <a:xfrm>
              <a:off x="6509852" y="1222383"/>
              <a:ext cx="4946526"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Get to know the faces behind the solution and their contributions. </a:t>
              </a:r>
              <a:endParaRPr lang="en-US" altLang="ko-KR" sz="1200" dirty="0">
                <a:solidFill>
                  <a:schemeClr val="tx1">
                    <a:lumMod val="75000"/>
                    <a:lumOff val="25000"/>
                  </a:schemeClr>
                </a:solidFill>
                <a:cs typeface="Arial" pitchFamily="34" charset="0"/>
              </a:endParaRPr>
            </a:p>
          </p:txBody>
        </p:sp>
        <p:sp>
          <p:nvSpPr>
            <p:cNvPr id="7" name="TextBox 6">
              <a:extLst>
                <a:ext uri="{FF2B5EF4-FFF2-40B4-BE49-F238E27FC236}">
                  <a16:creationId xmlns:a16="http://schemas.microsoft.com/office/drawing/2014/main" id="{80BFCB80-BE72-4C7D-8674-33390A546298}"/>
                </a:ext>
              </a:extLst>
            </p:cNvPr>
            <p:cNvSpPr txBox="1"/>
            <p:nvPr/>
          </p:nvSpPr>
          <p:spPr>
            <a:xfrm>
              <a:off x="6509852" y="714552"/>
              <a:ext cx="4946526" cy="507831"/>
            </a:xfrm>
            <a:prstGeom prst="rect">
              <a:avLst/>
            </a:prstGeom>
            <a:noFill/>
          </p:spPr>
          <p:txBody>
            <a:bodyPr wrap="square" lIns="108000" rIns="108000" rtlCol="0">
              <a:spAutoFit/>
            </a:bodyPr>
            <a:lstStyle/>
            <a:p>
              <a:r>
                <a:rPr lang="en-US" altLang="ko-KR" sz="2700" b="1" dirty="0" smtClean="0">
                  <a:solidFill>
                    <a:schemeClr val="accent1"/>
                  </a:solidFill>
                  <a:cs typeface="Arial" pitchFamily="34" charset="0"/>
                </a:rPr>
                <a:t>Team</a:t>
              </a:r>
              <a:endParaRPr lang="ko-KR" altLang="en-US" sz="2700" b="1" dirty="0">
                <a:solidFill>
                  <a:schemeClr val="accent1"/>
                </a:solidFill>
                <a:cs typeface="Arial" pitchFamily="34" charset="0"/>
              </a:endParaRPr>
            </a:p>
          </p:txBody>
        </p:sp>
      </p:grpSp>
      <p:sp>
        <p:nvSpPr>
          <p:cNvPr id="8" name="TextBox 7">
            <a:extLst>
              <a:ext uri="{FF2B5EF4-FFF2-40B4-BE49-F238E27FC236}">
                <a16:creationId xmlns:a16="http://schemas.microsoft.com/office/drawing/2014/main" id="{8357A0E2-10C3-4E5B-8B17-FD4C03C54FE8}"/>
              </a:ext>
            </a:extLst>
          </p:cNvPr>
          <p:cNvSpPr txBox="1"/>
          <p:nvPr/>
        </p:nvSpPr>
        <p:spPr>
          <a:xfrm>
            <a:off x="5236842" y="358662"/>
            <a:ext cx="1531549" cy="1200329"/>
          </a:xfrm>
          <a:prstGeom prst="rect">
            <a:avLst/>
          </a:prstGeom>
          <a:noFill/>
        </p:spPr>
        <p:txBody>
          <a:bodyPr wrap="square" rtlCol="0" anchor="ctr">
            <a:spAutoFit/>
          </a:bodyPr>
          <a:lstStyle>
            <a:defPPr>
              <a:defRPr lang="en-US"/>
            </a:defPPr>
            <a:lvl1pPr>
              <a:defRPr sz="7200">
                <a:solidFill>
                  <a:schemeClr val="bg1"/>
                </a:solidFill>
                <a:effectLst>
                  <a:outerShdw blurRad="12700" dist="88900" dir="3000000" algn="tl" rotWithShape="0">
                    <a:schemeClr val="accent2">
                      <a:alpha val="40000"/>
                    </a:schemeClr>
                  </a:outerShdw>
                </a:effectLst>
              </a:defRPr>
            </a:lvl1pPr>
          </a:lstStyle>
          <a:p>
            <a:pPr algn="ctr"/>
            <a:r>
              <a:rPr lang="en-US" altLang="ko-KR" b="1" dirty="0">
                <a:solidFill>
                  <a:schemeClr val="tx1">
                    <a:lumMod val="75000"/>
                    <a:lumOff val="25000"/>
                    <a:alpha val="40000"/>
                  </a:schemeClr>
                </a:solidFill>
                <a:effectLst/>
              </a:rPr>
              <a:t>01</a:t>
            </a:r>
            <a:endParaRPr lang="ko-KR" altLang="en-US" b="1" dirty="0">
              <a:solidFill>
                <a:schemeClr val="tx1">
                  <a:lumMod val="75000"/>
                  <a:lumOff val="25000"/>
                  <a:alpha val="40000"/>
                </a:schemeClr>
              </a:solidFill>
              <a:effectLst/>
            </a:endParaRPr>
          </a:p>
        </p:txBody>
      </p:sp>
      <p:grpSp>
        <p:nvGrpSpPr>
          <p:cNvPr id="9" name="Group 5">
            <a:extLst>
              <a:ext uri="{FF2B5EF4-FFF2-40B4-BE49-F238E27FC236}">
                <a16:creationId xmlns:a16="http://schemas.microsoft.com/office/drawing/2014/main" id="{7C67CA2F-9727-49A1-9B80-135348FF348C}"/>
              </a:ext>
            </a:extLst>
          </p:cNvPr>
          <p:cNvGrpSpPr/>
          <p:nvPr/>
        </p:nvGrpSpPr>
        <p:grpSpPr>
          <a:xfrm>
            <a:off x="6404975" y="2389564"/>
            <a:ext cx="4946526" cy="778294"/>
            <a:chOff x="6509852" y="2211483"/>
            <a:chExt cx="4946526" cy="778294"/>
          </a:xfrm>
        </p:grpSpPr>
        <p:sp>
          <p:nvSpPr>
            <p:cNvPr id="10" name="TextBox 9">
              <a:extLst>
                <a:ext uri="{FF2B5EF4-FFF2-40B4-BE49-F238E27FC236}">
                  <a16:creationId xmlns:a16="http://schemas.microsoft.com/office/drawing/2014/main" id="{F76E6296-BE63-44BE-83E3-AB02B94AC886}"/>
                </a:ext>
              </a:extLst>
            </p:cNvPr>
            <p:cNvSpPr txBox="1"/>
            <p:nvPr/>
          </p:nvSpPr>
          <p:spPr>
            <a:xfrm>
              <a:off x="6509852" y="2712778"/>
              <a:ext cx="4946526" cy="276999"/>
            </a:xfrm>
            <a:prstGeom prst="rect">
              <a:avLst/>
            </a:prstGeom>
            <a:noFill/>
          </p:spPr>
          <p:txBody>
            <a:bodyPr wrap="square" rtlCol="0">
              <a:spAutoFit/>
            </a:bodyPr>
            <a:lstStyle/>
            <a:p>
              <a:r>
                <a:rPr lang="en-US" altLang="ko-KR" sz="1200" dirty="0" smtClean="0">
                  <a:solidFill>
                    <a:schemeClr val="tx1">
                      <a:lumMod val="75000"/>
                      <a:lumOff val="25000"/>
                    </a:schemeClr>
                  </a:solidFill>
                  <a:ea typeface="FZShuTi" pitchFamily="2" charset="-122"/>
                  <a:cs typeface="Arial" pitchFamily="34" charset="0"/>
                </a:rPr>
                <a:t>The what, who and why?.</a:t>
              </a:r>
              <a:endParaRPr lang="en-US" altLang="ko-KR" sz="1200" dirty="0">
                <a:solidFill>
                  <a:schemeClr val="tx1">
                    <a:lumMod val="75000"/>
                    <a:lumOff val="25000"/>
                  </a:schemeClr>
                </a:solidFill>
                <a:cs typeface="Arial" pitchFamily="34" charset="0"/>
              </a:endParaRPr>
            </a:p>
          </p:txBody>
        </p:sp>
        <p:sp>
          <p:nvSpPr>
            <p:cNvPr id="11" name="TextBox 10">
              <a:extLst>
                <a:ext uri="{FF2B5EF4-FFF2-40B4-BE49-F238E27FC236}">
                  <a16:creationId xmlns:a16="http://schemas.microsoft.com/office/drawing/2014/main" id="{C88F32FE-5FD2-4E98-9F14-6ACBE43240E1}"/>
                </a:ext>
              </a:extLst>
            </p:cNvPr>
            <p:cNvSpPr txBox="1"/>
            <p:nvPr/>
          </p:nvSpPr>
          <p:spPr>
            <a:xfrm>
              <a:off x="6509852" y="2211483"/>
              <a:ext cx="4946526" cy="507831"/>
            </a:xfrm>
            <a:prstGeom prst="rect">
              <a:avLst/>
            </a:prstGeom>
            <a:noFill/>
          </p:spPr>
          <p:txBody>
            <a:bodyPr wrap="square" lIns="108000" rIns="108000" rtlCol="0">
              <a:spAutoFit/>
            </a:bodyPr>
            <a:lstStyle/>
            <a:p>
              <a:r>
                <a:rPr lang="en-US" altLang="ko-KR" sz="2700" b="1" dirty="0" smtClean="0">
                  <a:solidFill>
                    <a:schemeClr val="accent2"/>
                  </a:solidFill>
                  <a:cs typeface="Arial" pitchFamily="34" charset="0"/>
                </a:rPr>
                <a:t>Problem</a:t>
              </a:r>
              <a:endParaRPr lang="ko-KR" altLang="en-US" sz="2700" b="1" dirty="0">
                <a:solidFill>
                  <a:schemeClr val="accent2"/>
                </a:solidFill>
                <a:cs typeface="Arial" pitchFamily="34" charset="0"/>
              </a:endParaRPr>
            </a:p>
          </p:txBody>
        </p:sp>
      </p:grpSp>
      <p:sp>
        <p:nvSpPr>
          <p:cNvPr id="12" name="TextBox 11">
            <a:extLst>
              <a:ext uri="{FF2B5EF4-FFF2-40B4-BE49-F238E27FC236}">
                <a16:creationId xmlns:a16="http://schemas.microsoft.com/office/drawing/2014/main" id="{66F9B367-FB31-4910-A0BB-FCE5220A90A8}"/>
              </a:ext>
            </a:extLst>
          </p:cNvPr>
          <p:cNvSpPr txBox="1"/>
          <p:nvPr/>
        </p:nvSpPr>
        <p:spPr>
          <a:xfrm>
            <a:off x="5236842" y="1855593"/>
            <a:ext cx="1531549" cy="1200329"/>
          </a:xfrm>
          <a:prstGeom prst="rect">
            <a:avLst/>
          </a:prstGeom>
          <a:noFill/>
        </p:spPr>
        <p:txBody>
          <a:bodyPr wrap="square" lIns="108000" rIns="108000" rtlCol="0">
            <a:spAutoFit/>
          </a:bodyPr>
          <a:lstStyle/>
          <a:p>
            <a:pPr algn="ctr"/>
            <a:r>
              <a:rPr lang="en-US" altLang="ko-KR" sz="7200" b="1" dirty="0">
                <a:solidFill>
                  <a:schemeClr val="tx1">
                    <a:lumMod val="75000"/>
                    <a:lumOff val="25000"/>
                    <a:alpha val="40000"/>
                  </a:schemeClr>
                </a:solidFill>
              </a:rPr>
              <a:t>02</a:t>
            </a:r>
            <a:endParaRPr lang="ko-KR" altLang="en-US" sz="7200" b="1" dirty="0">
              <a:solidFill>
                <a:schemeClr val="tx1">
                  <a:lumMod val="75000"/>
                  <a:lumOff val="25000"/>
                  <a:alpha val="40000"/>
                </a:schemeClr>
              </a:solidFill>
            </a:endParaRPr>
          </a:p>
        </p:txBody>
      </p:sp>
      <p:grpSp>
        <p:nvGrpSpPr>
          <p:cNvPr id="13" name="Group 9">
            <a:extLst>
              <a:ext uri="{FF2B5EF4-FFF2-40B4-BE49-F238E27FC236}">
                <a16:creationId xmlns:a16="http://schemas.microsoft.com/office/drawing/2014/main" id="{E49B879A-1E8E-4C93-B299-C78E84AC6108}"/>
              </a:ext>
            </a:extLst>
          </p:cNvPr>
          <p:cNvGrpSpPr/>
          <p:nvPr/>
        </p:nvGrpSpPr>
        <p:grpSpPr>
          <a:xfrm>
            <a:off x="6404975" y="3886495"/>
            <a:ext cx="4946526" cy="771758"/>
            <a:chOff x="6509852" y="3708414"/>
            <a:chExt cx="4946526" cy="771758"/>
          </a:xfrm>
        </p:grpSpPr>
        <p:sp>
          <p:nvSpPr>
            <p:cNvPr id="14" name="TextBox 13">
              <a:extLst>
                <a:ext uri="{FF2B5EF4-FFF2-40B4-BE49-F238E27FC236}">
                  <a16:creationId xmlns:a16="http://schemas.microsoft.com/office/drawing/2014/main" id="{296ED5E9-D6E2-498B-86E8-178BBF512143}"/>
                </a:ext>
              </a:extLst>
            </p:cNvPr>
            <p:cNvSpPr txBox="1"/>
            <p:nvPr/>
          </p:nvSpPr>
          <p:spPr>
            <a:xfrm>
              <a:off x="6509852" y="4203173"/>
              <a:ext cx="4946526"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Intended users, the technology used and the value to the community.</a:t>
              </a:r>
              <a:endParaRPr lang="en-US" altLang="ko-KR" sz="1200" dirty="0">
                <a:solidFill>
                  <a:schemeClr val="tx1">
                    <a:lumMod val="75000"/>
                    <a:lumOff val="25000"/>
                  </a:schemeClr>
                </a:solidFill>
                <a:cs typeface="Arial" pitchFamily="34" charset="0"/>
              </a:endParaRPr>
            </a:p>
          </p:txBody>
        </p:sp>
        <p:sp>
          <p:nvSpPr>
            <p:cNvPr id="15" name="TextBox 14">
              <a:extLst>
                <a:ext uri="{FF2B5EF4-FFF2-40B4-BE49-F238E27FC236}">
                  <a16:creationId xmlns:a16="http://schemas.microsoft.com/office/drawing/2014/main" id="{9747CE22-B209-43E5-BF4A-8F2367A5BDD5}"/>
                </a:ext>
              </a:extLst>
            </p:cNvPr>
            <p:cNvSpPr txBox="1"/>
            <p:nvPr/>
          </p:nvSpPr>
          <p:spPr>
            <a:xfrm>
              <a:off x="6509852" y="3708414"/>
              <a:ext cx="4946526" cy="507831"/>
            </a:xfrm>
            <a:prstGeom prst="rect">
              <a:avLst/>
            </a:prstGeom>
            <a:noFill/>
          </p:spPr>
          <p:txBody>
            <a:bodyPr wrap="square" lIns="108000" rIns="108000" rtlCol="0">
              <a:spAutoFit/>
            </a:bodyPr>
            <a:lstStyle/>
            <a:p>
              <a:r>
                <a:rPr lang="en-US" altLang="ko-KR" sz="2700" b="1" dirty="0" smtClean="0">
                  <a:solidFill>
                    <a:schemeClr val="accent3">
                      <a:lumMod val="75000"/>
                    </a:schemeClr>
                  </a:solidFill>
                  <a:cs typeface="Arial" pitchFamily="34" charset="0"/>
                </a:rPr>
                <a:t>The Proposed Solution</a:t>
              </a:r>
              <a:endParaRPr lang="ko-KR" altLang="en-US" sz="2700" b="1" dirty="0">
                <a:solidFill>
                  <a:schemeClr val="accent3">
                    <a:lumMod val="75000"/>
                  </a:schemeClr>
                </a:solidFill>
                <a:cs typeface="Arial" pitchFamily="34" charset="0"/>
              </a:endParaRPr>
            </a:p>
          </p:txBody>
        </p:sp>
      </p:grpSp>
      <p:sp>
        <p:nvSpPr>
          <p:cNvPr id="16" name="TextBox 15">
            <a:extLst>
              <a:ext uri="{FF2B5EF4-FFF2-40B4-BE49-F238E27FC236}">
                <a16:creationId xmlns:a16="http://schemas.microsoft.com/office/drawing/2014/main" id="{49B8418B-6D0A-412D-8E08-E8941DE2FE84}"/>
              </a:ext>
            </a:extLst>
          </p:cNvPr>
          <p:cNvSpPr txBox="1"/>
          <p:nvPr/>
        </p:nvSpPr>
        <p:spPr>
          <a:xfrm>
            <a:off x="5236842" y="3352524"/>
            <a:ext cx="1531549" cy="1200329"/>
          </a:xfrm>
          <a:prstGeom prst="rect">
            <a:avLst/>
          </a:prstGeom>
          <a:noFill/>
        </p:spPr>
        <p:txBody>
          <a:bodyPr wrap="square" rtlCol="0" anchor="ctr">
            <a:spAutoFit/>
          </a:bodyPr>
          <a:lstStyle>
            <a:defPPr>
              <a:defRPr lang="en-US"/>
            </a:defPPr>
            <a:lvl1pPr>
              <a:defRPr sz="7200">
                <a:solidFill>
                  <a:schemeClr val="bg1"/>
                </a:solidFill>
                <a:effectLst>
                  <a:outerShdw blurRad="12700" dist="88900" dir="3000000" algn="tl" rotWithShape="0">
                    <a:schemeClr val="accent2">
                      <a:alpha val="40000"/>
                    </a:schemeClr>
                  </a:outerShdw>
                </a:effectLst>
              </a:defRPr>
            </a:lvl1pPr>
          </a:lstStyle>
          <a:p>
            <a:pPr algn="ctr"/>
            <a:r>
              <a:rPr lang="en-US" altLang="ko-KR" b="1" dirty="0">
                <a:solidFill>
                  <a:schemeClr val="tx1">
                    <a:lumMod val="75000"/>
                    <a:lumOff val="25000"/>
                    <a:alpha val="40000"/>
                  </a:schemeClr>
                </a:solidFill>
                <a:effectLst/>
              </a:rPr>
              <a:t>03</a:t>
            </a:r>
            <a:endParaRPr lang="ko-KR" altLang="en-US" b="1" dirty="0">
              <a:solidFill>
                <a:schemeClr val="tx1">
                  <a:lumMod val="75000"/>
                  <a:lumOff val="25000"/>
                  <a:alpha val="40000"/>
                </a:schemeClr>
              </a:solidFill>
              <a:effectLst/>
            </a:endParaRPr>
          </a:p>
        </p:txBody>
      </p:sp>
      <p:grpSp>
        <p:nvGrpSpPr>
          <p:cNvPr id="17" name="Group 13">
            <a:extLst>
              <a:ext uri="{FF2B5EF4-FFF2-40B4-BE49-F238E27FC236}">
                <a16:creationId xmlns:a16="http://schemas.microsoft.com/office/drawing/2014/main" id="{1014417C-271F-43CB-831C-8B7A8D94FF97}"/>
              </a:ext>
            </a:extLst>
          </p:cNvPr>
          <p:cNvGrpSpPr/>
          <p:nvPr/>
        </p:nvGrpSpPr>
        <p:grpSpPr>
          <a:xfrm>
            <a:off x="6404975" y="5376889"/>
            <a:ext cx="4946526" cy="765223"/>
            <a:chOff x="6509852" y="5205344"/>
            <a:chExt cx="4946526" cy="765223"/>
          </a:xfrm>
        </p:grpSpPr>
        <p:sp>
          <p:nvSpPr>
            <p:cNvPr id="18" name="TextBox 17">
              <a:extLst>
                <a:ext uri="{FF2B5EF4-FFF2-40B4-BE49-F238E27FC236}">
                  <a16:creationId xmlns:a16="http://schemas.microsoft.com/office/drawing/2014/main" id="{923F556D-F384-4EF7-82E8-76AB3572FE4A}"/>
                </a:ext>
              </a:extLst>
            </p:cNvPr>
            <p:cNvSpPr txBox="1"/>
            <p:nvPr/>
          </p:nvSpPr>
          <p:spPr>
            <a:xfrm>
              <a:off x="6509852" y="5693568"/>
              <a:ext cx="4946526"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Challenges experienced and future improvements</a:t>
              </a:r>
              <a:r>
                <a:rPr lang="en-US" altLang="ko-KR" sz="1200" dirty="0" smtClean="0">
                  <a:solidFill>
                    <a:schemeClr val="tx1">
                      <a:lumMod val="75000"/>
                      <a:lumOff val="25000"/>
                    </a:schemeClr>
                  </a:solidFill>
                  <a:ea typeface="FZShuTi" pitchFamily="2" charset="-122"/>
                  <a:cs typeface="Arial" pitchFamily="34" charset="0"/>
                </a:rPr>
                <a:t>.</a:t>
              </a:r>
              <a:endParaRPr lang="en-US" altLang="ko-KR" sz="1200" dirty="0">
                <a:solidFill>
                  <a:schemeClr val="tx1">
                    <a:lumMod val="75000"/>
                    <a:lumOff val="25000"/>
                  </a:schemeClr>
                </a:solidFill>
                <a:cs typeface="Arial" pitchFamily="34" charset="0"/>
              </a:endParaRPr>
            </a:p>
          </p:txBody>
        </p:sp>
        <p:sp>
          <p:nvSpPr>
            <p:cNvPr id="19" name="TextBox 18">
              <a:extLst>
                <a:ext uri="{FF2B5EF4-FFF2-40B4-BE49-F238E27FC236}">
                  <a16:creationId xmlns:a16="http://schemas.microsoft.com/office/drawing/2014/main" id="{96D787F2-9023-49ED-BF53-285BFD99F792}"/>
                </a:ext>
              </a:extLst>
            </p:cNvPr>
            <p:cNvSpPr txBox="1"/>
            <p:nvPr/>
          </p:nvSpPr>
          <p:spPr>
            <a:xfrm>
              <a:off x="6509852" y="5205344"/>
              <a:ext cx="4946526" cy="507831"/>
            </a:xfrm>
            <a:prstGeom prst="rect">
              <a:avLst/>
            </a:prstGeom>
            <a:noFill/>
          </p:spPr>
          <p:txBody>
            <a:bodyPr wrap="square" lIns="108000" rIns="108000" rtlCol="0">
              <a:spAutoFit/>
            </a:bodyPr>
            <a:lstStyle/>
            <a:p>
              <a:r>
                <a:rPr lang="en-US" altLang="ko-KR" sz="2700" b="1" dirty="0" smtClean="0">
                  <a:solidFill>
                    <a:schemeClr val="accent4"/>
                  </a:solidFill>
                  <a:cs typeface="Arial" pitchFamily="34" charset="0"/>
                </a:rPr>
                <a:t>Conclusion</a:t>
              </a:r>
              <a:endParaRPr lang="ko-KR" altLang="en-US" sz="2700" b="1" dirty="0">
                <a:solidFill>
                  <a:schemeClr val="accent4"/>
                </a:solidFill>
                <a:cs typeface="Arial" pitchFamily="34" charset="0"/>
              </a:endParaRPr>
            </a:p>
          </p:txBody>
        </p:sp>
      </p:grpSp>
      <p:sp>
        <p:nvSpPr>
          <p:cNvPr id="20" name="TextBox 19">
            <a:extLst>
              <a:ext uri="{FF2B5EF4-FFF2-40B4-BE49-F238E27FC236}">
                <a16:creationId xmlns:a16="http://schemas.microsoft.com/office/drawing/2014/main" id="{2F64C0A4-C3D4-45FC-819F-F4E6C5BFAC0E}"/>
              </a:ext>
            </a:extLst>
          </p:cNvPr>
          <p:cNvSpPr txBox="1"/>
          <p:nvPr/>
        </p:nvSpPr>
        <p:spPr>
          <a:xfrm>
            <a:off x="5236842" y="4849454"/>
            <a:ext cx="1531549" cy="1200329"/>
          </a:xfrm>
          <a:prstGeom prst="rect">
            <a:avLst/>
          </a:prstGeom>
          <a:noFill/>
        </p:spPr>
        <p:txBody>
          <a:bodyPr wrap="square" rtlCol="0" anchor="ctr">
            <a:spAutoFit/>
          </a:bodyPr>
          <a:lstStyle>
            <a:defPPr>
              <a:defRPr lang="en-US"/>
            </a:defPPr>
            <a:lvl1pPr>
              <a:defRPr sz="7200">
                <a:solidFill>
                  <a:schemeClr val="bg1"/>
                </a:solidFill>
                <a:effectLst>
                  <a:outerShdw blurRad="12700" dist="88900" dir="3000000" algn="tl" rotWithShape="0">
                    <a:schemeClr val="accent2">
                      <a:alpha val="40000"/>
                    </a:schemeClr>
                  </a:outerShdw>
                </a:effectLst>
              </a:defRPr>
            </a:lvl1pPr>
          </a:lstStyle>
          <a:p>
            <a:pPr algn="ctr"/>
            <a:r>
              <a:rPr lang="en-US" altLang="ko-KR" b="1" dirty="0">
                <a:solidFill>
                  <a:schemeClr val="tx1">
                    <a:lumMod val="75000"/>
                    <a:lumOff val="25000"/>
                    <a:alpha val="40000"/>
                  </a:schemeClr>
                </a:solidFill>
                <a:effectLst/>
              </a:rPr>
              <a:t>04</a:t>
            </a:r>
            <a:endParaRPr lang="ko-KR" altLang="en-US" b="1" dirty="0">
              <a:solidFill>
                <a:schemeClr val="tx1">
                  <a:lumMod val="75000"/>
                  <a:lumOff val="25000"/>
                  <a:alpha val="40000"/>
                </a:schemeClr>
              </a:solidFill>
              <a:effectLst/>
            </a:endParaRPr>
          </a:p>
        </p:txBody>
      </p:sp>
    </p:spTree>
    <p:extLst>
      <p:ext uri="{BB962C8B-B14F-4D97-AF65-F5344CB8AC3E}">
        <p14:creationId xmlns:p14="http://schemas.microsoft.com/office/powerpoint/2010/main" val="31488225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9B85F3A-0D98-4AE5-8CED-AA4A4CF82188}"/>
              </a:ext>
            </a:extLst>
          </p:cNvPr>
          <p:cNvSpPr>
            <a:spLocks noGrp="1"/>
          </p:cNvSpPr>
          <p:nvPr>
            <p:ph type="body" sz="quarter" idx="10"/>
          </p:nvPr>
        </p:nvSpPr>
        <p:spPr/>
        <p:txBody>
          <a:bodyPr/>
          <a:lstStyle/>
          <a:p>
            <a:r>
              <a:rPr lang="en-US" dirty="0" smtClean="0"/>
              <a:t>Meet the Team</a:t>
            </a:r>
            <a:endParaRPr lang="en-US" dirty="0"/>
          </a:p>
        </p:txBody>
      </p:sp>
      <p:sp>
        <p:nvSpPr>
          <p:cNvPr id="3" name="Rectangle: Rounded Corners 2">
            <a:extLst>
              <a:ext uri="{FF2B5EF4-FFF2-40B4-BE49-F238E27FC236}">
                <a16:creationId xmlns:a16="http://schemas.microsoft.com/office/drawing/2014/main" id="{549A8A78-996B-4599-A654-D17699DDCD1E}"/>
              </a:ext>
            </a:extLst>
          </p:cNvPr>
          <p:cNvSpPr/>
          <p:nvPr/>
        </p:nvSpPr>
        <p:spPr>
          <a:xfrm>
            <a:off x="539809" y="3116563"/>
            <a:ext cx="2122714" cy="465556"/>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3310CF0C-4CCE-4210-80AE-BC3B991AAA9C}"/>
              </a:ext>
            </a:extLst>
          </p:cNvPr>
          <p:cNvSpPr/>
          <p:nvPr/>
        </p:nvSpPr>
        <p:spPr>
          <a:xfrm>
            <a:off x="2688849" y="3116563"/>
            <a:ext cx="2122714" cy="465556"/>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3C4F672F-40EC-4629-BF46-8EFF2FB9095C}"/>
              </a:ext>
            </a:extLst>
          </p:cNvPr>
          <p:cNvSpPr/>
          <p:nvPr/>
        </p:nvSpPr>
        <p:spPr>
          <a:xfrm>
            <a:off x="4837890" y="3116563"/>
            <a:ext cx="2122714" cy="465556"/>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96B8AA70-A860-40AC-AC6F-82E0A5677FD6}"/>
              </a:ext>
            </a:extLst>
          </p:cNvPr>
          <p:cNvSpPr/>
          <p:nvPr/>
        </p:nvSpPr>
        <p:spPr>
          <a:xfrm>
            <a:off x="6986930" y="3116563"/>
            <a:ext cx="2122714" cy="465556"/>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2C8178A-5148-4877-8251-D13B2835B092}"/>
              </a:ext>
            </a:extLst>
          </p:cNvPr>
          <p:cNvSpPr/>
          <p:nvPr/>
        </p:nvSpPr>
        <p:spPr>
          <a:xfrm>
            <a:off x="2347995" y="3021650"/>
            <a:ext cx="655382" cy="655382"/>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0FED097-6968-4077-88BE-C437485720D7}"/>
              </a:ext>
            </a:extLst>
          </p:cNvPr>
          <p:cNvSpPr/>
          <p:nvPr/>
        </p:nvSpPr>
        <p:spPr>
          <a:xfrm>
            <a:off x="4510199" y="3021650"/>
            <a:ext cx="655382" cy="65538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1E90ABC-CE24-4F12-8449-344244F02FA8}"/>
              </a:ext>
            </a:extLst>
          </p:cNvPr>
          <p:cNvSpPr/>
          <p:nvPr/>
        </p:nvSpPr>
        <p:spPr>
          <a:xfrm>
            <a:off x="6672402" y="3021650"/>
            <a:ext cx="655382" cy="6553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56C7B15-29C2-4277-82BB-63A5FAD85A33}"/>
              </a:ext>
            </a:extLst>
          </p:cNvPr>
          <p:cNvSpPr/>
          <p:nvPr/>
        </p:nvSpPr>
        <p:spPr>
          <a:xfrm>
            <a:off x="8834606" y="3021650"/>
            <a:ext cx="655382" cy="6553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3">
            <a:extLst>
              <a:ext uri="{FF2B5EF4-FFF2-40B4-BE49-F238E27FC236}">
                <a16:creationId xmlns:a16="http://schemas.microsoft.com/office/drawing/2014/main" id="{D73A7B75-8928-41F4-A314-6511CFAB76C2}"/>
              </a:ext>
            </a:extLst>
          </p:cNvPr>
          <p:cNvSpPr/>
          <p:nvPr/>
        </p:nvSpPr>
        <p:spPr>
          <a:xfrm>
            <a:off x="2410766" y="3084421"/>
            <a:ext cx="529840" cy="529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4">
            <a:extLst>
              <a:ext uri="{FF2B5EF4-FFF2-40B4-BE49-F238E27FC236}">
                <a16:creationId xmlns:a16="http://schemas.microsoft.com/office/drawing/2014/main" id="{7C4AF425-A29D-40E7-A09C-7940E8624DBA}"/>
              </a:ext>
            </a:extLst>
          </p:cNvPr>
          <p:cNvSpPr/>
          <p:nvPr/>
        </p:nvSpPr>
        <p:spPr>
          <a:xfrm>
            <a:off x="4572969" y="3084421"/>
            <a:ext cx="529840" cy="529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5">
            <a:extLst>
              <a:ext uri="{FF2B5EF4-FFF2-40B4-BE49-F238E27FC236}">
                <a16:creationId xmlns:a16="http://schemas.microsoft.com/office/drawing/2014/main" id="{221E9E0D-66AD-43FD-A356-B900E5EF326F}"/>
              </a:ext>
            </a:extLst>
          </p:cNvPr>
          <p:cNvSpPr/>
          <p:nvPr/>
        </p:nvSpPr>
        <p:spPr>
          <a:xfrm>
            <a:off x="6735172" y="3084421"/>
            <a:ext cx="529840" cy="529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6">
            <a:extLst>
              <a:ext uri="{FF2B5EF4-FFF2-40B4-BE49-F238E27FC236}">
                <a16:creationId xmlns:a16="http://schemas.microsoft.com/office/drawing/2014/main" id="{9E64CBC3-53E2-482B-9EA2-7DBD72FF9951}"/>
              </a:ext>
            </a:extLst>
          </p:cNvPr>
          <p:cNvSpPr/>
          <p:nvPr/>
        </p:nvSpPr>
        <p:spPr>
          <a:xfrm>
            <a:off x="8897375" y="3084421"/>
            <a:ext cx="529840" cy="5298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직사각형 113">
            <a:extLst>
              <a:ext uri="{FF2B5EF4-FFF2-40B4-BE49-F238E27FC236}">
                <a16:creationId xmlns:a16="http://schemas.microsoft.com/office/drawing/2014/main" id="{48AEA1C0-D06A-4D3E-B66B-17819DBC2008}"/>
              </a:ext>
            </a:extLst>
          </p:cNvPr>
          <p:cNvSpPr>
            <a:spLocks noChangeArrowheads="1"/>
          </p:cNvSpPr>
          <p:nvPr/>
        </p:nvSpPr>
        <p:spPr bwMode="auto">
          <a:xfrm>
            <a:off x="9733550" y="3152515"/>
            <a:ext cx="1085511" cy="400110"/>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000" b="1" spc="300" dirty="0">
                <a:solidFill>
                  <a:schemeClr val="bg1"/>
                </a:solidFill>
                <a:cs typeface="Arial" charset="0"/>
              </a:rPr>
              <a:t>5th</a:t>
            </a:r>
            <a:endParaRPr lang="ko-KR" altLang="en-US" sz="2000" spc="300" dirty="0">
              <a:solidFill>
                <a:schemeClr val="bg1"/>
              </a:solidFill>
            </a:endParaRPr>
          </a:p>
        </p:txBody>
      </p:sp>
      <p:sp>
        <p:nvSpPr>
          <p:cNvPr id="19" name="직사각형 18">
            <a:extLst>
              <a:ext uri="{FF2B5EF4-FFF2-40B4-BE49-F238E27FC236}">
                <a16:creationId xmlns:a16="http://schemas.microsoft.com/office/drawing/2014/main" id="{E6EC5B8C-444B-4B48-AB4F-E43E06A09D79}"/>
              </a:ext>
            </a:extLst>
          </p:cNvPr>
          <p:cNvSpPr>
            <a:spLocks noChangeArrowheads="1"/>
          </p:cNvSpPr>
          <p:nvPr/>
        </p:nvSpPr>
        <p:spPr bwMode="auto">
          <a:xfrm>
            <a:off x="7564766" y="3152515"/>
            <a:ext cx="1085511" cy="400110"/>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000" b="1" spc="300" dirty="0">
                <a:solidFill>
                  <a:schemeClr val="bg1"/>
                </a:solidFill>
                <a:cs typeface="Arial" charset="0"/>
              </a:rPr>
              <a:t>4th</a:t>
            </a:r>
            <a:endParaRPr lang="ko-KR" altLang="en-US" sz="2000" spc="300" dirty="0">
              <a:solidFill>
                <a:schemeClr val="bg1"/>
              </a:solidFill>
            </a:endParaRPr>
          </a:p>
        </p:txBody>
      </p:sp>
      <p:sp>
        <p:nvSpPr>
          <p:cNvPr id="20" name="직사각형 113">
            <a:extLst>
              <a:ext uri="{FF2B5EF4-FFF2-40B4-BE49-F238E27FC236}">
                <a16:creationId xmlns:a16="http://schemas.microsoft.com/office/drawing/2014/main" id="{27BA08C7-D789-457D-BF03-34BB716E357C}"/>
              </a:ext>
            </a:extLst>
          </p:cNvPr>
          <p:cNvSpPr>
            <a:spLocks noChangeArrowheads="1"/>
          </p:cNvSpPr>
          <p:nvPr/>
        </p:nvSpPr>
        <p:spPr bwMode="auto">
          <a:xfrm>
            <a:off x="5395981" y="3152515"/>
            <a:ext cx="1085511" cy="400110"/>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000" b="1" spc="300" dirty="0">
                <a:solidFill>
                  <a:schemeClr val="bg1"/>
                </a:solidFill>
                <a:cs typeface="Arial" charset="0"/>
              </a:rPr>
              <a:t>3rd</a:t>
            </a:r>
            <a:endParaRPr lang="ko-KR" altLang="en-US" sz="2000" spc="300" dirty="0">
              <a:solidFill>
                <a:schemeClr val="bg1"/>
              </a:solidFill>
            </a:endParaRPr>
          </a:p>
        </p:txBody>
      </p:sp>
      <p:sp>
        <p:nvSpPr>
          <p:cNvPr id="21" name="직사각형 113">
            <a:extLst>
              <a:ext uri="{FF2B5EF4-FFF2-40B4-BE49-F238E27FC236}">
                <a16:creationId xmlns:a16="http://schemas.microsoft.com/office/drawing/2014/main" id="{2EAA75F8-1346-4551-B590-F96E8499F136}"/>
              </a:ext>
            </a:extLst>
          </p:cNvPr>
          <p:cNvSpPr>
            <a:spLocks noChangeArrowheads="1"/>
          </p:cNvSpPr>
          <p:nvPr/>
        </p:nvSpPr>
        <p:spPr bwMode="auto">
          <a:xfrm>
            <a:off x="3227196" y="3152515"/>
            <a:ext cx="1085511" cy="400110"/>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000" b="1" spc="300" dirty="0">
                <a:solidFill>
                  <a:schemeClr val="bg1"/>
                </a:solidFill>
                <a:cs typeface="Arial" charset="0"/>
              </a:rPr>
              <a:t>2nd</a:t>
            </a:r>
            <a:endParaRPr lang="ko-KR" altLang="en-US" sz="2000" spc="300" dirty="0">
              <a:solidFill>
                <a:schemeClr val="bg1"/>
              </a:solidFill>
            </a:endParaRPr>
          </a:p>
        </p:txBody>
      </p:sp>
      <p:sp>
        <p:nvSpPr>
          <p:cNvPr id="22" name="직사각형 113">
            <a:extLst>
              <a:ext uri="{FF2B5EF4-FFF2-40B4-BE49-F238E27FC236}">
                <a16:creationId xmlns:a16="http://schemas.microsoft.com/office/drawing/2014/main" id="{B3E2D9EA-240E-4CE5-8E87-BD5F0E3A9264}"/>
              </a:ext>
            </a:extLst>
          </p:cNvPr>
          <p:cNvSpPr>
            <a:spLocks noChangeArrowheads="1"/>
          </p:cNvSpPr>
          <p:nvPr/>
        </p:nvSpPr>
        <p:spPr bwMode="auto">
          <a:xfrm>
            <a:off x="1058411" y="3152515"/>
            <a:ext cx="1085511" cy="400110"/>
          </a:xfrm>
          <a:prstGeom prst="rect">
            <a:avLst/>
          </a:prstGeom>
          <a:noFill/>
          <a:ln w="9525">
            <a:noFill/>
            <a:miter lim="800000"/>
            <a:headEnd/>
            <a:tailEnd/>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2000" b="1" spc="300" dirty="0">
                <a:solidFill>
                  <a:schemeClr val="bg1"/>
                </a:solidFill>
                <a:cs typeface="Arial" charset="0"/>
              </a:rPr>
              <a:t>1st</a:t>
            </a:r>
            <a:endParaRPr lang="ko-KR" altLang="en-US" sz="2000" spc="300" dirty="0">
              <a:solidFill>
                <a:schemeClr val="bg1"/>
              </a:solidFill>
            </a:endParaRPr>
          </a:p>
        </p:txBody>
      </p:sp>
      <p:sp>
        <p:nvSpPr>
          <p:cNvPr id="23" name="Rounded Rectangle 5">
            <a:extLst>
              <a:ext uri="{FF2B5EF4-FFF2-40B4-BE49-F238E27FC236}">
                <a16:creationId xmlns:a16="http://schemas.microsoft.com/office/drawing/2014/main" id="{8D0999EB-A645-4D63-A153-D02F4F942C34}"/>
              </a:ext>
            </a:extLst>
          </p:cNvPr>
          <p:cNvSpPr/>
          <p:nvPr/>
        </p:nvSpPr>
        <p:spPr>
          <a:xfrm flipH="1">
            <a:off x="4719733" y="3241055"/>
            <a:ext cx="288616" cy="238090"/>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4" name="Rectangle 9">
            <a:extLst>
              <a:ext uri="{FF2B5EF4-FFF2-40B4-BE49-F238E27FC236}">
                <a16:creationId xmlns:a16="http://schemas.microsoft.com/office/drawing/2014/main" id="{566087B8-6BF8-440D-9092-4D14545D700D}"/>
              </a:ext>
            </a:extLst>
          </p:cNvPr>
          <p:cNvSpPr/>
          <p:nvPr/>
        </p:nvSpPr>
        <p:spPr>
          <a:xfrm>
            <a:off x="9020711" y="3193695"/>
            <a:ext cx="288618" cy="288148"/>
          </a:xfrm>
          <a:custGeom>
            <a:avLst/>
            <a:gdLst/>
            <a:ahLst/>
            <a:cxnLst/>
            <a:rect l="l" t="t" r="r" b="b"/>
            <a:pathLst>
              <a:path w="3228210" h="3222968">
                <a:moveTo>
                  <a:pt x="1619999" y="642446"/>
                </a:moveTo>
                <a:lnTo>
                  <a:pt x="2664115" y="1686562"/>
                </a:lnTo>
                <a:lnTo>
                  <a:pt x="2664116" y="1686562"/>
                </a:lnTo>
                <a:lnTo>
                  <a:pt x="2664116" y="3222968"/>
                </a:lnTo>
                <a:lnTo>
                  <a:pt x="2015013" y="3222968"/>
                </a:lnTo>
                <a:lnTo>
                  <a:pt x="2015013" y="2511495"/>
                </a:lnTo>
                <a:cubicBezTo>
                  <a:pt x="2015013" y="2399422"/>
                  <a:pt x="1924159" y="2308568"/>
                  <a:pt x="1812086" y="2308568"/>
                </a:cubicBezTo>
                <a:lnTo>
                  <a:pt x="1427912" y="2308568"/>
                </a:lnTo>
                <a:cubicBezTo>
                  <a:pt x="1315839" y="2308568"/>
                  <a:pt x="1224985" y="2399422"/>
                  <a:pt x="1224985" y="2511495"/>
                </a:cubicBezTo>
                <a:lnTo>
                  <a:pt x="1224985" y="3222968"/>
                </a:lnTo>
                <a:lnTo>
                  <a:pt x="575882" y="3222968"/>
                </a:lnTo>
                <a:lnTo>
                  <a:pt x="575882" y="1686562"/>
                </a:lnTo>
                <a:lnTo>
                  <a:pt x="575884" y="1686562"/>
                </a:lnTo>
                <a:close/>
                <a:moveTo>
                  <a:pt x="509997" y="122689"/>
                </a:moveTo>
                <a:lnTo>
                  <a:pt x="942045" y="122689"/>
                </a:lnTo>
                <a:lnTo>
                  <a:pt x="942045" y="542556"/>
                </a:lnTo>
                <a:lnTo>
                  <a:pt x="509997" y="974604"/>
                </a:lnTo>
                <a:close/>
                <a:moveTo>
                  <a:pt x="1620001" y="7099"/>
                </a:moveTo>
                <a:lnTo>
                  <a:pt x="3228210" y="1686560"/>
                </a:lnTo>
                <a:lnTo>
                  <a:pt x="2900441" y="1686560"/>
                </a:lnTo>
                <a:lnTo>
                  <a:pt x="1620001" y="349390"/>
                </a:lnTo>
                <a:close/>
                <a:moveTo>
                  <a:pt x="1619999" y="0"/>
                </a:moveTo>
                <a:lnTo>
                  <a:pt x="1619999" y="342291"/>
                </a:lnTo>
                <a:lnTo>
                  <a:pt x="330172" y="1679462"/>
                </a:lnTo>
                <a:lnTo>
                  <a:pt x="0" y="167946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5" name="Freeform 18">
            <a:extLst>
              <a:ext uri="{FF2B5EF4-FFF2-40B4-BE49-F238E27FC236}">
                <a16:creationId xmlns:a16="http://schemas.microsoft.com/office/drawing/2014/main" id="{5612585D-3280-453D-B071-84BD5BF49775}"/>
              </a:ext>
            </a:extLst>
          </p:cNvPr>
          <p:cNvSpPr/>
          <p:nvPr/>
        </p:nvSpPr>
        <p:spPr>
          <a:xfrm>
            <a:off x="2493480" y="3177214"/>
            <a:ext cx="338086" cy="272859"/>
          </a:xfrm>
          <a:custGeom>
            <a:avLst/>
            <a:gdLst/>
            <a:ahLst/>
            <a:cxnLst/>
            <a:rect l="l" t="t" r="r" b="b"/>
            <a:pathLst>
              <a:path w="3307788" h="2669631">
                <a:moveTo>
                  <a:pt x="2793832" y="1478391"/>
                </a:moveTo>
                <a:cubicBezTo>
                  <a:pt x="2772990" y="1635402"/>
                  <a:pt x="2717678" y="1784517"/>
                  <a:pt x="2633007" y="1915952"/>
                </a:cubicBezTo>
                <a:cubicBezTo>
                  <a:pt x="2695386" y="1951862"/>
                  <a:pt x="2772768" y="1955673"/>
                  <a:pt x="2841607" y="1924185"/>
                </a:cubicBezTo>
                <a:cubicBezTo>
                  <a:pt x="2943442" y="1877605"/>
                  <a:pt x="2999062" y="1766364"/>
                  <a:pt x="2975226" y="1656948"/>
                </a:cubicBezTo>
                <a:cubicBezTo>
                  <a:pt x="2955176" y="1564911"/>
                  <a:pt x="2883463" y="1495086"/>
                  <a:pt x="2793832" y="1478391"/>
                </a:cubicBezTo>
                <a:close/>
                <a:moveTo>
                  <a:pt x="2807611" y="1247700"/>
                </a:moveTo>
                <a:lnTo>
                  <a:pt x="2807472" y="1256060"/>
                </a:lnTo>
                <a:cubicBezTo>
                  <a:pt x="2994195" y="1281771"/>
                  <a:pt x="3148201" y="1421768"/>
                  <a:pt x="3189276" y="1610317"/>
                </a:cubicBezTo>
                <a:cubicBezTo>
                  <a:pt x="3235041" y="1820393"/>
                  <a:pt x="3128252" y="2033972"/>
                  <a:pt x="2932732" y="2123406"/>
                </a:cubicBezTo>
                <a:cubicBezTo>
                  <a:pt x="2789297" y="2189015"/>
                  <a:pt x="2626543" y="2174805"/>
                  <a:pt x="2499470" y="2094044"/>
                </a:cubicBezTo>
                <a:cubicBezTo>
                  <a:pt x="2427194" y="2172627"/>
                  <a:pt x="2343030" y="2241391"/>
                  <a:pt x="2248861" y="2297980"/>
                </a:cubicBezTo>
                <a:cubicBezTo>
                  <a:pt x="2178351" y="2340352"/>
                  <a:pt x="2104446" y="2374567"/>
                  <a:pt x="2027600" y="2398134"/>
                </a:cubicBezTo>
                <a:lnTo>
                  <a:pt x="3307788" y="2397615"/>
                </a:lnTo>
                <a:cubicBezTo>
                  <a:pt x="3265361" y="2549905"/>
                  <a:pt x="2537441" y="2669620"/>
                  <a:pt x="1653814" y="2669631"/>
                </a:cubicBezTo>
                <a:cubicBezTo>
                  <a:pt x="773102" y="2669642"/>
                  <a:pt x="46417" y="2550707"/>
                  <a:pt x="0" y="2398955"/>
                </a:cubicBezTo>
                <a:lnTo>
                  <a:pt x="1280678" y="2398436"/>
                </a:lnTo>
                <a:cubicBezTo>
                  <a:pt x="1203764" y="2374915"/>
                  <a:pt x="1129786" y="2340732"/>
                  <a:pt x="1059201" y="2298380"/>
                </a:cubicBezTo>
                <a:cubicBezTo>
                  <a:pt x="693039" y="2078675"/>
                  <a:pt x="477900" y="1674935"/>
                  <a:pt x="499745" y="1248476"/>
                </a:cubicBezTo>
                <a:close/>
                <a:moveTo>
                  <a:pt x="1331611" y="201752"/>
                </a:moveTo>
                <a:cubicBezTo>
                  <a:pt x="1206335" y="290902"/>
                  <a:pt x="1124761" y="308382"/>
                  <a:pt x="1132336" y="435988"/>
                </a:cubicBezTo>
                <a:cubicBezTo>
                  <a:pt x="1160888" y="640507"/>
                  <a:pt x="1527973" y="617783"/>
                  <a:pt x="1498839" y="840365"/>
                </a:cubicBezTo>
                <a:cubicBezTo>
                  <a:pt x="1455138" y="960979"/>
                  <a:pt x="1395705" y="987199"/>
                  <a:pt x="1213910" y="1052459"/>
                </a:cubicBezTo>
                <a:cubicBezTo>
                  <a:pt x="1331028" y="972050"/>
                  <a:pt x="1364241" y="921357"/>
                  <a:pt x="1360745" y="809484"/>
                </a:cubicBezTo>
                <a:cubicBezTo>
                  <a:pt x="1360746" y="646916"/>
                  <a:pt x="1111360" y="626523"/>
                  <a:pt x="1020462" y="495421"/>
                </a:cubicBezTo>
                <a:cubicBezTo>
                  <a:pt x="941218" y="374224"/>
                  <a:pt x="1061250" y="280996"/>
                  <a:pt x="1331611" y="201752"/>
                </a:cubicBezTo>
                <a:close/>
                <a:moveTo>
                  <a:pt x="2164365" y="80223"/>
                </a:moveTo>
                <a:cubicBezTo>
                  <a:pt x="2021192" y="182108"/>
                  <a:pt x="1927964" y="202086"/>
                  <a:pt x="1936621" y="347922"/>
                </a:cubicBezTo>
                <a:cubicBezTo>
                  <a:pt x="1969252" y="581657"/>
                  <a:pt x="2388778" y="555687"/>
                  <a:pt x="2355482" y="810066"/>
                </a:cubicBezTo>
                <a:cubicBezTo>
                  <a:pt x="2305538" y="947910"/>
                  <a:pt x="2237615" y="977876"/>
                  <a:pt x="2029849" y="1052459"/>
                </a:cubicBezTo>
                <a:cubicBezTo>
                  <a:pt x="2163698" y="960563"/>
                  <a:pt x="2201656" y="902628"/>
                  <a:pt x="2197660" y="774773"/>
                </a:cubicBezTo>
                <a:cubicBezTo>
                  <a:pt x="2197661" y="588982"/>
                  <a:pt x="1912649" y="565676"/>
                  <a:pt x="1808765" y="415844"/>
                </a:cubicBezTo>
                <a:cubicBezTo>
                  <a:pt x="1718201" y="277334"/>
                  <a:pt x="1855380" y="170787"/>
                  <a:pt x="2164365" y="80223"/>
                </a:cubicBezTo>
                <a:close/>
                <a:moveTo>
                  <a:pt x="1754169" y="0"/>
                </a:moveTo>
                <a:cubicBezTo>
                  <a:pt x="1583512" y="121444"/>
                  <a:pt x="1472387" y="145257"/>
                  <a:pt x="1482706" y="319088"/>
                </a:cubicBezTo>
                <a:cubicBezTo>
                  <a:pt x="1521601" y="597693"/>
                  <a:pt x="2021663" y="566738"/>
                  <a:pt x="1981975" y="869950"/>
                </a:cubicBezTo>
                <a:cubicBezTo>
                  <a:pt x="1922443" y="1034256"/>
                  <a:pt x="1841481" y="1069974"/>
                  <a:pt x="1593831" y="1158875"/>
                </a:cubicBezTo>
                <a:cubicBezTo>
                  <a:pt x="1753374" y="1049338"/>
                  <a:pt x="1798619" y="980281"/>
                  <a:pt x="1793856" y="827882"/>
                </a:cubicBezTo>
                <a:cubicBezTo>
                  <a:pt x="1793857" y="606424"/>
                  <a:pt x="1454132" y="578644"/>
                  <a:pt x="1330306" y="400050"/>
                </a:cubicBezTo>
                <a:cubicBezTo>
                  <a:pt x="1222356" y="234950"/>
                  <a:pt x="1385869" y="107950"/>
                  <a:pt x="1754169"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6" name="Block Arc 25">
            <a:extLst>
              <a:ext uri="{FF2B5EF4-FFF2-40B4-BE49-F238E27FC236}">
                <a16:creationId xmlns:a16="http://schemas.microsoft.com/office/drawing/2014/main" id="{7322A43B-565A-4FD1-BF3C-7C80CEA5B677}"/>
              </a:ext>
            </a:extLst>
          </p:cNvPr>
          <p:cNvSpPr/>
          <p:nvPr/>
        </p:nvSpPr>
        <p:spPr>
          <a:xfrm>
            <a:off x="6921764" y="3185559"/>
            <a:ext cx="203217" cy="293586"/>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grpSp>
        <p:nvGrpSpPr>
          <p:cNvPr id="28" name="Group 35">
            <a:extLst>
              <a:ext uri="{FF2B5EF4-FFF2-40B4-BE49-F238E27FC236}">
                <a16:creationId xmlns:a16="http://schemas.microsoft.com/office/drawing/2014/main" id="{4E4AA91B-4619-4C48-B607-8B20A4D1AB11}"/>
              </a:ext>
            </a:extLst>
          </p:cNvPr>
          <p:cNvGrpSpPr/>
          <p:nvPr/>
        </p:nvGrpSpPr>
        <p:grpSpPr>
          <a:xfrm>
            <a:off x="610688" y="3496244"/>
            <a:ext cx="1877552" cy="2648458"/>
            <a:chOff x="1529581" y="4066647"/>
            <a:chExt cx="3232715" cy="2648458"/>
          </a:xfrm>
        </p:grpSpPr>
        <p:sp>
          <p:nvSpPr>
            <p:cNvPr id="29" name="TextBox 28">
              <a:extLst>
                <a:ext uri="{FF2B5EF4-FFF2-40B4-BE49-F238E27FC236}">
                  <a16:creationId xmlns:a16="http://schemas.microsoft.com/office/drawing/2014/main" id="{4EBCA701-2EC4-4ABB-8AD1-CEA6317FE055}"/>
                </a:ext>
              </a:extLst>
            </p:cNvPr>
            <p:cNvSpPr txBox="1"/>
            <p:nvPr/>
          </p:nvSpPr>
          <p:spPr>
            <a:xfrm>
              <a:off x="1529581" y="5330110"/>
              <a:ext cx="3232715" cy="1384995"/>
            </a:xfrm>
            <a:prstGeom prst="rect">
              <a:avLst/>
            </a:prstGeom>
            <a:noFill/>
          </p:spPr>
          <p:txBody>
            <a:bodyPr wrap="square" rtlCol="0">
              <a:spAutoFit/>
            </a:bodyPr>
            <a:lstStyle/>
            <a:p>
              <a:r>
                <a:rPr lang="en-US" altLang="ko-KR" sz="1400" dirty="0" smtClean="0">
                  <a:solidFill>
                    <a:schemeClr val="tx1">
                      <a:lumMod val="85000"/>
                      <a:lumOff val="15000"/>
                    </a:schemeClr>
                  </a:solidFill>
                  <a:cs typeface="Arial" pitchFamily="34" charset="0"/>
                </a:rPr>
                <a:t>Lifelong learner with experience in website development, project management and user-centered designs</a:t>
              </a:r>
              <a:endParaRPr lang="ko-KR" altLang="en-US" sz="1400" dirty="0">
                <a:solidFill>
                  <a:schemeClr val="tx1">
                    <a:lumMod val="85000"/>
                    <a:lumOff val="15000"/>
                  </a:schemeClr>
                </a:solidFill>
                <a:cs typeface="Arial" pitchFamily="34" charset="0"/>
              </a:endParaRPr>
            </a:p>
          </p:txBody>
        </p:sp>
        <p:sp>
          <p:nvSpPr>
            <p:cNvPr id="30" name="TextBox 29">
              <a:extLst>
                <a:ext uri="{FF2B5EF4-FFF2-40B4-BE49-F238E27FC236}">
                  <a16:creationId xmlns:a16="http://schemas.microsoft.com/office/drawing/2014/main" id="{DA57101C-C2DE-4B0A-9850-068B95EE1EBB}"/>
                </a:ext>
              </a:extLst>
            </p:cNvPr>
            <p:cNvSpPr txBox="1"/>
            <p:nvPr/>
          </p:nvSpPr>
          <p:spPr>
            <a:xfrm>
              <a:off x="1829656" y="4066647"/>
              <a:ext cx="2691170" cy="923330"/>
            </a:xfrm>
            <a:prstGeom prst="rect">
              <a:avLst/>
            </a:prstGeom>
            <a:noFill/>
          </p:spPr>
          <p:txBody>
            <a:bodyPr wrap="square" rtlCol="0" anchor="ctr">
              <a:spAutoFit/>
            </a:bodyPr>
            <a:lstStyle/>
            <a:p>
              <a:r>
                <a:rPr lang="en-US" altLang="ko-KR" b="1" dirty="0" smtClean="0">
                  <a:solidFill>
                    <a:schemeClr val="tx1">
                      <a:lumMod val="85000"/>
                      <a:lumOff val="15000"/>
                    </a:schemeClr>
                  </a:solidFill>
                  <a:cs typeface="Arial" pitchFamily="34" charset="0"/>
                </a:rPr>
                <a:t>Priviledge </a:t>
              </a:r>
              <a:r>
                <a:rPr lang="en-US" altLang="ko-KR" b="1" dirty="0" err="1" smtClean="0">
                  <a:solidFill>
                    <a:schemeClr val="tx1">
                      <a:lumMod val="85000"/>
                      <a:lumOff val="15000"/>
                    </a:schemeClr>
                  </a:solidFill>
                  <a:cs typeface="Arial" pitchFamily="34" charset="0"/>
                </a:rPr>
                <a:t>Mabiza</a:t>
              </a:r>
              <a:r>
                <a:rPr lang="en-US" altLang="ko-KR" b="1" dirty="0" smtClean="0">
                  <a:solidFill>
                    <a:schemeClr val="tx1">
                      <a:lumMod val="85000"/>
                      <a:lumOff val="15000"/>
                    </a:schemeClr>
                  </a:solidFill>
                  <a:cs typeface="Arial" pitchFamily="34" charset="0"/>
                </a:rPr>
                <a:t>: </a:t>
              </a:r>
            </a:p>
            <a:p>
              <a:r>
                <a:rPr lang="en-US" altLang="ko-KR" b="1" dirty="0" smtClean="0">
                  <a:solidFill>
                    <a:schemeClr val="tx1">
                      <a:lumMod val="85000"/>
                      <a:lumOff val="15000"/>
                    </a:schemeClr>
                  </a:solidFill>
                  <a:cs typeface="Arial" pitchFamily="34" charset="0"/>
                </a:rPr>
                <a:t>Team Lead</a:t>
              </a:r>
              <a:endParaRPr lang="ko-KR" altLang="en-US" b="1" dirty="0">
                <a:solidFill>
                  <a:schemeClr val="tx1">
                    <a:lumMod val="85000"/>
                    <a:lumOff val="15000"/>
                  </a:schemeClr>
                </a:solidFill>
                <a:cs typeface="Arial" pitchFamily="34" charset="0"/>
              </a:endParaRPr>
            </a:p>
          </p:txBody>
        </p:sp>
      </p:grpSp>
      <p:grpSp>
        <p:nvGrpSpPr>
          <p:cNvPr id="31" name="Group 36">
            <a:extLst>
              <a:ext uri="{FF2B5EF4-FFF2-40B4-BE49-F238E27FC236}">
                <a16:creationId xmlns:a16="http://schemas.microsoft.com/office/drawing/2014/main" id="{CC006DB8-3E9F-4363-A8EC-7F3113E4B5CE}"/>
              </a:ext>
            </a:extLst>
          </p:cNvPr>
          <p:cNvGrpSpPr/>
          <p:nvPr/>
        </p:nvGrpSpPr>
        <p:grpSpPr>
          <a:xfrm>
            <a:off x="3009525" y="3610858"/>
            <a:ext cx="1627431" cy="3359480"/>
            <a:chOff x="1868030" y="4271188"/>
            <a:chExt cx="2802064" cy="3359480"/>
          </a:xfrm>
        </p:grpSpPr>
        <p:sp>
          <p:nvSpPr>
            <p:cNvPr id="32" name="TextBox 31">
              <a:extLst>
                <a:ext uri="{FF2B5EF4-FFF2-40B4-BE49-F238E27FC236}">
                  <a16:creationId xmlns:a16="http://schemas.microsoft.com/office/drawing/2014/main" id="{95AF88CF-7A1B-4AF2-A81E-8530A513192E}"/>
                </a:ext>
              </a:extLst>
            </p:cNvPr>
            <p:cNvSpPr txBox="1"/>
            <p:nvPr/>
          </p:nvSpPr>
          <p:spPr>
            <a:xfrm>
              <a:off x="1978924" y="5383899"/>
              <a:ext cx="2691170" cy="2246769"/>
            </a:xfrm>
            <a:prstGeom prst="rect">
              <a:avLst/>
            </a:prstGeom>
            <a:noFill/>
          </p:spPr>
          <p:txBody>
            <a:bodyPr wrap="square" rtlCol="0">
              <a:spAutoFit/>
            </a:bodyPr>
            <a:lstStyle/>
            <a:p>
              <a:r>
                <a:rPr lang="en-US" altLang="ko-KR" sz="1400" dirty="0">
                  <a:solidFill>
                    <a:schemeClr val="tx1">
                      <a:lumMod val="85000"/>
                      <a:lumOff val="15000"/>
                    </a:schemeClr>
                  </a:solidFill>
                  <a:cs typeface="Arial" pitchFamily="34" charset="0"/>
                </a:rPr>
                <a:t>You can simply impress your audience and add a unique zing and appeal to your Presentations. Easy to change colors, photos and Text.        </a:t>
              </a:r>
              <a:endParaRPr lang="ko-KR" altLang="en-US" sz="1400" dirty="0">
                <a:solidFill>
                  <a:schemeClr val="tx1">
                    <a:lumMod val="85000"/>
                    <a:lumOff val="15000"/>
                  </a:schemeClr>
                </a:solidFill>
                <a:cs typeface="Arial" pitchFamily="34" charset="0"/>
              </a:endParaRPr>
            </a:p>
          </p:txBody>
        </p:sp>
        <p:sp>
          <p:nvSpPr>
            <p:cNvPr id="33" name="TextBox 32">
              <a:extLst>
                <a:ext uri="{FF2B5EF4-FFF2-40B4-BE49-F238E27FC236}">
                  <a16:creationId xmlns:a16="http://schemas.microsoft.com/office/drawing/2014/main" id="{A137E29D-8CA3-49FA-9E5E-337F6F0EB4C8}"/>
                </a:ext>
              </a:extLst>
            </p:cNvPr>
            <p:cNvSpPr txBox="1"/>
            <p:nvPr/>
          </p:nvSpPr>
          <p:spPr>
            <a:xfrm>
              <a:off x="1868030" y="4271188"/>
              <a:ext cx="2691169" cy="1077218"/>
            </a:xfrm>
            <a:prstGeom prst="rect">
              <a:avLst/>
            </a:prstGeom>
            <a:noFill/>
          </p:spPr>
          <p:txBody>
            <a:bodyPr wrap="square" rtlCol="0" anchor="ctr">
              <a:spAutoFit/>
            </a:bodyPr>
            <a:lstStyle/>
            <a:p>
              <a:r>
                <a:rPr lang="en-US" altLang="ko-KR" sz="1600" b="1" dirty="0" err="1" smtClean="0">
                  <a:solidFill>
                    <a:schemeClr val="tx1">
                      <a:lumMod val="85000"/>
                      <a:lumOff val="15000"/>
                    </a:schemeClr>
                  </a:solidFill>
                  <a:cs typeface="Arial" pitchFamily="34" charset="0"/>
                </a:rPr>
                <a:t>Lumo</a:t>
              </a:r>
              <a:r>
                <a:rPr lang="en-US" altLang="ko-KR" sz="1600" b="1" dirty="0" smtClean="0">
                  <a:solidFill>
                    <a:schemeClr val="tx1">
                      <a:lumMod val="85000"/>
                      <a:lumOff val="15000"/>
                    </a:schemeClr>
                  </a:solidFill>
                  <a:cs typeface="Arial" pitchFamily="34" charset="0"/>
                </a:rPr>
                <a:t> </a:t>
              </a:r>
              <a:r>
                <a:rPr lang="en-US" altLang="ko-KR" sz="1600" b="1" dirty="0" err="1" smtClean="0">
                  <a:solidFill>
                    <a:schemeClr val="tx1">
                      <a:lumMod val="85000"/>
                      <a:lumOff val="15000"/>
                    </a:schemeClr>
                  </a:solidFill>
                  <a:cs typeface="Arial" pitchFamily="34" charset="0"/>
                </a:rPr>
                <a:t>Godloza</a:t>
              </a:r>
              <a:r>
                <a:rPr lang="en-US" altLang="ko-KR" sz="1600" b="1" dirty="0" smtClean="0">
                  <a:solidFill>
                    <a:schemeClr val="tx1">
                      <a:lumMod val="85000"/>
                      <a:lumOff val="15000"/>
                    </a:schemeClr>
                  </a:solidFill>
                  <a:cs typeface="Arial" pitchFamily="34" charset="0"/>
                </a:rPr>
                <a:t>: Main Developer</a:t>
              </a:r>
              <a:endParaRPr lang="ko-KR" altLang="en-US" sz="1600" b="1" dirty="0">
                <a:solidFill>
                  <a:schemeClr val="tx1">
                    <a:lumMod val="85000"/>
                    <a:lumOff val="15000"/>
                  </a:schemeClr>
                </a:solidFill>
                <a:cs typeface="Arial" pitchFamily="34" charset="0"/>
              </a:endParaRPr>
            </a:p>
          </p:txBody>
        </p:sp>
      </p:grpSp>
      <p:grpSp>
        <p:nvGrpSpPr>
          <p:cNvPr id="34" name="Group 39">
            <a:extLst>
              <a:ext uri="{FF2B5EF4-FFF2-40B4-BE49-F238E27FC236}">
                <a16:creationId xmlns:a16="http://schemas.microsoft.com/office/drawing/2014/main" id="{64000D5D-6542-4EF6-AABB-E78B5439C40D}"/>
              </a:ext>
            </a:extLst>
          </p:cNvPr>
          <p:cNvGrpSpPr/>
          <p:nvPr/>
        </p:nvGrpSpPr>
        <p:grpSpPr>
          <a:xfrm>
            <a:off x="5106986" y="3677032"/>
            <a:ext cx="1736415" cy="3284477"/>
            <a:chOff x="1747297" y="4178732"/>
            <a:chExt cx="2989709" cy="3284477"/>
          </a:xfrm>
        </p:grpSpPr>
        <p:sp>
          <p:nvSpPr>
            <p:cNvPr id="35" name="TextBox 34">
              <a:extLst>
                <a:ext uri="{FF2B5EF4-FFF2-40B4-BE49-F238E27FC236}">
                  <a16:creationId xmlns:a16="http://schemas.microsoft.com/office/drawing/2014/main" id="{E6159E79-74DE-4457-8B37-0A5E367C666D}"/>
                </a:ext>
              </a:extLst>
            </p:cNvPr>
            <p:cNvSpPr txBox="1"/>
            <p:nvPr/>
          </p:nvSpPr>
          <p:spPr>
            <a:xfrm>
              <a:off x="1995301" y="5216440"/>
              <a:ext cx="2691169" cy="2246769"/>
            </a:xfrm>
            <a:prstGeom prst="rect">
              <a:avLst/>
            </a:prstGeom>
            <a:noFill/>
          </p:spPr>
          <p:txBody>
            <a:bodyPr wrap="square" rtlCol="0">
              <a:spAutoFit/>
            </a:bodyPr>
            <a:lstStyle/>
            <a:p>
              <a:r>
                <a:rPr lang="en-US" altLang="ko-KR" sz="1400" dirty="0">
                  <a:solidFill>
                    <a:schemeClr val="tx1">
                      <a:lumMod val="85000"/>
                      <a:lumOff val="15000"/>
                    </a:schemeClr>
                  </a:solidFill>
                  <a:cs typeface="Arial" pitchFamily="34" charset="0"/>
                </a:rPr>
                <a:t>You can simply impress your audience and add a unique zing and appeal to your Presentations. Easy to change colors, photos and Text.        </a:t>
              </a:r>
              <a:endParaRPr lang="ko-KR" altLang="en-US" sz="1400" dirty="0">
                <a:solidFill>
                  <a:schemeClr val="tx1">
                    <a:lumMod val="85000"/>
                    <a:lumOff val="15000"/>
                  </a:schemeClr>
                </a:solidFill>
                <a:cs typeface="Arial" pitchFamily="34" charset="0"/>
              </a:endParaRPr>
            </a:p>
          </p:txBody>
        </p:sp>
        <p:sp>
          <p:nvSpPr>
            <p:cNvPr id="36" name="TextBox 35">
              <a:extLst>
                <a:ext uri="{FF2B5EF4-FFF2-40B4-BE49-F238E27FC236}">
                  <a16:creationId xmlns:a16="http://schemas.microsoft.com/office/drawing/2014/main" id="{F60777EB-BF7D-4444-A61A-4904036F6DB2}"/>
                </a:ext>
              </a:extLst>
            </p:cNvPr>
            <p:cNvSpPr txBox="1"/>
            <p:nvPr/>
          </p:nvSpPr>
          <p:spPr>
            <a:xfrm>
              <a:off x="1747297" y="4178732"/>
              <a:ext cx="2989709" cy="830997"/>
            </a:xfrm>
            <a:prstGeom prst="rect">
              <a:avLst/>
            </a:prstGeom>
            <a:noFill/>
          </p:spPr>
          <p:txBody>
            <a:bodyPr wrap="square" rtlCol="0" anchor="ctr">
              <a:spAutoFit/>
            </a:bodyPr>
            <a:lstStyle/>
            <a:p>
              <a:r>
                <a:rPr lang="en-US" altLang="ko-KR" sz="1600" b="1" dirty="0" err="1" smtClean="0">
                  <a:solidFill>
                    <a:schemeClr val="tx1">
                      <a:lumMod val="85000"/>
                      <a:lumOff val="15000"/>
                    </a:schemeClr>
                  </a:solidFill>
                  <a:cs typeface="Arial" pitchFamily="34" charset="0"/>
                </a:rPr>
                <a:t>Namhla</a:t>
              </a:r>
              <a:r>
                <a:rPr lang="en-US" altLang="ko-KR" sz="1600" b="1" dirty="0" smtClean="0">
                  <a:solidFill>
                    <a:schemeClr val="tx1">
                      <a:lumMod val="85000"/>
                      <a:lumOff val="15000"/>
                    </a:schemeClr>
                  </a:solidFill>
                  <a:cs typeface="Arial" pitchFamily="34" charset="0"/>
                </a:rPr>
                <a:t> </a:t>
              </a:r>
              <a:r>
                <a:rPr lang="en-US" altLang="ko-KR" sz="1600" b="1" dirty="0" err="1" smtClean="0">
                  <a:solidFill>
                    <a:schemeClr val="tx1">
                      <a:lumMod val="85000"/>
                      <a:lumOff val="15000"/>
                    </a:schemeClr>
                  </a:solidFill>
                  <a:cs typeface="Arial" pitchFamily="34" charset="0"/>
                </a:rPr>
                <a:t>Lingela</a:t>
              </a:r>
              <a:r>
                <a:rPr lang="en-US" altLang="ko-KR" sz="1600" b="1" dirty="0" smtClean="0">
                  <a:solidFill>
                    <a:schemeClr val="tx1">
                      <a:lumMod val="85000"/>
                      <a:lumOff val="15000"/>
                    </a:schemeClr>
                  </a:solidFill>
                  <a:cs typeface="Arial" pitchFamily="34" charset="0"/>
                </a:rPr>
                <a:t>: Researcher and coordinator</a:t>
              </a:r>
              <a:endParaRPr lang="ko-KR" altLang="en-US" sz="1600" b="1" dirty="0">
                <a:solidFill>
                  <a:schemeClr val="tx1">
                    <a:lumMod val="85000"/>
                    <a:lumOff val="15000"/>
                  </a:schemeClr>
                </a:solidFill>
                <a:cs typeface="Arial" pitchFamily="34" charset="0"/>
              </a:endParaRPr>
            </a:p>
          </p:txBody>
        </p:sp>
      </p:grpSp>
      <p:grpSp>
        <p:nvGrpSpPr>
          <p:cNvPr id="37" name="Group 42">
            <a:extLst>
              <a:ext uri="{FF2B5EF4-FFF2-40B4-BE49-F238E27FC236}">
                <a16:creationId xmlns:a16="http://schemas.microsoft.com/office/drawing/2014/main" id="{74FFEDD6-0DCB-4977-B186-DF9499F480FA}"/>
              </a:ext>
            </a:extLst>
          </p:cNvPr>
          <p:cNvGrpSpPr/>
          <p:nvPr/>
        </p:nvGrpSpPr>
        <p:grpSpPr>
          <a:xfrm>
            <a:off x="7322403" y="3712237"/>
            <a:ext cx="2104812" cy="3183997"/>
            <a:chOff x="1829656" y="4213937"/>
            <a:chExt cx="3624005" cy="3183997"/>
          </a:xfrm>
        </p:grpSpPr>
        <p:sp>
          <p:nvSpPr>
            <p:cNvPr id="38" name="TextBox 37">
              <a:extLst>
                <a:ext uri="{FF2B5EF4-FFF2-40B4-BE49-F238E27FC236}">
                  <a16:creationId xmlns:a16="http://schemas.microsoft.com/office/drawing/2014/main" id="{7041F329-6AC5-4102-96CE-58DAE57DE6A5}"/>
                </a:ext>
              </a:extLst>
            </p:cNvPr>
            <p:cNvSpPr txBox="1"/>
            <p:nvPr/>
          </p:nvSpPr>
          <p:spPr>
            <a:xfrm>
              <a:off x="1900782" y="5151165"/>
              <a:ext cx="2691170" cy="2246769"/>
            </a:xfrm>
            <a:prstGeom prst="rect">
              <a:avLst/>
            </a:prstGeom>
            <a:noFill/>
          </p:spPr>
          <p:txBody>
            <a:bodyPr wrap="square" rtlCol="0">
              <a:spAutoFit/>
            </a:bodyPr>
            <a:lstStyle/>
            <a:p>
              <a:r>
                <a:rPr lang="en-US" altLang="ko-KR" sz="1400" dirty="0">
                  <a:solidFill>
                    <a:schemeClr val="tx1">
                      <a:lumMod val="85000"/>
                      <a:lumOff val="15000"/>
                    </a:schemeClr>
                  </a:solidFill>
                  <a:cs typeface="Arial" pitchFamily="34" charset="0"/>
                </a:rPr>
                <a:t>You can simply impress your audience and add a unique zing and appeal to your Presentations. Easy to change colors, photos and </a:t>
              </a:r>
              <a:r>
                <a:rPr lang="en-US" altLang="ko-KR" sz="1200" dirty="0">
                  <a:solidFill>
                    <a:schemeClr val="tx1">
                      <a:lumMod val="85000"/>
                      <a:lumOff val="15000"/>
                    </a:schemeClr>
                  </a:solidFill>
                  <a:cs typeface="Arial" pitchFamily="34" charset="0"/>
                </a:rPr>
                <a:t>Text.        </a:t>
              </a:r>
              <a:endParaRPr lang="ko-KR" altLang="en-US" sz="1200" dirty="0">
                <a:solidFill>
                  <a:schemeClr val="tx1">
                    <a:lumMod val="85000"/>
                    <a:lumOff val="15000"/>
                  </a:schemeClr>
                </a:solidFill>
                <a:cs typeface="Arial" pitchFamily="34" charset="0"/>
              </a:endParaRPr>
            </a:p>
          </p:txBody>
        </p:sp>
        <p:sp>
          <p:nvSpPr>
            <p:cNvPr id="39" name="TextBox 38">
              <a:extLst>
                <a:ext uri="{FF2B5EF4-FFF2-40B4-BE49-F238E27FC236}">
                  <a16:creationId xmlns:a16="http://schemas.microsoft.com/office/drawing/2014/main" id="{5D9AAAC8-2EBF-4500-B11B-3C2DDA3DDCF0}"/>
                </a:ext>
              </a:extLst>
            </p:cNvPr>
            <p:cNvSpPr txBox="1"/>
            <p:nvPr/>
          </p:nvSpPr>
          <p:spPr>
            <a:xfrm>
              <a:off x="1829656" y="4213937"/>
              <a:ext cx="3624005" cy="830997"/>
            </a:xfrm>
            <a:prstGeom prst="rect">
              <a:avLst/>
            </a:prstGeom>
            <a:noFill/>
          </p:spPr>
          <p:txBody>
            <a:bodyPr wrap="square" rtlCol="0" anchor="ctr">
              <a:spAutoFit/>
            </a:bodyPr>
            <a:lstStyle/>
            <a:p>
              <a:r>
                <a:rPr lang="en-US" altLang="ko-KR" sz="1600" b="1" dirty="0" err="1" smtClean="0">
                  <a:solidFill>
                    <a:schemeClr val="tx1">
                      <a:lumMod val="85000"/>
                      <a:lumOff val="15000"/>
                    </a:schemeClr>
                  </a:solidFill>
                  <a:cs typeface="Arial" pitchFamily="34" charset="0"/>
                </a:rPr>
                <a:t>Asisipho</a:t>
              </a:r>
              <a:r>
                <a:rPr lang="en-US" altLang="ko-KR" sz="1600" b="1" dirty="0" smtClean="0">
                  <a:solidFill>
                    <a:schemeClr val="tx1">
                      <a:lumMod val="85000"/>
                      <a:lumOff val="15000"/>
                    </a:schemeClr>
                  </a:solidFill>
                  <a:cs typeface="Arial" pitchFamily="34" charset="0"/>
                </a:rPr>
                <a:t> </a:t>
              </a:r>
              <a:r>
                <a:rPr lang="en-US" altLang="ko-KR" sz="1600" b="1" dirty="0" err="1" smtClean="0">
                  <a:solidFill>
                    <a:schemeClr val="tx1">
                      <a:lumMod val="85000"/>
                      <a:lumOff val="15000"/>
                    </a:schemeClr>
                  </a:solidFill>
                  <a:cs typeface="Arial" pitchFamily="34" charset="0"/>
                </a:rPr>
                <a:t>Mkencele</a:t>
              </a:r>
              <a:r>
                <a:rPr lang="en-US" altLang="ko-KR" sz="1600" b="1" dirty="0" smtClean="0">
                  <a:solidFill>
                    <a:schemeClr val="tx1">
                      <a:lumMod val="85000"/>
                      <a:lumOff val="15000"/>
                    </a:schemeClr>
                  </a:solidFill>
                  <a:cs typeface="Arial" pitchFamily="34" charset="0"/>
                </a:rPr>
                <a:t>: Designer and Tester</a:t>
              </a:r>
              <a:endParaRPr lang="ko-KR" altLang="en-US" sz="1600" b="1" dirty="0">
                <a:solidFill>
                  <a:schemeClr val="tx1">
                    <a:lumMod val="85000"/>
                    <a:lumOff val="15000"/>
                  </a:schemeClr>
                </a:solidFill>
                <a:cs typeface="Arial" pitchFamily="34" charset="0"/>
              </a:endParaRPr>
            </a:p>
          </p:txBody>
        </p:sp>
      </p:grpSp>
      <p:sp>
        <p:nvSpPr>
          <p:cNvPr id="49" name="Rounded Rectangle 25">
            <a:extLst>
              <a:ext uri="{FF2B5EF4-FFF2-40B4-BE49-F238E27FC236}">
                <a16:creationId xmlns:a16="http://schemas.microsoft.com/office/drawing/2014/main" id="{F04AA222-7986-4875-ACFC-C5042D190A12}"/>
              </a:ext>
            </a:extLst>
          </p:cNvPr>
          <p:cNvSpPr/>
          <p:nvPr/>
        </p:nvSpPr>
        <p:spPr>
          <a:xfrm>
            <a:off x="3422707" y="2151628"/>
            <a:ext cx="941735" cy="690143"/>
          </a:xfrm>
          <a:custGeom>
            <a:avLst/>
            <a:gdLst/>
            <a:ahLst/>
            <a:cxnLst/>
            <a:rect l="l" t="t" r="r" b="b"/>
            <a:pathLst>
              <a:path w="3248842" h="2380886">
                <a:moveTo>
                  <a:pt x="1194785" y="1472263"/>
                </a:moveTo>
                <a:cubicBezTo>
                  <a:pt x="1150014" y="1472263"/>
                  <a:pt x="1113720" y="1508557"/>
                  <a:pt x="1113720" y="1553328"/>
                </a:cubicBezTo>
                <a:lnTo>
                  <a:pt x="1113720" y="1600880"/>
                </a:lnTo>
                <a:cubicBezTo>
                  <a:pt x="1113720" y="1645651"/>
                  <a:pt x="1150014" y="1681945"/>
                  <a:pt x="1194785" y="1681945"/>
                </a:cubicBezTo>
                <a:lnTo>
                  <a:pt x="2067186" y="1681945"/>
                </a:lnTo>
                <a:cubicBezTo>
                  <a:pt x="2111957" y="1681945"/>
                  <a:pt x="2148251" y="1645651"/>
                  <a:pt x="2148251" y="1600880"/>
                </a:cubicBezTo>
                <a:lnTo>
                  <a:pt x="2148251" y="1553328"/>
                </a:lnTo>
                <a:cubicBezTo>
                  <a:pt x="2148251" y="1508557"/>
                  <a:pt x="2111957" y="1472263"/>
                  <a:pt x="2067186" y="1472263"/>
                </a:cubicBezTo>
                <a:close/>
                <a:moveTo>
                  <a:pt x="2582402" y="986449"/>
                </a:moveTo>
                <a:cubicBezTo>
                  <a:pt x="2477247" y="986449"/>
                  <a:pt x="2392002" y="1071694"/>
                  <a:pt x="2392002" y="1176848"/>
                </a:cubicBezTo>
                <a:cubicBezTo>
                  <a:pt x="2392002" y="1282003"/>
                  <a:pt x="2477247" y="1367248"/>
                  <a:pt x="2582402" y="1367248"/>
                </a:cubicBezTo>
                <a:cubicBezTo>
                  <a:pt x="2687557" y="1367248"/>
                  <a:pt x="2772801" y="1282003"/>
                  <a:pt x="2772801" y="1176848"/>
                </a:cubicBezTo>
                <a:cubicBezTo>
                  <a:pt x="2772801" y="1071694"/>
                  <a:pt x="2687557" y="986449"/>
                  <a:pt x="2582402" y="986449"/>
                </a:cubicBezTo>
                <a:close/>
                <a:moveTo>
                  <a:pt x="679570" y="986449"/>
                </a:moveTo>
                <a:cubicBezTo>
                  <a:pt x="574415" y="986449"/>
                  <a:pt x="489171" y="1071694"/>
                  <a:pt x="489171" y="1176848"/>
                </a:cubicBezTo>
                <a:cubicBezTo>
                  <a:pt x="489171" y="1282003"/>
                  <a:pt x="574415" y="1367248"/>
                  <a:pt x="679570" y="1367248"/>
                </a:cubicBezTo>
                <a:cubicBezTo>
                  <a:pt x="784725" y="1367248"/>
                  <a:pt x="869970" y="1282003"/>
                  <a:pt x="869970" y="1176848"/>
                </a:cubicBezTo>
                <a:cubicBezTo>
                  <a:pt x="869970" y="1071694"/>
                  <a:pt x="784725" y="986449"/>
                  <a:pt x="679570" y="986449"/>
                </a:cubicBezTo>
                <a:close/>
                <a:moveTo>
                  <a:pt x="867954" y="155801"/>
                </a:moveTo>
                <a:lnTo>
                  <a:pt x="726849" y="858549"/>
                </a:lnTo>
                <a:lnTo>
                  <a:pt x="2535122" y="858549"/>
                </a:lnTo>
                <a:lnTo>
                  <a:pt x="2394017" y="155801"/>
                </a:lnTo>
                <a:close/>
                <a:moveTo>
                  <a:pt x="677268" y="0"/>
                </a:moveTo>
                <a:lnTo>
                  <a:pt x="2584703" y="0"/>
                </a:lnTo>
                <a:lnTo>
                  <a:pt x="2736658" y="607820"/>
                </a:lnTo>
                <a:cubicBezTo>
                  <a:pt x="2766265" y="579906"/>
                  <a:pt x="2806392" y="564164"/>
                  <a:pt x="2850195" y="564164"/>
                </a:cubicBezTo>
                <a:lnTo>
                  <a:pt x="3069929" y="564164"/>
                </a:lnTo>
                <a:cubicBezTo>
                  <a:pt x="3168740" y="564164"/>
                  <a:pt x="3248842" y="644266"/>
                  <a:pt x="3248842" y="743077"/>
                </a:cubicBezTo>
                <a:lnTo>
                  <a:pt x="3248842" y="792706"/>
                </a:lnTo>
                <a:cubicBezTo>
                  <a:pt x="3248842" y="891517"/>
                  <a:pt x="3168740" y="971619"/>
                  <a:pt x="3069929" y="971619"/>
                </a:cubicBezTo>
                <a:lnTo>
                  <a:pt x="3054536" y="971619"/>
                </a:lnTo>
                <a:cubicBezTo>
                  <a:pt x="3060628" y="989042"/>
                  <a:pt x="3063411" y="1007758"/>
                  <a:pt x="3063411" y="1027125"/>
                </a:cubicBezTo>
                <a:lnTo>
                  <a:pt x="3063411" y="2015961"/>
                </a:lnTo>
                <a:lnTo>
                  <a:pt x="2889080" y="2015961"/>
                </a:lnTo>
                <a:lnTo>
                  <a:pt x="2889080" y="2260325"/>
                </a:lnTo>
                <a:cubicBezTo>
                  <a:pt x="2889080" y="2326909"/>
                  <a:pt x="2835102" y="2380886"/>
                  <a:pt x="2768518" y="2380886"/>
                </a:cubicBezTo>
                <a:lnTo>
                  <a:pt x="2286284" y="2380886"/>
                </a:lnTo>
                <a:cubicBezTo>
                  <a:pt x="2219700" y="2380886"/>
                  <a:pt x="2165723" y="2326909"/>
                  <a:pt x="2165723" y="2260325"/>
                </a:cubicBezTo>
                <a:lnTo>
                  <a:pt x="2165723" y="2015961"/>
                </a:lnTo>
                <a:lnTo>
                  <a:pt x="1096248" y="2015961"/>
                </a:lnTo>
                <a:lnTo>
                  <a:pt x="1096248" y="2260325"/>
                </a:lnTo>
                <a:cubicBezTo>
                  <a:pt x="1096248" y="2326909"/>
                  <a:pt x="1042270" y="2380886"/>
                  <a:pt x="975686" y="2380886"/>
                </a:cubicBezTo>
                <a:lnTo>
                  <a:pt x="493453" y="2380886"/>
                </a:lnTo>
                <a:cubicBezTo>
                  <a:pt x="426869" y="2380886"/>
                  <a:pt x="372891" y="2326909"/>
                  <a:pt x="372891" y="2260325"/>
                </a:cubicBezTo>
                <a:lnTo>
                  <a:pt x="372891" y="2015961"/>
                </a:lnTo>
                <a:lnTo>
                  <a:pt x="198560" y="2015961"/>
                </a:lnTo>
                <a:lnTo>
                  <a:pt x="198560" y="1027125"/>
                </a:lnTo>
                <a:cubicBezTo>
                  <a:pt x="198560" y="1007758"/>
                  <a:pt x="201343" y="989042"/>
                  <a:pt x="207435" y="971619"/>
                </a:cubicBezTo>
                <a:lnTo>
                  <a:pt x="178913" y="971619"/>
                </a:lnTo>
                <a:cubicBezTo>
                  <a:pt x="80102" y="971619"/>
                  <a:pt x="0" y="891517"/>
                  <a:pt x="0" y="792706"/>
                </a:cubicBezTo>
                <a:lnTo>
                  <a:pt x="0" y="743077"/>
                </a:lnTo>
                <a:cubicBezTo>
                  <a:pt x="0" y="644266"/>
                  <a:pt x="80102" y="564164"/>
                  <a:pt x="178913" y="564164"/>
                </a:cubicBezTo>
                <a:lnTo>
                  <a:pt x="398647" y="564164"/>
                </a:lnTo>
                <a:cubicBezTo>
                  <a:pt x="447310" y="564164"/>
                  <a:pt x="491436" y="583593"/>
                  <a:pt x="523419" y="61539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grpSp>
        <p:nvGrpSpPr>
          <p:cNvPr id="50" name="Group 34">
            <a:extLst>
              <a:ext uri="{FF2B5EF4-FFF2-40B4-BE49-F238E27FC236}">
                <a16:creationId xmlns:a16="http://schemas.microsoft.com/office/drawing/2014/main" id="{34B053A1-6D98-443D-81F5-980103E06895}"/>
              </a:ext>
            </a:extLst>
          </p:cNvPr>
          <p:cNvGrpSpPr/>
          <p:nvPr/>
        </p:nvGrpSpPr>
        <p:grpSpPr>
          <a:xfrm>
            <a:off x="7465074" y="1799201"/>
            <a:ext cx="1185203" cy="1042570"/>
            <a:chOff x="9544125" y="314311"/>
            <a:chExt cx="1802975" cy="1585994"/>
          </a:xfrm>
        </p:grpSpPr>
        <p:sp>
          <p:nvSpPr>
            <p:cNvPr id="51" name="Freeform: Shape 35">
              <a:extLst>
                <a:ext uri="{FF2B5EF4-FFF2-40B4-BE49-F238E27FC236}">
                  <a16:creationId xmlns:a16="http://schemas.microsoft.com/office/drawing/2014/main" id="{57953A26-FC6A-4CAD-A69F-0C0005C16D20}"/>
                </a:ext>
              </a:extLst>
            </p:cNvPr>
            <p:cNvSpPr/>
            <p:nvPr/>
          </p:nvSpPr>
          <p:spPr>
            <a:xfrm rot="5400000">
              <a:off x="9855308" y="140908"/>
              <a:ext cx="1318389" cy="1665195"/>
            </a:xfrm>
            <a:custGeom>
              <a:avLst/>
              <a:gdLst>
                <a:gd name="connsiteX0" fmla="*/ 855467 w 1318389"/>
                <a:gd name="connsiteY0" fmla="*/ 1312844 h 1665195"/>
                <a:gd name="connsiteX1" fmla="*/ 898407 w 1318389"/>
                <a:gd name="connsiteY1" fmla="*/ 1355784 h 1665195"/>
                <a:gd name="connsiteX2" fmla="*/ 941347 w 1318389"/>
                <a:gd name="connsiteY2" fmla="*/ 1312844 h 1665195"/>
                <a:gd name="connsiteX3" fmla="*/ 898407 w 1318389"/>
                <a:gd name="connsiteY3" fmla="*/ 1269904 h 1665195"/>
                <a:gd name="connsiteX4" fmla="*/ 855467 w 1318389"/>
                <a:gd name="connsiteY4" fmla="*/ 1312844 h 1665195"/>
                <a:gd name="connsiteX5" fmla="*/ 362769 w 1318389"/>
                <a:gd name="connsiteY5" fmla="*/ 236590 h 1665195"/>
                <a:gd name="connsiteX6" fmla="*/ 405229 w 1318389"/>
                <a:gd name="connsiteY6" fmla="*/ 279050 h 1665195"/>
                <a:gd name="connsiteX7" fmla="*/ 447689 w 1318389"/>
                <a:gd name="connsiteY7" fmla="*/ 236590 h 1665195"/>
                <a:gd name="connsiteX8" fmla="*/ 405229 w 1318389"/>
                <a:gd name="connsiteY8" fmla="*/ 194130 h 1665195"/>
                <a:gd name="connsiteX9" fmla="*/ 362769 w 1318389"/>
                <a:gd name="connsiteY9" fmla="*/ 236590 h 1665195"/>
                <a:gd name="connsiteX10" fmla="*/ 348187 w 1318389"/>
                <a:gd name="connsiteY10" fmla="*/ 1312844 h 1665195"/>
                <a:gd name="connsiteX11" fmla="*/ 391127 w 1318389"/>
                <a:gd name="connsiteY11" fmla="*/ 1355784 h 1665195"/>
                <a:gd name="connsiteX12" fmla="*/ 434066 w 1318389"/>
                <a:gd name="connsiteY12" fmla="*/ 1312844 h 1665195"/>
                <a:gd name="connsiteX13" fmla="*/ 391127 w 1318389"/>
                <a:gd name="connsiteY13" fmla="*/ 1269904 h 1665195"/>
                <a:gd name="connsiteX14" fmla="*/ 348187 w 1318389"/>
                <a:gd name="connsiteY14" fmla="*/ 1312844 h 1665195"/>
                <a:gd name="connsiteX15" fmla="*/ 81655 w 1318389"/>
                <a:gd name="connsiteY15" fmla="*/ 873373 h 1665195"/>
                <a:gd name="connsiteX16" fmla="*/ 124595 w 1318389"/>
                <a:gd name="connsiteY16" fmla="*/ 916313 h 1665195"/>
                <a:gd name="connsiteX17" fmla="*/ 167534 w 1318389"/>
                <a:gd name="connsiteY17" fmla="*/ 873373 h 1665195"/>
                <a:gd name="connsiteX18" fmla="*/ 124595 w 1318389"/>
                <a:gd name="connsiteY18" fmla="*/ 830433 h 1665195"/>
                <a:gd name="connsiteX19" fmla="*/ 81655 w 1318389"/>
                <a:gd name="connsiteY19" fmla="*/ 873373 h 1665195"/>
                <a:gd name="connsiteX20" fmla="*/ 898 w 1318389"/>
                <a:gd name="connsiteY20" fmla="*/ 878256 h 1665195"/>
                <a:gd name="connsiteX21" fmla="*/ 59313 w 1318389"/>
                <a:gd name="connsiteY21" fmla="*/ 760898 h 1665195"/>
                <a:gd name="connsiteX22" fmla="*/ 60023 w 1318389"/>
                <a:gd name="connsiteY22" fmla="*/ 760660 h 1665195"/>
                <a:gd name="connsiteX23" fmla="*/ 301509 w 1318389"/>
                <a:gd name="connsiteY23" fmla="*/ 256655 h 1665195"/>
                <a:gd name="connsiteX24" fmla="*/ 300401 w 1318389"/>
                <a:gd name="connsiteY24" fmla="*/ 253678 h 1665195"/>
                <a:gd name="connsiteX25" fmla="*/ 392815 w 1318389"/>
                <a:gd name="connsiteY25" fmla="*/ 125792 h 1665195"/>
                <a:gd name="connsiteX26" fmla="*/ 426561 w 1318389"/>
                <a:gd name="connsiteY26" fmla="*/ 127298 h 1665195"/>
                <a:gd name="connsiteX27" fmla="*/ 501833 w 1318389"/>
                <a:gd name="connsiteY27" fmla="*/ 25203 h 1665195"/>
                <a:gd name="connsiteX28" fmla="*/ 659591 w 1318389"/>
                <a:gd name="connsiteY28" fmla="*/ 0 h 1665195"/>
                <a:gd name="connsiteX29" fmla="*/ 767873 w 1318389"/>
                <a:gd name="connsiteY29" fmla="*/ 94280 h 1665195"/>
                <a:gd name="connsiteX30" fmla="*/ 773474 w 1318389"/>
                <a:gd name="connsiteY30" fmla="*/ 129752 h 1665195"/>
                <a:gd name="connsiteX31" fmla="*/ 750137 w 1318389"/>
                <a:gd name="connsiteY31" fmla="*/ 133486 h 1665195"/>
                <a:gd name="connsiteX32" fmla="*/ 643721 w 1318389"/>
                <a:gd name="connsiteY32" fmla="*/ 50407 h 1665195"/>
                <a:gd name="connsiteX33" fmla="*/ 528905 w 1318389"/>
                <a:gd name="connsiteY33" fmla="*/ 68143 h 1665195"/>
                <a:gd name="connsiteX34" fmla="*/ 477195 w 1318389"/>
                <a:gd name="connsiteY34" fmla="*/ 147376 h 1665195"/>
                <a:gd name="connsiteX35" fmla="*/ 504919 w 1318389"/>
                <a:gd name="connsiteY35" fmla="*/ 176856 h 1665195"/>
                <a:gd name="connsiteX36" fmla="*/ 520701 w 1318389"/>
                <a:gd name="connsiteY36" fmla="*/ 218206 h 1665195"/>
                <a:gd name="connsiteX37" fmla="*/ 520838 w 1318389"/>
                <a:gd name="connsiteY37" fmla="*/ 251739 h 1665195"/>
                <a:gd name="connsiteX38" fmla="*/ 512601 w 1318389"/>
                <a:gd name="connsiteY38" fmla="*/ 279384 h 1665195"/>
                <a:gd name="connsiteX39" fmla="*/ 572778 w 1318389"/>
                <a:gd name="connsiteY39" fmla="*/ 326714 h 1665195"/>
                <a:gd name="connsiteX40" fmla="*/ 687595 w 1318389"/>
                <a:gd name="connsiteY40" fmla="*/ 308045 h 1665195"/>
                <a:gd name="connsiteX41" fmla="*/ 763207 w 1318389"/>
                <a:gd name="connsiteY41" fmla="*/ 196028 h 1665195"/>
                <a:gd name="connsiteX42" fmla="*/ 785610 w 1318389"/>
                <a:gd name="connsiteY42" fmla="*/ 192294 h 1665195"/>
                <a:gd name="connsiteX43" fmla="*/ 791211 w 1318389"/>
                <a:gd name="connsiteY43" fmla="*/ 227766 h 1665195"/>
                <a:gd name="connsiteX44" fmla="*/ 718400 w 1318389"/>
                <a:gd name="connsiteY44" fmla="*/ 350984 h 1665195"/>
                <a:gd name="connsiteX45" fmla="*/ 560643 w 1318389"/>
                <a:gd name="connsiteY45" fmla="*/ 376188 h 1665195"/>
                <a:gd name="connsiteX46" fmla="*/ 481653 w 1318389"/>
                <a:gd name="connsiteY46" fmla="*/ 320430 h 1665195"/>
                <a:gd name="connsiteX47" fmla="*/ 469637 w 1318389"/>
                <a:gd name="connsiteY47" fmla="*/ 330704 h 1665195"/>
                <a:gd name="connsiteX48" fmla="*/ 462283 w 1318389"/>
                <a:gd name="connsiteY48" fmla="*/ 333441 h 1665195"/>
                <a:gd name="connsiteX49" fmla="*/ 252808 w 1318389"/>
                <a:gd name="connsiteY49" fmla="*/ 858867 h 1665195"/>
                <a:gd name="connsiteX50" fmla="*/ 444434 w 1318389"/>
                <a:gd name="connsiteY50" fmla="*/ 1190772 h 1665195"/>
                <a:gd name="connsiteX51" fmla="*/ 801245 w 1318389"/>
                <a:gd name="connsiteY51" fmla="*/ 1187463 h 1665195"/>
                <a:gd name="connsiteX52" fmla="*/ 801245 w 1318389"/>
                <a:gd name="connsiteY52" fmla="*/ 1116815 h 1665195"/>
                <a:gd name="connsiteX53" fmla="*/ 890858 w 1318389"/>
                <a:gd name="connsiteY53" fmla="*/ 1027202 h 1665195"/>
                <a:gd name="connsiteX54" fmla="*/ 1200123 w 1318389"/>
                <a:gd name="connsiteY54" fmla="*/ 1027202 h 1665195"/>
                <a:gd name="connsiteX55" fmla="*/ 1205949 w 1318389"/>
                <a:gd name="connsiteY55" fmla="*/ 998361 h 1665195"/>
                <a:gd name="connsiteX56" fmla="*/ 1288518 w 1318389"/>
                <a:gd name="connsiteY56" fmla="*/ 943622 h 1665195"/>
                <a:gd name="connsiteX57" fmla="*/ 1318389 w 1318389"/>
                <a:gd name="connsiteY57" fmla="*/ 974426 h 1665195"/>
                <a:gd name="connsiteX58" fmla="*/ 1318389 w 1318389"/>
                <a:gd name="connsiteY58" fmla="*/ 1635324 h 1665195"/>
                <a:gd name="connsiteX59" fmla="*/ 1288518 w 1318389"/>
                <a:gd name="connsiteY59" fmla="*/ 1665195 h 1665195"/>
                <a:gd name="connsiteX60" fmla="*/ 1205949 w 1318389"/>
                <a:gd name="connsiteY60" fmla="*/ 1610455 h 1665195"/>
                <a:gd name="connsiteX61" fmla="*/ 1203531 w 1318389"/>
                <a:gd name="connsiteY61" fmla="*/ 1598487 h 1665195"/>
                <a:gd name="connsiteX62" fmla="*/ 890858 w 1318389"/>
                <a:gd name="connsiteY62" fmla="*/ 1598487 h 1665195"/>
                <a:gd name="connsiteX63" fmla="*/ 801245 w 1318389"/>
                <a:gd name="connsiteY63" fmla="*/ 1508873 h 1665195"/>
                <a:gd name="connsiteX64" fmla="*/ 801245 w 1318389"/>
                <a:gd name="connsiteY64" fmla="*/ 1426032 h 1665195"/>
                <a:gd name="connsiteX65" fmla="*/ 379661 w 1318389"/>
                <a:gd name="connsiteY65" fmla="*/ 1429942 h 1665195"/>
                <a:gd name="connsiteX66" fmla="*/ 294951 w 1318389"/>
                <a:gd name="connsiteY66" fmla="*/ 1395390 h 1665195"/>
                <a:gd name="connsiteX67" fmla="*/ 270560 w 1318389"/>
                <a:gd name="connsiteY67" fmla="*/ 1359849 h 1665195"/>
                <a:gd name="connsiteX68" fmla="*/ 263688 w 1318389"/>
                <a:gd name="connsiteY68" fmla="*/ 1352058 h 1665195"/>
                <a:gd name="connsiteX69" fmla="*/ 15908 w 1318389"/>
                <a:gd name="connsiteY69" fmla="*/ 922891 h 1665195"/>
                <a:gd name="connsiteX70" fmla="*/ 898 w 1318389"/>
                <a:gd name="connsiteY70" fmla="*/ 878256 h 166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318389" h="1665195">
                  <a:moveTo>
                    <a:pt x="855467" y="1312844"/>
                  </a:moveTo>
                  <a:cubicBezTo>
                    <a:pt x="855467" y="1336181"/>
                    <a:pt x="875070" y="1355784"/>
                    <a:pt x="898407" y="1355784"/>
                  </a:cubicBezTo>
                  <a:cubicBezTo>
                    <a:pt x="921743" y="1355784"/>
                    <a:pt x="941347" y="1336181"/>
                    <a:pt x="941347" y="1312844"/>
                  </a:cubicBezTo>
                  <a:cubicBezTo>
                    <a:pt x="941347" y="1289508"/>
                    <a:pt x="921743" y="1269904"/>
                    <a:pt x="898407" y="1269904"/>
                  </a:cubicBezTo>
                  <a:cubicBezTo>
                    <a:pt x="875070" y="1269904"/>
                    <a:pt x="855467" y="1289508"/>
                    <a:pt x="855467" y="1312844"/>
                  </a:cubicBezTo>
                  <a:close/>
                  <a:moveTo>
                    <a:pt x="362769" y="236590"/>
                  </a:moveTo>
                  <a:cubicBezTo>
                    <a:pt x="362769" y="260040"/>
                    <a:pt x="381779" y="279050"/>
                    <a:pt x="405229" y="279050"/>
                  </a:cubicBezTo>
                  <a:cubicBezTo>
                    <a:pt x="428679" y="279050"/>
                    <a:pt x="447689" y="260040"/>
                    <a:pt x="447689" y="236590"/>
                  </a:cubicBezTo>
                  <a:cubicBezTo>
                    <a:pt x="447689" y="213140"/>
                    <a:pt x="428679" y="194130"/>
                    <a:pt x="405229" y="194130"/>
                  </a:cubicBezTo>
                  <a:cubicBezTo>
                    <a:pt x="381779" y="194130"/>
                    <a:pt x="362769" y="213140"/>
                    <a:pt x="362769" y="236590"/>
                  </a:cubicBezTo>
                  <a:close/>
                  <a:moveTo>
                    <a:pt x="348187" y="1312844"/>
                  </a:moveTo>
                  <a:cubicBezTo>
                    <a:pt x="348187" y="1336181"/>
                    <a:pt x="367790" y="1355784"/>
                    <a:pt x="391127" y="1355784"/>
                  </a:cubicBezTo>
                  <a:cubicBezTo>
                    <a:pt x="414463" y="1355784"/>
                    <a:pt x="434066" y="1336181"/>
                    <a:pt x="434066" y="1312844"/>
                  </a:cubicBezTo>
                  <a:cubicBezTo>
                    <a:pt x="434066" y="1289508"/>
                    <a:pt x="414463" y="1269904"/>
                    <a:pt x="391127" y="1269904"/>
                  </a:cubicBezTo>
                  <a:cubicBezTo>
                    <a:pt x="367790" y="1269904"/>
                    <a:pt x="348187" y="1289508"/>
                    <a:pt x="348187" y="1312844"/>
                  </a:cubicBezTo>
                  <a:close/>
                  <a:moveTo>
                    <a:pt x="81655" y="873373"/>
                  </a:moveTo>
                  <a:cubicBezTo>
                    <a:pt x="81655" y="896710"/>
                    <a:pt x="101258" y="916313"/>
                    <a:pt x="124595" y="916313"/>
                  </a:cubicBezTo>
                  <a:cubicBezTo>
                    <a:pt x="147931" y="916313"/>
                    <a:pt x="167534" y="896710"/>
                    <a:pt x="167534" y="873373"/>
                  </a:cubicBezTo>
                  <a:cubicBezTo>
                    <a:pt x="167534" y="850037"/>
                    <a:pt x="147931" y="830433"/>
                    <a:pt x="124595" y="830433"/>
                  </a:cubicBezTo>
                  <a:cubicBezTo>
                    <a:pt x="101258" y="830433"/>
                    <a:pt x="81655" y="850037"/>
                    <a:pt x="81655" y="873373"/>
                  </a:cubicBezTo>
                  <a:close/>
                  <a:moveTo>
                    <a:pt x="898" y="878256"/>
                  </a:moveTo>
                  <a:cubicBezTo>
                    <a:pt x="-4792" y="832394"/>
                    <a:pt x="16774" y="785458"/>
                    <a:pt x="59313" y="760898"/>
                  </a:cubicBezTo>
                  <a:lnTo>
                    <a:pt x="60023" y="760660"/>
                  </a:lnTo>
                  <a:lnTo>
                    <a:pt x="301509" y="256655"/>
                  </a:lnTo>
                  <a:lnTo>
                    <a:pt x="300401" y="253678"/>
                  </a:lnTo>
                  <a:cubicBezTo>
                    <a:pt x="291067" y="193002"/>
                    <a:pt x="332139" y="135127"/>
                    <a:pt x="392815" y="125792"/>
                  </a:cubicBezTo>
                  <a:lnTo>
                    <a:pt x="426561" y="127298"/>
                  </a:lnTo>
                  <a:lnTo>
                    <a:pt x="501833" y="25203"/>
                  </a:lnTo>
                  <a:lnTo>
                    <a:pt x="659591" y="0"/>
                  </a:lnTo>
                  <a:lnTo>
                    <a:pt x="767873" y="94280"/>
                  </a:lnTo>
                  <a:lnTo>
                    <a:pt x="773474" y="129752"/>
                  </a:lnTo>
                  <a:lnTo>
                    <a:pt x="750137" y="133486"/>
                  </a:lnTo>
                  <a:lnTo>
                    <a:pt x="643721" y="50407"/>
                  </a:lnTo>
                  <a:lnTo>
                    <a:pt x="528905" y="68143"/>
                  </a:lnTo>
                  <a:lnTo>
                    <a:pt x="477195" y="147376"/>
                  </a:lnTo>
                  <a:lnTo>
                    <a:pt x="504919" y="176856"/>
                  </a:lnTo>
                  <a:cubicBezTo>
                    <a:pt x="512650" y="189093"/>
                    <a:pt x="518134" y="203037"/>
                    <a:pt x="520701" y="218206"/>
                  </a:cubicBezTo>
                  <a:cubicBezTo>
                    <a:pt x="522451" y="229583"/>
                    <a:pt x="522429" y="240861"/>
                    <a:pt x="520838" y="251739"/>
                  </a:cubicBezTo>
                  <a:lnTo>
                    <a:pt x="512601" y="279384"/>
                  </a:lnTo>
                  <a:lnTo>
                    <a:pt x="572778" y="326714"/>
                  </a:lnTo>
                  <a:lnTo>
                    <a:pt x="687595" y="308045"/>
                  </a:lnTo>
                  <a:lnTo>
                    <a:pt x="763207" y="196028"/>
                  </a:lnTo>
                  <a:lnTo>
                    <a:pt x="785610" y="192294"/>
                  </a:lnTo>
                  <a:lnTo>
                    <a:pt x="791211" y="227766"/>
                  </a:lnTo>
                  <a:lnTo>
                    <a:pt x="718400" y="350984"/>
                  </a:lnTo>
                  <a:lnTo>
                    <a:pt x="560643" y="376188"/>
                  </a:lnTo>
                  <a:lnTo>
                    <a:pt x="481653" y="320430"/>
                  </a:lnTo>
                  <a:lnTo>
                    <a:pt x="469637" y="330704"/>
                  </a:lnTo>
                  <a:lnTo>
                    <a:pt x="462283" y="333441"/>
                  </a:lnTo>
                  <a:lnTo>
                    <a:pt x="252808" y="858867"/>
                  </a:lnTo>
                  <a:lnTo>
                    <a:pt x="444434" y="1190772"/>
                  </a:lnTo>
                  <a:lnTo>
                    <a:pt x="801245" y="1187463"/>
                  </a:lnTo>
                  <a:lnTo>
                    <a:pt x="801245" y="1116815"/>
                  </a:lnTo>
                  <a:cubicBezTo>
                    <a:pt x="801245" y="1067341"/>
                    <a:pt x="841384" y="1027202"/>
                    <a:pt x="890858" y="1027202"/>
                  </a:cubicBezTo>
                  <a:lnTo>
                    <a:pt x="1200123" y="1027202"/>
                  </a:lnTo>
                  <a:lnTo>
                    <a:pt x="1205949" y="998361"/>
                  </a:lnTo>
                  <a:cubicBezTo>
                    <a:pt x="1219557" y="966200"/>
                    <a:pt x="1251412" y="943622"/>
                    <a:pt x="1288518" y="943622"/>
                  </a:cubicBezTo>
                  <a:cubicBezTo>
                    <a:pt x="1305320" y="944554"/>
                    <a:pt x="1318389" y="957623"/>
                    <a:pt x="1318389" y="974426"/>
                  </a:cubicBezTo>
                  <a:lnTo>
                    <a:pt x="1318389" y="1635324"/>
                  </a:lnTo>
                  <a:cubicBezTo>
                    <a:pt x="1318389" y="1652126"/>
                    <a:pt x="1305320" y="1665195"/>
                    <a:pt x="1288518" y="1665195"/>
                  </a:cubicBezTo>
                  <a:cubicBezTo>
                    <a:pt x="1251412" y="1665195"/>
                    <a:pt x="1219557" y="1642617"/>
                    <a:pt x="1205949" y="1610455"/>
                  </a:cubicBezTo>
                  <a:lnTo>
                    <a:pt x="1203531" y="1598487"/>
                  </a:lnTo>
                  <a:lnTo>
                    <a:pt x="890858" y="1598487"/>
                  </a:lnTo>
                  <a:cubicBezTo>
                    <a:pt x="841384" y="1598487"/>
                    <a:pt x="801245" y="1558348"/>
                    <a:pt x="801245" y="1508873"/>
                  </a:cubicBezTo>
                  <a:lnTo>
                    <a:pt x="801245" y="1426032"/>
                  </a:lnTo>
                  <a:lnTo>
                    <a:pt x="379661" y="1429942"/>
                  </a:lnTo>
                  <a:cubicBezTo>
                    <a:pt x="346553" y="1429924"/>
                    <a:pt x="316655" y="1416756"/>
                    <a:pt x="294951" y="1395390"/>
                  </a:cubicBezTo>
                  <a:lnTo>
                    <a:pt x="270560" y="1359849"/>
                  </a:lnTo>
                  <a:lnTo>
                    <a:pt x="263688" y="1352058"/>
                  </a:lnTo>
                  <a:lnTo>
                    <a:pt x="15908" y="922891"/>
                  </a:lnTo>
                  <a:cubicBezTo>
                    <a:pt x="7721" y="908711"/>
                    <a:pt x="2795" y="893543"/>
                    <a:pt x="898" y="878256"/>
                  </a:cubicBezTo>
                  <a:close/>
                </a:path>
              </a:pathLst>
            </a:custGeom>
            <a:solidFill>
              <a:schemeClr val="accent3"/>
            </a:solidFill>
            <a:ln w="9525" cap="flat">
              <a:noFill/>
              <a:prstDash val="solid"/>
              <a:miter/>
            </a:ln>
          </p:spPr>
          <p:txBody>
            <a:bodyPr wrap="square" rtlCol="0" anchor="ctr">
              <a:noAutofit/>
            </a:bodyPr>
            <a:lstStyle/>
            <a:p>
              <a:endParaRPr lang="en-US" dirty="0"/>
            </a:p>
          </p:txBody>
        </p:sp>
        <p:sp>
          <p:nvSpPr>
            <p:cNvPr id="52" name="Freeform: Shape 36">
              <a:extLst>
                <a:ext uri="{FF2B5EF4-FFF2-40B4-BE49-F238E27FC236}">
                  <a16:creationId xmlns:a16="http://schemas.microsoft.com/office/drawing/2014/main" id="{E38CCFB4-B984-4360-A77B-9BA31B9FEBAB}"/>
                </a:ext>
              </a:extLst>
            </p:cNvPr>
            <p:cNvSpPr/>
            <p:nvPr/>
          </p:nvSpPr>
          <p:spPr>
            <a:xfrm>
              <a:off x="9544125" y="1625233"/>
              <a:ext cx="1756228" cy="275072"/>
            </a:xfrm>
            <a:custGeom>
              <a:avLst/>
              <a:gdLst>
                <a:gd name="connsiteX0" fmla="*/ 2123188 w 2324346"/>
                <a:gd name="connsiteY0" fmla="*/ 127749 h 364054"/>
                <a:gd name="connsiteX1" fmla="*/ 2067056 w 2324346"/>
                <a:gd name="connsiteY1" fmla="*/ 183881 h 364054"/>
                <a:gd name="connsiteX2" fmla="*/ 2123188 w 2324346"/>
                <a:gd name="connsiteY2" fmla="*/ 240013 h 364054"/>
                <a:gd name="connsiteX3" fmla="*/ 2179320 w 2324346"/>
                <a:gd name="connsiteY3" fmla="*/ 183881 h 364054"/>
                <a:gd name="connsiteX4" fmla="*/ 2123188 w 2324346"/>
                <a:gd name="connsiteY4" fmla="*/ 127749 h 364054"/>
                <a:gd name="connsiteX5" fmla="*/ 1803836 w 2324346"/>
                <a:gd name="connsiteY5" fmla="*/ 127749 h 364054"/>
                <a:gd name="connsiteX6" fmla="*/ 1747704 w 2324346"/>
                <a:gd name="connsiteY6" fmla="*/ 183881 h 364054"/>
                <a:gd name="connsiteX7" fmla="*/ 1803836 w 2324346"/>
                <a:gd name="connsiteY7" fmla="*/ 240013 h 364054"/>
                <a:gd name="connsiteX8" fmla="*/ 1859968 w 2324346"/>
                <a:gd name="connsiteY8" fmla="*/ 183881 h 364054"/>
                <a:gd name="connsiteX9" fmla="*/ 1803836 w 2324346"/>
                <a:gd name="connsiteY9" fmla="*/ 127749 h 364054"/>
                <a:gd name="connsiteX10" fmla="*/ 1484484 w 2324346"/>
                <a:gd name="connsiteY10" fmla="*/ 127749 h 364054"/>
                <a:gd name="connsiteX11" fmla="*/ 1428352 w 2324346"/>
                <a:gd name="connsiteY11" fmla="*/ 183881 h 364054"/>
                <a:gd name="connsiteX12" fmla="*/ 1484484 w 2324346"/>
                <a:gd name="connsiteY12" fmla="*/ 240013 h 364054"/>
                <a:gd name="connsiteX13" fmla="*/ 1540616 w 2324346"/>
                <a:gd name="connsiteY13" fmla="*/ 183881 h 364054"/>
                <a:gd name="connsiteX14" fmla="*/ 1484484 w 2324346"/>
                <a:gd name="connsiteY14" fmla="*/ 127749 h 364054"/>
                <a:gd name="connsiteX15" fmla="*/ 1165131 w 2324346"/>
                <a:gd name="connsiteY15" fmla="*/ 127749 h 364054"/>
                <a:gd name="connsiteX16" fmla="*/ 1108999 w 2324346"/>
                <a:gd name="connsiteY16" fmla="*/ 183881 h 364054"/>
                <a:gd name="connsiteX17" fmla="*/ 1165131 w 2324346"/>
                <a:gd name="connsiteY17" fmla="*/ 240013 h 364054"/>
                <a:gd name="connsiteX18" fmla="*/ 1221263 w 2324346"/>
                <a:gd name="connsiteY18" fmla="*/ 183881 h 364054"/>
                <a:gd name="connsiteX19" fmla="*/ 1165131 w 2324346"/>
                <a:gd name="connsiteY19" fmla="*/ 127749 h 364054"/>
                <a:gd name="connsiteX20" fmla="*/ 845779 w 2324346"/>
                <a:gd name="connsiteY20" fmla="*/ 127749 h 364054"/>
                <a:gd name="connsiteX21" fmla="*/ 789647 w 2324346"/>
                <a:gd name="connsiteY21" fmla="*/ 183881 h 364054"/>
                <a:gd name="connsiteX22" fmla="*/ 845779 w 2324346"/>
                <a:gd name="connsiteY22" fmla="*/ 240013 h 364054"/>
                <a:gd name="connsiteX23" fmla="*/ 901911 w 2324346"/>
                <a:gd name="connsiteY23" fmla="*/ 183881 h 364054"/>
                <a:gd name="connsiteX24" fmla="*/ 845779 w 2324346"/>
                <a:gd name="connsiteY24" fmla="*/ 127749 h 364054"/>
                <a:gd name="connsiteX25" fmla="*/ 526427 w 2324346"/>
                <a:gd name="connsiteY25" fmla="*/ 127749 h 364054"/>
                <a:gd name="connsiteX26" fmla="*/ 470295 w 2324346"/>
                <a:gd name="connsiteY26" fmla="*/ 183881 h 364054"/>
                <a:gd name="connsiteX27" fmla="*/ 526427 w 2324346"/>
                <a:gd name="connsiteY27" fmla="*/ 240013 h 364054"/>
                <a:gd name="connsiteX28" fmla="*/ 582559 w 2324346"/>
                <a:gd name="connsiteY28" fmla="*/ 183881 h 364054"/>
                <a:gd name="connsiteX29" fmla="*/ 526427 w 2324346"/>
                <a:gd name="connsiteY29" fmla="*/ 127749 h 364054"/>
                <a:gd name="connsiteX30" fmla="*/ 207075 w 2324346"/>
                <a:gd name="connsiteY30" fmla="*/ 127749 h 364054"/>
                <a:gd name="connsiteX31" fmla="*/ 150943 w 2324346"/>
                <a:gd name="connsiteY31" fmla="*/ 183881 h 364054"/>
                <a:gd name="connsiteX32" fmla="*/ 207075 w 2324346"/>
                <a:gd name="connsiteY32" fmla="*/ 240013 h 364054"/>
                <a:gd name="connsiteX33" fmla="*/ 263207 w 2324346"/>
                <a:gd name="connsiteY33" fmla="*/ 183881 h 364054"/>
                <a:gd name="connsiteX34" fmla="*/ 207075 w 2324346"/>
                <a:gd name="connsiteY34" fmla="*/ 127749 h 364054"/>
                <a:gd name="connsiteX35" fmla="*/ 2123188 w 2324346"/>
                <a:gd name="connsiteY35" fmla="*/ 71617 h 364054"/>
                <a:gd name="connsiteX36" fmla="*/ 2235452 w 2324346"/>
                <a:gd name="connsiteY36" fmla="*/ 183881 h 364054"/>
                <a:gd name="connsiteX37" fmla="*/ 2123188 w 2324346"/>
                <a:gd name="connsiteY37" fmla="*/ 296145 h 364054"/>
                <a:gd name="connsiteX38" fmla="*/ 2010924 w 2324346"/>
                <a:gd name="connsiteY38" fmla="*/ 183881 h 364054"/>
                <a:gd name="connsiteX39" fmla="*/ 2123188 w 2324346"/>
                <a:gd name="connsiteY39" fmla="*/ 71617 h 364054"/>
                <a:gd name="connsiteX40" fmla="*/ 1803836 w 2324346"/>
                <a:gd name="connsiteY40" fmla="*/ 71617 h 364054"/>
                <a:gd name="connsiteX41" fmla="*/ 1916100 w 2324346"/>
                <a:gd name="connsiteY41" fmla="*/ 183881 h 364054"/>
                <a:gd name="connsiteX42" fmla="*/ 1803836 w 2324346"/>
                <a:gd name="connsiteY42" fmla="*/ 296145 h 364054"/>
                <a:gd name="connsiteX43" fmla="*/ 1691572 w 2324346"/>
                <a:gd name="connsiteY43" fmla="*/ 183881 h 364054"/>
                <a:gd name="connsiteX44" fmla="*/ 1803836 w 2324346"/>
                <a:gd name="connsiteY44" fmla="*/ 71617 h 364054"/>
                <a:gd name="connsiteX45" fmla="*/ 1484484 w 2324346"/>
                <a:gd name="connsiteY45" fmla="*/ 71617 h 364054"/>
                <a:gd name="connsiteX46" fmla="*/ 1596748 w 2324346"/>
                <a:gd name="connsiteY46" fmla="*/ 183881 h 364054"/>
                <a:gd name="connsiteX47" fmla="*/ 1484484 w 2324346"/>
                <a:gd name="connsiteY47" fmla="*/ 296145 h 364054"/>
                <a:gd name="connsiteX48" fmla="*/ 1372220 w 2324346"/>
                <a:gd name="connsiteY48" fmla="*/ 183881 h 364054"/>
                <a:gd name="connsiteX49" fmla="*/ 1484484 w 2324346"/>
                <a:gd name="connsiteY49" fmla="*/ 71617 h 364054"/>
                <a:gd name="connsiteX50" fmla="*/ 1165131 w 2324346"/>
                <a:gd name="connsiteY50" fmla="*/ 71617 h 364054"/>
                <a:gd name="connsiteX51" fmla="*/ 1277395 w 2324346"/>
                <a:gd name="connsiteY51" fmla="*/ 183881 h 364054"/>
                <a:gd name="connsiteX52" fmla="*/ 1165131 w 2324346"/>
                <a:gd name="connsiteY52" fmla="*/ 296145 h 364054"/>
                <a:gd name="connsiteX53" fmla="*/ 1052867 w 2324346"/>
                <a:gd name="connsiteY53" fmla="*/ 183881 h 364054"/>
                <a:gd name="connsiteX54" fmla="*/ 1165131 w 2324346"/>
                <a:gd name="connsiteY54" fmla="*/ 71617 h 364054"/>
                <a:gd name="connsiteX55" fmla="*/ 845779 w 2324346"/>
                <a:gd name="connsiteY55" fmla="*/ 71617 h 364054"/>
                <a:gd name="connsiteX56" fmla="*/ 958043 w 2324346"/>
                <a:gd name="connsiteY56" fmla="*/ 183881 h 364054"/>
                <a:gd name="connsiteX57" fmla="*/ 845779 w 2324346"/>
                <a:gd name="connsiteY57" fmla="*/ 296145 h 364054"/>
                <a:gd name="connsiteX58" fmla="*/ 733515 w 2324346"/>
                <a:gd name="connsiteY58" fmla="*/ 183881 h 364054"/>
                <a:gd name="connsiteX59" fmla="*/ 845779 w 2324346"/>
                <a:gd name="connsiteY59" fmla="*/ 71617 h 364054"/>
                <a:gd name="connsiteX60" fmla="*/ 526427 w 2324346"/>
                <a:gd name="connsiteY60" fmla="*/ 71617 h 364054"/>
                <a:gd name="connsiteX61" fmla="*/ 638691 w 2324346"/>
                <a:gd name="connsiteY61" fmla="*/ 183881 h 364054"/>
                <a:gd name="connsiteX62" fmla="*/ 526427 w 2324346"/>
                <a:gd name="connsiteY62" fmla="*/ 296145 h 364054"/>
                <a:gd name="connsiteX63" fmla="*/ 414163 w 2324346"/>
                <a:gd name="connsiteY63" fmla="*/ 183881 h 364054"/>
                <a:gd name="connsiteX64" fmla="*/ 526427 w 2324346"/>
                <a:gd name="connsiteY64" fmla="*/ 71617 h 364054"/>
                <a:gd name="connsiteX65" fmla="*/ 207075 w 2324346"/>
                <a:gd name="connsiteY65" fmla="*/ 71617 h 364054"/>
                <a:gd name="connsiteX66" fmla="*/ 319339 w 2324346"/>
                <a:gd name="connsiteY66" fmla="*/ 183881 h 364054"/>
                <a:gd name="connsiteX67" fmla="*/ 207075 w 2324346"/>
                <a:gd name="connsiteY67" fmla="*/ 296145 h 364054"/>
                <a:gd name="connsiteX68" fmla="*/ 94811 w 2324346"/>
                <a:gd name="connsiteY68" fmla="*/ 183881 h 364054"/>
                <a:gd name="connsiteX69" fmla="*/ 207075 w 2324346"/>
                <a:gd name="connsiteY69" fmla="*/ 71617 h 364054"/>
                <a:gd name="connsiteX70" fmla="*/ 182844 w 2324346"/>
                <a:gd name="connsiteY70" fmla="*/ 45713 h 364054"/>
                <a:gd name="connsiteX71" fmla="*/ 46530 w 2324346"/>
                <a:gd name="connsiteY71" fmla="*/ 182027 h 364054"/>
                <a:gd name="connsiteX72" fmla="*/ 182844 w 2324346"/>
                <a:gd name="connsiteY72" fmla="*/ 318341 h 364054"/>
                <a:gd name="connsiteX73" fmla="*/ 2141502 w 2324346"/>
                <a:gd name="connsiteY73" fmla="*/ 318341 h 364054"/>
                <a:gd name="connsiteX74" fmla="*/ 2277816 w 2324346"/>
                <a:gd name="connsiteY74" fmla="*/ 182027 h 364054"/>
                <a:gd name="connsiteX75" fmla="*/ 2141502 w 2324346"/>
                <a:gd name="connsiteY75" fmla="*/ 45713 h 364054"/>
                <a:gd name="connsiteX76" fmla="*/ 182027 w 2324346"/>
                <a:gd name="connsiteY76" fmla="*/ 0 h 364054"/>
                <a:gd name="connsiteX77" fmla="*/ 2142319 w 2324346"/>
                <a:gd name="connsiteY77" fmla="*/ 0 h 364054"/>
                <a:gd name="connsiteX78" fmla="*/ 2324346 w 2324346"/>
                <a:gd name="connsiteY78" fmla="*/ 182027 h 364054"/>
                <a:gd name="connsiteX79" fmla="*/ 2142319 w 2324346"/>
                <a:gd name="connsiteY79" fmla="*/ 364054 h 364054"/>
                <a:gd name="connsiteX80" fmla="*/ 182027 w 2324346"/>
                <a:gd name="connsiteY80" fmla="*/ 364054 h 364054"/>
                <a:gd name="connsiteX81" fmla="*/ 0 w 2324346"/>
                <a:gd name="connsiteY81" fmla="*/ 182027 h 364054"/>
                <a:gd name="connsiteX82" fmla="*/ 182027 w 2324346"/>
                <a:gd name="connsiteY82" fmla="*/ 0 h 36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324346" h="364054">
                  <a:moveTo>
                    <a:pt x="2123188" y="127749"/>
                  </a:moveTo>
                  <a:cubicBezTo>
                    <a:pt x="2092187" y="127749"/>
                    <a:pt x="2067056" y="152880"/>
                    <a:pt x="2067056" y="183881"/>
                  </a:cubicBezTo>
                  <a:cubicBezTo>
                    <a:pt x="2067056" y="214882"/>
                    <a:pt x="2092187" y="240013"/>
                    <a:pt x="2123188" y="240013"/>
                  </a:cubicBezTo>
                  <a:cubicBezTo>
                    <a:pt x="2154189" y="240013"/>
                    <a:pt x="2179320" y="214882"/>
                    <a:pt x="2179320" y="183881"/>
                  </a:cubicBezTo>
                  <a:cubicBezTo>
                    <a:pt x="2179320" y="152880"/>
                    <a:pt x="2154189" y="127749"/>
                    <a:pt x="2123188" y="127749"/>
                  </a:cubicBezTo>
                  <a:close/>
                  <a:moveTo>
                    <a:pt x="1803836" y="127749"/>
                  </a:moveTo>
                  <a:cubicBezTo>
                    <a:pt x="1772835" y="127749"/>
                    <a:pt x="1747704" y="152880"/>
                    <a:pt x="1747704" y="183881"/>
                  </a:cubicBezTo>
                  <a:cubicBezTo>
                    <a:pt x="1747704" y="214882"/>
                    <a:pt x="1772835" y="240013"/>
                    <a:pt x="1803836" y="240013"/>
                  </a:cubicBezTo>
                  <a:cubicBezTo>
                    <a:pt x="1834837" y="240013"/>
                    <a:pt x="1859968" y="214882"/>
                    <a:pt x="1859968" y="183881"/>
                  </a:cubicBezTo>
                  <a:cubicBezTo>
                    <a:pt x="1859968" y="152880"/>
                    <a:pt x="1834837" y="127749"/>
                    <a:pt x="1803836" y="127749"/>
                  </a:cubicBezTo>
                  <a:close/>
                  <a:moveTo>
                    <a:pt x="1484484" y="127749"/>
                  </a:moveTo>
                  <a:cubicBezTo>
                    <a:pt x="1453483" y="127749"/>
                    <a:pt x="1428352" y="152880"/>
                    <a:pt x="1428352" y="183881"/>
                  </a:cubicBezTo>
                  <a:cubicBezTo>
                    <a:pt x="1428352" y="214882"/>
                    <a:pt x="1453483" y="240013"/>
                    <a:pt x="1484484" y="240013"/>
                  </a:cubicBezTo>
                  <a:cubicBezTo>
                    <a:pt x="1515485" y="240013"/>
                    <a:pt x="1540616" y="214882"/>
                    <a:pt x="1540616" y="183881"/>
                  </a:cubicBezTo>
                  <a:cubicBezTo>
                    <a:pt x="1540616" y="152880"/>
                    <a:pt x="1515485" y="127749"/>
                    <a:pt x="1484484" y="127749"/>
                  </a:cubicBezTo>
                  <a:close/>
                  <a:moveTo>
                    <a:pt x="1165131" y="127749"/>
                  </a:moveTo>
                  <a:cubicBezTo>
                    <a:pt x="1134130" y="127749"/>
                    <a:pt x="1108999" y="152880"/>
                    <a:pt x="1108999" y="183881"/>
                  </a:cubicBezTo>
                  <a:cubicBezTo>
                    <a:pt x="1108999" y="214882"/>
                    <a:pt x="1134130" y="240013"/>
                    <a:pt x="1165131" y="240013"/>
                  </a:cubicBezTo>
                  <a:cubicBezTo>
                    <a:pt x="1196132" y="240013"/>
                    <a:pt x="1221263" y="214882"/>
                    <a:pt x="1221263" y="183881"/>
                  </a:cubicBezTo>
                  <a:cubicBezTo>
                    <a:pt x="1221263" y="152880"/>
                    <a:pt x="1196132" y="127749"/>
                    <a:pt x="1165131" y="127749"/>
                  </a:cubicBezTo>
                  <a:close/>
                  <a:moveTo>
                    <a:pt x="845779" y="127749"/>
                  </a:moveTo>
                  <a:cubicBezTo>
                    <a:pt x="814778" y="127749"/>
                    <a:pt x="789647" y="152880"/>
                    <a:pt x="789647" y="183881"/>
                  </a:cubicBezTo>
                  <a:cubicBezTo>
                    <a:pt x="789647" y="214882"/>
                    <a:pt x="814778" y="240013"/>
                    <a:pt x="845779" y="240013"/>
                  </a:cubicBezTo>
                  <a:cubicBezTo>
                    <a:pt x="876780" y="240013"/>
                    <a:pt x="901911" y="214882"/>
                    <a:pt x="901911" y="183881"/>
                  </a:cubicBezTo>
                  <a:cubicBezTo>
                    <a:pt x="901911" y="152880"/>
                    <a:pt x="876780" y="127749"/>
                    <a:pt x="845779" y="127749"/>
                  </a:cubicBezTo>
                  <a:close/>
                  <a:moveTo>
                    <a:pt x="526427" y="127749"/>
                  </a:moveTo>
                  <a:cubicBezTo>
                    <a:pt x="495426" y="127749"/>
                    <a:pt x="470295" y="152880"/>
                    <a:pt x="470295" y="183881"/>
                  </a:cubicBezTo>
                  <a:cubicBezTo>
                    <a:pt x="470295" y="214882"/>
                    <a:pt x="495426" y="240013"/>
                    <a:pt x="526427" y="240013"/>
                  </a:cubicBezTo>
                  <a:cubicBezTo>
                    <a:pt x="557428" y="240013"/>
                    <a:pt x="582559" y="214882"/>
                    <a:pt x="582559" y="183881"/>
                  </a:cubicBezTo>
                  <a:cubicBezTo>
                    <a:pt x="582559" y="152880"/>
                    <a:pt x="557428" y="127749"/>
                    <a:pt x="526427" y="127749"/>
                  </a:cubicBezTo>
                  <a:close/>
                  <a:moveTo>
                    <a:pt x="207075" y="127749"/>
                  </a:moveTo>
                  <a:cubicBezTo>
                    <a:pt x="176074" y="127749"/>
                    <a:pt x="150943" y="152880"/>
                    <a:pt x="150943" y="183881"/>
                  </a:cubicBezTo>
                  <a:cubicBezTo>
                    <a:pt x="150943" y="214882"/>
                    <a:pt x="176074" y="240013"/>
                    <a:pt x="207075" y="240013"/>
                  </a:cubicBezTo>
                  <a:cubicBezTo>
                    <a:pt x="238076" y="240013"/>
                    <a:pt x="263207" y="214882"/>
                    <a:pt x="263207" y="183881"/>
                  </a:cubicBezTo>
                  <a:cubicBezTo>
                    <a:pt x="263207" y="152880"/>
                    <a:pt x="238076" y="127749"/>
                    <a:pt x="207075" y="127749"/>
                  </a:cubicBezTo>
                  <a:close/>
                  <a:moveTo>
                    <a:pt x="2123188" y="71617"/>
                  </a:moveTo>
                  <a:cubicBezTo>
                    <a:pt x="2185190" y="71617"/>
                    <a:pt x="2235452" y="121879"/>
                    <a:pt x="2235452" y="183881"/>
                  </a:cubicBezTo>
                  <a:cubicBezTo>
                    <a:pt x="2235452" y="245883"/>
                    <a:pt x="2185190" y="296145"/>
                    <a:pt x="2123188" y="296145"/>
                  </a:cubicBezTo>
                  <a:cubicBezTo>
                    <a:pt x="2061186" y="296145"/>
                    <a:pt x="2010924" y="245883"/>
                    <a:pt x="2010924" y="183881"/>
                  </a:cubicBezTo>
                  <a:cubicBezTo>
                    <a:pt x="2010924" y="121879"/>
                    <a:pt x="2061186" y="71617"/>
                    <a:pt x="2123188" y="71617"/>
                  </a:cubicBezTo>
                  <a:close/>
                  <a:moveTo>
                    <a:pt x="1803836" y="71617"/>
                  </a:moveTo>
                  <a:cubicBezTo>
                    <a:pt x="1865838" y="71617"/>
                    <a:pt x="1916100" y="121879"/>
                    <a:pt x="1916100" y="183881"/>
                  </a:cubicBezTo>
                  <a:cubicBezTo>
                    <a:pt x="1916100" y="245883"/>
                    <a:pt x="1865838" y="296145"/>
                    <a:pt x="1803836" y="296145"/>
                  </a:cubicBezTo>
                  <a:cubicBezTo>
                    <a:pt x="1741834" y="296145"/>
                    <a:pt x="1691572" y="245883"/>
                    <a:pt x="1691572" y="183881"/>
                  </a:cubicBezTo>
                  <a:cubicBezTo>
                    <a:pt x="1691572" y="121879"/>
                    <a:pt x="1741834" y="71617"/>
                    <a:pt x="1803836" y="71617"/>
                  </a:cubicBezTo>
                  <a:close/>
                  <a:moveTo>
                    <a:pt x="1484484" y="71617"/>
                  </a:moveTo>
                  <a:cubicBezTo>
                    <a:pt x="1546486" y="71617"/>
                    <a:pt x="1596748" y="121879"/>
                    <a:pt x="1596748" y="183881"/>
                  </a:cubicBezTo>
                  <a:cubicBezTo>
                    <a:pt x="1596748" y="245883"/>
                    <a:pt x="1546486" y="296145"/>
                    <a:pt x="1484484" y="296145"/>
                  </a:cubicBezTo>
                  <a:cubicBezTo>
                    <a:pt x="1422482" y="296145"/>
                    <a:pt x="1372220" y="245883"/>
                    <a:pt x="1372220" y="183881"/>
                  </a:cubicBezTo>
                  <a:cubicBezTo>
                    <a:pt x="1372220" y="121879"/>
                    <a:pt x="1422482" y="71617"/>
                    <a:pt x="1484484" y="71617"/>
                  </a:cubicBezTo>
                  <a:close/>
                  <a:moveTo>
                    <a:pt x="1165131" y="71617"/>
                  </a:moveTo>
                  <a:cubicBezTo>
                    <a:pt x="1227133" y="71617"/>
                    <a:pt x="1277395" y="121879"/>
                    <a:pt x="1277395" y="183881"/>
                  </a:cubicBezTo>
                  <a:cubicBezTo>
                    <a:pt x="1277395" y="245883"/>
                    <a:pt x="1227133" y="296145"/>
                    <a:pt x="1165131" y="296145"/>
                  </a:cubicBezTo>
                  <a:cubicBezTo>
                    <a:pt x="1103129" y="296145"/>
                    <a:pt x="1052867" y="245883"/>
                    <a:pt x="1052867" y="183881"/>
                  </a:cubicBezTo>
                  <a:cubicBezTo>
                    <a:pt x="1052867" y="121879"/>
                    <a:pt x="1103129" y="71617"/>
                    <a:pt x="1165131" y="71617"/>
                  </a:cubicBezTo>
                  <a:close/>
                  <a:moveTo>
                    <a:pt x="845779" y="71617"/>
                  </a:moveTo>
                  <a:cubicBezTo>
                    <a:pt x="907781" y="71617"/>
                    <a:pt x="958043" y="121879"/>
                    <a:pt x="958043" y="183881"/>
                  </a:cubicBezTo>
                  <a:cubicBezTo>
                    <a:pt x="958043" y="245883"/>
                    <a:pt x="907781" y="296145"/>
                    <a:pt x="845779" y="296145"/>
                  </a:cubicBezTo>
                  <a:cubicBezTo>
                    <a:pt x="783777" y="296145"/>
                    <a:pt x="733515" y="245883"/>
                    <a:pt x="733515" y="183881"/>
                  </a:cubicBezTo>
                  <a:cubicBezTo>
                    <a:pt x="733515" y="121879"/>
                    <a:pt x="783777" y="71617"/>
                    <a:pt x="845779" y="71617"/>
                  </a:cubicBezTo>
                  <a:close/>
                  <a:moveTo>
                    <a:pt x="526427" y="71617"/>
                  </a:moveTo>
                  <a:cubicBezTo>
                    <a:pt x="588429" y="71617"/>
                    <a:pt x="638691" y="121879"/>
                    <a:pt x="638691" y="183881"/>
                  </a:cubicBezTo>
                  <a:cubicBezTo>
                    <a:pt x="638691" y="245883"/>
                    <a:pt x="588429" y="296145"/>
                    <a:pt x="526427" y="296145"/>
                  </a:cubicBezTo>
                  <a:cubicBezTo>
                    <a:pt x="464425" y="296145"/>
                    <a:pt x="414163" y="245883"/>
                    <a:pt x="414163" y="183881"/>
                  </a:cubicBezTo>
                  <a:cubicBezTo>
                    <a:pt x="414163" y="121879"/>
                    <a:pt x="464425" y="71617"/>
                    <a:pt x="526427" y="71617"/>
                  </a:cubicBezTo>
                  <a:close/>
                  <a:moveTo>
                    <a:pt x="207075" y="71617"/>
                  </a:moveTo>
                  <a:cubicBezTo>
                    <a:pt x="269077" y="71617"/>
                    <a:pt x="319339" y="121879"/>
                    <a:pt x="319339" y="183881"/>
                  </a:cubicBezTo>
                  <a:cubicBezTo>
                    <a:pt x="319339" y="245883"/>
                    <a:pt x="269077" y="296145"/>
                    <a:pt x="207075" y="296145"/>
                  </a:cubicBezTo>
                  <a:cubicBezTo>
                    <a:pt x="145073" y="296145"/>
                    <a:pt x="94811" y="245883"/>
                    <a:pt x="94811" y="183881"/>
                  </a:cubicBezTo>
                  <a:cubicBezTo>
                    <a:pt x="94811" y="121879"/>
                    <a:pt x="145073" y="71617"/>
                    <a:pt x="207075" y="71617"/>
                  </a:cubicBezTo>
                  <a:close/>
                  <a:moveTo>
                    <a:pt x="182844" y="45713"/>
                  </a:moveTo>
                  <a:cubicBezTo>
                    <a:pt x="107560" y="45713"/>
                    <a:pt x="46530" y="106743"/>
                    <a:pt x="46530" y="182027"/>
                  </a:cubicBezTo>
                  <a:cubicBezTo>
                    <a:pt x="46530" y="257311"/>
                    <a:pt x="107560" y="318341"/>
                    <a:pt x="182844" y="318341"/>
                  </a:cubicBezTo>
                  <a:lnTo>
                    <a:pt x="2141502" y="318341"/>
                  </a:lnTo>
                  <a:cubicBezTo>
                    <a:pt x="2216786" y="318341"/>
                    <a:pt x="2277816" y="257311"/>
                    <a:pt x="2277816" y="182027"/>
                  </a:cubicBezTo>
                  <a:cubicBezTo>
                    <a:pt x="2277816" y="106743"/>
                    <a:pt x="2216786" y="45713"/>
                    <a:pt x="2141502" y="45713"/>
                  </a:cubicBezTo>
                  <a:close/>
                  <a:moveTo>
                    <a:pt x="182027" y="0"/>
                  </a:moveTo>
                  <a:lnTo>
                    <a:pt x="2142319" y="0"/>
                  </a:lnTo>
                  <a:cubicBezTo>
                    <a:pt x="2242850" y="0"/>
                    <a:pt x="2324346" y="81496"/>
                    <a:pt x="2324346" y="182027"/>
                  </a:cubicBezTo>
                  <a:cubicBezTo>
                    <a:pt x="2324346" y="282558"/>
                    <a:pt x="2242850" y="364054"/>
                    <a:pt x="2142319" y="364054"/>
                  </a:cubicBezTo>
                  <a:lnTo>
                    <a:pt x="182027" y="364054"/>
                  </a:lnTo>
                  <a:cubicBezTo>
                    <a:pt x="81496" y="364054"/>
                    <a:pt x="0" y="282558"/>
                    <a:pt x="0" y="182027"/>
                  </a:cubicBezTo>
                  <a:cubicBezTo>
                    <a:pt x="0" y="81496"/>
                    <a:pt x="81496" y="0"/>
                    <a:pt x="182027"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sp>
        <p:nvSpPr>
          <p:cNvPr id="53" name="Freeform: Shape 36">
            <a:extLst>
              <a:ext uri="{FF2B5EF4-FFF2-40B4-BE49-F238E27FC236}">
                <a16:creationId xmlns:a16="http://schemas.microsoft.com/office/drawing/2014/main" id="{698BB61C-AA19-414B-9A23-243F4E6B2145}"/>
              </a:ext>
            </a:extLst>
          </p:cNvPr>
          <p:cNvSpPr/>
          <p:nvPr/>
        </p:nvSpPr>
        <p:spPr>
          <a:xfrm>
            <a:off x="8234055" y="1586771"/>
            <a:ext cx="416222" cy="3064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119">
            <a:extLst>
              <a:ext uri="{FF2B5EF4-FFF2-40B4-BE49-F238E27FC236}">
                <a16:creationId xmlns:a16="http://schemas.microsoft.com/office/drawing/2014/main" id="{34BA48C5-450F-4712-888B-C83AAC275E5B}"/>
              </a:ext>
            </a:extLst>
          </p:cNvPr>
          <p:cNvGrpSpPr/>
          <p:nvPr/>
        </p:nvGrpSpPr>
        <p:grpSpPr>
          <a:xfrm>
            <a:off x="5221602" y="1779010"/>
            <a:ext cx="1507423" cy="1088752"/>
            <a:chOff x="2716823" y="1178574"/>
            <a:chExt cx="5838092" cy="4216625"/>
          </a:xfrm>
        </p:grpSpPr>
        <p:grpSp>
          <p:nvGrpSpPr>
            <p:cNvPr id="55" name="Group 120">
              <a:extLst>
                <a:ext uri="{FF2B5EF4-FFF2-40B4-BE49-F238E27FC236}">
                  <a16:creationId xmlns:a16="http://schemas.microsoft.com/office/drawing/2014/main" id="{8F8A932B-5C0E-48C4-BFE0-C5C9CBF862F4}"/>
                </a:ext>
              </a:extLst>
            </p:cNvPr>
            <p:cNvGrpSpPr/>
            <p:nvPr/>
          </p:nvGrpSpPr>
          <p:grpSpPr>
            <a:xfrm>
              <a:off x="2716823" y="4480799"/>
              <a:ext cx="5838092" cy="914400"/>
              <a:chOff x="175847" y="4480799"/>
              <a:chExt cx="8801100" cy="914400"/>
            </a:xfrm>
          </p:grpSpPr>
          <p:sp>
            <p:nvSpPr>
              <p:cNvPr id="98" name="Rectangle: Rounded Corners 163">
                <a:extLst>
                  <a:ext uri="{FF2B5EF4-FFF2-40B4-BE49-F238E27FC236}">
                    <a16:creationId xmlns:a16="http://schemas.microsoft.com/office/drawing/2014/main" id="{8662CB92-82DA-4CA9-9EF7-370C8E2B6993}"/>
                  </a:ext>
                </a:extLst>
              </p:cNvPr>
              <p:cNvSpPr/>
              <p:nvPr/>
            </p:nvSpPr>
            <p:spPr>
              <a:xfrm>
                <a:off x="175847" y="4480799"/>
                <a:ext cx="8801100" cy="9144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9" name="Rectangle: Rounded Corners 164">
                <a:extLst>
                  <a:ext uri="{FF2B5EF4-FFF2-40B4-BE49-F238E27FC236}">
                    <a16:creationId xmlns:a16="http://schemas.microsoft.com/office/drawing/2014/main" id="{775A5768-D90F-418A-89B1-59FF4FB2ED58}"/>
                  </a:ext>
                </a:extLst>
              </p:cNvPr>
              <p:cNvSpPr/>
              <p:nvPr/>
            </p:nvSpPr>
            <p:spPr>
              <a:xfrm>
                <a:off x="352032" y="4595616"/>
                <a:ext cx="8448729" cy="684763"/>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56" name="Group 121">
              <a:extLst>
                <a:ext uri="{FF2B5EF4-FFF2-40B4-BE49-F238E27FC236}">
                  <a16:creationId xmlns:a16="http://schemas.microsoft.com/office/drawing/2014/main" id="{45C64AF0-3797-4DF4-9A7C-6D7D25A86106}"/>
                </a:ext>
              </a:extLst>
            </p:cNvPr>
            <p:cNvGrpSpPr/>
            <p:nvPr/>
          </p:nvGrpSpPr>
          <p:grpSpPr>
            <a:xfrm>
              <a:off x="2954961" y="4660680"/>
              <a:ext cx="5376674" cy="563948"/>
              <a:chOff x="3193903" y="4660680"/>
              <a:chExt cx="5376674" cy="563948"/>
            </a:xfrm>
          </p:grpSpPr>
          <p:sp>
            <p:nvSpPr>
              <p:cNvPr id="91" name="Circle: Hollow 156">
                <a:extLst>
                  <a:ext uri="{FF2B5EF4-FFF2-40B4-BE49-F238E27FC236}">
                    <a16:creationId xmlns:a16="http://schemas.microsoft.com/office/drawing/2014/main" id="{34D9FE48-D748-4E84-A434-916591616F2C}"/>
                  </a:ext>
                </a:extLst>
              </p:cNvPr>
              <p:cNvSpPr/>
              <p:nvPr/>
            </p:nvSpPr>
            <p:spPr>
              <a:xfrm>
                <a:off x="3193903" y="4660680"/>
                <a:ext cx="563948" cy="563948"/>
              </a:xfrm>
              <a:prstGeom prst="don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2" name="Circle: Hollow 157">
                <a:extLst>
                  <a:ext uri="{FF2B5EF4-FFF2-40B4-BE49-F238E27FC236}">
                    <a16:creationId xmlns:a16="http://schemas.microsoft.com/office/drawing/2014/main" id="{0785B27E-5BD6-4037-BA3B-07A4B50BA5A6}"/>
                  </a:ext>
                </a:extLst>
              </p:cNvPr>
              <p:cNvSpPr/>
              <p:nvPr/>
            </p:nvSpPr>
            <p:spPr>
              <a:xfrm>
                <a:off x="3996024" y="4660680"/>
                <a:ext cx="563948" cy="563948"/>
              </a:xfrm>
              <a:prstGeom prst="don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3" name="Circle: Hollow 158">
                <a:extLst>
                  <a:ext uri="{FF2B5EF4-FFF2-40B4-BE49-F238E27FC236}">
                    <a16:creationId xmlns:a16="http://schemas.microsoft.com/office/drawing/2014/main" id="{7C79DAAD-8511-4704-BE44-04C9F5D9C095}"/>
                  </a:ext>
                </a:extLst>
              </p:cNvPr>
              <p:cNvSpPr/>
              <p:nvPr/>
            </p:nvSpPr>
            <p:spPr>
              <a:xfrm>
                <a:off x="4798145" y="4660680"/>
                <a:ext cx="563948" cy="563948"/>
              </a:xfrm>
              <a:prstGeom prst="don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4" name="Circle: Hollow 159">
                <a:extLst>
                  <a:ext uri="{FF2B5EF4-FFF2-40B4-BE49-F238E27FC236}">
                    <a16:creationId xmlns:a16="http://schemas.microsoft.com/office/drawing/2014/main" id="{A0C480B5-66CF-4713-81BF-20EF96616097}"/>
                  </a:ext>
                </a:extLst>
              </p:cNvPr>
              <p:cNvSpPr/>
              <p:nvPr/>
            </p:nvSpPr>
            <p:spPr>
              <a:xfrm>
                <a:off x="5600266" y="4660680"/>
                <a:ext cx="563948" cy="563948"/>
              </a:xfrm>
              <a:prstGeom prst="don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5" name="Circle: Hollow 160">
                <a:extLst>
                  <a:ext uri="{FF2B5EF4-FFF2-40B4-BE49-F238E27FC236}">
                    <a16:creationId xmlns:a16="http://schemas.microsoft.com/office/drawing/2014/main" id="{93896B66-3965-4E73-B3CE-2912DEC106FB}"/>
                  </a:ext>
                </a:extLst>
              </p:cNvPr>
              <p:cNvSpPr/>
              <p:nvPr/>
            </p:nvSpPr>
            <p:spPr>
              <a:xfrm>
                <a:off x="6402387" y="4660680"/>
                <a:ext cx="563948" cy="563948"/>
              </a:xfrm>
              <a:prstGeom prst="don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6" name="Circle: Hollow 161">
                <a:extLst>
                  <a:ext uri="{FF2B5EF4-FFF2-40B4-BE49-F238E27FC236}">
                    <a16:creationId xmlns:a16="http://schemas.microsoft.com/office/drawing/2014/main" id="{7D46C864-100A-4620-BA28-9853C7FC2AD3}"/>
                  </a:ext>
                </a:extLst>
              </p:cNvPr>
              <p:cNvSpPr/>
              <p:nvPr/>
            </p:nvSpPr>
            <p:spPr>
              <a:xfrm>
                <a:off x="7204508" y="4660680"/>
                <a:ext cx="563948" cy="563948"/>
              </a:xfrm>
              <a:prstGeom prst="don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7" name="Circle: Hollow 162">
                <a:extLst>
                  <a:ext uri="{FF2B5EF4-FFF2-40B4-BE49-F238E27FC236}">
                    <a16:creationId xmlns:a16="http://schemas.microsoft.com/office/drawing/2014/main" id="{392D5BD4-3E2A-4B2B-A5AC-461BA7D39C18}"/>
                  </a:ext>
                </a:extLst>
              </p:cNvPr>
              <p:cNvSpPr/>
              <p:nvPr/>
            </p:nvSpPr>
            <p:spPr>
              <a:xfrm>
                <a:off x="8006629" y="4660680"/>
                <a:ext cx="563948" cy="563948"/>
              </a:xfrm>
              <a:prstGeom prst="don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7" name="Group 122">
              <a:extLst>
                <a:ext uri="{FF2B5EF4-FFF2-40B4-BE49-F238E27FC236}">
                  <a16:creationId xmlns:a16="http://schemas.microsoft.com/office/drawing/2014/main" id="{3A9ECF35-2FE2-496D-BB21-D4812DFDF4D7}"/>
                </a:ext>
              </a:extLst>
            </p:cNvPr>
            <p:cNvGrpSpPr/>
            <p:nvPr/>
          </p:nvGrpSpPr>
          <p:grpSpPr>
            <a:xfrm>
              <a:off x="3352363" y="1178574"/>
              <a:ext cx="4567012" cy="3338578"/>
              <a:chOff x="3244476" y="1178574"/>
              <a:chExt cx="4567012" cy="3338578"/>
            </a:xfrm>
          </p:grpSpPr>
          <p:grpSp>
            <p:nvGrpSpPr>
              <p:cNvPr id="58" name="Group 123">
                <a:extLst>
                  <a:ext uri="{FF2B5EF4-FFF2-40B4-BE49-F238E27FC236}">
                    <a16:creationId xmlns:a16="http://schemas.microsoft.com/office/drawing/2014/main" id="{483B0D41-790E-401E-AB5C-C764F3E209F4}"/>
                  </a:ext>
                </a:extLst>
              </p:cNvPr>
              <p:cNvGrpSpPr/>
              <p:nvPr/>
            </p:nvGrpSpPr>
            <p:grpSpPr>
              <a:xfrm>
                <a:off x="6625802" y="1178574"/>
                <a:ext cx="1185686" cy="3323087"/>
                <a:chOff x="759811" y="527538"/>
                <a:chExt cx="1603131" cy="3974123"/>
              </a:xfrm>
            </p:grpSpPr>
            <p:grpSp>
              <p:nvGrpSpPr>
                <p:cNvPr id="82" name="Group 147">
                  <a:extLst>
                    <a:ext uri="{FF2B5EF4-FFF2-40B4-BE49-F238E27FC236}">
                      <a16:creationId xmlns:a16="http://schemas.microsoft.com/office/drawing/2014/main" id="{DF935836-D5BB-4827-B4F3-E4E17D4AFE73}"/>
                    </a:ext>
                  </a:extLst>
                </p:cNvPr>
                <p:cNvGrpSpPr/>
                <p:nvPr/>
              </p:nvGrpSpPr>
              <p:grpSpPr>
                <a:xfrm>
                  <a:off x="1055818" y="527538"/>
                  <a:ext cx="1011116" cy="3974123"/>
                  <a:chOff x="3745523" y="738554"/>
                  <a:chExt cx="870439" cy="3974123"/>
                </a:xfrm>
              </p:grpSpPr>
              <p:sp>
                <p:nvSpPr>
                  <p:cNvPr id="89" name="Rectangle 154">
                    <a:extLst>
                      <a:ext uri="{FF2B5EF4-FFF2-40B4-BE49-F238E27FC236}">
                        <a16:creationId xmlns:a16="http://schemas.microsoft.com/office/drawing/2014/main" id="{76FDA2C8-C682-49F6-A8CC-F00F3850F8DD}"/>
                      </a:ext>
                    </a:extLst>
                  </p:cNvPr>
                  <p:cNvSpPr/>
                  <p:nvPr/>
                </p:nvSpPr>
                <p:spPr>
                  <a:xfrm>
                    <a:off x="3745523" y="738554"/>
                    <a:ext cx="870439" cy="39741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0" name="Rectangle 155">
                    <a:extLst>
                      <a:ext uri="{FF2B5EF4-FFF2-40B4-BE49-F238E27FC236}">
                        <a16:creationId xmlns:a16="http://schemas.microsoft.com/office/drawing/2014/main" id="{B3A80503-9CB8-43AA-AA14-696C2DCB02D3}"/>
                      </a:ext>
                    </a:extLst>
                  </p:cNvPr>
                  <p:cNvSpPr/>
                  <p:nvPr/>
                </p:nvSpPr>
                <p:spPr>
                  <a:xfrm>
                    <a:off x="4176346" y="738554"/>
                    <a:ext cx="439616" cy="39741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83" name="Group 148">
                  <a:extLst>
                    <a:ext uri="{FF2B5EF4-FFF2-40B4-BE49-F238E27FC236}">
                      <a16:creationId xmlns:a16="http://schemas.microsoft.com/office/drawing/2014/main" id="{9E44EE69-CDA2-488E-A250-DBAC5AD32A78}"/>
                    </a:ext>
                  </a:extLst>
                </p:cNvPr>
                <p:cNvGrpSpPr/>
                <p:nvPr/>
              </p:nvGrpSpPr>
              <p:grpSpPr>
                <a:xfrm>
                  <a:off x="759811" y="1591407"/>
                  <a:ext cx="1603131" cy="724247"/>
                  <a:chOff x="3897923" y="890954"/>
                  <a:chExt cx="870439" cy="3974123"/>
                </a:xfrm>
              </p:grpSpPr>
              <p:sp>
                <p:nvSpPr>
                  <p:cNvPr id="87" name="Rectangle 152">
                    <a:extLst>
                      <a:ext uri="{FF2B5EF4-FFF2-40B4-BE49-F238E27FC236}">
                        <a16:creationId xmlns:a16="http://schemas.microsoft.com/office/drawing/2014/main" id="{F1915D98-6AA3-406E-8BD8-7878009AF073}"/>
                      </a:ext>
                    </a:extLst>
                  </p:cNvPr>
                  <p:cNvSpPr/>
                  <p:nvPr/>
                </p:nvSpPr>
                <p:spPr>
                  <a:xfrm>
                    <a:off x="3897923" y="890954"/>
                    <a:ext cx="870439" cy="397412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8" name="Rectangle 153">
                    <a:extLst>
                      <a:ext uri="{FF2B5EF4-FFF2-40B4-BE49-F238E27FC236}">
                        <a16:creationId xmlns:a16="http://schemas.microsoft.com/office/drawing/2014/main" id="{A83ED2EA-1F42-4A72-ACEA-F203B1EAF494}"/>
                      </a:ext>
                    </a:extLst>
                  </p:cNvPr>
                  <p:cNvSpPr/>
                  <p:nvPr/>
                </p:nvSpPr>
                <p:spPr>
                  <a:xfrm>
                    <a:off x="4328746" y="890954"/>
                    <a:ext cx="439616" cy="39741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84" name="Rectangle 149">
                  <a:extLst>
                    <a:ext uri="{FF2B5EF4-FFF2-40B4-BE49-F238E27FC236}">
                      <a16:creationId xmlns:a16="http://schemas.microsoft.com/office/drawing/2014/main" id="{B756AF0F-269A-4546-828F-78C46ADA429D}"/>
                    </a:ext>
                  </a:extLst>
                </p:cNvPr>
                <p:cNvSpPr/>
                <p:nvPr/>
              </p:nvSpPr>
              <p:spPr>
                <a:xfrm>
                  <a:off x="1055818" y="2330074"/>
                  <a:ext cx="1011116" cy="375071"/>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Rectangle 150">
                  <a:extLst>
                    <a:ext uri="{FF2B5EF4-FFF2-40B4-BE49-F238E27FC236}">
                      <a16:creationId xmlns:a16="http://schemas.microsoft.com/office/drawing/2014/main" id="{D5094054-5650-434E-965B-2ABF881D9A6B}"/>
                    </a:ext>
                  </a:extLst>
                </p:cNvPr>
                <p:cNvSpPr/>
                <p:nvPr/>
              </p:nvSpPr>
              <p:spPr>
                <a:xfrm>
                  <a:off x="1429777" y="2705145"/>
                  <a:ext cx="274246" cy="41900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Rectangle 151">
                  <a:extLst>
                    <a:ext uri="{FF2B5EF4-FFF2-40B4-BE49-F238E27FC236}">
                      <a16:creationId xmlns:a16="http://schemas.microsoft.com/office/drawing/2014/main" id="{D044671B-D026-496B-8F73-31A54E6E2FFA}"/>
                    </a:ext>
                  </a:extLst>
                </p:cNvPr>
                <p:cNvSpPr/>
                <p:nvPr/>
              </p:nvSpPr>
              <p:spPr>
                <a:xfrm>
                  <a:off x="1506693" y="3133868"/>
                  <a:ext cx="123633" cy="29893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59" name="Freeform: Shape 124">
                <a:extLst>
                  <a:ext uri="{FF2B5EF4-FFF2-40B4-BE49-F238E27FC236}">
                    <a16:creationId xmlns:a16="http://schemas.microsoft.com/office/drawing/2014/main" id="{D51DA1B0-3E0B-41B7-B762-35D32A7F5A2A}"/>
                  </a:ext>
                </a:extLst>
              </p:cNvPr>
              <p:cNvSpPr/>
              <p:nvPr/>
            </p:nvSpPr>
            <p:spPr>
              <a:xfrm>
                <a:off x="7065352" y="3543092"/>
                <a:ext cx="294608" cy="974060"/>
              </a:xfrm>
              <a:custGeom>
                <a:avLst/>
                <a:gdLst>
                  <a:gd name="connsiteX0" fmla="*/ 142121 w 152400"/>
                  <a:gd name="connsiteY0" fmla="*/ 516255 h 647700"/>
                  <a:gd name="connsiteX1" fmla="*/ 154504 w 152400"/>
                  <a:gd name="connsiteY1" fmla="*/ 254318 h 647700"/>
                  <a:gd name="connsiteX2" fmla="*/ 119261 w 152400"/>
                  <a:gd name="connsiteY2" fmla="*/ 180023 h 647700"/>
                  <a:gd name="connsiteX3" fmla="*/ 101164 w 152400"/>
                  <a:gd name="connsiteY3" fmla="*/ 54293 h 647700"/>
                  <a:gd name="connsiteX4" fmla="*/ 78304 w 152400"/>
                  <a:gd name="connsiteY4" fmla="*/ 0 h 647700"/>
                  <a:gd name="connsiteX5" fmla="*/ 78304 w 152400"/>
                  <a:gd name="connsiteY5" fmla="*/ 0 h 647700"/>
                  <a:gd name="connsiteX6" fmla="*/ 77351 w 152400"/>
                  <a:gd name="connsiteY6" fmla="*/ 0 h 647700"/>
                  <a:gd name="connsiteX7" fmla="*/ 76399 w 152400"/>
                  <a:gd name="connsiteY7" fmla="*/ 0 h 647700"/>
                  <a:gd name="connsiteX8" fmla="*/ 76399 w 152400"/>
                  <a:gd name="connsiteY8" fmla="*/ 0 h 647700"/>
                  <a:gd name="connsiteX9" fmla="*/ 53539 w 152400"/>
                  <a:gd name="connsiteY9" fmla="*/ 54293 h 647700"/>
                  <a:gd name="connsiteX10" fmla="*/ 35441 w 152400"/>
                  <a:gd name="connsiteY10" fmla="*/ 180023 h 647700"/>
                  <a:gd name="connsiteX11" fmla="*/ 199 w 152400"/>
                  <a:gd name="connsiteY11" fmla="*/ 254318 h 647700"/>
                  <a:gd name="connsiteX12" fmla="*/ 12581 w 152400"/>
                  <a:gd name="connsiteY12" fmla="*/ 516255 h 647700"/>
                  <a:gd name="connsiteX13" fmla="*/ 12581 w 152400"/>
                  <a:gd name="connsiteY13" fmla="*/ 575310 h 647700"/>
                  <a:gd name="connsiteX14" fmla="*/ 2104 w 152400"/>
                  <a:gd name="connsiteY14" fmla="*/ 638175 h 647700"/>
                  <a:gd name="connsiteX15" fmla="*/ 150694 w 152400"/>
                  <a:gd name="connsiteY15" fmla="*/ 638175 h 647700"/>
                  <a:gd name="connsiteX16" fmla="*/ 140216 w 152400"/>
                  <a:gd name="connsiteY16" fmla="*/ 575310 h 647700"/>
                  <a:gd name="connsiteX17" fmla="*/ 142121 w 152400"/>
                  <a:gd name="connsiteY17" fmla="*/ 516255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647700">
                    <a:moveTo>
                      <a:pt x="142121" y="516255"/>
                    </a:moveTo>
                    <a:cubicBezTo>
                      <a:pt x="144026" y="476250"/>
                      <a:pt x="156409" y="300038"/>
                      <a:pt x="154504" y="254318"/>
                    </a:cubicBezTo>
                    <a:cubicBezTo>
                      <a:pt x="153551" y="218123"/>
                      <a:pt x="137359" y="208598"/>
                      <a:pt x="119261" y="180023"/>
                    </a:cubicBezTo>
                    <a:cubicBezTo>
                      <a:pt x="97354" y="145733"/>
                      <a:pt x="101164" y="93345"/>
                      <a:pt x="101164" y="54293"/>
                    </a:cubicBezTo>
                    <a:cubicBezTo>
                      <a:pt x="101164" y="27623"/>
                      <a:pt x="114499" y="952"/>
                      <a:pt x="78304" y="0"/>
                    </a:cubicBezTo>
                    <a:cubicBezTo>
                      <a:pt x="78304" y="0"/>
                      <a:pt x="78304" y="0"/>
                      <a:pt x="78304" y="0"/>
                    </a:cubicBezTo>
                    <a:cubicBezTo>
                      <a:pt x="78304" y="0"/>
                      <a:pt x="78304" y="0"/>
                      <a:pt x="77351" y="0"/>
                    </a:cubicBezTo>
                    <a:cubicBezTo>
                      <a:pt x="77351" y="0"/>
                      <a:pt x="77351" y="0"/>
                      <a:pt x="76399" y="0"/>
                    </a:cubicBezTo>
                    <a:cubicBezTo>
                      <a:pt x="76399" y="0"/>
                      <a:pt x="76399" y="0"/>
                      <a:pt x="76399" y="0"/>
                    </a:cubicBezTo>
                    <a:cubicBezTo>
                      <a:pt x="39251" y="952"/>
                      <a:pt x="52586" y="26670"/>
                      <a:pt x="53539" y="54293"/>
                    </a:cubicBezTo>
                    <a:cubicBezTo>
                      <a:pt x="53539" y="93345"/>
                      <a:pt x="57349" y="145733"/>
                      <a:pt x="35441" y="180023"/>
                    </a:cubicBezTo>
                    <a:cubicBezTo>
                      <a:pt x="17344" y="208598"/>
                      <a:pt x="1151" y="218123"/>
                      <a:pt x="199" y="254318"/>
                    </a:cubicBezTo>
                    <a:cubicBezTo>
                      <a:pt x="-1706" y="300038"/>
                      <a:pt x="10676" y="476250"/>
                      <a:pt x="12581" y="516255"/>
                    </a:cubicBezTo>
                    <a:cubicBezTo>
                      <a:pt x="13534" y="536258"/>
                      <a:pt x="14486" y="555308"/>
                      <a:pt x="12581" y="575310"/>
                    </a:cubicBezTo>
                    <a:cubicBezTo>
                      <a:pt x="11629" y="591503"/>
                      <a:pt x="-3611" y="623888"/>
                      <a:pt x="2104" y="638175"/>
                    </a:cubicBezTo>
                    <a:cubicBezTo>
                      <a:pt x="8771" y="655320"/>
                      <a:pt x="144026" y="655320"/>
                      <a:pt x="150694" y="638175"/>
                    </a:cubicBezTo>
                    <a:cubicBezTo>
                      <a:pt x="156409" y="623888"/>
                      <a:pt x="141169" y="590550"/>
                      <a:pt x="140216" y="575310"/>
                    </a:cubicBezTo>
                    <a:cubicBezTo>
                      <a:pt x="140216" y="555308"/>
                      <a:pt x="141169" y="535305"/>
                      <a:pt x="142121" y="516255"/>
                    </a:cubicBezTo>
                    <a:close/>
                  </a:path>
                </a:pathLst>
              </a:custGeom>
              <a:solidFill>
                <a:schemeClr val="bg1"/>
              </a:solidFill>
              <a:ln w="9525" cap="flat">
                <a:noFill/>
                <a:prstDash val="solid"/>
                <a:miter/>
              </a:ln>
            </p:spPr>
            <p:txBody>
              <a:bodyPr rtlCol="0" anchor="ctr"/>
              <a:lstStyle/>
              <a:p>
                <a:endParaRPr lang="en-US"/>
              </a:p>
            </p:txBody>
          </p:sp>
          <p:grpSp>
            <p:nvGrpSpPr>
              <p:cNvPr id="60" name="Group 125">
                <a:extLst>
                  <a:ext uri="{FF2B5EF4-FFF2-40B4-BE49-F238E27FC236}">
                    <a16:creationId xmlns:a16="http://schemas.microsoft.com/office/drawing/2014/main" id="{B2D6F914-95DF-4FCE-A87B-3CD08968A68D}"/>
                  </a:ext>
                </a:extLst>
              </p:cNvPr>
              <p:cNvGrpSpPr/>
              <p:nvPr/>
            </p:nvGrpSpPr>
            <p:grpSpPr>
              <a:xfrm>
                <a:off x="4935139" y="1178574"/>
                <a:ext cx="1185686" cy="3323087"/>
                <a:chOff x="759811" y="527538"/>
                <a:chExt cx="1603131" cy="3974123"/>
              </a:xfrm>
            </p:grpSpPr>
            <p:grpSp>
              <p:nvGrpSpPr>
                <p:cNvPr id="73" name="Group 138">
                  <a:extLst>
                    <a:ext uri="{FF2B5EF4-FFF2-40B4-BE49-F238E27FC236}">
                      <a16:creationId xmlns:a16="http://schemas.microsoft.com/office/drawing/2014/main" id="{9A27A6BE-CA93-43E1-9E29-F6724DD2381F}"/>
                    </a:ext>
                  </a:extLst>
                </p:cNvPr>
                <p:cNvGrpSpPr/>
                <p:nvPr/>
              </p:nvGrpSpPr>
              <p:grpSpPr>
                <a:xfrm>
                  <a:off x="1055818" y="527538"/>
                  <a:ext cx="1011116" cy="3974123"/>
                  <a:chOff x="3745523" y="738554"/>
                  <a:chExt cx="870439" cy="3974123"/>
                </a:xfrm>
              </p:grpSpPr>
              <p:sp>
                <p:nvSpPr>
                  <p:cNvPr id="80" name="Rectangle 145">
                    <a:extLst>
                      <a:ext uri="{FF2B5EF4-FFF2-40B4-BE49-F238E27FC236}">
                        <a16:creationId xmlns:a16="http://schemas.microsoft.com/office/drawing/2014/main" id="{DBB80C2D-B8F8-442A-9C52-06B305DEA9ED}"/>
                      </a:ext>
                    </a:extLst>
                  </p:cNvPr>
                  <p:cNvSpPr/>
                  <p:nvPr/>
                </p:nvSpPr>
                <p:spPr>
                  <a:xfrm>
                    <a:off x="3745523" y="738554"/>
                    <a:ext cx="870439" cy="39741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Rectangle 146">
                    <a:extLst>
                      <a:ext uri="{FF2B5EF4-FFF2-40B4-BE49-F238E27FC236}">
                        <a16:creationId xmlns:a16="http://schemas.microsoft.com/office/drawing/2014/main" id="{6D8850F2-1A7C-4120-815F-7E38FA36E3DC}"/>
                      </a:ext>
                    </a:extLst>
                  </p:cNvPr>
                  <p:cNvSpPr/>
                  <p:nvPr/>
                </p:nvSpPr>
                <p:spPr>
                  <a:xfrm>
                    <a:off x="4176346" y="738554"/>
                    <a:ext cx="439616" cy="39741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74" name="Group 139">
                  <a:extLst>
                    <a:ext uri="{FF2B5EF4-FFF2-40B4-BE49-F238E27FC236}">
                      <a16:creationId xmlns:a16="http://schemas.microsoft.com/office/drawing/2014/main" id="{056A4392-C5E4-43D0-9DDF-1962F2A26009}"/>
                    </a:ext>
                  </a:extLst>
                </p:cNvPr>
                <p:cNvGrpSpPr/>
                <p:nvPr/>
              </p:nvGrpSpPr>
              <p:grpSpPr>
                <a:xfrm>
                  <a:off x="759811" y="1591407"/>
                  <a:ext cx="1603131" cy="724247"/>
                  <a:chOff x="3897923" y="890954"/>
                  <a:chExt cx="870439" cy="3974123"/>
                </a:xfrm>
              </p:grpSpPr>
              <p:sp>
                <p:nvSpPr>
                  <p:cNvPr id="78" name="Rectangle 143">
                    <a:extLst>
                      <a:ext uri="{FF2B5EF4-FFF2-40B4-BE49-F238E27FC236}">
                        <a16:creationId xmlns:a16="http://schemas.microsoft.com/office/drawing/2014/main" id="{10CD58C0-29F8-4297-8B33-784D57EA57A1}"/>
                      </a:ext>
                    </a:extLst>
                  </p:cNvPr>
                  <p:cNvSpPr/>
                  <p:nvPr/>
                </p:nvSpPr>
                <p:spPr>
                  <a:xfrm>
                    <a:off x="3897923" y="890954"/>
                    <a:ext cx="870439" cy="397412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9" name="Rectangle 144">
                    <a:extLst>
                      <a:ext uri="{FF2B5EF4-FFF2-40B4-BE49-F238E27FC236}">
                        <a16:creationId xmlns:a16="http://schemas.microsoft.com/office/drawing/2014/main" id="{4C03394F-0D1B-4F54-9D7F-A1112E466627}"/>
                      </a:ext>
                    </a:extLst>
                  </p:cNvPr>
                  <p:cNvSpPr/>
                  <p:nvPr/>
                </p:nvSpPr>
                <p:spPr>
                  <a:xfrm>
                    <a:off x="4328746" y="890954"/>
                    <a:ext cx="439616" cy="39741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75" name="Rectangle 140">
                  <a:extLst>
                    <a:ext uri="{FF2B5EF4-FFF2-40B4-BE49-F238E27FC236}">
                      <a16:creationId xmlns:a16="http://schemas.microsoft.com/office/drawing/2014/main" id="{12B63883-DF61-4F83-B437-E4A885991C45}"/>
                    </a:ext>
                  </a:extLst>
                </p:cNvPr>
                <p:cNvSpPr/>
                <p:nvPr/>
              </p:nvSpPr>
              <p:spPr>
                <a:xfrm>
                  <a:off x="1055818" y="2330074"/>
                  <a:ext cx="1011116" cy="375071"/>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6" name="Rectangle 141">
                  <a:extLst>
                    <a:ext uri="{FF2B5EF4-FFF2-40B4-BE49-F238E27FC236}">
                      <a16:creationId xmlns:a16="http://schemas.microsoft.com/office/drawing/2014/main" id="{65B073AA-74D1-422F-9AC8-71580CAF6DF3}"/>
                    </a:ext>
                  </a:extLst>
                </p:cNvPr>
                <p:cNvSpPr/>
                <p:nvPr/>
              </p:nvSpPr>
              <p:spPr>
                <a:xfrm>
                  <a:off x="1429777" y="2705145"/>
                  <a:ext cx="274246" cy="41900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Rectangle 142">
                  <a:extLst>
                    <a:ext uri="{FF2B5EF4-FFF2-40B4-BE49-F238E27FC236}">
                      <a16:creationId xmlns:a16="http://schemas.microsoft.com/office/drawing/2014/main" id="{A6689696-31BD-4573-A87F-36C768D56B19}"/>
                    </a:ext>
                  </a:extLst>
                </p:cNvPr>
                <p:cNvSpPr/>
                <p:nvPr/>
              </p:nvSpPr>
              <p:spPr>
                <a:xfrm>
                  <a:off x="1506693" y="3133868"/>
                  <a:ext cx="123633" cy="29893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1" name="Freeform: Shape 126">
                <a:extLst>
                  <a:ext uri="{FF2B5EF4-FFF2-40B4-BE49-F238E27FC236}">
                    <a16:creationId xmlns:a16="http://schemas.microsoft.com/office/drawing/2014/main" id="{2EE18908-7A98-48AC-AF3A-172940F5846A}"/>
                  </a:ext>
                </a:extLst>
              </p:cNvPr>
              <p:cNvSpPr/>
              <p:nvPr/>
            </p:nvSpPr>
            <p:spPr>
              <a:xfrm>
                <a:off x="5374689" y="3543092"/>
                <a:ext cx="294608" cy="974060"/>
              </a:xfrm>
              <a:custGeom>
                <a:avLst/>
                <a:gdLst>
                  <a:gd name="connsiteX0" fmla="*/ 142121 w 152400"/>
                  <a:gd name="connsiteY0" fmla="*/ 516255 h 647700"/>
                  <a:gd name="connsiteX1" fmla="*/ 154504 w 152400"/>
                  <a:gd name="connsiteY1" fmla="*/ 254318 h 647700"/>
                  <a:gd name="connsiteX2" fmla="*/ 119261 w 152400"/>
                  <a:gd name="connsiteY2" fmla="*/ 180023 h 647700"/>
                  <a:gd name="connsiteX3" fmla="*/ 101164 w 152400"/>
                  <a:gd name="connsiteY3" fmla="*/ 54293 h 647700"/>
                  <a:gd name="connsiteX4" fmla="*/ 78304 w 152400"/>
                  <a:gd name="connsiteY4" fmla="*/ 0 h 647700"/>
                  <a:gd name="connsiteX5" fmla="*/ 78304 w 152400"/>
                  <a:gd name="connsiteY5" fmla="*/ 0 h 647700"/>
                  <a:gd name="connsiteX6" fmla="*/ 77351 w 152400"/>
                  <a:gd name="connsiteY6" fmla="*/ 0 h 647700"/>
                  <a:gd name="connsiteX7" fmla="*/ 76399 w 152400"/>
                  <a:gd name="connsiteY7" fmla="*/ 0 h 647700"/>
                  <a:gd name="connsiteX8" fmla="*/ 76399 w 152400"/>
                  <a:gd name="connsiteY8" fmla="*/ 0 h 647700"/>
                  <a:gd name="connsiteX9" fmla="*/ 53539 w 152400"/>
                  <a:gd name="connsiteY9" fmla="*/ 54293 h 647700"/>
                  <a:gd name="connsiteX10" fmla="*/ 35441 w 152400"/>
                  <a:gd name="connsiteY10" fmla="*/ 180023 h 647700"/>
                  <a:gd name="connsiteX11" fmla="*/ 199 w 152400"/>
                  <a:gd name="connsiteY11" fmla="*/ 254318 h 647700"/>
                  <a:gd name="connsiteX12" fmla="*/ 12581 w 152400"/>
                  <a:gd name="connsiteY12" fmla="*/ 516255 h 647700"/>
                  <a:gd name="connsiteX13" fmla="*/ 12581 w 152400"/>
                  <a:gd name="connsiteY13" fmla="*/ 575310 h 647700"/>
                  <a:gd name="connsiteX14" fmla="*/ 2104 w 152400"/>
                  <a:gd name="connsiteY14" fmla="*/ 638175 h 647700"/>
                  <a:gd name="connsiteX15" fmla="*/ 150694 w 152400"/>
                  <a:gd name="connsiteY15" fmla="*/ 638175 h 647700"/>
                  <a:gd name="connsiteX16" fmla="*/ 140216 w 152400"/>
                  <a:gd name="connsiteY16" fmla="*/ 575310 h 647700"/>
                  <a:gd name="connsiteX17" fmla="*/ 142121 w 152400"/>
                  <a:gd name="connsiteY17" fmla="*/ 516255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647700">
                    <a:moveTo>
                      <a:pt x="142121" y="516255"/>
                    </a:moveTo>
                    <a:cubicBezTo>
                      <a:pt x="144026" y="476250"/>
                      <a:pt x="156409" y="300038"/>
                      <a:pt x="154504" y="254318"/>
                    </a:cubicBezTo>
                    <a:cubicBezTo>
                      <a:pt x="153551" y="218123"/>
                      <a:pt x="137359" y="208598"/>
                      <a:pt x="119261" y="180023"/>
                    </a:cubicBezTo>
                    <a:cubicBezTo>
                      <a:pt x="97354" y="145733"/>
                      <a:pt x="101164" y="93345"/>
                      <a:pt x="101164" y="54293"/>
                    </a:cubicBezTo>
                    <a:cubicBezTo>
                      <a:pt x="101164" y="27623"/>
                      <a:pt x="114499" y="952"/>
                      <a:pt x="78304" y="0"/>
                    </a:cubicBezTo>
                    <a:cubicBezTo>
                      <a:pt x="78304" y="0"/>
                      <a:pt x="78304" y="0"/>
                      <a:pt x="78304" y="0"/>
                    </a:cubicBezTo>
                    <a:cubicBezTo>
                      <a:pt x="78304" y="0"/>
                      <a:pt x="78304" y="0"/>
                      <a:pt x="77351" y="0"/>
                    </a:cubicBezTo>
                    <a:cubicBezTo>
                      <a:pt x="77351" y="0"/>
                      <a:pt x="77351" y="0"/>
                      <a:pt x="76399" y="0"/>
                    </a:cubicBezTo>
                    <a:cubicBezTo>
                      <a:pt x="76399" y="0"/>
                      <a:pt x="76399" y="0"/>
                      <a:pt x="76399" y="0"/>
                    </a:cubicBezTo>
                    <a:cubicBezTo>
                      <a:pt x="39251" y="952"/>
                      <a:pt x="52586" y="26670"/>
                      <a:pt x="53539" y="54293"/>
                    </a:cubicBezTo>
                    <a:cubicBezTo>
                      <a:pt x="53539" y="93345"/>
                      <a:pt x="57349" y="145733"/>
                      <a:pt x="35441" y="180023"/>
                    </a:cubicBezTo>
                    <a:cubicBezTo>
                      <a:pt x="17344" y="208598"/>
                      <a:pt x="1151" y="218123"/>
                      <a:pt x="199" y="254318"/>
                    </a:cubicBezTo>
                    <a:cubicBezTo>
                      <a:pt x="-1706" y="300038"/>
                      <a:pt x="10676" y="476250"/>
                      <a:pt x="12581" y="516255"/>
                    </a:cubicBezTo>
                    <a:cubicBezTo>
                      <a:pt x="13534" y="536258"/>
                      <a:pt x="14486" y="555308"/>
                      <a:pt x="12581" y="575310"/>
                    </a:cubicBezTo>
                    <a:cubicBezTo>
                      <a:pt x="11629" y="591503"/>
                      <a:pt x="-3611" y="623888"/>
                      <a:pt x="2104" y="638175"/>
                    </a:cubicBezTo>
                    <a:cubicBezTo>
                      <a:pt x="8771" y="655320"/>
                      <a:pt x="144026" y="655320"/>
                      <a:pt x="150694" y="638175"/>
                    </a:cubicBezTo>
                    <a:cubicBezTo>
                      <a:pt x="156409" y="623888"/>
                      <a:pt x="141169" y="590550"/>
                      <a:pt x="140216" y="575310"/>
                    </a:cubicBezTo>
                    <a:cubicBezTo>
                      <a:pt x="140216" y="555308"/>
                      <a:pt x="141169" y="535305"/>
                      <a:pt x="142121" y="516255"/>
                    </a:cubicBezTo>
                    <a:close/>
                  </a:path>
                </a:pathLst>
              </a:custGeom>
              <a:solidFill>
                <a:schemeClr val="bg1"/>
              </a:solidFill>
              <a:ln w="9525" cap="flat">
                <a:noFill/>
                <a:prstDash val="solid"/>
                <a:miter/>
              </a:ln>
            </p:spPr>
            <p:txBody>
              <a:bodyPr rtlCol="0" anchor="ctr"/>
              <a:lstStyle/>
              <a:p>
                <a:endParaRPr lang="en-US"/>
              </a:p>
            </p:txBody>
          </p:sp>
          <p:grpSp>
            <p:nvGrpSpPr>
              <p:cNvPr id="62" name="Group 127">
                <a:extLst>
                  <a:ext uri="{FF2B5EF4-FFF2-40B4-BE49-F238E27FC236}">
                    <a16:creationId xmlns:a16="http://schemas.microsoft.com/office/drawing/2014/main" id="{FB0250FA-0C55-4639-AA2A-C34328F03946}"/>
                  </a:ext>
                </a:extLst>
              </p:cNvPr>
              <p:cNvGrpSpPr/>
              <p:nvPr/>
            </p:nvGrpSpPr>
            <p:grpSpPr>
              <a:xfrm>
                <a:off x="3244476" y="1178574"/>
                <a:ext cx="1185686" cy="3323087"/>
                <a:chOff x="759811" y="527538"/>
                <a:chExt cx="1603131" cy="3974123"/>
              </a:xfrm>
            </p:grpSpPr>
            <p:grpSp>
              <p:nvGrpSpPr>
                <p:cNvPr id="64" name="Group 129">
                  <a:extLst>
                    <a:ext uri="{FF2B5EF4-FFF2-40B4-BE49-F238E27FC236}">
                      <a16:creationId xmlns:a16="http://schemas.microsoft.com/office/drawing/2014/main" id="{D12EA932-7523-41DB-BF6E-84F99BF10743}"/>
                    </a:ext>
                  </a:extLst>
                </p:cNvPr>
                <p:cNvGrpSpPr/>
                <p:nvPr/>
              </p:nvGrpSpPr>
              <p:grpSpPr>
                <a:xfrm>
                  <a:off x="1055818" y="527538"/>
                  <a:ext cx="1011116" cy="3974123"/>
                  <a:chOff x="3745523" y="738554"/>
                  <a:chExt cx="870439" cy="3974123"/>
                </a:xfrm>
              </p:grpSpPr>
              <p:sp>
                <p:nvSpPr>
                  <p:cNvPr id="71" name="Rectangle 136">
                    <a:extLst>
                      <a:ext uri="{FF2B5EF4-FFF2-40B4-BE49-F238E27FC236}">
                        <a16:creationId xmlns:a16="http://schemas.microsoft.com/office/drawing/2014/main" id="{4B9B3B22-5817-4ED6-B269-012631CE090B}"/>
                      </a:ext>
                    </a:extLst>
                  </p:cNvPr>
                  <p:cNvSpPr/>
                  <p:nvPr/>
                </p:nvSpPr>
                <p:spPr>
                  <a:xfrm>
                    <a:off x="3745523" y="738554"/>
                    <a:ext cx="870439" cy="39741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Rectangle 137">
                    <a:extLst>
                      <a:ext uri="{FF2B5EF4-FFF2-40B4-BE49-F238E27FC236}">
                        <a16:creationId xmlns:a16="http://schemas.microsoft.com/office/drawing/2014/main" id="{75A8E227-7111-4E40-BE2E-8AAA323A6162}"/>
                      </a:ext>
                    </a:extLst>
                  </p:cNvPr>
                  <p:cNvSpPr/>
                  <p:nvPr/>
                </p:nvSpPr>
                <p:spPr>
                  <a:xfrm>
                    <a:off x="4176346" y="738554"/>
                    <a:ext cx="439616" cy="39741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65" name="Group 130">
                  <a:extLst>
                    <a:ext uri="{FF2B5EF4-FFF2-40B4-BE49-F238E27FC236}">
                      <a16:creationId xmlns:a16="http://schemas.microsoft.com/office/drawing/2014/main" id="{3ED4DC0E-65F2-4AAC-BC78-9F98BD135228}"/>
                    </a:ext>
                  </a:extLst>
                </p:cNvPr>
                <p:cNvGrpSpPr/>
                <p:nvPr/>
              </p:nvGrpSpPr>
              <p:grpSpPr>
                <a:xfrm>
                  <a:off x="759811" y="1591407"/>
                  <a:ext cx="1603131" cy="724247"/>
                  <a:chOff x="3897923" y="890954"/>
                  <a:chExt cx="870439" cy="3974123"/>
                </a:xfrm>
              </p:grpSpPr>
              <p:sp>
                <p:nvSpPr>
                  <p:cNvPr id="69" name="Rectangle 134">
                    <a:extLst>
                      <a:ext uri="{FF2B5EF4-FFF2-40B4-BE49-F238E27FC236}">
                        <a16:creationId xmlns:a16="http://schemas.microsoft.com/office/drawing/2014/main" id="{55CCCB28-7149-4FE0-9359-82548068D0A7}"/>
                      </a:ext>
                    </a:extLst>
                  </p:cNvPr>
                  <p:cNvSpPr/>
                  <p:nvPr/>
                </p:nvSpPr>
                <p:spPr>
                  <a:xfrm>
                    <a:off x="3897923" y="890954"/>
                    <a:ext cx="870439" cy="3974123"/>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0" name="Rectangle 135">
                    <a:extLst>
                      <a:ext uri="{FF2B5EF4-FFF2-40B4-BE49-F238E27FC236}">
                        <a16:creationId xmlns:a16="http://schemas.microsoft.com/office/drawing/2014/main" id="{B524C264-9EB0-42AB-AA45-1AA5B898102E}"/>
                      </a:ext>
                    </a:extLst>
                  </p:cNvPr>
                  <p:cNvSpPr/>
                  <p:nvPr/>
                </p:nvSpPr>
                <p:spPr>
                  <a:xfrm>
                    <a:off x="4328746" y="890954"/>
                    <a:ext cx="439616" cy="39741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6" name="Rectangle 131">
                  <a:extLst>
                    <a:ext uri="{FF2B5EF4-FFF2-40B4-BE49-F238E27FC236}">
                      <a16:creationId xmlns:a16="http://schemas.microsoft.com/office/drawing/2014/main" id="{B0199854-0301-4C99-9C6A-79A6BEF2CD47}"/>
                    </a:ext>
                  </a:extLst>
                </p:cNvPr>
                <p:cNvSpPr/>
                <p:nvPr/>
              </p:nvSpPr>
              <p:spPr>
                <a:xfrm>
                  <a:off x="1055818" y="2330074"/>
                  <a:ext cx="1011116" cy="375071"/>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Rectangle 132">
                  <a:extLst>
                    <a:ext uri="{FF2B5EF4-FFF2-40B4-BE49-F238E27FC236}">
                      <a16:creationId xmlns:a16="http://schemas.microsoft.com/office/drawing/2014/main" id="{E04977A8-ECB9-4AA6-A8B1-2C744023978F}"/>
                    </a:ext>
                  </a:extLst>
                </p:cNvPr>
                <p:cNvSpPr/>
                <p:nvPr/>
              </p:nvSpPr>
              <p:spPr>
                <a:xfrm>
                  <a:off x="1429777" y="2705145"/>
                  <a:ext cx="274246" cy="419001"/>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8" name="Rectangle 133">
                  <a:extLst>
                    <a:ext uri="{FF2B5EF4-FFF2-40B4-BE49-F238E27FC236}">
                      <a16:creationId xmlns:a16="http://schemas.microsoft.com/office/drawing/2014/main" id="{B2ADA1F8-E841-478B-9B14-349A1CBD8C15}"/>
                    </a:ext>
                  </a:extLst>
                </p:cNvPr>
                <p:cNvSpPr/>
                <p:nvPr/>
              </p:nvSpPr>
              <p:spPr>
                <a:xfrm>
                  <a:off x="1506693" y="3133868"/>
                  <a:ext cx="123633" cy="29893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3" name="Freeform: Shape 128">
                <a:extLst>
                  <a:ext uri="{FF2B5EF4-FFF2-40B4-BE49-F238E27FC236}">
                    <a16:creationId xmlns:a16="http://schemas.microsoft.com/office/drawing/2014/main" id="{7C712C0E-D6F9-4AD1-A94B-3A494308EF32}"/>
                  </a:ext>
                </a:extLst>
              </p:cNvPr>
              <p:cNvSpPr/>
              <p:nvPr/>
            </p:nvSpPr>
            <p:spPr>
              <a:xfrm>
                <a:off x="3684026" y="3543092"/>
                <a:ext cx="294608" cy="974060"/>
              </a:xfrm>
              <a:custGeom>
                <a:avLst/>
                <a:gdLst>
                  <a:gd name="connsiteX0" fmla="*/ 142121 w 152400"/>
                  <a:gd name="connsiteY0" fmla="*/ 516255 h 647700"/>
                  <a:gd name="connsiteX1" fmla="*/ 154504 w 152400"/>
                  <a:gd name="connsiteY1" fmla="*/ 254318 h 647700"/>
                  <a:gd name="connsiteX2" fmla="*/ 119261 w 152400"/>
                  <a:gd name="connsiteY2" fmla="*/ 180023 h 647700"/>
                  <a:gd name="connsiteX3" fmla="*/ 101164 w 152400"/>
                  <a:gd name="connsiteY3" fmla="*/ 54293 h 647700"/>
                  <a:gd name="connsiteX4" fmla="*/ 78304 w 152400"/>
                  <a:gd name="connsiteY4" fmla="*/ 0 h 647700"/>
                  <a:gd name="connsiteX5" fmla="*/ 78304 w 152400"/>
                  <a:gd name="connsiteY5" fmla="*/ 0 h 647700"/>
                  <a:gd name="connsiteX6" fmla="*/ 77351 w 152400"/>
                  <a:gd name="connsiteY6" fmla="*/ 0 h 647700"/>
                  <a:gd name="connsiteX7" fmla="*/ 76399 w 152400"/>
                  <a:gd name="connsiteY7" fmla="*/ 0 h 647700"/>
                  <a:gd name="connsiteX8" fmla="*/ 76399 w 152400"/>
                  <a:gd name="connsiteY8" fmla="*/ 0 h 647700"/>
                  <a:gd name="connsiteX9" fmla="*/ 53539 w 152400"/>
                  <a:gd name="connsiteY9" fmla="*/ 54293 h 647700"/>
                  <a:gd name="connsiteX10" fmla="*/ 35441 w 152400"/>
                  <a:gd name="connsiteY10" fmla="*/ 180023 h 647700"/>
                  <a:gd name="connsiteX11" fmla="*/ 199 w 152400"/>
                  <a:gd name="connsiteY11" fmla="*/ 254318 h 647700"/>
                  <a:gd name="connsiteX12" fmla="*/ 12581 w 152400"/>
                  <a:gd name="connsiteY12" fmla="*/ 516255 h 647700"/>
                  <a:gd name="connsiteX13" fmla="*/ 12581 w 152400"/>
                  <a:gd name="connsiteY13" fmla="*/ 575310 h 647700"/>
                  <a:gd name="connsiteX14" fmla="*/ 2104 w 152400"/>
                  <a:gd name="connsiteY14" fmla="*/ 638175 h 647700"/>
                  <a:gd name="connsiteX15" fmla="*/ 150694 w 152400"/>
                  <a:gd name="connsiteY15" fmla="*/ 638175 h 647700"/>
                  <a:gd name="connsiteX16" fmla="*/ 140216 w 152400"/>
                  <a:gd name="connsiteY16" fmla="*/ 575310 h 647700"/>
                  <a:gd name="connsiteX17" fmla="*/ 142121 w 152400"/>
                  <a:gd name="connsiteY17" fmla="*/ 516255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647700">
                    <a:moveTo>
                      <a:pt x="142121" y="516255"/>
                    </a:moveTo>
                    <a:cubicBezTo>
                      <a:pt x="144026" y="476250"/>
                      <a:pt x="156409" y="300038"/>
                      <a:pt x="154504" y="254318"/>
                    </a:cubicBezTo>
                    <a:cubicBezTo>
                      <a:pt x="153551" y="218123"/>
                      <a:pt x="137359" y="208598"/>
                      <a:pt x="119261" y="180023"/>
                    </a:cubicBezTo>
                    <a:cubicBezTo>
                      <a:pt x="97354" y="145733"/>
                      <a:pt x="101164" y="93345"/>
                      <a:pt x="101164" y="54293"/>
                    </a:cubicBezTo>
                    <a:cubicBezTo>
                      <a:pt x="101164" y="27623"/>
                      <a:pt x="114499" y="952"/>
                      <a:pt x="78304" y="0"/>
                    </a:cubicBezTo>
                    <a:cubicBezTo>
                      <a:pt x="78304" y="0"/>
                      <a:pt x="78304" y="0"/>
                      <a:pt x="78304" y="0"/>
                    </a:cubicBezTo>
                    <a:cubicBezTo>
                      <a:pt x="78304" y="0"/>
                      <a:pt x="78304" y="0"/>
                      <a:pt x="77351" y="0"/>
                    </a:cubicBezTo>
                    <a:cubicBezTo>
                      <a:pt x="77351" y="0"/>
                      <a:pt x="77351" y="0"/>
                      <a:pt x="76399" y="0"/>
                    </a:cubicBezTo>
                    <a:cubicBezTo>
                      <a:pt x="76399" y="0"/>
                      <a:pt x="76399" y="0"/>
                      <a:pt x="76399" y="0"/>
                    </a:cubicBezTo>
                    <a:cubicBezTo>
                      <a:pt x="39251" y="952"/>
                      <a:pt x="52586" y="26670"/>
                      <a:pt x="53539" y="54293"/>
                    </a:cubicBezTo>
                    <a:cubicBezTo>
                      <a:pt x="53539" y="93345"/>
                      <a:pt x="57349" y="145733"/>
                      <a:pt x="35441" y="180023"/>
                    </a:cubicBezTo>
                    <a:cubicBezTo>
                      <a:pt x="17344" y="208598"/>
                      <a:pt x="1151" y="218123"/>
                      <a:pt x="199" y="254318"/>
                    </a:cubicBezTo>
                    <a:cubicBezTo>
                      <a:pt x="-1706" y="300038"/>
                      <a:pt x="10676" y="476250"/>
                      <a:pt x="12581" y="516255"/>
                    </a:cubicBezTo>
                    <a:cubicBezTo>
                      <a:pt x="13534" y="536258"/>
                      <a:pt x="14486" y="555308"/>
                      <a:pt x="12581" y="575310"/>
                    </a:cubicBezTo>
                    <a:cubicBezTo>
                      <a:pt x="11629" y="591503"/>
                      <a:pt x="-3611" y="623888"/>
                      <a:pt x="2104" y="638175"/>
                    </a:cubicBezTo>
                    <a:cubicBezTo>
                      <a:pt x="8771" y="655320"/>
                      <a:pt x="144026" y="655320"/>
                      <a:pt x="150694" y="638175"/>
                    </a:cubicBezTo>
                    <a:cubicBezTo>
                      <a:pt x="156409" y="623888"/>
                      <a:pt x="141169" y="590550"/>
                      <a:pt x="140216" y="575310"/>
                    </a:cubicBezTo>
                    <a:cubicBezTo>
                      <a:pt x="140216" y="555308"/>
                      <a:pt x="141169" y="535305"/>
                      <a:pt x="142121" y="516255"/>
                    </a:cubicBezTo>
                    <a:close/>
                  </a:path>
                </a:pathLst>
              </a:custGeom>
              <a:solidFill>
                <a:schemeClr val="bg1"/>
              </a:solidFill>
              <a:ln w="9525" cap="flat">
                <a:noFill/>
                <a:prstDash val="solid"/>
                <a:miter/>
              </a:ln>
            </p:spPr>
            <p:txBody>
              <a:bodyPr rtlCol="0" anchor="ctr"/>
              <a:lstStyle/>
              <a:p>
                <a:endParaRPr lang="en-US"/>
              </a:p>
            </p:txBody>
          </p:sp>
        </p:grpSp>
      </p:grpSp>
      <p:sp>
        <p:nvSpPr>
          <p:cNvPr id="120" name="Freeform: Shape 36">
            <a:extLst>
              <a:ext uri="{FF2B5EF4-FFF2-40B4-BE49-F238E27FC236}">
                <a16:creationId xmlns:a16="http://schemas.microsoft.com/office/drawing/2014/main" id="{58E709C3-BC68-4461-AE1C-FF488B854B6A}"/>
              </a:ext>
            </a:extLst>
          </p:cNvPr>
          <p:cNvSpPr/>
          <p:nvPr/>
        </p:nvSpPr>
        <p:spPr>
          <a:xfrm>
            <a:off x="3953" y="1066691"/>
            <a:ext cx="416222" cy="3064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Shape 36">
            <a:extLst>
              <a:ext uri="{FF2B5EF4-FFF2-40B4-BE49-F238E27FC236}">
                <a16:creationId xmlns:a16="http://schemas.microsoft.com/office/drawing/2014/main" id="{D83177FF-BF73-4AB0-9E8C-3B10C2CD763B}"/>
              </a:ext>
            </a:extLst>
          </p:cNvPr>
          <p:cNvSpPr/>
          <p:nvPr/>
        </p:nvSpPr>
        <p:spPr>
          <a:xfrm>
            <a:off x="11688615" y="1013383"/>
            <a:ext cx="416222" cy="3064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자유형: 도형 121">
            <a:extLst>
              <a:ext uri="{FF2B5EF4-FFF2-40B4-BE49-F238E27FC236}">
                <a16:creationId xmlns:a16="http://schemas.microsoft.com/office/drawing/2014/main" id="{D43B1759-2E3F-4C98-A270-487EF4D5CAA0}"/>
              </a:ext>
            </a:extLst>
          </p:cNvPr>
          <p:cNvSpPr/>
          <p:nvPr/>
        </p:nvSpPr>
        <p:spPr>
          <a:xfrm>
            <a:off x="5359061" y="1013383"/>
            <a:ext cx="569550" cy="568376"/>
          </a:xfrm>
          <a:custGeom>
            <a:avLst/>
            <a:gdLst>
              <a:gd name="connsiteX0" fmla="*/ 525182 w 1287446"/>
              <a:gd name="connsiteY0" fmla="*/ 557304 h 1284792"/>
              <a:gd name="connsiteX1" fmla="*/ 570711 w 1287446"/>
              <a:gd name="connsiteY1" fmla="*/ 705589 h 1284792"/>
              <a:gd name="connsiteX2" fmla="*/ 480127 w 1287446"/>
              <a:gd name="connsiteY2" fmla="*/ 705589 h 1284792"/>
              <a:gd name="connsiteX3" fmla="*/ 798817 w 1287446"/>
              <a:gd name="connsiteY3" fmla="*/ 450383 h 1284792"/>
              <a:gd name="connsiteX4" fmla="*/ 798817 w 1287446"/>
              <a:gd name="connsiteY4" fmla="*/ 862877 h 1284792"/>
              <a:gd name="connsiteX5" fmla="*/ 926561 w 1287446"/>
              <a:gd name="connsiteY5" fmla="*/ 862877 h 1284792"/>
              <a:gd name="connsiteX6" fmla="*/ 926561 w 1287446"/>
              <a:gd name="connsiteY6" fmla="*/ 450383 h 1284792"/>
              <a:gd name="connsiteX7" fmla="*/ 457230 w 1287446"/>
              <a:gd name="connsiteY7" fmla="*/ 450383 h 1284792"/>
              <a:gd name="connsiteX8" fmla="*/ 302193 w 1287446"/>
              <a:gd name="connsiteY8" fmla="*/ 862877 h 1284792"/>
              <a:gd name="connsiteX9" fmla="*/ 432336 w 1287446"/>
              <a:gd name="connsiteY9" fmla="*/ 862877 h 1284792"/>
              <a:gd name="connsiteX10" fmla="*/ 452443 w 1287446"/>
              <a:gd name="connsiteY10" fmla="*/ 794784 h 1284792"/>
              <a:gd name="connsiteX11" fmla="*/ 597151 w 1287446"/>
              <a:gd name="connsiteY11" fmla="*/ 794784 h 1284792"/>
              <a:gd name="connsiteX12" fmla="*/ 617789 w 1287446"/>
              <a:gd name="connsiteY12" fmla="*/ 862877 h 1284792"/>
              <a:gd name="connsiteX13" fmla="*/ 751265 w 1287446"/>
              <a:gd name="connsiteY13" fmla="*/ 862877 h 1284792"/>
              <a:gd name="connsiteX14" fmla="*/ 596264 w 1287446"/>
              <a:gd name="connsiteY14" fmla="*/ 450383 h 1284792"/>
              <a:gd name="connsiteX15" fmla="*/ 398179 w 1287446"/>
              <a:gd name="connsiteY15" fmla="*/ 0 h 1284792"/>
              <a:gd name="connsiteX16" fmla="*/ 411451 w 1287446"/>
              <a:gd name="connsiteY16" fmla="*/ 0 h 1284792"/>
              <a:gd name="connsiteX17" fmla="*/ 430034 w 1287446"/>
              <a:gd name="connsiteY17" fmla="*/ 18580 h 1284792"/>
              <a:gd name="connsiteX18" fmla="*/ 430034 w 1287446"/>
              <a:gd name="connsiteY18" fmla="*/ 175199 h 1284792"/>
              <a:gd name="connsiteX19" fmla="*/ 499052 w 1287446"/>
              <a:gd name="connsiteY19" fmla="*/ 175199 h 1284792"/>
              <a:gd name="connsiteX20" fmla="*/ 499052 w 1287446"/>
              <a:gd name="connsiteY20" fmla="*/ 18580 h 1284792"/>
              <a:gd name="connsiteX21" fmla="*/ 517632 w 1287446"/>
              <a:gd name="connsiteY21" fmla="*/ 0 h 1284792"/>
              <a:gd name="connsiteX22" fmla="*/ 530906 w 1287446"/>
              <a:gd name="connsiteY22" fmla="*/ 0 h 1284792"/>
              <a:gd name="connsiteX23" fmla="*/ 549486 w 1287446"/>
              <a:gd name="connsiteY23" fmla="*/ 18580 h 1284792"/>
              <a:gd name="connsiteX24" fmla="*/ 549486 w 1287446"/>
              <a:gd name="connsiteY24" fmla="*/ 175199 h 1284792"/>
              <a:gd name="connsiteX25" fmla="*/ 618504 w 1287446"/>
              <a:gd name="connsiteY25" fmla="*/ 175199 h 1284792"/>
              <a:gd name="connsiteX26" fmla="*/ 618504 w 1287446"/>
              <a:gd name="connsiteY26" fmla="*/ 18580 h 1284792"/>
              <a:gd name="connsiteX27" fmla="*/ 637087 w 1287446"/>
              <a:gd name="connsiteY27" fmla="*/ 0 h 1284792"/>
              <a:gd name="connsiteX28" fmla="*/ 650358 w 1287446"/>
              <a:gd name="connsiteY28" fmla="*/ 0 h 1284792"/>
              <a:gd name="connsiteX29" fmla="*/ 668941 w 1287446"/>
              <a:gd name="connsiteY29" fmla="*/ 18580 h 1284792"/>
              <a:gd name="connsiteX30" fmla="*/ 668941 w 1287446"/>
              <a:gd name="connsiteY30" fmla="*/ 175199 h 1284792"/>
              <a:gd name="connsiteX31" fmla="*/ 737959 w 1287446"/>
              <a:gd name="connsiteY31" fmla="*/ 175199 h 1284792"/>
              <a:gd name="connsiteX32" fmla="*/ 737959 w 1287446"/>
              <a:gd name="connsiteY32" fmla="*/ 18580 h 1284792"/>
              <a:gd name="connsiteX33" fmla="*/ 756540 w 1287446"/>
              <a:gd name="connsiteY33" fmla="*/ 0 h 1284792"/>
              <a:gd name="connsiteX34" fmla="*/ 769814 w 1287446"/>
              <a:gd name="connsiteY34" fmla="*/ 0 h 1284792"/>
              <a:gd name="connsiteX35" fmla="*/ 791050 w 1287446"/>
              <a:gd name="connsiteY35" fmla="*/ 18580 h 1284792"/>
              <a:gd name="connsiteX36" fmla="*/ 791050 w 1287446"/>
              <a:gd name="connsiteY36" fmla="*/ 175199 h 1284792"/>
              <a:gd name="connsiteX37" fmla="*/ 860068 w 1287446"/>
              <a:gd name="connsiteY37" fmla="*/ 175199 h 1284792"/>
              <a:gd name="connsiteX38" fmla="*/ 860068 w 1287446"/>
              <a:gd name="connsiteY38" fmla="*/ 18580 h 1284792"/>
              <a:gd name="connsiteX39" fmla="*/ 878648 w 1287446"/>
              <a:gd name="connsiteY39" fmla="*/ 0 h 1284792"/>
              <a:gd name="connsiteX40" fmla="*/ 891922 w 1287446"/>
              <a:gd name="connsiteY40" fmla="*/ 0 h 1284792"/>
              <a:gd name="connsiteX41" fmla="*/ 910502 w 1287446"/>
              <a:gd name="connsiteY41" fmla="*/ 18580 h 1284792"/>
              <a:gd name="connsiteX42" fmla="*/ 910502 w 1287446"/>
              <a:gd name="connsiteY42" fmla="*/ 175199 h 1284792"/>
              <a:gd name="connsiteX43" fmla="*/ 1072430 w 1287446"/>
              <a:gd name="connsiteY43" fmla="*/ 175199 h 1284792"/>
              <a:gd name="connsiteX44" fmla="*/ 1138792 w 1287446"/>
              <a:gd name="connsiteY44" fmla="*/ 241561 h 1284792"/>
              <a:gd name="connsiteX45" fmla="*/ 1138792 w 1287446"/>
              <a:gd name="connsiteY45" fmla="*/ 376943 h 1284792"/>
              <a:gd name="connsiteX46" fmla="*/ 1268865 w 1287446"/>
              <a:gd name="connsiteY46" fmla="*/ 376943 h 1284792"/>
              <a:gd name="connsiteX47" fmla="*/ 1287446 w 1287446"/>
              <a:gd name="connsiteY47" fmla="*/ 395523 h 1284792"/>
              <a:gd name="connsiteX48" fmla="*/ 1287446 w 1287446"/>
              <a:gd name="connsiteY48" fmla="*/ 408797 h 1284792"/>
              <a:gd name="connsiteX49" fmla="*/ 1268865 w 1287446"/>
              <a:gd name="connsiteY49" fmla="*/ 427378 h 1284792"/>
              <a:gd name="connsiteX50" fmla="*/ 1268865 w 1287446"/>
              <a:gd name="connsiteY50" fmla="*/ 430033 h 1284792"/>
              <a:gd name="connsiteX51" fmla="*/ 1136139 w 1287446"/>
              <a:gd name="connsiteY51" fmla="*/ 430033 h 1284792"/>
              <a:gd name="connsiteX52" fmla="*/ 1136139 w 1287446"/>
              <a:gd name="connsiteY52" fmla="*/ 499051 h 1284792"/>
              <a:gd name="connsiteX53" fmla="*/ 1266209 w 1287446"/>
              <a:gd name="connsiteY53" fmla="*/ 499051 h 1284792"/>
              <a:gd name="connsiteX54" fmla="*/ 1284792 w 1287446"/>
              <a:gd name="connsiteY54" fmla="*/ 517631 h 1284792"/>
              <a:gd name="connsiteX55" fmla="*/ 1284792 w 1287446"/>
              <a:gd name="connsiteY55" fmla="*/ 530906 h 1284792"/>
              <a:gd name="connsiteX56" fmla="*/ 1266209 w 1287446"/>
              <a:gd name="connsiteY56" fmla="*/ 549486 h 1284792"/>
              <a:gd name="connsiteX57" fmla="*/ 1136139 w 1287446"/>
              <a:gd name="connsiteY57" fmla="*/ 549486 h 1284792"/>
              <a:gd name="connsiteX58" fmla="*/ 1136139 w 1287446"/>
              <a:gd name="connsiteY58" fmla="*/ 618504 h 1284792"/>
              <a:gd name="connsiteX59" fmla="*/ 1266209 w 1287446"/>
              <a:gd name="connsiteY59" fmla="*/ 618504 h 1284792"/>
              <a:gd name="connsiteX60" fmla="*/ 1284792 w 1287446"/>
              <a:gd name="connsiteY60" fmla="*/ 637087 h 1284792"/>
              <a:gd name="connsiteX61" fmla="*/ 1284792 w 1287446"/>
              <a:gd name="connsiteY61" fmla="*/ 650358 h 1284792"/>
              <a:gd name="connsiteX62" fmla="*/ 1266209 w 1287446"/>
              <a:gd name="connsiteY62" fmla="*/ 668941 h 1284792"/>
              <a:gd name="connsiteX63" fmla="*/ 1136139 w 1287446"/>
              <a:gd name="connsiteY63" fmla="*/ 668941 h 1284792"/>
              <a:gd name="connsiteX64" fmla="*/ 1136139 w 1287446"/>
              <a:gd name="connsiteY64" fmla="*/ 737959 h 1284792"/>
              <a:gd name="connsiteX65" fmla="*/ 1266209 w 1287446"/>
              <a:gd name="connsiteY65" fmla="*/ 737959 h 1284792"/>
              <a:gd name="connsiteX66" fmla="*/ 1284792 w 1287446"/>
              <a:gd name="connsiteY66" fmla="*/ 756539 h 1284792"/>
              <a:gd name="connsiteX67" fmla="*/ 1284792 w 1287446"/>
              <a:gd name="connsiteY67" fmla="*/ 769813 h 1284792"/>
              <a:gd name="connsiteX68" fmla="*/ 1266209 w 1287446"/>
              <a:gd name="connsiteY68" fmla="*/ 788393 h 1284792"/>
              <a:gd name="connsiteX69" fmla="*/ 1136139 w 1287446"/>
              <a:gd name="connsiteY69" fmla="*/ 788393 h 1284792"/>
              <a:gd name="connsiteX70" fmla="*/ 1136139 w 1287446"/>
              <a:gd name="connsiteY70" fmla="*/ 857411 h 1284792"/>
              <a:gd name="connsiteX71" fmla="*/ 1266209 w 1287446"/>
              <a:gd name="connsiteY71" fmla="*/ 857411 h 1284792"/>
              <a:gd name="connsiteX72" fmla="*/ 1284792 w 1287446"/>
              <a:gd name="connsiteY72" fmla="*/ 875994 h 1284792"/>
              <a:gd name="connsiteX73" fmla="*/ 1284792 w 1287446"/>
              <a:gd name="connsiteY73" fmla="*/ 889265 h 1284792"/>
              <a:gd name="connsiteX74" fmla="*/ 1266209 w 1287446"/>
              <a:gd name="connsiteY74" fmla="*/ 907849 h 1284792"/>
              <a:gd name="connsiteX75" fmla="*/ 1136139 w 1287446"/>
              <a:gd name="connsiteY75" fmla="*/ 907849 h 1284792"/>
              <a:gd name="connsiteX76" fmla="*/ 1136139 w 1287446"/>
              <a:gd name="connsiteY76" fmla="*/ 1040575 h 1284792"/>
              <a:gd name="connsiteX77" fmla="*/ 1069774 w 1287446"/>
              <a:gd name="connsiteY77" fmla="*/ 1106937 h 1284792"/>
              <a:gd name="connsiteX78" fmla="*/ 907849 w 1287446"/>
              <a:gd name="connsiteY78" fmla="*/ 1106937 h 1284792"/>
              <a:gd name="connsiteX79" fmla="*/ 907849 w 1287446"/>
              <a:gd name="connsiteY79" fmla="*/ 1266209 h 1284792"/>
              <a:gd name="connsiteX80" fmla="*/ 889266 w 1287446"/>
              <a:gd name="connsiteY80" fmla="*/ 1284792 h 1284792"/>
              <a:gd name="connsiteX81" fmla="*/ 875995 w 1287446"/>
              <a:gd name="connsiteY81" fmla="*/ 1284792 h 1284792"/>
              <a:gd name="connsiteX82" fmla="*/ 857412 w 1287446"/>
              <a:gd name="connsiteY82" fmla="*/ 1266209 h 1284792"/>
              <a:gd name="connsiteX83" fmla="*/ 857412 w 1287446"/>
              <a:gd name="connsiteY83" fmla="*/ 1106937 h 1284792"/>
              <a:gd name="connsiteX84" fmla="*/ 788394 w 1287446"/>
              <a:gd name="connsiteY84" fmla="*/ 1106937 h 1284792"/>
              <a:gd name="connsiteX85" fmla="*/ 788394 w 1287446"/>
              <a:gd name="connsiteY85" fmla="*/ 1266209 h 1284792"/>
              <a:gd name="connsiteX86" fmla="*/ 769814 w 1287446"/>
              <a:gd name="connsiteY86" fmla="*/ 1284792 h 1284792"/>
              <a:gd name="connsiteX87" fmla="*/ 753886 w 1287446"/>
              <a:gd name="connsiteY87" fmla="*/ 1284792 h 1284792"/>
              <a:gd name="connsiteX88" fmla="*/ 735303 w 1287446"/>
              <a:gd name="connsiteY88" fmla="*/ 1266209 h 1284792"/>
              <a:gd name="connsiteX89" fmla="*/ 735303 w 1287446"/>
              <a:gd name="connsiteY89" fmla="*/ 1106937 h 1284792"/>
              <a:gd name="connsiteX90" fmla="*/ 666286 w 1287446"/>
              <a:gd name="connsiteY90" fmla="*/ 1106937 h 1284792"/>
              <a:gd name="connsiteX91" fmla="*/ 666286 w 1287446"/>
              <a:gd name="connsiteY91" fmla="*/ 1266209 h 1284792"/>
              <a:gd name="connsiteX92" fmla="*/ 647705 w 1287446"/>
              <a:gd name="connsiteY92" fmla="*/ 1284792 h 1284792"/>
              <a:gd name="connsiteX93" fmla="*/ 634431 w 1287446"/>
              <a:gd name="connsiteY93" fmla="*/ 1284792 h 1284792"/>
              <a:gd name="connsiteX94" fmla="*/ 615851 w 1287446"/>
              <a:gd name="connsiteY94" fmla="*/ 1266209 h 1284792"/>
              <a:gd name="connsiteX95" fmla="*/ 615851 w 1287446"/>
              <a:gd name="connsiteY95" fmla="*/ 1106937 h 1284792"/>
              <a:gd name="connsiteX96" fmla="*/ 546833 w 1287446"/>
              <a:gd name="connsiteY96" fmla="*/ 1106937 h 1284792"/>
              <a:gd name="connsiteX97" fmla="*/ 546833 w 1287446"/>
              <a:gd name="connsiteY97" fmla="*/ 1266209 h 1284792"/>
              <a:gd name="connsiteX98" fmla="*/ 528250 w 1287446"/>
              <a:gd name="connsiteY98" fmla="*/ 1284792 h 1284792"/>
              <a:gd name="connsiteX99" fmla="*/ 514979 w 1287446"/>
              <a:gd name="connsiteY99" fmla="*/ 1284792 h 1284792"/>
              <a:gd name="connsiteX100" fmla="*/ 496396 w 1287446"/>
              <a:gd name="connsiteY100" fmla="*/ 1266209 h 1284792"/>
              <a:gd name="connsiteX101" fmla="*/ 496396 w 1287446"/>
              <a:gd name="connsiteY101" fmla="*/ 1106937 h 1284792"/>
              <a:gd name="connsiteX102" fmla="*/ 427378 w 1287446"/>
              <a:gd name="connsiteY102" fmla="*/ 1106937 h 1284792"/>
              <a:gd name="connsiteX103" fmla="*/ 427378 w 1287446"/>
              <a:gd name="connsiteY103" fmla="*/ 1266209 h 1284792"/>
              <a:gd name="connsiteX104" fmla="*/ 408798 w 1287446"/>
              <a:gd name="connsiteY104" fmla="*/ 1284792 h 1284792"/>
              <a:gd name="connsiteX105" fmla="*/ 395523 w 1287446"/>
              <a:gd name="connsiteY105" fmla="*/ 1284792 h 1284792"/>
              <a:gd name="connsiteX106" fmla="*/ 376943 w 1287446"/>
              <a:gd name="connsiteY106" fmla="*/ 1266209 h 1284792"/>
              <a:gd name="connsiteX107" fmla="*/ 376943 w 1287446"/>
              <a:gd name="connsiteY107" fmla="*/ 1106937 h 1284792"/>
              <a:gd name="connsiteX108" fmla="*/ 225634 w 1287446"/>
              <a:gd name="connsiteY108" fmla="*/ 1106937 h 1284792"/>
              <a:gd name="connsiteX109" fmla="*/ 159272 w 1287446"/>
              <a:gd name="connsiteY109" fmla="*/ 1040575 h 1284792"/>
              <a:gd name="connsiteX110" fmla="*/ 159272 w 1287446"/>
              <a:gd name="connsiteY110" fmla="*/ 907849 h 1284792"/>
              <a:gd name="connsiteX111" fmla="*/ 18580 w 1287446"/>
              <a:gd name="connsiteY111" fmla="*/ 907849 h 1284792"/>
              <a:gd name="connsiteX112" fmla="*/ 0 w 1287446"/>
              <a:gd name="connsiteY112" fmla="*/ 889265 h 1284792"/>
              <a:gd name="connsiteX113" fmla="*/ 0 w 1287446"/>
              <a:gd name="connsiteY113" fmla="*/ 875994 h 1284792"/>
              <a:gd name="connsiteX114" fmla="*/ 18580 w 1287446"/>
              <a:gd name="connsiteY114" fmla="*/ 857411 h 1284792"/>
              <a:gd name="connsiteX115" fmla="*/ 159272 w 1287446"/>
              <a:gd name="connsiteY115" fmla="*/ 857411 h 1284792"/>
              <a:gd name="connsiteX116" fmla="*/ 159272 w 1287446"/>
              <a:gd name="connsiteY116" fmla="*/ 788393 h 1284792"/>
              <a:gd name="connsiteX117" fmla="*/ 18580 w 1287446"/>
              <a:gd name="connsiteY117" fmla="*/ 788393 h 1284792"/>
              <a:gd name="connsiteX118" fmla="*/ 0 w 1287446"/>
              <a:gd name="connsiteY118" fmla="*/ 769813 h 1284792"/>
              <a:gd name="connsiteX119" fmla="*/ 0 w 1287446"/>
              <a:gd name="connsiteY119" fmla="*/ 756539 h 1284792"/>
              <a:gd name="connsiteX120" fmla="*/ 18580 w 1287446"/>
              <a:gd name="connsiteY120" fmla="*/ 737959 h 1284792"/>
              <a:gd name="connsiteX121" fmla="*/ 159272 w 1287446"/>
              <a:gd name="connsiteY121" fmla="*/ 737959 h 1284792"/>
              <a:gd name="connsiteX122" fmla="*/ 159272 w 1287446"/>
              <a:gd name="connsiteY122" fmla="*/ 668941 h 1284792"/>
              <a:gd name="connsiteX123" fmla="*/ 18580 w 1287446"/>
              <a:gd name="connsiteY123" fmla="*/ 668941 h 1284792"/>
              <a:gd name="connsiteX124" fmla="*/ 0 w 1287446"/>
              <a:gd name="connsiteY124" fmla="*/ 650358 h 1284792"/>
              <a:gd name="connsiteX125" fmla="*/ 0 w 1287446"/>
              <a:gd name="connsiteY125" fmla="*/ 637087 h 1284792"/>
              <a:gd name="connsiteX126" fmla="*/ 18580 w 1287446"/>
              <a:gd name="connsiteY126" fmla="*/ 615850 h 1284792"/>
              <a:gd name="connsiteX127" fmla="*/ 159272 w 1287446"/>
              <a:gd name="connsiteY127" fmla="*/ 615850 h 1284792"/>
              <a:gd name="connsiteX128" fmla="*/ 159272 w 1287446"/>
              <a:gd name="connsiteY128" fmla="*/ 546833 h 1284792"/>
              <a:gd name="connsiteX129" fmla="*/ 18580 w 1287446"/>
              <a:gd name="connsiteY129" fmla="*/ 546833 h 1284792"/>
              <a:gd name="connsiteX130" fmla="*/ 0 w 1287446"/>
              <a:gd name="connsiteY130" fmla="*/ 528250 h 1284792"/>
              <a:gd name="connsiteX131" fmla="*/ 0 w 1287446"/>
              <a:gd name="connsiteY131" fmla="*/ 514978 h 1284792"/>
              <a:gd name="connsiteX132" fmla="*/ 18580 w 1287446"/>
              <a:gd name="connsiteY132" fmla="*/ 496395 h 1284792"/>
              <a:gd name="connsiteX133" fmla="*/ 159272 w 1287446"/>
              <a:gd name="connsiteY133" fmla="*/ 496395 h 1284792"/>
              <a:gd name="connsiteX134" fmla="*/ 159272 w 1287446"/>
              <a:gd name="connsiteY134" fmla="*/ 427378 h 1284792"/>
              <a:gd name="connsiteX135" fmla="*/ 18580 w 1287446"/>
              <a:gd name="connsiteY135" fmla="*/ 427378 h 1284792"/>
              <a:gd name="connsiteX136" fmla="*/ 0 w 1287446"/>
              <a:gd name="connsiteY136" fmla="*/ 408797 h 1284792"/>
              <a:gd name="connsiteX137" fmla="*/ 0 w 1287446"/>
              <a:gd name="connsiteY137" fmla="*/ 395523 h 1284792"/>
              <a:gd name="connsiteX138" fmla="*/ 18580 w 1287446"/>
              <a:gd name="connsiteY138" fmla="*/ 376943 h 1284792"/>
              <a:gd name="connsiteX139" fmla="*/ 159272 w 1287446"/>
              <a:gd name="connsiteY139" fmla="*/ 376943 h 1284792"/>
              <a:gd name="connsiteX140" fmla="*/ 159272 w 1287446"/>
              <a:gd name="connsiteY140" fmla="*/ 241561 h 1284792"/>
              <a:gd name="connsiteX141" fmla="*/ 225634 w 1287446"/>
              <a:gd name="connsiteY141" fmla="*/ 175199 h 1284792"/>
              <a:gd name="connsiteX142" fmla="*/ 379596 w 1287446"/>
              <a:gd name="connsiteY142" fmla="*/ 175199 h 1284792"/>
              <a:gd name="connsiteX143" fmla="*/ 379596 w 1287446"/>
              <a:gd name="connsiteY143" fmla="*/ 18580 h 1284792"/>
              <a:gd name="connsiteX144" fmla="*/ 398179 w 1287446"/>
              <a:gd name="connsiteY144" fmla="*/ 0 h 1284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1287446" h="1284792">
                <a:moveTo>
                  <a:pt x="525182" y="557304"/>
                </a:moveTo>
                <a:lnTo>
                  <a:pt x="570711" y="705589"/>
                </a:lnTo>
                <a:lnTo>
                  <a:pt x="480127" y="705589"/>
                </a:lnTo>
                <a:close/>
                <a:moveTo>
                  <a:pt x="798817" y="450383"/>
                </a:moveTo>
                <a:lnTo>
                  <a:pt x="798817" y="862877"/>
                </a:lnTo>
                <a:lnTo>
                  <a:pt x="926561" y="862877"/>
                </a:lnTo>
                <a:lnTo>
                  <a:pt x="926561" y="450383"/>
                </a:lnTo>
                <a:close/>
                <a:moveTo>
                  <a:pt x="457230" y="450383"/>
                </a:moveTo>
                <a:lnTo>
                  <a:pt x="302193" y="862877"/>
                </a:lnTo>
                <a:lnTo>
                  <a:pt x="432336" y="862877"/>
                </a:lnTo>
                <a:lnTo>
                  <a:pt x="452443" y="794784"/>
                </a:lnTo>
                <a:lnTo>
                  <a:pt x="597151" y="794784"/>
                </a:lnTo>
                <a:lnTo>
                  <a:pt x="617789" y="862877"/>
                </a:lnTo>
                <a:lnTo>
                  <a:pt x="751265" y="862877"/>
                </a:lnTo>
                <a:lnTo>
                  <a:pt x="596264" y="450383"/>
                </a:lnTo>
                <a:close/>
                <a:moveTo>
                  <a:pt x="398179" y="0"/>
                </a:moveTo>
                <a:lnTo>
                  <a:pt x="411451" y="0"/>
                </a:lnTo>
                <a:cubicBezTo>
                  <a:pt x="422069" y="0"/>
                  <a:pt x="430034" y="7962"/>
                  <a:pt x="430034" y="18580"/>
                </a:cubicBezTo>
                <a:lnTo>
                  <a:pt x="430034" y="175199"/>
                </a:lnTo>
                <a:lnTo>
                  <a:pt x="499052" y="175199"/>
                </a:lnTo>
                <a:lnTo>
                  <a:pt x="499052" y="18580"/>
                </a:lnTo>
                <a:cubicBezTo>
                  <a:pt x="499052" y="7962"/>
                  <a:pt x="507014" y="0"/>
                  <a:pt x="517632" y="0"/>
                </a:cubicBezTo>
                <a:lnTo>
                  <a:pt x="530906" y="0"/>
                </a:lnTo>
                <a:cubicBezTo>
                  <a:pt x="541524" y="0"/>
                  <a:pt x="549486" y="7962"/>
                  <a:pt x="549486" y="18580"/>
                </a:cubicBezTo>
                <a:lnTo>
                  <a:pt x="549486" y="175199"/>
                </a:lnTo>
                <a:lnTo>
                  <a:pt x="618504" y="175199"/>
                </a:lnTo>
                <a:lnTo>
                  <a:pt x="618504" y="18580"/>
                </a:lnTo>
                <a:cubicBezTo>
                  <a:pt x="618504" y="7962"/>
                  <a:pt x="626469" y="0"/>
                  <a:pt x="637087" y="0"/>
                </a:cubicBezTo>
                <a:lnTo>
                  <a:pt x="650358" y="0"/>
                </a:lnTo>
                <a:cubicBezTo>
                  <a:pt x="660976" y="0"/>
                  <a:pt x="668941" y="7962"/>
                  <a:pt x="668941" y="18580"/>
                </a:cubicBezTo>
                <a:lnTo>
                  <a:pt x="668941" y="175199"/>
                </a:lnTo>
                <a:lnTo>
                  <a:pt x="737959" y="175199"/>
                </a:lnTo>
                <a:lnTo>
                  <a:pt x="737959" y="18580"/>
                </a:lnTo>
                <a:cubicBezTo>
                  <a:pt x="737959" y="7962"/>
                  <a:pt x="745921" y="0"/>
                  <a:pt x="756540" y="0"/>
                </a:cubicBezTo>
                <a:lnTo>
                  <a:pt x="769814" y="0"/>
                </a:lnTo>
                <a:cubicBezTo>
                  <a:pt x="780432" y="0"/>
                  <a:pt x="791050" y="7962"/>
                  <a:pt x="791050" y="18580"/>
                </a:cubicBezTo>
                <a:lnTo>
                  <a:pt x="791050" y="175199"/>
                </a:lnTo>
                <a:lnTo>
                  <a:pt x="860068" y="175199"/>
                </a:lnTo>
                <a:lnTo>
                  <a:pt x="860068" y="18580"/>
                </a:lnTo>
                <a:cubicBezTo>
                  <a:pt x="860068" y="7962"/>
                  <a:pt x="868030" y="0"/>
                  <a:pt x="878648" y="0"/>
                </a:cubicBezTo>
                <a:lnTo>
                  <a:pt x="891922" y="0"/>
                </a:lnTo>
                <a:cubicBezTo>
                  <a:pt x="902540" y="0"/>
                  <a:pt x="910502" y="7962"/>
                  <a:pt x="910502" y="18580"/>
                </a:cubicBezTo>
                <a:lnTo>
                  <a:pt x="910502" y="175199"/>
                </a:lnTo>
                <a:lnTo>
                  <a:pt x="1072430" y="175199"/>
                </a:lnTo>
                <a:cubicBezTo>
                  <a:pt x="1109593" y="175199"/>
                  <a:pt x="1138792" y="204397"/>
                  <a:pt x="1138792" y="241561"/>
                </a:cubicBezTo>
                <a:lnTo>
                  <a:pt x="1138792" y="376943"/>
                </a:lnTo>
                <a:lnTo>
                  <a:pt x="1268865" y="376943"/>
                </a:lnTo>
                <a:cubicBezTo>
                  <a:pt x="1279483" y="376943"/>
                  <a:pt x="1287446" y="384905"/>
                  <a:pt x="1287446" y="395523"/>
                </a:cubicBezTo>
                <a:lnTo>
                  <a:pt x="1287446" y="408797"/>
                </a:lnTo>
                <a:cubicBezTo>
                  <a:pt x="1287446" y="419415"/>
                  <a:pt x="1279483" y="427378"/>
                  <a:pt x="1268865" y="427378"/>
                </a:cubicBezTo>
                <a:lnTo>
                  <a:pt x="1268865" y="430033"/>
                </a:lnTo>
                <a:lnTo>
                  <a:pt x="1136139" y="430033"/>
                </a:lnTo>
                <a:lnTo>
                  <a:pt x="1136139" y="499051"/>
                </a:lnTo>
                <a:lnTo>
                  <a:pt x="1266209" y="499051"/>
                </a:lnTo>
                <a:cubicBezTo>
                  <a:pt x="1276827" y="499051"/>
                  <a:pt x="1284792" y="507013"/>
                  <a:pt x="1284792" y="517631"/>
                </a:cubicBezTo>
                <a:lnTo>
                  <a:pt x="1284792" y="530906"/>
                </a:lnTo>
                <a:cubicBezTo>
                  <a:pt x="1284792" y="541524"/>
                  <a:pt x="1276827" y="549486"/>
                  <a:pt x="1266209" y="549486"/>
                </a:cubicBezTo>
                <a:lnTo>
                  <a:pt x="1136139" y="549486"/>
                </a:lnTo>
                <a:lnTo>
                  <a:pt x="1136139" y="618504"/>
                </a:lnTo>
                <a:lnTo>
                  <a:pt x="1266209" y="618504"/>
                </a:lnTo>
                <a:cubicBezTo>
                  <a:pt x="1276827" y="618504"/>
                  <a:pt x="1284792" y="626469"/>
                  <a:pt x="1284792" y="637087"/>
                </a:cubicBezTo>
                <a:lnTo>
                  <a:pt x="1284792" y="650358"/>
                </a:lnTo>
                <a:cubicBezTo>
                  <a:pt x="1284792" y="660976"/>
                  <a:pt x="1276827" y="668941"/>
                  <a:pt x="1266209" y="668941"/>
                </a:cubicBezTo>
                <a:lnTo>
                  <a:pt x="1136139" y="668941"/>
                </a:lnTo>
                <a:lnTo>
                  <a:pt x="1136139" y="737959"/>
                </a:lnTo>
                <a:lnTo>
                  <a:pt x="1266209" y="737959"/>
                </a:lnTo>
                <a:cubicBezTo>
                  <a:pt x="1276827" y="737959"/>
                  <a:pt x="1284792" y="745921"/>
                  <a:pt x="1284792" y="756539"/>
                </a:cubicBezTo>
                <a:lnTo>
                  <a:pt x="1284792" y="769813"/>
                </a:lnTo>
                <a:cubicBezTo>
                  <a:pt x="1284792" y="780431"/>
                  <a:pt x="1276827" y="788393"/>
                  <a:pt x="1266209" y="788393"/>
                </a:cubicBezTo>
                <a:lnTo>
                  <a:pt x="1136139" y="788393"/>
                </a:lnTo>
                <a:lnTo>
                  <a:pt x="1136139" y="857411"/>
                </a:lnTo>
                <a:lnTo>
                  <a:pt x="1266209" y="857411"/>
                </a:lnTo>
                <a:cubicBezTo>
                  <a:pt x="1276827" y="857411"/>
                  <a:pt x="1284792" y="865376"/>
                  <a:pt x="1284792" y="875994"/>
                </a:cubicBezTo>
                <a:lnTo>
                  <a:pt x="1284792" y="889265"/>
                </a:lnTo>
                <a:cubicBezTo>
                  <a:pt x="1284792" y="899884"/>
                  <a:pt x="1276827" y="907849"/>
                  <a:pt x="1266209" y="907849"/>
                </a:cubicBezTo>
                <a:lnTo>
                  <a:pt x="1136139" y="907849"/>
                </a:lnTo>
                <a:lnTo>
                  <a:pt x="1136139" y="1040575"/>
                </a:lnTo>
                <a:cubicBezTo>
                  <a:pt x="1136139" y="1077738"/>
                  <a:pt x="1106937" y="1106937"/>
                  <a:pt x="1069774" y="1106937"/>
                </a:cubicBezTo>
                <a:lnTo>
                  <a:pt x="907849" y="1106937"/>
                </a:lnTo>
                <a:lnTo>
                  <a:pt x="907849" y="1266209"/>
                </a:lnTo>
                <a:cubicBezTo>
                  <a:pt x="907849" y="1276827"/>
                  <a:pt x="899884" y="1284792"/>
                  <a:pt x="889266" y="1284792"/>
                </a:cubicBezTo>
                <a:lnTo>
                  <a:pt x="875995" y="1284792"/>
                </a:lnTo>
                <a:cubicBezTo>
                  <a:pt x="865377" y="1284792"/>
                  <a:pt x="857412" y="1276827"/>
                  <a:pt x="857412" y="1266209"/>
                </a:cubicBezTo>
                <a:lnTo>
                  <a:pt x="857412" y="1106937"/>
                </a:lnTo>
                <a:lnTo>
                  <a:pt x="788394" y="1106937"/>
                </a:lnTo>
                <a:lnTo>
                  <a:pt x="788394" y="1266209"/>
                </a:lnTo>
                <a:cubicBezTo>
                  <a:pt x="788394" y="1276827"/>
                  <a:pt x="780432" y="1284792"/>
                  <a:pt x="769814" y="1284792"/>
                </a:cubicBezTo>
                <a:lnTo>
                  <a:pt x="753886" y="1284792"/>
                </a:lnTo>
                <a:cubicBezTo>
                  <a:pt x="743268" y="1284792"/>
                  <a:pt x="735303" y="1276827"/>
                  <a:pt x="735303" y="1266209"/>
                </a:cubicBezTo>
                <a:lnTo>
                  <a:pt x="735303" y="1106937"/>
                </a:lnTo>
                <a:lnTo>
                  <a:pt x="666286" y="1106937"/>
                </a:lnTo>
                <a:lnTo>
                  <a:pt x="666286" y="1266209"/>
                </a:lnTo>
                <a:cubicBezTo>
                  <a:pt x="666286" y="1276827"/>
                  <a:pt x="658323" y="1284792"/>
                  <a:pt x="647705" y="1284792"/>
                </a:cubicBezTo>
                <a:lnTo>
                  <a:pt x="634431" y="1284792"/>
                </a:lnTo>
                <a:cubicBezTo>
                  <a:pt x="623813" y="1284792"/>
                  <a:pt x="615851" y="1276827"/>
                  <a:pt x="615851" y="1266209"/>
                </a:cubicBezTo>
                <a:lnTo>
                  <a:pt x="615851" y="1106937"/>
                </a:lnTo>
                <a:lnTo>
                  <a:pt x="546833" y="1106937"/>
                </a:lnTo>
                <a:lnTo>
                  <a:pt x="546833" y="1266209"/>
                </a:lnTo>
                <a:cubicBezTo>
                  <a:pt x="546833" y="1276827"/>
                  <a:pt x="538868" y="1284792"/>
                  <a:pt x="528250" y="1284792"/>
                </a:cubicBezTo>
                <a:lnTo>
                  <a:pt x="514979" y="1284792"/>
                </a:lnTo>
                <a:cubicBezTo>
                  <a:pt x="504361" y="1284792"/>
                  <a:pt x="496396" y="1276827"/>
                  <a:pt x="496396" y="1266209"/>
                </a:cubicBezTo>
                <a:lnTo>
                  <a:pt x="496396" y="1106937"/>
                </a:lnTo>
                <a:lnTo>
                  <a:pt x="427378" y="1106937"/>
                </a:lnTo>
                <a:lnTo>
                  <a:pt x="427378" y="1266209"/>
                </a:lnTo>
                <a:cubicBezTo>
                  <a:pt x="427378" y="1276827"/>
                  <a:pt x="419416" y="1284792"/>
                  <a:pt x="408798" y="1284792"/>
                </a:cubicBezTo>
                <a:lnTo>
                  <a:pt x="395523" y="1284792"/>
                </a:lnTo>
                <a:cubicBezTo>
                  <a:pt x="384905" y="1284792"/>
                  <a:pt x="376943" y="1276827"/>
                  <a:pt x="376943" y="1266209"/>
                </a:cubicBezTo>
                <a:lnTo>
                  <a:pt x="376943" y="1106937"/>
                </a:lnTo>
                <a:lnTo>
                  <a:pt x="225634" y="1106937"/>
                </a:lnTo>
                <a:cubicBezTo>
                  <a:pt x="188470" y="1106937"/>
                  <a:pt x="159272" y="1077738"/>
                  <a:pt x="159272" y="1040575"/>
                </a:cubicBezTo>
                <a:lnTo>
                  <a:pt x="159272" y="907849"/>
                </a:lnTo>
                <a:lnTo>
                  <a:pt x="18580" y="907849"/>
                </a:lnTo>
                <a:cubicBezTo>
                  <a:pt x="7962" y="907849"/>
                  <a:pt x="0" y="899884"/>
                  <a:pt x="0" y="889265"/>
                </a:cubicBezTo>
                <a:lnTo>
                  <a:pt x="0" y="875994"/>
                </a:lnTo>
                <a:cubicBezTo>
                  <a:pt x="0" y="865376"/>
                  <a:pt x="7962" y="857411"/>
                  <a:pt x="18580" y="857411"/>
                </a:cubicBezTo>
                <a:lnTo>
                  <a:pt x="159272" y="857411"/>
                </a:lnTo>
                <a:lnTo>
                  <a:pt x="159272" y="788393"/>
                </a:lnTo>
                <a:lnTo>
                  <a:pt x="18580" y="788393"/>
                </a:lnTo>
                <a:cubicBezTo>
                  <a:pt x="7962" y="788393"/>
                  <a:pt x="0" y="780431"/>
                  <a:pt x="0" y="769813"/>
                </a:cubicBezTo>
                <a:lnTo>
                  <a:pt x="0" y="756539"/>
                </a:lnTo>
                <a:cubicBezTo>
                  <a:pt x="0" y="745921"/>
                  <a:pt x="7962" y="737959"/>
                  <a:pt x="18580" y="737959"/>
                </a:cubicBezTo>
                <a:lnTo>
                  <a:pt x="159272" y="737959"/>
                </a:lnTo>
                <a:lnTo>
                  <a:pt x="159272" y="668941"/>
                </a:lnTo>
                <a:lnTo>
                  <a:pt x="18580" y="668941"/>
                </a:lnTo>
                <a:cubicBezTo>
                  <a:pt x="7962" y="668941"/>
                  <a:pt x="0" y="660976"/>
                  <a:pt x="0" y="650358"/>
                </a:cubicBezTo>
                <a:lnTo>
                  <a:pt x="0" y="637087"/>
                </a:lnTo>
                <a:cubicBezTo>
                  <a:pt x="0" y="626469"/>
                  <a:pt x="7962" y="618504"/>
                  <a:pt x="18580" y="615850"/>
                </a:cubicBezTo>
                <a:lnTo>
                  <a:pt x="159272" y="615850"/>
                </a:lnTo>
                <a:lnTo>
                  <a:pt x="159272" y="546833"/>
                </a:lnTo>
                <a:lnTo>
                  <a:pt x="18580" y="546833"/>
                </a:lnTo>
                <a:cubicBezTo>
                  <a:pt x="7962" y="546833"/>
                  <a:pt x="0" y="538868"/>
                  <a:pt x="0" y="528250"/>
                </a:cubicBezTo>
                <a:lnTo>
                  <a:pt x="0" y="514978"/>
                </a:lnTo>
                <a:cubicBezTo>
                  <a:pt x="0" y="504360"/>
                  <a:pt x="7962" y="496395"/>
                  <a:pt x="18580" y="496395"/>
                </a:cubicBezTo>
                <a:lnTo>
                  <a:pt x="159272" y="496395"/>
                </a:lnTo>
                <a:lnTo>
                  <a:pt x="159272" y="427378"/>
                </a:lnTo>
                <a:lnTo>
                  <a:pt x="18580" y="427378"/>
                </a:lnTo>
                <a:cubicBezTo>
                  <a:pt x="7962" y="427378"/>
                  <a:pt x="0" y="419415"/>
                  <a:pt x="0" y="408797"/>
                </a:cubicBezTo>
                <a:lnTo>
                  <a:pt x="0" y="395523"/>
                </a:lnTo>
                <a:cubicBezTo>
                  <a:pt x="0" y="384905"/>
                  <a:pt x="7962" y="376943"/>
                  <a:pt x="18580" y="376943"/>
                </a:cubicBezTo>
                <a:lnTo>
                  <a:pt x="159272" y="376943"/>
                </a:lnTo>
                <a:lnTo>
                  <a:pt x="159272" y="241561"/>
                </a:lnTo>
                <a:cubicBezTo>
                  <a:pt x="159272" y="207053"/>
                  <a:pt x="188470" y="175199"/>
                  <a:pt x="225634" y="175199"/>
                </a:cubicBezTo>
                <a:lnTo>
                  <a:pt x="379596" y="175199"/>
                </a:lnTo>
                <a:lnTo>
                  <a:pt x="379596" y="18580"/>
                </a:lnTo>
                <a:cubicBezTo>
                  <a:pt x="379596" y="7962"/>
                  <a:pt x="387561" y="0"/>
                  <a:pt x="398179" y="0"/>
                </a:cubicBezTo>
                <a:close/>
              </a:path>
            </a:pathLst>
          </a:custGeom>
          <a:solidFill>
            <a:schemeClr val="accent4"/>
          </a:solidFill>
          <a:ln w="9525" cap="flat">
            <a:noFill/>
            <a:prstDash val="solid"/>
            <a:miter/>
          </a:ln>
        </p:spPr>
        <p:txBody>
          <a:bodyPr wrap="square" rtlCol="0" anchor="ctr">
            <a:noAutofit/>
          </a:bodyPr>
          <a:lstStyle/>
          <a:p>
            <a:endParaRPr lang="en-US" dirty="0"/>
          </a:p>
        </p:txBody>
      </p:sp>
      <p:pic>
        <p:nvPicPr>
          <p:cNvPr id="123" name="Picture 122"/>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756134" y="1623069"/>
            <a:ext cx="1533234" cy="1244693"/>
          </a:xfrm>
          <a:prstGeom prst="rect">
            <a:avLst/>
          </a:prstGeom>
        </p:spPr>
      </p:pic>
    </p:spTree>
    <p:extLst>
      <p:ext uri="{BB962C8B-B14F-4D97-AF65-F5344CB8AC3E}">
        <p14:creationId xmlns:p14="http://schemas.microsoft.com/office/powerpoint/2010/main" val="39796494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Contributions</a:t>
            </a:r>
            <a:endParaRPr lang="en-US" dirty="0"/>
          </a:p>
        </p:txBody>
      </p:sp>
      <p:grpSp>
        <p:nvGrpSpPr>
          <p:cNvPr id="3" name="Group 5">
            <a:extLst>
              <a:ext uri="{FF2B5EF4-FFF2-40B4-BE49-F238E27FC236}">
                <a16:creationId xmlns:a16="http://schemas.microsoft.com/office/drawing/2014/main" id="{F1632743-B6D9-408F-ABFD-B0DBC69E1D38}"/>
              </a:ext>
            </a:extLst>
          </p:cNvPr>
          <p:cNvGrpSpPr/>
          <p:nvPr/>
        </p:nvGrpSpPr>
        <p:grpSpPr>
          <a:xfrm>
            <a:off x="8665741" y="1903180"/>
            <a:ext cx="2706608" cy="4118440"/>
            <a:chOff x="3052558" y="488760"/>
            <a:chExt cx="2706608" cy="4118440"/>
          </a:xfrm>
        </p:grpSpPr>
        <p:sp>
          <p:nvSpPr>
            <p:cNvPr id="4" name="Rounded Rectangle 3">
              <a:extLst>
                <a:ext uri="{FF2B5EF4-FFF2-40B4-BE49-F238E27FC236}">
                  <a16:creationId xmlns:a16="http://schemas.microsoft.com/office/drawing/2014/main" id="{101E8296-BE63-45CB-9B52-B110B4B36BE6}"/>
                </a:ext>
              </a:extLst>
            </p:cNvPr>
            <p:cNvSpPr/>
            <p:nvPr/>
          </p:nvSpPr>
          <p:spPr>
            <a:xfrm>
              <a:off x="3052558" y="488760"/>
              <a:ext cx="2706608" cy="4118440"/>
            </a:xfrm>
            <a:custGeom>
              <a:avLst/>
              <a:gdLst>
                <a:gd name="connsiteX0" fmla="*/ 130869 w 1881086"/>
                <a:gd name="connsiteY0" fmla="*/ 0 h 3024336"/>
                <a:gd name="connsiteX1" fmla="*/ 1453307 w 1881086"/>
                <a:gd name="connsiteY1" fmla="*/ 0 h 3024336"/>
                <a:gd name="connsiteX2" fmla="*/ 1584176 w 1881086"/>
                <a:gd name="connsiteY2" fmla="*/ 130869 h 3024336"/>
                <a:gd name="connsiteX3" fmla="*/ 1584176 w 1881086"/>
                <a:gd name="connsiteY3" fmla="*/ 131000 h 3024336"/>
                <a:gd name="connsiteX4" fmla="*/ 1881086 w 1881086"/>
                <a:gd name="connsiteY4" fmla="*/ 1538919 h 3024336"/>
                <a:gd name="connsiteX5" fmla="*/ 1574806 w 1881086"/>
                <a:gd name="connsiteY5" fmla="*/ 2939881 h 3024336"/>
                <a:gd name="connsiteX6" fmla="*/ 1453307 w 1881086"/>
                <a:gd name="connsiteY6" fmla="*/ 3024336 h 3024336"/>
                <a:gd name="connsiteX7" fmla="*/ 130869 w 1881086"/>
                <a:gd name="connsiteY7" fmla="*/ 3024336 h 3024336"/>
                <a:gd name="connsiteX8" fmla="*/ 0 w 1881086"/>
                <a:gd name="connsiteY8" fmla="*/ 2893467 h 3024336"/>
                <a:gd name="connsiteX9" fmla="*/ 0 w 1881086"/>
                <a:gd name="connsiteY9" fmla="*/ 130869 h 3024336"/>
                <a:gd name="connsiteX10" fmla="*/ 130869 w 1881086"/>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8588" h="3024336">
                  <a:moveTo>
                    <a:pt x="130869" y="0"/>
                  </a:moveTo>
                  <a:lnTo>
                    <a:pt x="1453307" y="0"/>
                  </a:lnTo>
                  <a:cubicBezTo>
                    <a:pt x="1525584" y="0"/>
                    <a:pt x="1584176" y="58592"/>
                    <a:pt x="1584176" y="130869"/>
                  </a:cubicBezTo>
                  <a:lnTo>
                    <a:pt x="1584176" y="131000"/>
                  </a:lnTo>
                  <a:lnTo>
                    <a:pt x="2078588" y="1531925"/>
                  </a:lnTo>
                  <a:cubicBezTo>
                    <a:pt x="1925291" y="2033885"/>
                    <a:pt x="1742733" y="2465900"/>
                    <a:pt x="1574806" y="2939881"/>
                  </a:cubicBezTo>
                  <a:cubicBezTo>
                    <a:pt x="1556783" y="2989390"/>
                    <a:pt x="1509126" y="3024336"/>
                    <a:pt x="1453307" y="3024336"/>
                  </a:cubicBezTo>
                  <a:lnTo>
                    <a:pt x="130869" y="3024336"/>
                  </a:lnTo>
                  <a:cubicBezTo>
                    <a:pt x="58592" y="3024336"/>
                    <a:pt x="0" y="2965744"/>
                    <a:pt x="0" y="2893467"/>
                  </a:cubicBezTo>
                  <a:lnTo>
                    <a:pt x="0" y="130869"/>
                  </a:lnTo>
                  <a:cubicBezTo>
                    <a:pt x="0" y="58592"/>
                    <a:pt x="58592" y="0"/>
                    <a:pt x="130869" y="0"/>
                  </a:cubicBezTo>
                  <a:close/>
                </a:path>
              </a:pathLst>
            </a:custGeom>
            <a:solidFill>
              <a:schemeClr val="bg1"/>
            </a:solidFill>
            <a:ln w="28575">
              <a:solidFill>
                <a:schemeClr val="accent4"/>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5" name="Diamond 2">
              <a:extLst>
                <a:ext uri="{FF2B5EF4-FFF2-40B4-BE49-F238E27FC236}">
                  <a16:creationId xmlns:a16="http://schemas.microsoft.com/office/drawing/2014/main" id="{98F3713B-6BD5-48BB-A857-54E26C40599C}"/>
                </a:ext>
              </a:extLst>
            </p:cNvPr>
            <p:cNvSpPr/>
            <p:nvPr/>
          </p:nvSpPr>
          <p:spPr>
            <a:xfrm>
              <a:off x="4869947" y="1250150"/>
              <a:ext cx="889219" cy="2677657"/>
            </a:xfrm>
            <a:prstGeom prst="diamond">
              <a:avLst/>
            </a:prstGeom>
            <a:solidFill>
              <a:schemeClr val="accent4"/>
            </a:solidFill>
            <a:ln w="2857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4">
              <a:extLst>
                <a:ext uri="{FF2B5EF4-FFF2-40B4-BE49-F238E27FC236}">
                  <a16:creationId xmlns:a16="http://schemas.microsoft.com/office/drawing/2014/main" id="{2F8646D3-1B6A-4350-9DDF-20921C58611D}"/>
                </a:ext>
              </a:extLst>
            </p:cNvPr>
            <p:cNvGrpSpPr/>
            <p:nvPr/>
          </p:nvGrpSpPr>
          <p:grpSpPr>
            <a:xfrm>
              <a:off x="3237370" y="797019"/>
              <a:ext cx="1632577" cy="2270817"/>
              <a:chOff x="3237370" y="958300"/>
              <a:chExt cx="1632577" cy="2270817"/>
            </a:xfrm>
          </p:grpSpPr>
          <p:sp>
            <p:nvSpPr>
              <p:cNvPr id="8" name="TextBox 7">
                <a:extLst>
                  <a:ext uri="{FF2B5EF4-FFF2-40B4-BE49-F238E27FC236}">
                    <a16:creationId xmlns:a16="http://schemas.microsoft.com/office/drawing/2014/main" id="{5054AF50-BEFA-4237-BC8A-18522EC11A3B}"/>
                  </a:ext>
                </a:extLst>
              </p:cNvPr>
              <p:cNvSpPr txBox="1"/>
              <p:nvPr/>
            </p:nvSpPr>
            <p:spPr>
              <a:xfrm>
                <a:off x="3237370" y="1413235"/>
                <a:ext cx="1632577" cy="1815882"/>
              </a:xfrm>
              <a:prstGeom prst="rect">
                <a:avLst/>
              </a:prstGeom>
              <a:noFill/>
            </p:spPr>
            <p:txBody>
              <a:bodyPr wrap="square" rtlCol="0">
                <a:spAutoFit/>
              </a:bodyPr>
              <a:lstStyle/>
              <a:p>
                <a:r>
                  <a:rPr lang="en-US" altLang="ko-KR" sz="1600" dirty="0" smtClean="0">
                    <a:solidFill>
                      <a:schemeClr val="tx1">
                        <a:lumMod val="85000"/>
                        <a:lumOff val="15000"/>
                      </a:schemeClr>
                    </a:solidFill>
                  </a:rPr>
                  <a:t>Creativity, User-</a:t>
                </a:r>
                <a:r>
                  <a:rPr lang="en-US" altLang="ko-KR" sz="1600" dirty="0" err="1" smtClean="0">
                    <a:solidFill>
                      <a:schemeClr val="tx1">
                        <a:lumMod val="85000"/>
                        <a:lumOff val="15000"/>
                      </a:schemeClr>
                    </a:solidFill>
                  </a:rPr>
                  <a:t>centred</a:t>
                </a:r>
                <a:r>
                  <a:rPr lang="en-US" altLang="ko-KR" sz="1600" dirty="0" smtClean="0">
                    <a:solidFill>
                      <a:schemeClr val="tx1">
                        <a:lumMod val="85000"/>
                        <a:lumOff val="15000"/>
                      </a:schemeClr>
                    </a:solidFill>
                  </a:rPr>
                  <a:t> design, Prototyping, Attention to detail, Usability and User experience</a:t>
                </a:r>
                <a:endParaRPr lang="ko-KR" altLang="en-US" sz="1600" dirty="0">
                  <a:solidFill>
                    <a:schemeClr val="tx1">
                      <a:lumMod val="85000"/>
                      <a:lumOff val="15000"/>
                    </a:schemeClr>
                  </a:solidFill>
                </a:endParaRPr>
              </a:p>
            </p:txBody>
          </p:sp>
          <p:sp>
            <p:nvSpPr>
              <p:cNvPr id="9" name="TextBox 8">
                <a:extLst>
                  <a:ext uri="{FF2B5EF4-FFF2-40B4-BE49-F238E27FC236}">
                    <a16:creationId xmlns:a16="http://schemas.microsoft.com/office/drawing/2014/main" id="{50EA5CC4-F4AF-409E-97C7-9410CAEDD643}"/>
                  </a:ext>
                </a:extLst>
              </p:cNvPr>
              <p:cNvSpPr txBox="1"/>
              <p:nvPr/>
            </p:nvSpPr>
            <p:spPr>
              <a:xfrm>
                <a:off x="3237370" y="958300"/>
                <a:ext cx="1632577" cy="400110"/>
              </a:xfrm>
              <a:prstGeom prst="rect">
                <a:avLst/>
              </a:prstGeom>
              <a:noFill/>
            </p:spPr>
            <p:txBody>
              <a:bodyPr wrap="square" rtlCol="0">
                <a:spAutoFit/>
              </a:bodyPr>
              <a:lstStyle/>
              <a:p>
                <a:r>
                  <a:rPr lang="en-US" altLang="ko-KR" sz="2000" b="1" dirty="0" err="1" smtClean="0">
                    <a:solidFill>
                      <a:schemeClr val="accent4"/>
                    </a:solidFill>
                  </a:rPr>
                  <a:t>Asisipho</a:t>
                </a:r>
                <a:endParaRPr lang="ko-KR" altLang="en-US" sz="2000" b="1" dirty="0">
                  <a:solidFill>
                    <a:schemeClr val="accent4"/>
                  </a:solidFill>
                </a:endParaRPr>
              </a:p>
            </p:txBody>
          </p:sp>
        </p:grpSp>
        <p:sp>
          <p:nvSpPr>
            <p:cNvPr id="7" name="TextBox 6">
              <a:extLst>
                <a:ext uri="{FF2B5EF4-FFF2-40B4-BE49-F238E27FC236}">
                  <a16:creationId xmlns:a16="http://schemas.microsoft.com/office/drawing/2014/main" id="{578C929D-C239-413C-B98C-5A5DA02EA141}"/>
                </a:ext>
              </a:extLst>
            </p:cNvPr>
            <p:cNvSpPr txBox="1"/>
            <p:nvPr/>
          </p:nvSpPr>
          <p:spPr>
            <a:xfrm>
              <a:off x="4927255" y="2373534"/>
              <a:ext cx="808194" cy="430887"/>
            </a:xfrm>
            <a:prstGeom prst="rect">
              <a:avLst/>
            </a:prstGeom>
            <a:noFill/>
          </p:spPr>
          <p:txBody>
            <a:bodyPr wrap="square" lIns="72000" tIns="0" rIns="72000" bIns="0" rtlCol="0" anchor="ctr">
              <a:spAutoFit/>
            </a:bodyPr>
            <a:lstStyle/>
            <a:p>
              <a:pPr algn="ctr"/>
              <a:r>
                <a:rPr lang="en-US" altLang="ko-KR" sz="2800" b="1" dirty="0">
                  <a:solidFill>
                    <a:schemeClr val="bg1"/>
                  </a:solidFill>
                </a:rPr>
                <a:t>04</a:t>
              </a:r>
              <a:endParaRPr lang="ko-KR" altLang="en-US" sz="2800" b="1" dirty="0">
                <a:solidFill>
                  <a:schemeClr val="bg1"/>
                </a:solidFill>
              </a:endParaRPr>
            </a:p>
          </p:txBody>
        </p:sp>
      </p:grpSp>
      <p:grpSp>
        <p:nvGrpSpPr>
          <p:cNvPr id="10" name="Group 59">
            <a:extLst>
              <a:ext uri="{FF2B5EF4-FFF2-40B4-BE49-F238E27FC236}">
                <a16:creationId xmlns:a16="http://schemas.microsoft.com/office/drawing/2014/main" id="{F3C4B5F0-C53C-490B-86CA-5AABA36EED0E}"/>
              </a:ext>
            </a:extLst>
          </p:cNvPr>
          <p:cNvGrpSpPr/>
          <p:nvPr/>
        </p:nvGrpSpPr>
        <p:grpSpPr>
          <a:xfrm>
            <a:off x="6120228" y="1903180"/>
            <a:ext cx="2706608" cy="4118440"/>
            <a:chOff x="3052558" y="488760"/>
            <a:chExt cx="2706608" cy="4118440"/>
          </a:xfrm>
        </p:grpSpPr>
        <p:sp>
          <p:nvSpPr>
            <p:cNvPr id="11" name="Rounded Rectangle 3">
              <a:extLst>
                <a:ext uri="{FF2B5EF4-FFF2-40B4-BE49-F238E27FC236}">
                  <a16:creationId xmlns:a16="http://schemas.microsoft.com/office/drawing/2014/main" id="{FB976F9F-21B6-4D39-93C9-AF70C6AE56EF}"/>
                </a:ext>
              </a:extLst>
            </p:cNvPr>
            <p:cNvSpPr/>
            <p:nvPr/>
          </p:nvSpPr>
          <p:spPr>
            <a:xfrm>
              <a:off x="3052558" y="488760"/>
              <a:ext cx="2706608" cy="4118440"/>
            </a:xfrm>
            <a:custGeom>
              <a:avLst/>
              <a:gdLst>
                <a:gd name="connsiteX0" fmla="*/ 130869 w 1881086"/>
                <a:gd name="connsiteY0" fmla="*/ 0 h 3024336"/>
                <a:gd name="connsiteX1" fmla="*/ 1453307 w 1881086"/>
                <a:gd name="connsiteY1" fmla="*/ 0 h 3024336"/>
                <a:gd name="connsiteX2" fmla="*/ 1584176 w 1881086"/>
                <a:gd name="connsiteY2" fmla="*/ 130869 h 3024336"/>
                <a:gd name="connsiteX3" fmla="*/ 1584176 w 1881086"/>
                <a:gd name="connsiteY3" fmla="*/ 131000 h 3024336"/>
                <a:gd name="connsiteX4" fmla="*/ 1881086 w 1881086"/>
                <a:gd name="connsiteY4" fmla="*/ 1538919 h 3024336"/>
                <a:gd name="connsiteX5" fmla="*/ 1574806 w 1881086"/>
                <a:gd name="connsiteY5" fmla="*/ 2939881 h 3024336"/>
                <a:gd name="connsiteX6" fmla="*/ 1453307 w 1881086"/>
                <a:gd name="connsiteY6" fmla="*/ 3024336 h 3024336"/>
                <a:gd name="connsiteX7" fmla="*/ 130869 w 1881086"/>
                <a:gd name="connsiteY7" fmla="*/ 3024336 h 3024336"/>
                <a:gd name="connsiteX8" fmla="*/ 0 w 1881086"/>
                <a:gd name="connsiteY8" fmla="*/ 2893467 h 3024336"/>
                <a:gd name="connsiteX9" fmla="*/ 0 w 1881086"/>
                <a:gd name="connsiteY9" fmla="*/ 130869 h 3024336"/>
                <a:gd name="connsiteX10" fmla="*/ 130869 w 1881086"/>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8588" h="3024336">
                  <a:moveTo>
                    <a:pt x="130869" y="0"/>
                  </a:moveTo>
                  <a:lnTo>
                    <a:pt x="1453307" y="0"/>
                  </a:lnTo>
                  <a:cubicBezTo>
                    <a:pt x="1525584" y="0"/>
                    <a:pt x="1584176" y="58592"/>
                    <a:pt x="1584176" y="130869"/>
                  </a:cubicBezTo>
                  <a:lnTo>
                    <a:pt x="1584176" y="131000"/>
                  </a:lnTo>
                  <a:lnTo>
                    <a:pt x="2078588" y="1531925"/>
                  </a:lnTo>
                  <a:cubicBezTo>
                    <a:pt x="1925291" y="2033885"/>
                    <a:pt x="1742733" y="2465900"/>
                    <a:pt x="1574806" y="2939881"/>
                  </a:cubicBezTo>
                  <a:cubicBezTo>
                    <a:pt x="1556783" y="2989390"/>
                    <a:pt x="1509126" y="3024336"/>
                    <a:pt x="1453307" y="3024336"/>
                  </a:cubicBezTo>
                  <a:lnTo>
                    <a:pt x="130869" y="3024336"/>
                  </a:lnTo>
                  <a:cubicBezTo>
                    <a:pt x="58592" y="3024336"/>
                    <a:pt x="0" y="2965744"/>
                    <a:pt x="0" y="2893467"/>
                  </a:cubicBezTo>
                  <a:lnTo>
                    <a:pt x="0" y="130869"/>
                  </a:lnTo>
                  <a:cubicBezTo>
                    <a:pt x="0" y="58592"/>
                    <a:pt x="58592" y="0"/>
                    <a:pt x="130869" y="0"/>
                  </a:cubicBezTo>
                  <a:close/>
                </a:path>
              </a:pathLst>
            </a:custGeom>
            <a:solidFill>
              <a:schemeClr val="bg1"/>
            </a:solidFill>
            <a:ln w="28575">
              <a:solidFill>
                <a:schemeClr val="accent3"/>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12" name="Diamond 61">
              <a:extLst>
                <a:ext uri="{FF2B5EF4-FFF2-40B4-BE49-F238E27FC236}">
                  <a16:creationId xmlns:a16="http://schemas.microsoft.com/office/drawing/2014/main" id="{DF003030-1F90-4374-B9BF-1B1DF30AD72D}"/>
                </a:ext>
              </a:extLst>
            </p:cNvPr>
            <p:cNvSpPr/>
            <p:nvPr/>
          </p:nvSpPr>
          <p:spPr>
            <a:xfrm>
              <a:off x="4869947" y="1250150"/>
              <a:ext cx="889219" cy="2677657"/>
            </a:xfrm>
            <a:prstGeom prst="diamond">
              <a:avLst/>
            </a:prstGeom>
            <a:solidFill>
              <a:schemeClr val="accent3"/>
            </a:solid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62">
              <a:extLst>
                <a:ext uri="{FF2B5EF4-FFF2-40B4-BE49-F238E27FC236}">
                  <a16:creationId xmlns:a16="http://schemas.microsoft.com/office/drawing/2014/main" id="{E0F631DD-EB3B-481B-992D-344DDCD6A2FE}"/>
                </a:ext>
              </a:extLst>
            </p:cNvPr>
            <p:cNvGrpSpPr/>
            <p:nvPr/>
          </p:nvGrpSpPr>
          <p:grpSpPr>
            <a:xfrm>
              <a:off x="3178555" y="797019"/>
              <a:ext cx="1691392" cy="2515234"/>
              <a:chOff x="3178555" y="958300"/>
              <a:chExt cx="1691392" cy="2515234"/>
            </a:xfrm>
          </p:grpSpPr>
          <p:sp>
            <p:nvSpPr>
              <p:cNvPr id="15" name="TextBox 14">
                <a:extLst>
                  <a:ext uri="{FF2B5EF4-FFF2-40B4-BE49-F238E27FC236}">
                    <a16:creationId xmlns:a16="http://schemas.microsoft.com/office/drawing/2014/main" id="{CA404951-AE58-4438-A0BC-488D03BD786B}"/>
                  </a:ext>
                </a:extLst>
              </p:cNvPr>
              <p:cNvSpPr txBox="1"/>
              <p:nvPr/>
            </p:nvSpPr>
            <p:spPr>
              <a:xfrm>
                <a:off x="3178555" y="1411431"/>
                <a:ext cx="1554013" cy="2062103"/>
              </a:xfrm>
              <a:prstGeom prst="rect">
                <a:avLst/>
              </a:prstGeom>
              <a:noFill/>
            </p:spPr>
            <p:txBody>
              <a:bodyPr wrap="square" rtlCol="0">
                <a:spAutoFit/>
              </a:bodyPr>
              <a:lstStyle/>
              <a:p>
                <a:r>
                  <a:rPr lang="en-US" altLang="ko-KR" sz="1600" dirty="0" smtClean="0">
                    <a:solidFill>
                      <a:schemeClr val="tx1">
                        <a:lumMod val="85000"/>
                        <a:lumOff val="15000"/>
                      </a:schemeClr>
                    </a:solidFill>
                  </a:rPr>
                  <a:t>Research, Documentation, Business Analysis, Testing, Development and quality assurance</a:t>
                </a:r>
                <a:endParaRPr lang="ko-KR" altLang="en-US" sz="1600" dirty="0">
                  <a:solidFill>
                    <a:schemeClr val="tx1">
                      <a:lumMod val="85000"/>
                      <a:lumOff val="15000"/>
                    </a:schemeClr>
                  </a:solidFill>
                </a:endParaRPr>
              </a:p>
            </p:txBody>
          </p:sp>
          <p:sp>
            <p:nvSpPr>
              <p:cNvPr id="16" name="TextBox 15">
                <a:extLst>
                  <a:ext uri="{FF2B5EF4-FFF2-40B4-BE49-F238E27FC236}">
                    <a16:creationId xmlns:a16="http://schemas.microsoft.com/office/drawing/2014/main" id="{E8349E95-A7FA-4345-9BE6-114D626F4BF6}"/>
                  </a:ext>
                </a:extLst>
              </p:cNvPr>
              <p:cNvSpPr txBox="1"/>
              <p:nvPr/>
            </p:nvSpPr>
            <p:spPr>
              <a:xfrm>
                <a:off x="3237370" y="958300"/>
                <a:ext cx="1632577" cy="400110"/>
              </a:xfrm>
              <a:prstGeom prst="rect">
                <a:avLst/>
              </a:prstGeom>
              <a:noFill/>
            </p:spPr>
            <p:txBody>
              <a:bodyPr wrap="square" rtlCol="0">
                <a:spAutoFit/>
              </a:bodyPr>
              <a:lstStyle/>
              <a:p>
                <a:r>
                  <a:rPr lang="en-US" altLang="ko-KR" sz="2000" b="1" dirty="0" err="1" smtClean="0">
                    <a:solidFill>
                      <a:schemeClr val="accent3"/>
                    </a:solidFill>
                  </a:rPr>
                  <a:t>Namhla</a:t>
                </a:r>
                <a:endParaRPr lang="ko-KR" altLang="en-US" sz="2000" b="1" dirty="0">
                  <a:solidFill>
                    <a:schemeClr val="accent3"/>
                  </a:solidFill>
                </a:endParaRPr>
              </a:p>
            </p:txBody>
          </p:sp>
        </p:grpSp>
        <p:sp>
          <p:nvSpPr>
            <p:cNvPr id="14" name="TextBox 13">
              <a:extLst>
                <a:ext uri="{FF2B5EF4-FFF2-40B4-BE49-F238E27FC236}">
                  <a16:creationId xmlns:a16="http://schemas.microsoft.com/office/drawing/2014/main" id="{FA1367FA-8AE5-43C7-9F67-F5BB479873C4}"/>
                </a:ext>
              </a:extLst>
            </p:cNvPr>
            <p:cNvSpPr txBox="1"/>
            <p:nvPr/>
          </p:nvSpPr>
          <p:spPr>
            <a:xfrm>
              <a:off x="4927255" y="2373534"/>
              <a:ext cx="808194" cy="430887"/>
            </a:xfrm>
            <a:prstGeom prst="rect">
              <a:avLst/>
            </a:prstGeom>
            <a:noFill/>
          </p:spPr>
          <p:txBody>
            <a:bodyPr wrap="square" lIns="72000" tIns="0" rIns="72000" bIns="0" rtlCol="0" anchor="ctr">
              <a:spAutoFit/>
            </a:bodyPr>
            <a:lstStyle/>
            <a:p>
              <a:pPr algn="ctr"/>
              <a:r>
                <a:rPr lang="en-US" altLang="ko-KR" sz="2800" b="1" dirty="0">
                  <a:solidFill>
                    <a:schemeClr val="bg1"/>
                  </a:solidFill>
                </a:rPr>
                <a:t>03</a:t>
              </a:r>
              <a:endParaRPr lang="ko-KR" altLang="en-US" sz="2800" b="1" dirty="0">
                <a:solidFill>
                  <a:schemeClr val="bg1"/>
                </a:solidFill>
              </a:endParaRPr>
            </a:p>
          </p:txBody>
        </p:sp>
      </p:grpSp>
      <p:grpSp>
        <p:nvGrpSpPr>
          <p:cNvPr id="17" name="Group 66">
            <a:extLst>
              <a:ext uri="{FF2B5EF4-FFF2-40B4-BE49-F238E27FC236}">
                <a16:creationId xmlns:a16="http://schemas.microsoft.com/office/drawing/2014/main" id="{DDF78A66-3E66-44DF-B44F-7ADA2D10C984}"/>
              </a:ext>
            </a:extLst>
          </p:cNvPr>
          <p:cNvGrpSpPr/>
          <p:nvPr/>
        </p:nvGrpSpPr>
        <p:grpSpPr>
          <a:xfrm>
            <a:off x="3506026" y="1903180"/>
            <a:ext cx="2706608" cy="4118440"/>
            <a:chOff x="3052558" y="488760"/>
            <a:chExt cx="2706608" cy="4118440"/>
          </a:xfrm>
        </p:grpSpPr>
        <p:sp>
          <p:nvSpPr>
            <p:cNvPr id="18" name="Rounded Rectangle 3">
              <a:extLst>
                <a:ext uri="{FF2B5EF4-FFF2-40B4-BE49-F238E27FC236}">
                  <a16:creationId xmlns:a16="http://schemas.microsoft.com/office/drawing/2014/main" id="{D661FD04-649E-4C54-B427-2D8D879E5DC4}"/>
                </a:ext>
              </a:extLst>
            </p:cNvPr>
            <p:cNvSpPr/>
            <p:nvPr/>
          </p:nvSpPr>
          <p:spPr>
            <a:xfrm>
              <a:off x="3052558" y="488760"/>
              <a:ext cx="2706608" cy="4118440"/>
            </a:xfrm>
            <a:custGeom>
              <a:avLst/>
              <a:gdLst>
                <a:gd name="connsiteX0" fmla="*/ 130869 w 1881086"/>
                <a:gd name="connsiteY0" fmla="*/ 0 h 3024336"/>
                <a:gd name="connsiteX1" fmla="*/ 1453307 w 1881086"/>
                <a:gd name="connsiteY1" fmla="*/ 0 h 3024336"/>
                <a:gd name="connsiteX2" fmla="*/ 1584176 w 1881086"/>
                <a:gd name="connsiteY2" fmla="*/ 130869 h 3024336"/>
                <a:gd name="connsiteX3" fmla="*/ 1584176 w 1881086"/>
                <a:gd name="connsiteY3" fmla="*/ 131000 h 3024336"/>
                <a:gd name="connsiteX4" fmla="*/ 1881086 w 1881086"/>
                <a:gd name="connsiteY4" fmla="*/ 1538919 h 3024336"/>
                <a:gd name="connsiteX5" fmla="*/ 1574806 w 1881086"/>
                <a:gd name="connsiteY5" fmla="*/ 2939881 h 3024336"/>
                <a:gd name="connsiteX6" fmla="*/ 1453307 w 1881086"/>
                <a:gd name="connsiteY6" fmla="*/ 3024336 h 3024336"/>
                <a:gd name="connsiteX7" fmla="*/ 130869 w 1881086"/>
                <a:gd name="connsiteY7" fmla="*/ 3024336 h 3024336"/>
                <a:gd name="connsiteX8" fmla="*/ 0 w 1881086"/>
                <a:gd name="connsiteY8" fmla="*/ 2893467 h 3024336"/>
                <a:gd name="connsiteX9" fmla="*/ 0 w 1881086"/>
                <a:gd name="connsiteY9" fmla="*/ 130869 h 3024336"/>
                <a:gd name="connsiteX10" fmla="*/ 130869 w 1881086"/>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8588" h="3024336">
                  <a:moveTo>
                    <a:pt x="130869" y="0"/>
                  </a:moveTo>
                  <a:lnTo>
                    <a:pt x="1453307" y="0"/>
                  </a:lnTo>
                  <a:cubicBezTo>
                    <a:pt x="1525584" y="0"/>
                    <a:pt x="1584176" y="58592"/>
                    <a:pt x="1584176" y="130869"/>
                  </a:cubicBezTo>
                  <a:lnTo>
                    <a:pt x="1584176" y="131000"/>
                  </a:lnTo>
                  <a:lnTo>
                    <a:pt x="2078588" y="1531925"/>
                  </a:lnTo>
                  <a:cubicBezTo>
                    <a:pt x="1925291" y="2033885"/>
                    <a:pt x="1742733" y="2465900"/>
                    <a:pt x="1574806" y="2939881"/>
                  </a:cubicBezTo>
                  <a:cubicBezTo>
                    <a:pt x="1556783" y="2989390"/>
                    <a:pt x="1509126" y="3024336"/>
                    <a:pt x="1453307" y="3024336"/>
                  </a:cubicBezTo>
                  <a:lnTo>
                    <a:pt x="130869" y="3024336"/>
                  </a:lnTo>
                  <a:cubicBezTo>
                    <a:pt x="58592" y="3024336"/>
                    <a:pt x="0" y="2965744"/>
                    <a:pt x="0" y="2893467"/>
                  </a:cubicBezTo>
                  <a:lnTo>
                    <a:pt x="0" y="130869"/>
                  </a:lnTo>
                  <a:cubicBezTo>
                    <a:pt x="0" y="58592"/>
                    <a:pt x="58592" y="0"/>
                    <a:pt x="130869" y="0"/>
                  </a:cubicBezTo>
                  <a:close/>
                </a:path>
              </a:pathLst>
            </a:custGeom>
            <a:solidFill>
              <a:schemeClr val="bg1"/>
            </a:solidFill>
            <a:ln w="28575">
              <a:solidFill>
                <a:schemeClr val="accent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19" name="Diamond 68">
              <a:extLst>
                <a:ext uri="{FF2B5EF4-FFF2-40B4-BE49-F238E27FC236}">
                  <a16:creationId xmlns:a16="http://schemas.microsoft.com/office/drawing/2014/main" id="{2DC18566-7B78-4E6C-BCC6-03C260D9E3BD}"/>
                </a:ext>
              </a:extLst>
            </p:cNvPr>
            <p:cNvSpPr/>
            <p:nvPr/>
          </p:nvSpPr>
          <p:spPr>
            <a:xfrm>
              <a:off x="4869947" y="1250150"/>
              <a:ext cx="889219" cy="2677657"/>
            </a:xfrm>
            <a:prstGeom prst="diamond">
              <a:avLst/>
            </a:prstGeom>
            <a:solidFill>
              <a:schemeClr val="accent2"/>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69">
              <a:extLst>
                <a:ext uri="{FF2B5EF4-FFF2-40B4-BE49-F238E27FC236}">
                  <a16:creationId xmlns:a16="http://schemas.microsoft.com/office/drawing/2014/main" id="{12233FA4-357B-4CF8-AD0C-C4192CDE6333}"/>
                </a:ext>
              </a:extLst>
            </p:cNvPr>
            <p:cNvGrpSpPr/>
            <p:nvPr/>
          </p:nvGrpSpPr>
          <p:grpSpPr>
            <a:xfrm>
              <a:off x="3237370" y="797019"/>
              <a:ext cx="1632577" cy="2270817"/>
              <a:chOff x="3237370" y="958300"/>
              <a:chExt cx="1632577" cy="2270817"/>
            </a:xfrm>
          </p:grpSpPr>
          <p:sp>
            <p:nvSpPr>
              <p:cNvPr id="22" name="TextBox 21">
                <a:extLst>
                  <a:ext uri="{FF2B5EF4-FFF2-40B4-BE49-F238E27FC236}">
                    <a16:creationId xmlns:a16="http://schemas.microsoft.com/office/drawing/2014/main" id="{4E45DC49-5BDB-4CF1-AF3F-07FA1A3EC8B9}"/>
                  </a:ext>
                </a:extLst>
              </p:cNvPr>
              <p:cNvSpPr txBox="1"/>
              <p:nvPr/>
            </p:nvSpPr>
            <p:spPr>
              <a:xfrm>
                <a:off x="3237370" y="1413235"/>
                <a:ext cx="1632577" cy="1815882"/>
              </a:xfrm>
              <a:prstGeom prst="rect">
                <a:avLst/>
              </a:prstGeom>
              <a:noFill/>
            </p:spPr>
            <p:txBody>
              <a:bodyPr wrap="square" rtlCol="0">
                <a:spAutoFit/>
              </a:bodyPr>
              <a:lstStyle/>
              <a:p>
                <a:r>
                  <a:rPr lang="en-US" altLang="ko-KR" sz="1600" dirty="0" smtClean="0">
                    <a:solidFill>
                      <a:schemeClr val="tx1">
                        <a:lumMod val="85000"/>
                        <a:lumOff val="15000"/>
                      </a:schemeClr>
                    </a:solidFill>
                  </a:rPr>
                  <a:t>Programming, Database design, Prototyping, System integration, Debugging</a:t>
                </a:r>
                <a:endParaRPr lang="ko-KR" altLang="en-US" sz="1600" dirty="0">
                  <a:solidFill>
                    <a:schemeClr val="tx1">
                      <a:lumMod val="85000"/>
                      <a:lumOff val="15000"/>
                    </a:schemeClr>
                  </a:solidFill>
                </a:endParaRPr>
              </a:p>
            </p:txBody>
          </p:sp>
          <p:sp>
            <p:nvSpPr>
              <p:cNvPr id="23" name="TextBox 22">
                <a:extLst>
                  <a:ext uri="{FF2B5EF4-FFF2-40B4-BE49-F238E27FC236}">
                    <a16:creationId xmlns:a16="http://schemas.microsoft.com/office/drawing/2014/main" id="{C5010AE8-C6B9-40AB-8133-44BCAE607F0D}"/>
                  </a:ext>
                </a:extLst>
              </p:cNvPr>
              <p:cNvSpPr txBox="1"/>
              <p:nvPr/>
            </p:nvSpPr>
            <p:spPr>
              <a:xfrm>
                <a:off x="3237370" y="958300"/>
                <a:ext cx="1632577" cy="400110"/>
              </a:xfrm>
              <a:prstGeom prst="rect">
                <a:avLst/>
              </a:prstGeom>
              <a:noFill/>
            </p:spPr>
            <p:txBody>
              <a:bodyPr wrap="square" rtlCol="0">
                <a:spAutoFit/>
              </a:bodyPr>
              <a:lstStyle/>
              <a:p>
                <a:r>
                  <a:rPr lang="en-US" altLang="ko-KR" sz="2000" b="1" dirty="0" err="1" smtClean="0">
                    <a:solidFill>
                      <a:schemeClr val="accent2"/>
                    </a:solidFill>
                  </a:rPr>
                  <a:t>Lumko</a:t>
                </a:r>
                <a:endParaRPr lang="ko-KR" altLang="en-US" sz="2000" b="1" dirty="0">
                  <a:solidFill>
                    <a:schemeClr val="accent2"/>
                  </a:solidFill>
                </a:endParaRPr>
              </a:p>
            </p:txBody>
          </p:sp>
        </p:grpSp>
        <p:sp>
          <p:nvSpPr>
            <p:cNvPr id="21" name="TextBox 20">
              <a:extLst>
                <a:ext uri="{FF2B5EF4-FFF2-40B4-BE49-F238E27FC236}">
                  <a16:creationId xmlns:a16="http://schemas.microsoft.com/office/drawing/2014/main" id="{26465C3A-8360-4391-B844-1AB5815366E4}"/>
                </a:ext>
              </a:extLst>
            </p:cNvPr>
            <p:cNvSpPr txBox="1"/>
            <p:nvPr/>
          </p:nvSpPr>
          <p:spPr>
            <a:xfrm>
              <a:off x="4927255" y="2373534"/>
              <a:ext cx="808194" cy="430887"/>
            </a:xfrm>
            <a:prstGeom prst="rect">
              <a:avLst/>
            </a:prstGeom>
            <a:noFill/>
          </p:spPr>
          <p:txBody>
            <a:bodyPr wrap="square" lIns="72000" tIns="0" rIns="72000" bIns="0" rtlCol="0" anchor="ctr">
              <a:spAutoFit/>
            </a:bodyPr>
            <a:lstStyle/>
            <a:p>
              <a:pPr algn="ctr"/>
              <a:r>
                <a:rPr lang="en-US" altLang="ko-KR" sz="2800" b="1" dirty="0">
                  <a:solidFill>
                    <a:schemeClr val="bg1"/>
                  </a:solidFill>
                </a:rPr>
                <a:t>02</a:t>
              </a:r>
              <a:endParaRPr lang="ko-KR" altLang="en-US" sz="2800" b="1" dirty="0">
                <a:solidFill>
                  <a:schemeClr val="bg1"/>
                </a:solidFill>
              </a:endParaRPr>
            </a:p>
          </p:txBody>
        </p:sp>
      </p:grpSp>
      <p:grpSp>
        <p:nvGrpSpPr>
          <p:cNvPr id="24" name="Group 73">
            <a:extLst>
              <a:ext uri="{FF2B5EF4-FFF2-40B4-BE49-F238E27FC236}">
                <a16:creationId xmlns:a16="http://schemas.microsoft.com/office/drawing/2014/main" id="{539EC388-9191-48EA-8AAC-48646E7B8AE1}"/>
              </a:ext>
            </a:extLst>
          </p:cNvPr>
          <p:cNvGrpSpPr/>
          <p:nvPr/>
        </p:nvGrpSpPr>
        <p:grpSpPr>
          <a:xfrm>
            <a:off x="1029202" y="1903180"/>
            <a:ext cx="2706608" cy="4118440"/>
            <a:chOff x="3052558" y="488760"/>
            <a:chExt cx="2706608" cy="4118440"/>
          </a:xfrm>
        </p:grpSpPr>
        <p:sp>
          <p:nvSpPr>
            <p:cNvPr id="25" name="Rounded Rectangle 3">
              <a:extLst>
                <a:ext uri="{FF2B5EF4-FFF2-40B4-BE49-F238E27FC236}">
                  <a16:creationId xmlns:a16="http://schemas.microsoft.com/office/drawing/2014/main" id="{4395888C-23BC-40E3-8213-D0A445128C13}"/>
                </a:ext>
              </a:extLst>
            </p:cNvPr>
            <p:cNvSpPr/>
            <p:nvPr/>
          </p:nvSpPr>
          <p:spPr>
            <a:xfrm>
              <a:off x="3052558" y="488760"/>
              <a:ext cx="2706608" cy="4118440"/>
            </a:xfrm>
            <a:custGeom>
              <a:avLst/>
              <a:gdLst>
                <a:gd name="connsiteX0" fmla="*/ 130869 w 1881086"/>
                <a:gd name="connsiteY0" fmla="*/ 0 h 3024336"/>
                <a:gd name="connsiteX1" fmla="*/ 1453307 w 1881086"/>
                <a:gd name="connsiteY1" fmla="*/ 0 h 3024336"/>
                <a:gd name="connsiteX2" fmla="*/ 1584176 w 1881086"/>
                <a:gd name="connsiteY2" fmla="*/ 130869 h 3024336"/>
                <a:gd name="connsiteX3" fmla="*/ 1584176 w 1881086"/>
                <a:gd name="connsiteY3" fmla="*/ 131000 h 3024336"/>
                <a:gd name="connsiteX4" fmla="*/ 1881086 w 1881086"/>
                <a:gd name="connsiteY4" fmla="*/ 1538919 h 3024336"/>
                <a:gd name="connsiteX5" fmla="*/ 1574806 w 1881086"/>
                <a:gd name="connsiteY5" fmla="*/ 2939881 h 3024336"/>
                <a:gd name="connsiteX6" fmla="*/ 1453307 w 1881086"/>
                <a:gd name="connsiteY6" fmla="*/ 3024336 h 3024336"/>
                <a:gd name="connsiteX7" fmla="*/ 130869 w 1881086"/>
                <a:gd name="connsiteY7" fmla="*/ 3024336 h 3024336"/>
                <a:gd name="connsiteX8" fmla="*/ 0 w 1881086"/>
                <a:gd name="connsiteY8" fmla="*/ 2893467 h 3024336"/>
                <a:gd name="connsiteX9" fmla="*/ 0 w 1881086"/>
                <a:gd name="connsiteY9" fmla="*/ 130869 h 3024336"/>
                <a:gd name="connsiteX10" fmla="*/ 130869 w 1881086"/>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 name="connsiteX0" fmla="*/ 130869 w 2078588"/>
                <a:gd name="connsiteY0" fmla="*/ 0 h 3024336"/>
                <a:gd name="connsiteX1" fmla="*/ 1453307 w 2078588"/>
                <a:gd name="connsiteY1" fmla="*/ 0 h 3024336"/>
                <a:gd name="connsiteX2" fmla="*/ 1584176 w 2078588"/>
                <a:gd name="connsiteY2" fmla="*/ 130869 h 3024336"/>
                <a:gd name="connsiteX3" fmla="*/ 1584176 w 2078588"/>
                <a:gd name="connsiteY3" fmla="*/ 131000 h 3024336"/>
                <a:gd name="connsiteX4" fmla="*/ 2078588 w 2078588"/>
                <a:gd name="connsiteY4" fmla="*/ 1531925 h 3024336"/>
                <a:gd name="connsiteX5" fmla="*/ 1574806 w 2078588"/>
                <a:gd name="connsiteY5" fmla="*/ 2939881 h 3024336"/>
                <a:gd name="connsiteX6" fmla="*/ 1453307 w 2078588"/>
                <a:gd name="connsiteY6" fmla="*/ 3024336 h 3024336"/>
                <a:gd name="connsiteX7" fmla="*/ 130869 w 2078588"/>
                <a:gd name="connsiteY7" fmla="*/ 3024336 h 3024336"/>
                <a:gd name="connsiteX8" fmla="*/ 0 w 2078588"/>
                <a:gd name="connsiteY8" fmla="*/ 2893467 h 3024336"/>
                <a:gd name="connsiteX9" fmla="*/ 0 w 2078588"/>
                <a:gd name="connsiteY9" fmla="*/ 130869 h 3024336"/>
                <a:gd name="connsiteX10" fmla="*/ 130869 w 2078588"/>
                <a:gd name="connsiteY10" fmla="*/ 0 h 302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78588" h="3024336">
                  <a:moveTo>
                    <a:pt x="130869" y="0"/>
                  </a:moveTo>
                  <a:lnTo>
                    <a:pt x="1453307" y="0"/>
                  </a:lnTo>
                  <a:cubicBezTo>
                    <a:pt x="1525584" y="0"/>
                    <a:pt x="1584176" y="58592"/>
                    <a:pt x="1584176" y="130869"/>
                  </a:cubicBezTo>
                  <a:lnTo>
                    <a:pt x="1584176" y="131000"/>
                  </a:lnTo>
                  <a:lnTo>
                    <a:pt x="2078588" y="1531925"/>
                  </a:lnTo>
                  <a:cubicBezTo>
                    <a:pt x="1925291" y="2033885"/>
                    <a:pt x="1742733" y="2465900"/>
                    <a:pt x="1574806" y="2939881"/>
                  </a:cubicBezTo>
                  <a:cubicBezTo>
                    <a:pt x="1556783" y="2989390"/>
                    <a:pt x="1509126" y="3024336"/>
                    <a:pt x="1453307" y="3024336"/>
                  </a:cubicBezTo>
                  <a:lnTo>
                    <a:pt x="130869" y="3024336"/>
                  </a:lnTo>
                  <a:cubicBezTo>
                    <a:pt x="58592" y="3024336"/>
                    <a:pt x="0" y="2965744"/>
                    <a:pt x="0" y="2893467"/>
                  </a:cubicBezTo>
                  <a:lnTo>
                    <a:pt x="0" y="130869"/>
                  </a:lnTo>
                  <a:cubicBezTo>
                    <a:pt x="0" y="58592"/>
                    <a:pt x="58592" y="0"/>
                    <a:pt x="130869" y="0"/>
                  </a:cubicBezTo>
                  <a:close/>
                </a:path>
              </a:pathLst>
            </a:custGeom>
            <a:solidFill>
              <a:schemeClr val="bg1"/>
            </a:solidFill>
            <a:ln w="28575">
              <a:solidFill>
                <a:schemeClr val="accent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accent1"/>
                </a:solidFill>
              </a:endParaRPr>
            </a:p>
          </p:txBody>
        </p:sp>
        <p:sp>
          <p:nvSpPr>
            <p:cNvPr id="26" name="Diamond 75">
              <a:extLst>
                <a:ext uri="{FF2B5EF4-FFF2-40B4-BE49-F238E27FC236}">
                  <a16:creationId xmlns:a16="http://schemas.microsoft.com/office/drawing/2014/main" id="{CF9DD85C-3475-4431-9204-EF1590C4A29E}"/>
                </a:ext>
              </a:extLst>
            </p:cNvPr>
            <p:cNvSpPr/>
            <p:nvPr/>
          </p:nvSpPr>
          <p:spPr>
            <a:xfrm>
              <a:off x="4869947" y="1250150"/>
              <a:ext cx="889219" cy="2677657"/>
            </a:xfrm>
            <a:prstGeom prst="diamond">
              <a:avLst/>
            </a:prstGeom>
            <a:solidFill>
              <a:schemeClr val="accent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76">
              <a:extLst>
                <a:ext uri="{FF2B5EF4-FFF2-40B4-BE49-F238E27FC236}">
                  <a16:creationId xmlns:a16="http://schemas.microsoft.com/office/drawing/2014/main" id="{5AEB5585-5F79-4500-B208-64F4860A6DD2}"/>
                </a:ext>
              </a:extLst>
            </p:cNvPr>
            <p:cNvGrpSpPr/>
            <p:nvPr/>
          </p:nvGrpSpPr>
          <p:grpSpPr>
            <a:xfrm>
              <a:off x="3237370" y="797019"/>
              <a:ext cx="1632577" cy="2517038"/>
              <a:chOff x="3237370" y="958300"/>
              <a:chExt cx="1632577" cy="2517038"/>
            </a:xfrm>
          </p:grpSpPr>
          <p:sp>
            <p:nvSpPr>
              <p:cNvPr id="29" name="TextBox 28">
                <a:extLst>
                  <a:ext uri="{FF2B5EF4-FFF2-40B4-BE49-F238E27FC236}">
                    <a16:creationId xmlns:a16="http://schemas.microsoft.com/office/drawing/2014/main" id="{5F21921A-F691-4563-A93B-856ECB123F79}"/>
                  </a:ext>
                </a:extLst>
              </p:cNvPr>
              <p:cNvSpPr txBox="1"/>
              <p:nvPr/>
            </p:nvSpPr>
            <p:spPr>
              <a:xfrm>
                <a:off x="3237370" y="1413235"/>
                <a:ext cx="1632577" cy="2062103"/>
              </a:xfrm>
              <a:prstGeom prst="rect">
                <a:avLst/>
              </a:prstGeom>
              <a:noFill/>
            </p:spPr>
            <p:txBody>
              <a:bodyPr wrap="square" rtlCol="0">
                <a:spAutoFit/>
              </a:bodyPr>
              <a:lstStyle/>
              <a:p>
                <a:r>
                  <a:rPr lang="en-US" altLang="ko-KR" sz="1600" dirty="0" smtClean="0">
                    <a:solidFill>
                      <a:schemeClr val="tx1">
                        <a:lumMod val="85000"/>
                        <a:lumOff val="15000"/>
                      </a:schemeClr>
                    </a:solidFill>
                  </a:rPr>
                  <a:t>Leadership, Communication, Time management, decision-making, Testing, Quality assurance</a:t>
                </a:r>
                <a:endParaRPr lang="ko-KR" altLang="en-US" sz="1600" dirty="0">
                  <a:solidFill>
                    <a:schemeClr val="tx1">
                      <a:lumMod val="85000"/>
                      <a:lumOff val="15000"/>
                    </a:schemeClr>
                  </a:solidFill>
                </a:endParaRPr>
              </a:p>
            </p:txBody>
          </p:sp>
          <p:sp>
            <p:nvSpPr>
              <p:cNvPr id="30" name="TextBox 29">
                <a:extLst>
                  <a:ext uri="{FF2B5EF4-FFF2-40B4-BE49-F238E27FC236}">
                    <a16:creationId xmlns:a16="http://schemas.microsoft.com/office/drawing/2014/main" id="{3E9B96F9-70FB-4728-B9FA-C1478E2BD723}"/>
                  </a:ext>
                </a:extLst>
              </p:cNvPr>
              <p:cNvSpPr txBox="1"/>
              <p:nvPr/>
            </p:nvSpPr>
            <p:spPr>
              <a:xfrm>
                <a:off x="3237370" y="958300"/>
                <a:ext cx="1632577" cy="400110"/>
              </a:xfrm>
              <a:prstGeom prst="rect">
                <a:avLst/>
              </a:prstGeom>
              <a:noFill/>
            </p:spPr>
            <p:txBody>
              <a:bodyPr wrap="square" rtlCol="0">
                <a:spAutoFit/>
              </a:bodyPr>
              <a:lstStyle/>
              <a:p>
                <a:r>
                  <a:rPr lang="en-US" altLang="ko-KR" sz="2000" b="1" dirty="0" smtClean="0">
                    <a:solidFill>
                      <a:schemeClr val="accent1"/>
                    </a:solidFill>
                  </a:rPr>
                  <a:t>Priviledge</a:t>
                </a:r>
                <a:endParaRPr lang="ko-KR" altLang="en-US" sz="2000" b="1" dirty="0">
                  <a:solidFill>
                    <a:schemeClr val="accent1"/>
                  </a:solidFill>
                </a:endParaRPr>
              </a:p>
            </p:txBody>
          </p:sp>
        </p:grpSp>
        <p:sp>
          <p:nvSpPr>
            <p:cNvPr id="28" name="TextBox 27">
              <a:extLst>
                <a:ext uri="{FF2B5EF4-FFF2-40B4-BE49-F238E27FC236}">
                  <a16:creationId xmlns:a16="http://schemas.microsoft.com/office/drawing/2014/main" id="{1BFE8DCA-4BB7-4319-9D4D-95A3C3654A41}"/>
                </a:ext>
              </a:extLst>
            </p:cNvPr>
            <p:cNvSpPr txBox="1"/>
            <p:nvPr/>
          </p:nvSpPr>
          <p:spPr>
            <a:xfrm>
              <a:off x="4927255" y="2373534"/>
              <a:ext cx="808194" cy="430887"/>
            </a:xfrm>
            <a:prstGeom prst="rect">
              <a:avLst/>
            </a:prstGeom>
            <a:noFill/>
          </p:spPr>
          <p:txBody>
            <a:bodyPr wrap="square" lIns="72000" tIns="0" rIns="72000" bIns="0" rtlCol="0" anchor="ctr">
              <a:spAutoFit/>
            </a:bodyPr>
            <a:lstStyle/>
            <a:p>
              <a:pPr algn="ctr"/>
              <a:r>
                <a:rPr lang="en-US" altLang="ko-KR" sz="2800" b="1" dirty="0">
                  <a:solidFill>
                    <a:schemeClr val="bg1"/>
                  </a:solidFill>
                </a:rPr>
                <a:t>01</a:t>
              </a:r>
              <a:endParaRPr lang="ko-KR" altLang="en-US" sz="2800" b="1" dirty="0">
                <a:solidFill>
                  <a:schemeClr val="bg1"/>
                </a:solidFill>
              </a:endParaRPr>
            </a:p>
          </p:txBody>
        </p:sp>
      </p:grpSp>
    </p:spTree>
    <p:extLst>
      <p:ext uri="{BB962C8B-B14F-4D97-AF65-F5344CB8AC3E}">
        <p14:creationId xmlns:p14="http://schemas.microsoft.com/office/powerpoint/2010/main" val="40052716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What is the Problem?</a:t>
            </a:r>
            <a:endParaRPr lang="en-US" dirty="0"/>
          </a:p>
        </p:txBody>
      </p:sp>
      <p:sp>
        <p:nvSpPr>
          <p:cNvPr id="3" name="Circle: Hollow 2">
            <a:extLst>
              <a:ext uri="{FF2B5EF4-FFF2-40B4-BE49-F238E27FC236}">
                <a16:creationId xmlns:a16="http://schemas.microsoft.com/office/drawing/2014/main" id="{1A388CEF-4964-42DD-A5E2-7C46542CEA8A}"/>
              </a:ext>
            </a:extLst>
          </p:cNvPr>
          <p:cNvSpPr>
            <a:spLocks noChangeAspect="1"/>
          </p:cNvSpPr>
          <p:nvPr/>
        </p:nvSpPr>
        <p:spPr>
          <a:xfrm>
            <a:off x="4293327" y="2105025"/>
            <a:ext cx="3657600" cy="3657600"/>
          </a:xfrm>
          <a:prstGeom prst="donut">
            <a:avLst>
              <a:gd name="adj" fmla="val 18423"/>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Oval 4">
            <a:extLst>
              <a:ext uri="{FF2B5EF4-FFF2-40B4-BE49-F238E27FC236}">
                <a16:creationId xmlns:a16="http://schemas.microsoft.com/office/drawing/2014/main" id="{269B69BA-4BE5-4F31-AB40-DAB6A2EEB600}"/>
              </a:ext>
            </a:extLst>
          </p:cNvPr>
          <p:cNvSpPr/>
          <p:nvPr/>
        </p:nvSpPr>
        <p:spPr>
          <a:xfrm>
            <a:off x="5692886" y="5210699"/>
            <a:ext cx="810105" cy="81010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 name="Oval 5">
            <a:extLst>
              <a:ext uri="{FF2B5EF4-FFF2-40B4-BE49-F238E27FC236}">
                <a16:creationId xmlns:a16="http://schemas.microsoft.com/office/drawing/2014/main" id="{7E512568-C94A-4114-B00A-CBAEE3E50FF2}"/>
              </a:ext>
            </a:extLst>
          </p:cNvPr>
          <p:cNvSpPr/>
          <p:nvPr/>
        </p:nvSpPr>
        <p:spPr>
          <a:xfrm>
            <a:off x="4197655" y="2890312"/>
            <a:ext cx="810105" cy="810105"/>
          </a:xfrm>
          <a:prstGeom prst="ellipse">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 name="Oval 6">
            <a:extLst>
              <a:ext uri="{FF2B5EF4-FFF2-40B4-BE49-F238E27FC236}">
                <a16:creationId xmlns:a16="http://schemas.microsoft.com/office/drawing/2014/main" id="{4E1930C7-40D7-42FC-B5A2-A5153410806A}"/>
              </a:ext>
            </a:extLst>
          </p:cNvPr>
          <p:cNvSpPr/>
          <p:nvPr/>
        </p:nvSpPr>
        <p:spPr>
          <a:xfrm>
            <a:off x="7192036" y="4177819"/>
            <a:ext cx="810105" cy="810105"/>
          </a:xfrm>
          <a:prstGeom prst="ellipse">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 name="Oval 7">
            <a:extLst>
              <a:ext uri="{FF2B5EF4-FFF2-40B4-BE49-F238E27FC236}">
                <a16:creationId xmlns:a16="http://schemas.microsoft.com/office/drawing/2014/main" id="{F5640232-D286-4044-95EE-64A6C999000F}"/>
              </a:ext>
            </a:extLst>
          </p:cNvPr>
          <p:cNvSpPr/>
          <p:nvPr/>
        </p:nvSpPr>
        <p:spPr>
          <a:xfrm>
            <a:off x="5692886" y="1897844"/>
            <a:ext cx="810105" cy="810105"/>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 name="Oval 8">
            <a:extLst>
              <a:ext uri="{FF2B5EF4-FFF2-40B4-BE49-F238E27FC236}">
                <a16:creationId xmlns:a16="http://schemas.microsoft.com/office/drawing/2014/main" id="{AA4C197A-ED31-4381-8433-A51A65FE74F8}"/>
              </a:ext>
            </a:extLst>
          </p:cNvPr>
          <p:cNvSpPr/>
          <p:nvPr/>
        </p:nvSpPr>
        <p:spPr>
          <a:xfrm>
            <a:off x="4197655" y="4177819"/>
            <a:ext cx="810105" cy="810105"/>
          </a:xfrm>
          <a:prstGeom prst="ellipse">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 name="Oval 9">
            <a:extLst>
              <a:ext uri="{FF2B5EF4-FFF2-40B4-BE49-F238E27FC236}">
                <a16:creationId xmlns:a16="http://schemas.microsoft.com/office/drawing/2014/main" id="{1C2FECF0-010A-4FE4-B900-C8AAE1686532}"/>
              </a:ext>
            </a:extLst>
          </p:cNvPr>
          <p:cNvSpPr/>
          <p:nvPr/>
        </p:nvSpPr>
        <p:spPr>
          <a:xfrm>
            <a:off x="7192036" y="2890312"/>
            <a:ext cx="810105" cy="810105"/>
          </a:xfrm>
          <a:prstGeom prst="ellipse">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 name="Isosceles Triangle 51">
            <a:extLst>
              <a:ext uri="{FF2B5EF4-FFF2-40B4-BE49-F238E27FC236}">
                <a16:creationId xmlns:a16="http://schemas.microsoft.com/office/drawing/2014/main" id="{EC66B637-9E63-4118-A156-13B0D77C6C8E}"/>
              </a:ext>
            </a:extLst>
          </p:cNvPr>
          <p:cNvSpPr/>
          <p:nvPr/>
        </p:nvSpPr>
        <p:spPr>
          <a:xfrm>
            <a:off x="4450249" y="4471073"/>
            <a:ext cx="304917" cy="223597"/>
          </a:xfrm>
          <a:custGeom>
            <a:avLst/>
            <a:gdLst/>
            <a:ahLst/>
            <a:cxnLst/>
            <a:rect l="l" t="t" r="r" b="b"/>
            <a:pathLst>
              <a:path w="3240001" h="2375905">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dirty="0"/>
          </a:p>
        </p:txBody>
      </p:sp>
      <p:sp>
        <p:nvSpPr>
          <p:cNvPr id="11" name="Oval 7">
            <a:extLst>
              <a:ext uri="{FF2B5EF4-FFF2-40B4-BE49-F238E27FC236}">
                <a16:creationId xmlns:a16="http://schemas.microsoft.com/office/drawing/2014/main" id="{5D1DA787-8300-4C52-A93F-152D5AA5773D}"/>
              </a:ext>
            </a:extLst>
          </p:cNvPr>
          <p:cNvSpPr/>
          <p:nvPr/>
        </p:nvSpPr>
        <p:spPr>
          <a:xfrm>
            <a:off x="5932553" y="5450366"/>
            <a:ext cx="330770" cy="330770"/>
          </a:xfrm>
          <a:custGeom>
            <a:avLst/>
            <a:gdLst/>
            <a:ahLst/>
            <a:cxnLst/>
            <a:rect l="l" t="t" r="r" b="b"/>
            <a:pathLst>
              <a:path w="3240000" h="324000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dirty="0"/>
          </a:p>
        </p:txBody>
      </p:sp>
      <p:sp>
        <p:nvSpPr>
          <p:cNvPr id="12" name="Rounded Rectangle 27">
            <a:extLst>
              <a:ext uri="{FF2B5EF4-FFF2-40B4-BE49-F238E27FC236}">
                <a16:creationId xmlns:a16="http://schemas.microsoft.com/office/drawing/2014/main" id="{42CA0B02-0046-4559-9C54-6072AF3624A4}"/>
              </a:ext>
            </a:extLst>
          </p:cNvPr>
          <p:cNvSpPr/>
          <p:nvPr/>
        </p:nvSpPr>
        <p:spPr>
          <a:xfrm>
            <a:off x="4444135" y="3173558"/>
            <a:ext cx="317145" cy="243610"/>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dirty="0"/>
          </a:p>
        </p:txBody>
      </p:sp>
      <p:sp>
        <p:nvSpPr>
          <p:cNvPr id="13" name="Rounded Rectangle 7">
            <a:extLst>
              <a:ext uri="{FF2B5EF4-FFF2-40B4-BE49-F238E27FC236}">
                <a16:creationId xmlns:a16="http://schemas.microsoft.com/office/drawing/2014/main" id="{438F0F79-B179-4780-8CBC-14D0B1855C69}"/>
              </a:ext>
            </a:extLst>
          </p:cNvPr>
          <p:cNvSpPr/>
          <p:nvPr/>
        </p:nvSpPr>
        <p:spPr>
          <a:xfrm>
            <a:off x="5936720" y="2163767"/>
            <a:ext cx="322437" cy="278259"/>
          </a:xfrm>
          <a:custGeom>
            <a:avLst/>
            <a:gdLst/>
            <a:ahLst/>
            <a:cxnLst/>
            <a:rect l="l" t="t" r="r" b="b"/>
            <a:pathLst>
              <a:path w="3240006" h="2796091">
                <a:moveTo>
                  <a:pt x="686867" y="612319"/>
                </a:moveTo>
                <a:cubicBezTo>
                  <a:pt x="611281" y="612319"/>
                  <a:pt x="550007" y="673593"/>
                  <a:pt x="550007" y="749179"/>
                </a:cubicBezTo>
                <a:cubicBezTo>
                  <a:pt x="550007" y="824765"/>
                  <a:pt x="611281" y="886039"/>
                  <a:pt x="686867" y="886039"/>
                </a:cubicBezTo>
                <a:cubicBezTo>
                  <a:pt x="762453" y="886039"/>
                  <a:pt x="823727" y="824765"/>
                  <a:pt x="823727" y="749179"/>
                </a:cubicBezTo>
                <a:cubicBezTo>
                  <a:pt x="823727" y="673593"/>
                  <a:pt x="762453" y="612319"/>
                  <a:pt x="686867" y="612319"/>
                </a:cubicBezTo>
                <a:close/>
                <a:moveTo>
                  <a:pt x="1587500" y="281447"/>
                </a:moveTo>
                <a:cubicBezTo>
                  <a:pt x="1432061" y="281447"/>
                  <a:pt x="1306053" y="407455"/>
                  <a:pt x="1306053" y="562894"/>
                </a:cubicBezTo>
                <a:cubicBezTo>
                  <a:pt x="1306053" y="718333"/>
                  <a:pt x="1432061" y="844341"/>
                  <a:pt x="1587500" y="844341"/>
                </a:cubicBezTo>
                <a:cubicBezTo>
                  <a:pt x="1742939" y="844341"/>
                  <a:pt x="1868947" y="718333"/>
                  <a:pt x="1868947" y="562894"/>
                </a:cubicBezTo>
                <a:cubicBezTo>
                  <a:pt x="1868947" y="407455"/>
                  <a:pt x="1742939" y="281447"/>
                  <a:pt x="1587500" y="281447"/>
                </a:cubicBezTo>
                <a:close/>
                <a:moveTo>
                  <a:pt x="1587500" y="0"/>
                </a:moveTo>
                <a:cubicBezTo>
                  <a:pt x="1898378" y="0"/>
                  <a:pt x="2150394" y="252016"/>
                  <a:pt x="2150394" y="562894"/>
                </a:cubicBezTo>
                <a:cubicBezTo>
                  <a:pt x="2150394" y="786167"/>
                  <a:pt x="2020401" y="979078"/>
                  <a:pt x="1831095" y="1068260"/>
                </a:cubicBezTo>
                <a:lnTo>
                  <a:pt x="2215710" y="1068260"/>
                </a:lnTo>
                <a:cubicBezTo>
                  <a:pt x="2374756" y="1068260"/>
                  <a:pt x="2503688" y="1197192"/>
                  <a:pt x="2503688" y="1356238"/>
                </a:cubicBezTo>
                <a:lnTo>
                  <a:pt x="2503688" y="1474975"/>
                </a:lnTo>
                <a:lnTo>
                  <a:pt x="2656086" y="1474975"/>
                </a:lnTo>
                <a:cubicBezTo>
                  <a:pt x="2692420" y="1474975"/>
                  <a:pt x="2722815" y="1500405"/>
                  <a:pt x="2728975" y="1534767"/>
                </a:cubicBezTo>
                <a:lnTo>
                  <a:pt x="3240006" y="1109804"/>
                </a:lnTo>
                <a:lnTo>
                  <a:pt x="3240006" y="2754548"/>
                </a:lnTo>
                <a:lnTo>
                  <a:pt x="2728975" y="2329585"/>
                </a:lnTo>
                <a:cubicBezTo>
                  <a:pt x="2722815" y="2363946"/>
                  <a:pt x="2692420" y="2389375"/>
                  <a:pt x="2656086" y="2389375"/>
                </a:cubicBezTo>
                <a:lnTo>
                  <a:pt x="2503688" y="2389375"/>
                </a:lnTo>
                <a:lnTo>
                  <a:pt x="2503688" y="2508113"/>
                </a:lnTo>
                <a:cubicBezTo>
                  <a:pt x="2503688" y="2667159"/>
                  <a:pt x="2374756" y="2796091"/>
                  <a:pt x="2215710" y="2796091"/>
                </a:cubicBezTo>
                <a:lnTo>
                  <a:pt x="287978" y="2796091"/>
                </a:lnTo>
                <a:cubicBezTo>
                  <a:pt x="128932" y="2796091"/>
                  <a:pt x="0" y="2667159"/>
                  <a:pt x="0" y="2508113"/>
                </a:cubicBezTo>
                <a:lnTo>
                  <a:pt x="0" y="1356238"/>
                </a:lnTo>
                <a:cubicBezTo>
                  <a:pt x="0" y="1197192"/>
                  <a:pt x="128932" y="1068260"/>
                  <a:pt x="287978" y="1068260"/>
                </a:cubicBezTo>
                <a:lnTo>
                  <a:pt x="544513" y="1068260"/>
                </a:lnTo>
                <a:cubicBezTo>
                  <a:pt x="422089" y="1014226"/>
                  <a:pt x="336949" y="891645"/>
                  <a:pt x="336949" y="749179"/>
                </a:cubicBezTo>
                <a:cubicBezTo>
                  <a:pt x="336949" y="555925"/>
                  <a:pt x="493613" y="399261"/>
                  <a:pt x="686867" y="399261"/>
                </a:cubicBezTo>
                <a:cubicBezTo>
                  <a:pt x="880121" y="399261"/>
                  <a:pt x="1036785" y="555925"/>
                  <a:pt x="1036785" y="749179"/>
                </a:cubicBezTo>
                <a:cubicBezTo>
                  <a:pt x="1036785" y="891645"/>
                  <a:pt x="951645" y="1014226"/>
                  <a:pt x="829222" y="1068260"/>
                </a:cubicBezTo>
                <a:lnTo>
                  <a:pt x="1343906" y="1068260"/>
                </a:lnTo>
                <a:cubicBezTo>
                  <a:pt x="1154600" y="979078"/>
                  <a:pt x="1024606" y="786167"/>
                  <a:pt x="1024606" y="562894"/>
                </a:cubicBezTo>
                <a:cubicBezTo>
                  <a:pt x="1024606" y="252016"/>
                  <a:pt x="1276622" y="0"/>
                  <a:pt x="15875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dirty="0"/>
          </a:p>
        </p:txBody>
      </p:sp>
      <p:sp>
        <p:nvSpPr>
          <p:cNvPr id="14" name="Round Same Side Corner Rectangle 36">
            <a:extLst>
              <a:ext uri="{FF2B5EF4-FFF2-40B4-BE49-F238E27FC236}">
                <a16:creationId xmlns:a16="http://schemas.microsoft.com/office/drawing/2014/main" id="{52436781-D7F9-407B-A56E-A019811CEFD0}"/>
              </a:ext>
            </a:extLst>
          </p:cNvPr>
          <p:cNvSpPr/>
          <p:nvPr/>
        </p:nvSpPr>
        <p:spPr>
          <a:xfrm>
            <a:off x="7433277" y="3165852"/>
            <a:ext cx="327620" cy="259022"/>
          </a:xfrm>
          <a:custGeom>
            <a:avLst/>
            <a:gdLst/>
            <a:ahLst/>
            <a:cxnLst/>
            <a:rect l="l" t="t" r="r" b="b"/>
            <a:pathLst>
              <a:path w="3219104" h="2545072">
                <a:moveTo>
                  <a:pt x="2779672" y="457200"/>
                </a:moveTo>
                <a:lnTo>
                  <a:pt x="2975888" y="457200"/>
                </a:lnTo>
                <a:cubicBezTo>
                  <a:pt x="3110212" y="457200"/>
                  <a:pt x="3219104" y="566092"/>
                  <a:pt x="3219104" y="700416"/>
                </a:cubicBezTo>
                <a:lnTo>
                  <a:pt x="3219104" y="2301856"/>
                </a:lnTo>
                <a:cubicBezTo>
                  <a:pt x="3219104" y="2436180"/>
                  <a:pt x="3110212" y="2545072"/>
                  <a:pt x="2975888" y="2545072"/>
                </a:cubicBezTo>
                <a:lnTo>
                  <a:pt x="2779672" y="2545072"/>
                </a:lnTo>
                <a:close/>
                <a:moveTo>
                  <a:pt x="243216" y="457200"/>
                </a:moveTo>
                <a:lnTo>
                  <a:pt x="439432" y="457200"/>
                </a:lnTo>
                <a:lnTo>
                  <a:pt x="439432" y="2545072"/>
                </a:lnTo>
                <a:lnTo>
                  <a:pt x="243216" y="2545072"/>
                </a:lnTo>
                <a:cubicBezTo>
                  <a:pt x="108892" y="2545072"/>
                  <a:pt x="0" y="2436180"/>
                  <a:pt x="0" y="2301856"/>
                </a:cubicBezTo>
                <a:lnTo>
                  <a:pt x="0" y="700416"/>
                </a:lnTo>
                <a:cubicBezTo>
                  <a:pt x="0" y="566092"/>
                  <a:pt x="108892" y="457200"/>
                  <a:pt x="243216" y="457200"/>
                </a:cubicBezTo>
                <a:close/>
                <a:moveTo>
                  <a:pt x="1428476" y="174246"/>
                </a:moveTo>
                <a:cubicBezTo>
                  <a:pt x="1372210" y="174246"/>
                  <a:pt x="1326598" y="219858"/>
                  <a:pt x="1326598" y="276124"/>
                </a:cubicBezTo>
                <a:lnTo>
                  <a:pt x="1326598" y="457200"/>
                </a:lnTo>
                <a:lnTo>
                  <a:pt x="1892506" y="457200"/>
                </a:lnTo>
                <a:lnTo>
                  <a:pt x="1892506" y="276124"/>
                </a:lnTo>
                <a:cubicBezTo>
                  <a:pt x="1892506" y="219858"/>
                  <a:pt x="1846894" y="174246"/>
                  <a:pt x="1790628" y="174246"/>
                </a:cubicBezTo>
                <a:close/>
                <a:moveTo>
                  <a:pt x="1285704" y="0"/>
                </a:moveTo>
                <a:lnTo>
                  <a:pt x="1933400" y="0"/>
                </a:lnTo>
                <a:cubicBezTo>
                  <a:pt x="2007048" y="0"/>
                  <a:pt x="2066752" y="59704"/>
                  <a:pt x="2066752" y="133352"/>
                </a:cubicBezTo>
                <a:lnTo>
                  <a:pt x="2066752" y="457200"/>
                </a:lnTo>
                <a:lnTo>
                  <a:pt x="2599672" y="457200"/>
                </a:lnTo>
                <a:lnTo>
                  <a:pt x="2599672" y="2545072"/>
                </a:lnTo>
                <a:lnTo>
                  <a:pt x="619432" y="2545072"/>
                </a:lnTo>
                <a:lnTo>
                  <a:pt x="619432" y="457200"/>
                </a:lnTo>
                <a:lnTo>
                  <a:pt x="1152352" y="457200"/>
                </a:lnTo>
                <a:lnTo>
                  <a:pt x="1152352" y="133352"/>
                </a:lnTo>
                <a:cubicBezTo>
                  <a:pt x="1152352" y="59704"/>
                  <a:pt x="1212056" y="0"/>
                  <a:pt x="128570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ko-KR" altLang="en-US" dirty="0"/>
          </a:p>
        </p:txBody>
      </p:sp>
      <p:sp>
        <p:nvSpPr>
          <p:cNvPr id="15" name="자유형 176">
            <a:extLst>
              <a:ext uri="{FF2B5EF4-FFF2-40B4-BE49-F238E27FC236}">
                <a16:creationId xmlns:a16="http://schemas.microsoft.com/office/drawing/2014/main" id="{EED61FF7-DF56-4AE6-AD3E-94633CA26866}"/>
              </a:ext>
            </a:extLst>
          </p:cNvPr>
          <p:cNvSpPr/>
          <p:nvPr/>
        </p:nvSpPr>
        <p:spPr>
          <a:xfrm>
            <a:off x="7411075" y="4387637"/>
            <a:ext cx="372027" cy="390469"/>
          </a:xfrm>
          <a:custGeom>
            <a:avLst/>
            <a:gdLst>
              <a:gd name="connsiteX0" fmla="*/ 1460984 w 2921968"/>
              <a:gd name="connsiteY0" fmla="*/ 233294 h 3066808"/>
              <a:gd name="connsiteX1" fmla="*/ 1320049 w 2921968"/>
              <a:gd name="connsiteY1" fmla="*/ 374229 h 3066808"/>
              <a:gd name="connsiteX2" fmla="*/ 1460984 w 2921968"/>
              <a:gd name="connsiteY2" fmla="*/ 515164 h 3066808"/>
              <a:gd name="connsiteX3" fmla="*/ 1601919 w 2921968"/>
              <a:gd name="connsiteY3" fmla="*/ 374229 h 3066808"/>
              <a:gd name="connsiteX4" fmla="*/ 1460984 w 2921968"/>
              <a:gd name="connsiteY4" fmla="*/ 233294 h 3066808"/>
              <a:gd name="connsiteX5" fmla="*/ 1460984 w 2921968"/>
              <a:gd name="connsiteY5" fmla="*/ 0 h 3066808"/>
              <a:gd name="connsiteX6" fmla="*/ 1835213 w 2921968"/>
              <a:gd name="connsiteY6" fmla="*/ 374229 h 3066808"/>
              <a:gd name="connsiteX7" fmla="*/ 1670219 w 2921968"/>
              <a:gd name="connsiteY7" fmla="*/ 684545 h 3066808"/>
              <a:gd name="connsiteX8" fmla="*/ 1626866 w 2921968"/>
              <a:gd name="connsiteY8" fmla="*/ 708077 h 3066808"/>
              <a:gd name="connsiteX9" fmla="*/ 1646248 w 2921968"/>
              <a:gd name="connsiteY9" fmla="*/ 873151 h 3066808"/>
              <a:gd name="connsiteX10" fmla="*/ 2235203 w 2921968"/>
              <a:gd name="connsiteY10" fmla="*/ 873151 h 3066808"/>
              <a:gd name="connsiteX11" fmla="*/ 2241832 w 2921968"/>
              <a:gd name="connsiteY11" fmla="*/ 851796 h 3066808"/>
              <a:gd name="connsiteX12" fmla="*/ 2430803 w 2921968"/>
              <a:gd name="connsiteY12" fmla="*/ 726537 h 3066808"/>
              <a:gd name="connsiteX13" fmla="*/ 2635891 w 2921968"/>
              <a:gd name="connsiteY13" fmla="*/ 931625 h 3066808"/>
              <a:gd name="connsiteX14" fmla="*/ 2430803 w 2921968"/>
              <a:gd name="connsiteY14" fmla="*/ 1136713 h 3066808"/>
              <a:gd name="connsiteX15" fmla="*/ 2241832 w 2921968"/>
              <a:gd name="connsiteY15" fmla="*/ 1011455 h 3066808"/>
              <a:gd name="connsiteX16" fmla="*/ 2233652 w 2921968"/>
              <a:gd name="connsiteY16" fmla="*/ 985105 h 3066808"/>
              <a:gd name="connsiteX17" fmla="*/ 1659393 w 2921968"/>
              <a:gd name="connsiteY17" fmla="*/ 985105 h 3066808"/>
              <a:gd name="connsiteX18" fmla="*/ 1835639 w 2921968"/>
              <a:gd name="connsiteY18" fmla="*/ 2486125 h 3066808"/>
              <a:gd name="connsiteX19" fmla="*/ 2605322 w 2921968"/>
              <a:gd name="connsiteY19" fmla="*/ 1804902 h 3066808"/>
              <a:gd name="connsiteX20" fmla="*/ 2437231 w 2921968"/>
              <a:gd name="connsiteY20" fmla="*/ 1828663 h 3066808"/>
              <a:gd name="connsiteX21" fmla="*/ 2679599 w 2921968"/>
              <a:gd name="connsiteY21" fmla="*/ 1472350 h 3066808"/>
              <a:gd name="connsiteX22" fmla="*/ 2921968 w 2921968"/>
              <a:gd name="connsiteY22" fmla="*/ 1828663 h 3066808"/>
              <a:gd name="connsiteX23" fmla="*/ 2749252 w 2921968"/>
              <a:gd name="connsiteY23" fmla="*/ 1804848 h 3066808"/>
              <a:gd name="connsiteX24" fmla="*/ 1665272 w 2921968"/>
              <a:gd name="connsiteY24" fmla="*/ 2905483 h 3066808"/>
              <a:gd name="connsiteX25" fmla="*/ 1462434 w 2921968"/>
              <a:gd name="connsiteY25" fmla="*/ 3066808 h 3066808"/>
              <a:gd name="connsiteX26" fmla="*/ 1265857 w 2921968"/>
              <a:gd name="connsiteY26" fmla="*/ 2910631 h 3066808"/>
              <a:gd name="connsiteX27" fmla="*/ 175466 w 2921968"/>
              <a:gd name="connsiteY27" fmla="*/ 1804523 h 3066808"/>
              <a:gd name="connsiteX28" fmla="*/ 0 w 2921968"/>
              <a:gd name="connsiteY28" fmla="*/ 1828663 h 3066808"/>
              <a:gd name="connsiteX29" fmla="*/ 242369 w 2921968"/>
              <a:gd name="connsiteY29" fmla="*/ 1472350 h 3066808"/>
              <a:gd name="connsiteX30" fmla="*/ 484739 w 2921968"/>
              <a:gd name="connsiteY30" fmla="*/ 1828663 h 3066808"/>
              <a:gd name="connsiteX31" fmla="*/ 319066 w 2921968"/>
              <a:gd name="connsiteY31" fmla="*/ 1805271 h 3066808"/>
              <a:gd name="connsiteX32" fmla="*/ 1095798 w 2921968"/>
              <a:gd name="connsiteY32" fmla="*/ 2488933 h 3066808"/>
              <a:gd name="connsiteX33" fmla="*/ 1266566 w 2921968"/>
              <a:gd name="connsiteY33" fmla="*/ 985105 h 3066808"/>
              <a:gd name="connsiteX34" fmla="*/ 728631 w 2921968"/>
              <a:gd name="connsiteY34" fmla="*/ 985105 h 3066808"/>
              <a:gd name="connsiteX35" fmla="*/ 727109 w 2921968"/>
              <a:gd name="connsiteY35" fmla="*/ 987221 h 3066808"/>
              <a:gd name="connsiteX36" fmla="*/ 719586 w 2921968"/>
              <a:gd name="connsiteY36" fmla="*/ 1011455 h 3066808"/>
              <a:gd name="connsiteX37" fmla="*/ 530615 w 2921968"/>
              <a:gd name="connsiteY37" fmla="*/ 1136713 h 3066808"/>
              <a:gd name="connsiteX38" fmla="*/ 325527 w 2921968"/>
              <a:gd name="connsiteY38" fmla="*/ 931625 h 3066808"/>
              <a:gd name="connsiteX39" fmla="*/ 530615 w 2921968"/>
              <a:gd name="connsiteY39" fmla="*/ 726537 h 3066808"/>
              <a:gd name="connsiteX40" fmla="*/ 719586 w 2921968"/>
              <a:gd name="connsiteY40" fmla="*/ 851796 h 3066808"/>
              <a:gd name="connsiteX41" fmla="*/ 724380 w 2921968"/>
              <a:gd name="connsiteY41" fmla="*/ 867240 h 3066808"/>
              <a:gd name="connsiteX42" fmla="*/ 728634 w 2921968"/>
              <a:gd name="connsiteY42" fmla="*/ 873151 h 3066808"/>
              <a:gd name="connsiteX43" fmla="*/ 1279279 w 2921968"/>
              <a:gd name="connsiteY43" fmla="*/ 873151 h 3066808"/>
              <a:gd name="connsiteX44" fmla="*/ 1297855 w 2921968"/>
              <a:gd name="connsiteY44" fmla="*/ 709571 h 3066808"/>
              <a:gd name="connsiteX45" fmla="*/ 1251749 w 2921968"/>
              <a:gd name="connsiteY45" fmla="*/ 684545 h 3066808"/>
              <a:gd name="connsiteX46" fmla="*/ 1086755 w 2921968"/>
              <a:gd name="connsiteY46" fmla="*/ 374229 h 3066808"/>
              <a:gd name="connsiteX47" fmla="*/ 1460984 w 2921968"/>
              <a:gd name="connsiteY47" fmla="*/ 0 h 306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921968" h="3066808">
                <a:moveTo>
                  <a:pt x="1460984" y="233294"/>
                </a:moveTo>
                <a:cubicBezTo>
                  <a:pt x="1383148" y="233294"/>
                  <a:pt x="1320049" y="296393"/>
                  <a:pt x="1320049" y="374229"/>
                </a:cubicBezTo>
                <a:cubicBezTo>
                  <a:pt x="1320049" y="452065"/>
                  <a:pt x="1383148" y="515164"/>
                  <a:pt x="1460984" y="515164"/>
                </a:cubicBezTo>
                <a:cubicBezTo>
                  <a:pt x="1538820" y="515164"/>
                  <a:pt x="1601919" y="452065"/>
                  <a:pt x="1601919" y="374229"/>
                </a:cubicBezTo>
                <a:cubicBezTo>
                  <a:pt x="1601919" y="296393"/>
                  <a:pt x="1538820" y="233294"/>
                  <a:pt x="1460984" y="233294"/>
                </a:cubicBezTo>
                <a:close/>
                <a:moveTo>
                  <a:pt x="1460984" y="0"/>
                </a:moveTo>
                <a:cubicBezTo>
                  <a:pt x="1667665" y="0"/>
                  <a:pt x="1835213" y="167548"/>
                  <a:pt x="1835213" y="374229"/>
                </a:cubicBezTo>
                <a:cubicBezTo>
                  <a:pt x="1835213" y="503404"/>
                  <a:pt x="1769765" y="617294"/>
                  <a:pt x="1670219" y="684545"/>
                </a:cubicBezTo>
                <a:lnTo>
                  <a:pt x="1626866" y="708077"/>
                </a:lnTo>
                <a:lnTo>
                  <a:pt x="1646248" y="873151"/>
                </a:lnTo>
                <a:lnTo>
                  <a:pt x="2235203" y="873151"/>
                </a:lnTo>
                <a:lnTo>
                  <a:pt x="2241832" y="851796"/>
                </a:lnTo>
                <a:cubicBezTo>
                  <a:pt x="2272966" y="778187"/>
                  <a:pt x="2345853" y="726537"/>
                  <a:pt x="2430803" y="726537"/>
                </a:cubicBezTo>
                <a:cubicBezTo>
                  <a:pt x="2544070" y="726537"/>
                  <a:pt x="2635891" y="818358"/>
                  <a:pt x="2635891" y="931625"/>
                </a:cubicBezTo>
                <a:cubicBezTo>
                  <a:pt x="2635891" y="1044892"/>
                  <a:pt x="2544070" y="1136713"/>
                  <a:pt x="2430803" y="1136713"/>
                </a:cubicBezTo>
                <a:cubicBezTo>
                  <a:pt x="2345853" y="1136713"/>
                  <a:pt x="2272966" y="1085064"/>
                  <a:pt x="2241832" y="1011455"/>
                </a:cubicBezTo>
                <a:lnTo>
                  <a:pt x="2233652" y="985105"/>
                </a:lnTo>
                <a:lnTo>
                  <a:pt x="1659393" y="985105"/>
                </a:lnTo>
                <a:lnTo>
                  <a:pt x="1835639" y="2486125"/>
                </a:lnTo>
                <a:cubicBezTo>
                  <a:pt x="2257126" y="2356235"/>
                  <a:pt x="2582425" y="2203368"/>
                  <a:pt x="2605322" y="1804902"/>
                </a:cubicBezTo>
                <a:cubicBezTo>
                  <a:pt x="2547615" y="1806965"/>
                  <a:pt x="2490707" y="1815307"/>
                  <a:pt x="2437231" y="1828663"/>
                </a:cubicBezTo>
                <a:cubicBezTo>
                  <a:pt x="2542844" y="1722240"/>
                  <a:pt x="2642253" y="1622871"/>
                  <a:pt x="2679599" y="1472350"/>
                </a:cubicBezTo>
                <a:cubicBezTo>
                  <a:pt x="2719016" y="1621107"/>
                  <a:pt x="2816355" y="1715183"/>
                  <a:pt x="2921968" y="1828663"/>
                </a:cubicBezTo>
                <a:cubicBezTo>
                  <a:pt x="2868630" y="1815688"/>
                  <a:pt x="2809977" y="1807008"/>
                  <a:pt x="2749252" y="1804848"/>
                </a:cubicBezTo>
                <a:cubicBezTo>
                  <a:pt x="2719427" y="2342499"/>
                  <a:pt x="2353693" y="2860207"/>
                  <a:pt x="1665272" y="2905483"/>
                </a:cubicBezTo>
                <a:cubicBezTo>
                  <a:pt x="1561523" y="2978866"/>
                  <a:pt x="1523475" y="3013033"/>
                  <a:pt x="1462434" y="3066808"/>
                </a:cubicBezTo>
                <a:cubicBezTo>
                  <a:pt x="1404574" y="3011016"/>
                  <a:pt x="1369708" y="2980430"/>
                  <a:pt x="1265857" y="2910631"/>
                </a:cubicBezTo>
                <a:cubicBezTo>
                  <a:pt x="648092" y="2849018"/>
                  <a:pt x="205460" y="2343748"/>
                  <a:pt x="175466" y="1804523"/>
                </a:cubicBezTo>
                <a:cubicBezTo>
                  <a:pt x="115256" y="1806261"/>
                  <a:pt x="55763" y="1814736"/>
                  <a:pt x="0" y="1828663"/>
                </a:cubicBezTo>
                <a:cubicBezTo>
                  <a:pt x="105615" y="1722240"/>
                  <a:pt x="205022" y="1622871"/>
                  <a:pt x="242369" y="1472350"/>
                </a:cubicBezTo>
                <a:cubicBezTo>
                  <a:pt x="281785" y="1621107"/>
                  <a:pt x="379124" y="1715183"/>
                  <a:pt x="484739" y="1828663"/>
                </a:cubicBezTo>
                <a:cubicBezTo>
                  <a:pt x="433473" y="1816193"/>
                  <a:pt x="377298" y="1807690"/>
                  <a:pt x="319066" y="1805271"/>
                </a:cubicBezTo>
                <a:cubicBezTo>
                  <a:pt x="342774" y="2204526"/>
                  <a:pt x="675270" y="2359301"/>
                  <a:pt x="1095798" y="2488933"/>
                </a:cubicBezTo>
                <a:lnTo>
                  <a:pt x="1266566" y="985105"/>
                </a:lnTo>
                <a:lnTo>
                  <a:pt x="728631" y="985105"/>
                </a:lnTo>
                <a:lnTo>
                  <a:pt x="727109" y="987221"/>
                </a:lnTo>
                <a:lnTo>
                  <a:pt x="719586" y="1011455"/>
                </a:lnTo>
                <a:cubicBezTo>
                  <a:pt x="688452" y="1085064"/>
                  <a:pt x="615566" y="1136713"/>
                  <a:pt x="530615" y="1136713"/>
                </a:cubicBezTo>
                <a:cubicBezTo>
                  <a:pt x="417348" y="1136713"/>
                  <a:pt x="325527" y="1044892"/>
                  <a:pt x="325527" y="931625"/>
                </a:cubicBezTo>
                <a:cubicBezTo>
                  <a:pt x="325527" y="818358"/>
                  <a:pt x="417348" y="726537"/>
                  <a:pt x="530615" y="726537"/>
                </a:cubicBezTo>
                <a:cubicBezTo>
                  <a:pt x="615566" y="726537"/>
                  <a:pt x="688452" y="778187"/>
                  <a:pt x="719586" y="851796"/>
                </a:cubicBezTo>
                <a:lnTo>
                  <a:pt x="724380" y="867240"/>
                </a:lnTo>
                <a:lnTo>
                  <a:pt x="728634" y="873151"/>
                </a:lnTo>
                <a:lnTo>
                  <a:pt x="1279279" y="873151"/>
                </a:lnTo>
                <a:lnTo>
                  <a:pt x="1297855" y="709571"/>
                </a:lnTo>
                <a:lnTo>
                  <a:pt x="1251749" y="684545"/>
                </a:lnTo>
                <a:cubicBezTo>
                  <a:pt x="1152204" y="617294"/>
                  <a:pt x="1086755" y="503404"/>
                  <a:pt x="1086755" y="374229"/>
                </a:cubicBezTo>
                <a:cubicBezTo>
                  <a:pt x="1086755" y="167548"/>
                  <a:pt x="1254303" y="0"/>
                  <a:pt x="146098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grpSp>
        <p:nvGrpSpPr>
          <p:cNvPr id="16" name="Group 16">
            <a:extLst>
              <a:ext uri="{FF2B5EF4-FFF2-40B4-BE49-F238E27FC236}">
                <a16:creationId xmlns:a16="http://schemas.microsoft.com/office/drawing/2014/main" id="{C30E9CC1-DF07-484C-A44E-5134F8D1990E}"/>
              </a:ext>
            </a:extLst>
          </p:cNvPr>
          <p:cNvGrpSpPr/>
          <p:nvPr/>
        </p:nvGrpSpPr>
        <p:grpSpPr>
          <a:xfrm>
            <a:off x="5207727" y="2945166"/>
            <a:ext cx="1828800" cy="1940459"/>
            <a:chOff x="8209276" y="2602894"/>
            <a:chExt cx="1828800" cy="1940459"/>
          </a:xfrm>
        </p:grpSpPr>
        <p:sp>
          <p:nvSpPr>
            <p:cNvPr id="17" name="Oval 17">
              <a:extLst>
                <a:ext uri="{FF2B5EF4-FFF2-40B4-BE49-F238E27FC236}">
                  <a16:creationId xmlns:a16="http://schemas.microsoft.com/office/drawing/2014/main" id="{D6318907-FBB4-4E27-93CD-1587A824C120}"/>
                </a:ext>
              </a:extLst>
            </p:cNvPr>
            <p:cNvSpPr/>
            <p:nvPr/>
          </p:nvSpPr>
          <p:spPr>
            <a:xfrm>
              <a:off x="8209276" y="2677153"/>
              <a:ext cx="1828800" cy="182880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8" name="Oval 18">
              <a:extLst>
                <a:ext uri="{FF2B5EF4-FFF2-40B4-BE49-F238E27FC236}">
                  <a16:creationId xmlns:a16="http://schemas.microsoft.com/office/drawing/2014/main" id="{AF533973-19BC-4629-9BEA-294F69097B31}"/>
                </a:ext>
              </a:extLst>
            </p:cNvPr>
            <p:cNvSpPr/>
            <p:nvPr/>
          </p:nvSpPr>
          <p:spPr>
            <a:xfrm>
              <a:off x="9054271" y="2602894"/>
              <a:ext cx="131813" cy="13181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9" name="Oval 19">
              <a:extLst>
                <a:ext uri="{FF2B5EF4-FFF2-40B4-BE49-F238E27FC236}">
                  <a16:creationId xmlns:a16="http://schemas.microsoft.com/office/drawing/2014/main" id="{95754989-F696-4303-83A5-BE6D1E71496D}"/>
                </a:ext>
              </a:extLst>
            </p:cNvPr>
            <p:cNvSpPr/>
            <p:nvPr/>
          </p:nvSpPr>
          <p:spPr>
            <a:xfrm>
              <a:off x="9823892" y="3963687"/>
              <a:ext cx="131813" cy="131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0" name="Oval 20">
              <a:extLst>
                <a:ext uri="{FF2B5EF4-FFF2-40B4-BE49-F238E27FC236}">
                  <a16:creationId xmlns:a16="http://schemas.microsoft.com/office/drawing/2014/main" id="{CACC93D8-08F5-47D5-84C2-BE4E0BA1651F}"/>
                </a:ext>
              </a:extLst>
            </p:cNvPr>
            <p:cNvSpPr/>
            <p:nvPr/>
          </p:nvSpPr>
          <p:spPr>
            <a:xfrm>
              <a:off x="8237564" y="3963687"/>
              <a:ext cx="131813" cy="1318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1" name="Oval 21">
              <a:extLst>
                <a:ext uri="{FF2B5EF4-FFF2-40B4-BE49-F238E27FC236}">
                  <a16:creationId xmlns:a16="http://schemas.microsoft.com/office/drawing/2014/main" id="{EF43A3AD-E263-4CC4-AD6D-3332525A992A}"/>
                </a:ext>
              </a:extLst>
            </p:cNvPr>
            <p:cNvSpPr/>
            <p:nvPr/>
          </p:nvSpPr>
          <p:spPr>
            <a:xfrm>
              <a:off x="9823892" y="3091678"/>
              <a:ext cx="131813" cy="1318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2" name="Oval 22">
              <a:extLst>
                <a:ext uri="{FF2B5EF4-FFF2-40B4-BE49-F238E27FC236}">
                  <a16:creationId xmlns:a16="http://schemas.microsoft.com/office/drawing/2014/main" id="{2B279D97-FA94-4E17-ABA7-CB90B098E051}"/>
                </a:ext>
              </a:extLst>
            </p:cNvPr>
            <p:cNvSpPr/>
            <p:nvPr/>
          </p:nvSpPr>
          <p:spPr>
            <a:xfrm>
              <a:off x="8237564" y="3091678"/>
              <a:ext cx="131813" cy="131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3" name="Oval 23">
              <a:extLst>
                <a:ext uri="{FF2B5EF4-FFF2-40B4-BE49-F238E27FC236}">
                  <a16:creationId xmlns:a16="http://schemas.microsoft.com/office/drawing/2014/main" id="{9A0C1FCA-F0D8-48B6-B48F-3D3942007145}"/>
                </a:ext>
              </a:extLst>
            </p:cNvPr>
            <p:cNvSpPr/>
            <p:nvPr/>
          </p:nvSpPr>
          <p:spPr>
            <a:xfrm>
              <a:off x="9054271" y="4411540"/>
              <a:ext cx="131813" cy="13181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nvGrpSpPr>
          <p:cNvPr id="24" name="Group 21">
            <a:extLst>
              <a:ext uri="{FF2B5EF4-FFF2-40B4-BE49-F238E27FC236}">
                <a16:creationId xmlns:a16="http://schemas.microsoft.com/office/drawing/2014/main" id="{5A0FA6DE-C81C-427F-8618-89B48A80F70F}"/>
              </a:ext>
            </a:extLst>
          </p:cNvPr>
          <p:cNvGrpSpPr/>
          <p:nvPr/>
        </p:nvGrpSpPr>
        <p:grpSpPr>
          <a:xfrm>
            <a:off x="594360" y="1532372"/>
            <a:ext cx="3647947" cy="963663"/>
            <a:chOff x="2065231" y="4119870"/>
            <a:chExt cx="2168560" cy="963663"/>
          </a:xfrm>
        </p:grpSpPr>
        <p:sp>
          <p:nvSpPr>
            <p:cNvPr id="25" name="TextBox 24">
              <a:extLst>
                <a:ext uri="{FF2B5EF4-FFF2-40B4-BE49-F238E27FC236}">
                  <a16:creationId xmlns:a16="http://schemas.microsoft.com/office/drawing/2014/main" id="{E79A1723-3B62-43A8-8FD6-96BCD3E82435}"/>
                </a:ext>
              </a:extLst>
            </p:cNvPr>
            <p:cNvSpPr txBox="1"/>
            <p:nvPr/>
          </p:nvSpPr>
          <p:spPr>
            <a:xfrm>
              <a:off x="2065231" y="4560313"/>
              <a:ext cx="2168560" cy="523220"/>
            </a:xfrm>
            <a:prstGeom prst="rect">
              <a:avLst/>
            </a:prstGeom>
            <a:noFill/>
          </p:spPr>
          <p:txBody>
            <a:bodyPr wrap="square" rtlCol="0">
              <a:spAutoFit/>
            </a:bodyPr>
            <a:lstStyle/>
            <a:p>
              <a:pPr algn="r"/>
              <a:r>
                <a:rPr lang="en-US" altLang="ko-KR" sz="1400" dirty="0" smtClean="0">
                  <a:solidFill>
                    <a:schemeClr val="tx1">
                      <a:lumMod val="75000"/>
                      <a:lumOff val="25000"/>
                    </a:schemeClr>
                  </a:solidFill>
                  <a:cs typeface="Arial" pitchFamily="34" charset="0"/>
                </a:rPr>
                <a:t>Learners, Judges and administrators often express frustration with legacy system</a:t>
              </a:r>
              <a:r>
                <a:rPr lang="en-US" altLang="ko-KR" sz="1200" dirty="0" smtClean="0">
                  <a:solidFill>
                    <a:schemeClr val="tx1">
                      <a:lumMod val="75000"/>
                      <a:lumOff val="25000"/>
                    </a:schemeClr>
                  </a:solidFill>
                  <a:cs typeface="Arial" pitchFamily="34" charset="0"/>
                </a:rPr>
                <a:t>.  </a:t>
              </a:r>
              <a:endParaRPr lang="en-US" altLang="ko-KR" sz="1200" dirty="0">
                <a:solidFill>
                  <a:schemeClr val="tx1">
                    <a:lumMod val="75000"/>
                    <a:lumOff val="25000"/>
                  </a:schemeClr>
                </a:solidFill>
                <a:cs typeface="Arial" pitchFamily="34" charset="0"/>
              </a:endParaRPr>
            </a:p>
          </p:txBody>
        </p:sp>
        <p:sp>
          <p:nvSpPr>
            <p:cNvPr id="26" name="TextBox 25">
              <a:extLst>
                <a:ext uri="{FF2B5EF4-FFF2-40B4-BE49-F238E27FC236}">
                  <a16:creationId xmlns:a16="http://schemas.microsoft.com/office/drawing/2014/main" id="{6F524E75-942B-4BB5-8842-F4C6068E9A48}"/>
                </a:ext>
              </a:extLst>
            </p:cNvPr>
            <p:cNvSpPr txBox="1"/>
            <p:nvPr/>
          </p:nvSpPr>
          <p:spPr>
            <a:xfrm>
              <a:off x="2551706" y="4119870"/>
              <a:ext cx="1667786" cy="338554"/>
            </a:xfrm>
            <a:prstGeom prst="rect">
              <a:avLst/>
            </a:prstGeom>
            <a:noFill/>
          </p:spPr>
          <p:txBody>
            <a:bodyPr wrap="square" rtlCol="0">
              <a:spAutoFit/>
            </a:bodyPr>
            <a:lstStyle/>
            <a:p>
              <a:pPr algn="r"/>
              <a:r>
                <a:rPr lang="en-US" altLang="ko-KR" sz="1600" b="1" dirty="0" smtClean="0">
                  <a:solidFill>
                    <a:schemeClr val="tx1">
                      <a:lumMod val="75000"/>
                      <a:lumOff val="25000"/>
                    </a:schemeClr>
                  </a:solidFill>
                  <a:cs typeface="Arial" pitchFamily="34" charset="0"/>
                </a:rPr>
                <a:t>Poor user experience</a:t>
              </a:r>
              <a:endParaRPr lang="ko-KR" altLang="en-US" sz="1600" b="1" dirty="0">
                <a:solidFill>
                  <a:schemeClr val="tx1">
                    <a:lumMod val="75000"/>
                    <a:lumOff val="25000"/>
                  </a:schemeClr>
                </a:solidFill>
                <a:cs typeface="Arial" pitchFamily="34" charset="0"/>
              </a:endParaRPr>
            </a:p>
          </p:txBody>
        </p:sp>
      </p:grpSp>
      <p:grpSp>
        <p:nvGrpSpPr>
          <p:cNvPr id="27" name="Group 24">
            <a:extLst>
              <a:ext uri="{FF2B5EF4-FFF2-40B4-BE49-F238E27FC236}">
                <a16:creationId xmlns:a16="http://schemas.microsoft.com/office/drawing/2014/main" id="{057C4984-D44A-484A-823F-20AB8DF95E58}"/>
              </a:ext>
            </a:extLst>
          </p:cNvPr>
          <p:cNvGrpSpPr/>
          <p:nvPr/>
        </p:nvGrpSpPr>
        <p:grpSpPr>
          <a:xfrm>
            <a:off x="7950927" y="1646396"/>
            <a:ext cx="3454153" cy="849639"/>
            <a:chOff x="2551586" y="4233894"/>
            <a:chExt cx="1682205" cy="849639"/>
          </a:xfrm>
        </p:grpSpPr>
        <p:sp>
          <p:nvSpPr>
            <p:cNvPr id="28" name="TextBox 27">
              <a:extLst>
                <a:ext uri="{FF2B5EF4-FFF2-40B4-BE49-F238E27FC236}">
                  <a16:creationId xmlns:a16="http://schemas.microsoft.com/office/drawing/2014/main" id="{C51E7C3E-F1E4-464D-90E5-2DB89249829E}"/>
                </a:ext>
              </a:extLst>
            </p:cNvPr>
            <p:cNvSpPr txBox="1"/>
            <p:nvPr/>
          </p:nvSpPr>
          <p:spPr>
            <a:xfrm>
              <a:off x="2551706" y="4560313"/>
              <a:ext cx="1682085" cy="523220"/>
            </a:xfrm>
            <a:prstGeom prst="rect">
              <a:avLst/>
            </a:prstGeom>
            <a:noFill/>
          </p:spPr>
          <p:txBody>
            <a:bodyPr wrap="square" rtlCol="0">
              <a:spAutoFit/>
            </a:bodyPr>
            <a:lstStyle/>
            <a:p>
              <a:r>
                <a:rPr lang="en-US" altLang="ko-KR" sz="1400" dirty="0" smtClean="0">
                  <a:solidFill>
                    <a:schemeClr val="tx1">
                      <a:lumMod val="75000"/>
                      <a:lumOff val="25000"/>
                    </a:schemeClr>
                  </a:solidFill>
                  <a:cs typeface="Arial" pitchFamily="34" charset="0"/>
                </a:rPr>
                <a:t>Provides learners with an opportunity to showcase their scientific research. </a:t>
              </a:r>
              <a:endParaRPr lang="en-US" altLang="ko-KR" sz="1400" dirty="0">
                <a:solidFill>
                  <a:schemeClr val="tx1">
                    <a:lumMod val="75000"/>
                    <a:lumOff val="25000"/>
                  </a:schemeClr>
                </a:solidFill>
                <a:cs typeface="Arial" pitchFamily="34" charset="0"/>
              </a:endParaRPr>
            </a:p>
          </p:txBody>
        </p:sp>
        <p:sp>
          <p:nvSpPr>
            <p:cNvPr id="29" name="TextBox 28">
              <a:extLst>
                <a:ext uri="{FF2B5EF4-FFF2-40B4-BE49-F238E27FC236}">
                  <a16:creationId xmlns:a16="http://schemas.microsoft.com/office/drawing/2014/main" id="{3E4CD153-25D1-46EC-BDD9-A3B7248DE75A}"/>
                </a:ext>
              </a:extLst>
            </p:cNvPr>
            <p:cNvSpPr txBox="1"/>
            <p:nvPr/>
          </p:nvSpPr>
          <p:spPr>
            <a:xfrm>
              <a:off x="2551586" y="4233894"/>
              <a:ext cx="1667786" cy="338554"/>
            </a:xfrm>
            <a:prstGeom prst="rect">
              <a:avLst/>
            </a:prstGeom>
            <a:noFill/>
          </p:spPr>
          <p:txBody>
            <a:bodyPr wrap="square" rtlCol="0">
              <a:spAutoFit/>
            </a:bodyPr>
            <a:lstStyle/>
            <a:p>
              <a:r>
                <a:rPr lang="en-US" altLang="ko-KR" sz="1600" b="1" dirty="0" smtClean="0">
                  <a:solidFill>
                    <a:schemeClr val="tx1">
                      <a:lumMod val="75000"/>
                      <a:lumOff val="25000"/>
                    </a:schemeClr>
                  </a:solidFill>
                  <a:cs typeface="Arial" pitchFamily="34" charset="0"/>
                </a:rPr>
                <a:t>Eskom Expo for Young Scientist</a:t>
              </a:r>
              <a:endParaRPr lang="ko-KR" altLang="en-US" sz="1600" b="1" dirty="0">
                <a:solidFill>
                  <a:schemeClr val="tx1">
                    <a:lumMod val="75000"/>
                    <a:lumOff val="25000"/>
                  </a:schemeClr>
                </a:solidFill>
                <a:cs typeface="Arial" pitchFamily="34" charset="0"/>
              </a:endParaRPr>
            </a:p>
          </p:txBody>
        </p:sp>
      </p:grpSp>
      <p:grpSp>
        <p:nvGrpSpPr>
          <p:cNvPr id="30" name="Group 27">
            <a:extLst>
              <a:ext uri="{FF2B5EF4-FFF2-40B4-BE49-F238E27FC236}">
                <a16:creationId xmlns:a16="http://schemas.microsoft.com/office/drawing/2014/main" id="{E3E18D7D-27BC-4F8B-8D83-693C1F057064}"/>
              </a:ext>
            </a:extLst>
          </p:cNvPr>
          <p:cNvGrpSpPr/>
          <p:nvPr/>
        </p:nvGrpSpPr>
        <p:grpSpPr>
          <a:xfrm>
            <a:off x="788400" y="3315650"/>
            <a:ext cx="2829600" cy="1133726"/>
            <a:chOff x="2551706" y="4165251"/>
            <a:chExt cx="1682085" cy="1133726"/>
          </a:xfrm>
        </p:grpSpPr>
        <p:sp>
          <p:nvSpPr>
            <p:cNvPr id="31" name="TextBox 30">
              <a:extLst>
                <a:ext uri="{FF2B5EF4-FFF2-40B4-BE49-F238E27FC236}">
                  <a16:creationId xmlns:a16="http://schemas.microsoft.com/office/drawing/2014/main" id="{1FC83058-97CE-45A1-B4CF-98F4336F1C86}"/>
                </a:ext>
              </a:extLst>
            </p:cNvPr>
            <p:cNvSpPr txBox="1"/>
            <p:nvPr/>
          </p:nvSpPr>
          <p:spPr>
            <a:xfrm>
              <a:off x="2551706" y="4560313"/>
              <a:ext cx="1682085" cy="738664"/>
            </a:xfrm>
            <a:prstGeom prst="rect">
              <a:avLst/>
            </a:prstGeom>
            <a:noFill/>
          </p:spPr>
          <p:txBody>
            <a:bodyPr wrap="square" rtlCol="0">
              <a:spAutoFit/>
            </a:bodyPr>
            <a:lstStyle/>
            <a:p>
              <a:pPr algn="r"/>
              <a:r>
                <a:rPr lang="en-US" altLang="ko-KR" sz="1400" dirty="0" smtClean="0">
                  <a:solidFill>
                    <a:schemeClr val="tx1">
                      <a:lumMod val="75000"/>
                      <a:lumOff val="25000"/>
                    </a:schemeClr>
                  </a:solidFill>
                  <a:cs typeface="Arial" pitchFamily="34" charset="0"/>
                </a:rPr>
                <a:t>As is processes lacks transparency as there is no proper documentation and filing</a:t>
              </a:r>
              <a:r>
                <a:rPr lang="en-US" altLang="ko-KR" sz="1200" dirty="0" smtClean="0">
                  <a:solidFill>
                    <a:schemeClr val="tx1">
                      <a:lumMod val="75000"/>
                      <a:lumOff val="25000"/>
                    </a:schemeClr>
                  </a:solidFill>
                  <a:cs typeface="Arial" pitchFamily="34" charset="0"/>
                </a:rPr>
                <a:t>.  </a:t>
              </a:r>
              <a:endParaRPr lang="en-US" altLang="ko-KR" sz="1200" dirty="0">
                <a:solidFill>
                  <a:schemeClr val="tx1">
                    <a:lumMod val="75000"/>
                    <a:lumOff val="25000"/>
                  </a:schemeClr>
                </a:solidFill>
                <a:cs typeface="Arial" pitchFamily="34" charset="0"/>
              </a:endParaRPr>
            </a:p>
          </p:txBody>
        </p:sp>
        <p:sp>
          <p:nvSpPr>
            <p:cNvPr id="32" name="TextBox 31">
              <a:extLst>
                <a:ext uri="{FF2B5EF4-FFF2-40B4-BE49-F238E27FC236}">
                  <a16:creationId xmlns:a16="http://schemas.microsoft.com/office/drawing/2014/main" id="{36A201ED-D4E2-4C8A-977C-DE0C77E893A2}"/>
                </a:ext>
              </a:extLst>
            </p:cNvPr>
            <p:cNvSpPr txBox="1"/>
            <p:nvPr/>
          </p:nvSpPr>
          <p:spPr>
            <a:xfrm>
              <a:off x="2551706" y="4165251"/>
              <a:ext cx="1667786" cy="338554"/>
            </a:xfrm>
            <a:prstGeom prst="rect">
              <a:avLst/>
            </a:prstGeom>
            <a:noFill/>
          </p:spPr>
          <p:txBody>
            <a:bodyPr wrap="square" rtlCol="0">
              <a:spAutoFit/>
            </a:bodyPr>
            <a:lstStyle/>
            <a:p>
              <a:pPr algn="r"/>
              <a:r>
                <a:rPr lang="en-US" altLang="ko-KR" sz="1600" b="1" dirty="0" smtClean="0">
                  <a:solidFill>
                    <a:schemeClr val="tx1">
                      <a:lumMod val="75000"/>
                      <a:lumOff val="25000"/>
                    </a:schemeClr>
                  </a:solidFill>
                  <a:cs typeface="Arial" pitchFamily="34" charset="0"/>
                </a:rPr>
                <a:t>Lacks Transparency</a:t>
              </a:r>
              <a:endParaRPr lang="ko-KR" altLang="en-US" sz="1600" b="1" dirty="0">
                <a:solidFill>
                  <a:schemeClr val="tx1">
                    <a:lumMod val="75000"/>
                    <a:lumOff val="25000"/>
                  </a:schemeClr>
                </a:solidFill>
                <a:cs typeface="Arial" pitchFamily="34" charset="0"/>
              </a:endParaRPr>
            </a:p>
          </p:txBody>
        </p:sp>
      </p:grpSp>
      <p:grpSp>
        <p:nvGrpSpPr>
          <p:cNvPr id="33" name="Group 30">
            <a:extLst>
              <a:ext uri="{FF2B5EF4-FFF2-40B4-BE49-F238E27FC236}">
                <a16:creationId xmlns:a16="http://schemas.microsoft.com/office/drawing/2014/main" id="{3694392D-4197-4DF1-9D3F-2B8F209FB239}"/>
              </a:ext>
            </a:extLst>
          </p:cNvPr>
          <p:cNvGrpSpPr/>
          <p:nvPr/>
        </p:nvGrpSpPr>
        <p:grpSpPr>
          <a:xfrm>
            <a:off x="8561388" y="3088566"/>
            <a:ext cx="3541693" cy="1084300"/>
            <a:chOff x="2543327" y="3938167"/>
            <a:chExt cx="2105396" cy="1084300"/>
          </a:xfrm>
        </p:grpSpPr>
        <p:sp>
          <p:nvSpPr>
            <p:cNvPr id="34" name="TextBox 33">
              <a:extLst>
                <a:ext uri="{FF2B5EF4-FFF2-40B4-BE49-F238E27FC236}">
                  <a16:creationId xmlns:a16="http://schemas.microsoft.com/office/drawing/2014/main" id="{59DA8B09-B1DC-4823-A097-A8793E0B300F}"/>
                </a:ext>
              </a:extLst>
            </p:cNvPr>
            <p:cNvSpPr txBox="1"/>
            <p:nvPr/>
          </p:nvSpPr>
          <p:spPr>
            <a:xfrm>
              <a:off x="2589124" y="4283803"/>
              <a:ext cx="2043310" cy="738664"/>
            </a:xfrm>
            <a:prstGeom prst="rect">
              <a:avLst/>
            </a:prstGeom>
            <a:noFill/>
          </p:spPr>
          <p:txBody>
            <a:bodyPr wrap="square" rtlCol="0">
              <a:spAutoFit/>
            </a:bodyPr>
            <a:lstStyle/>
            <a:p>
              <a:r>
                <a:rPr lang="en-GB" sz="1400" dirty="0" smtClean="0"/>
                <a:t>The </a:t>
              </a:r>
              <a:r>
                <a:rPr lang="en-GB" sz="1400" dirty="0"/>
                <a:t>submission, review and judging processes require a more efficient, secure and user-friendly digital solution</a:t>
              </a:r>
              <a:r>
                <a:rPr lang="en-GB" sz="1400" dirty="0" smtClean="0"/>
                <a:t>.</a:t>
              </a:r>
              <a:r>
                <a:rPr lang="en-US" altLang="ko-KR" sz="1400" dirty="0" smtClean="0">
                  <a:solidFill>
                    <a:schemeClr val="tx1">
                      <a:lumMod val="75000"/>
                      <a:lumOff val="25000"/>
                    </a:schemeClr>
                  </a:solidFill>
                  <a:cs typeface="Arial" pitchFamily="34" charset="0"/>
                </a:rPr>
                <a:t>  </a:t>
              </a:r>
              <a:endParaRPr lang="en-US" altLang="ko-KR" sz="1400" dirty="0">
                <a:solidFill>
                  <a:schemeClr val="tx1">
                    <a:lumMod val="75000"/>
                    <a:lumOff val="25000"/>
                  </a:schemeClr>
                </a:solidFill>
                <a:cs typeface="Arial" pitchFamily="34" charset="0"/>
              </a:endParaRPr>
            </a:p>
          </p:txBody>
        </p:sp>
        <p:sp>
          <p:nvSpPr>
            <p:cNvPr id="35" name="TextBox 34">
              <a:extLst>
                <a:ext uri="{FF2B5EF4-FFF2-40B4-BE49-F238E27FC236}">
                  <a16:creationId xmlns:a16="http://schemas.microsoft.com/office/drawing/2014/main" id="{036A6871-EFDE-4EE3-9F01-7D460B99CABB}"/>
                </a:ext>
              </a:extLst>
            </p:cNvPr>
            <p:cNvSpPr txBox="1"/>
            <p:nvPr/>
          </p:nvSpPr>
          <p:spPr>
            <a:xfrm>
              <a:off x="2543327" y="3938167"/>
              <a:ext cx="2105396" cy="338554"/>
            </a:xfrm>
            <a:prstGeom prst="rect">
              <a:avLst/>
            </a:prstGeom>
            <a:noFill/>
          </p:spPr>
          <p:txBody>
            <a:bodyPr wrap="square" rtlCol="0">
              <a:spAutoFit/>
            </a:bodyPr>
            <a:lstStyle/>
            <a:p>
              <a:r>
                <a:rPr lang="en-US" altLang="ko-KR" sz="1600" b="1" dirty="0" smtClean="0">
                  <a:solidFill>
                    <a:schemeClr val="tx1">
                      <a:lumMod val="75000"/>
                      <a:lumOff val="25000"/>
                    </a:schemeClr>
                  </a:solidFill>
                  <a:cs typeface="Arial" pitchFamily="34" charset="0"/>
                </a:rPr>
                <a:t>Inefficient legacy system</a:t>
              </a:r>
              <a:endParaRPr lang="ko-KR" altLang="en-US" sz="1600" b="1" dirty="0">
                <a:solidFill>
                  <a:schemeClr val="tx1">
                    <a:lumMod val="75000"/>
                    <a:lumOff val="25000"/>
                  </a:schemeClr>
                </a:solidFill>
                <a:cs typeface="Arial" pitchFamily="34" charset="0"/>
              </a:endParaRPr>
            </a:p>
          </p:txBody>
        </p:sp>
      </p:grpSp>
      <p:grpSp>
        <p:nvGrpSpPr>
          <p:cNvPr id="36" name="Group 33">
            <a:extLst>
              <a:ext uri="{FF2B5EF4-FFF2-40B4-BE49-F238E27FC236}">
                <a16:creationId xmlns:a16="http://schemas.microsoft.com/office/drawing/2014/main" id="{0FC8A248-1C5D-4598-8486-0B028EEA976F}"/>
              </a:ext>
            </a:extLst>
          </p:cNvPr>
          <p:cNvGrpSpPr/>
          <p:nvPr/>
        </p:nvGrpSpPr>
        <p:grpSpPr>
          <a:xfrm>
            <a:off x="365850" y="5041422"/>
            <a:ext cx="3837104" cy="930407"/>
            <a:chOff x="1952785" y="4153126"/>
            <a:chExt cx="2281006" cy="930407"/>
          </a:xfrm>
        </p:grpSpPr>
        <p:sp>
          <p:nvSpPr>
            <p:cNvPr id="37" name="TextBox 36">
              <a:extLst>
                <a:ext uri="{FF2B5EF4-FFF2-40B4-BE49-F238E27FC236}">
                  <a16:creationId xmlns:a16="http://schemas.microsoft.com/office/drawing/2014/main" id="{E9FFA578-9E11-4A25-8C20-5CF3325F7FAC}"/>
                </a:ext>
              </a:extLst>
            </p:cNvPr>
            <p:cNvSpPr txBox="1"/>
            <p:nvPr/>
          </p:nvSpPr>
          <p:spPr>
            <a:xfrm>
              <a:off x="2387591" y="4560313"/>
              <a:ext cx="1846200" cy="523220"/>
            </a:xfrm>
            <a:prstGeom prst="rect">
              <a:avLst/>
            </a:prstGeom>
            <a:noFill/>
          </p:spPr>
          <p:txBody>
            <a:bodyPr wrap="square" rtlCol="0">
              <a:spAutoFit/>
            </a:bodyPr>
            <a:lstStyle/>
            <a:p>
              <a:pPr algn="r"/>
              <a:r>
                <a:rPr lang="en-US" altLang="ko-KR" sz="1400" dirty="0" smtClean="0">
                  <a:solidFill>
                    <a:schemeClr val="tx1">
                      <a:lumMod val="75000"/>
                      <a:lumOff val="25000"/>
                    </a:schemeClr>
                  </a:solidFill>
                  <a:cs typeface="Arial" pitchFamily="34" charset="0"/>
                </a:rPr>
                <a:t>Prone to errors as there is no proper management of legacy system</a:t>
              </a:r>
              <a:r>
                <a:rPr lang="en-US" altLang="ko-KR" sz="1200" dirty="0" smtClean="0">
                  <a:solidFill>
                    <a:schemeClr val="tx1">
                      <a:lumMod val="75000"/>
                      <a:lumOff val="25000"/>
                    </a:schemeClr>
                  </a:solidFill>
                  <a:cs typeface="Arial" pitchFamily="34" charset="0"/>
                </a:rPr>
                <a:t>.  </a:t>
              </a:r>
              <a:endParaRPr lang="en-US" altLang="ko-KR" sz="1200" dirty="0">
                <a:solidFill>
                  <a:schemeClr val="tx1">
                    <a:lumMod val="75000"/>
                    <a:lumOff val="25000"/>
                  </a:schemeClr>
                </a:solidFill>
                <a:cs typeface="Arial" pitchFamily="34" charset="0"/>
              </a:endParaRPr>
            </a:p>
          </p:txBody>
        </p:sp>
        <p:sp>
          <p:nvSpPr>
            <p:cNvPr id="38" name="TextBox 37">
              <a:extLst>
                <a:ext uri="{FF2B5EF4-FFF2-40B4-BE49-F238E27FC236}">
                  <a16:creationId xmlns:a16="http://schemas.microsoft.com/office/drawing/2014/main" id="{258B38B6-CE9C-4E23-BBEF-63384AFA26F3}"/>
                </a:ext>
              </a:extLst>
            </p:cNvPr>
            <p:cNvSpPr txBox="1"/>
            <p:nvPr/>
          </p:nvSpPr>
          <p:spPr>
            <a:xfrm>
              <a:off x="1952785" y="4153126"/>
              <a:ext cx="1978395" cy="338554"/>
            </a:xfrm>
            <a:prstGeom prst="rect">
              <a:avLst/>
            </a:prstGeom>
            <a:noFill/>
          </p:spPr>
          <p:txBody>
            <a:bodyPr wrap="square" rtlCol="0">
              <a:spAutoFit/>
            </a:bodyPr>
            <a:lstStyle/>
            <a:p>
              <a:pPr algn="r"/>
              <a:r>
                <a:rPr lang="en-US" altLang="ko-KR" sz="1600" b="1" dirty="0" smtClean="0">
                  <a:solidFill>
                    <a:schemeClr val="tx1">
                      <a:lumMod val="75000"/>
                      <a:lumOff val="25000"/>
                    </a:schemeClr>
                  </a:solidFill>
                  <a:cs typeface="Arial" pitchFamily="34" charset="0"/>
                </a:rPr>
                <a:t>Heavy administrative workload</a:t>
              </a:r>
              <a:endParaRPr lang="ko-KR" altLang="en-US" sz="1600" b="1" dirty="0">
                <a:solidFill>
                  <a:schemeClr val="tx1">
                    <a:lumMod val="75000"/>
                    <a:lumOff val="25000"/>
                  </a:schemeClr>
                </a:solidFill>
                <a:cs typeface="Arial" pitchFamily="34" charset="0"/>
              </a:endParaRPr>
            </a:p>
          </p:txBody>
        </p:sp>
      </p:grpSp>
      <p:grpSp>
        <p:nvGrpSpPr>
          <p:cNvPr id="39" name="Group 36">
            <a:extLst>
              <a:ext uri="{FF2B5EF4-FFF2-40B4-BE49-F238E27FC236}">
                <a16:creationId xmlns:a16="http://schemas.microsoft.com/office/drawing/2014/main" id="{CD5786B2-6A22-4940-A4D7-43DF3A36FEAF}"/>
              </a:ext>
            </a:extLst>
          </p:cNvPr>
          <p:cNvGrpSpPr/>
          <p:nvPr/>
        </p:nvGrpSpPr>
        <p:grpSpPr>
          <a:xfrm>
            <a:off x="7992922" y="4804782"/>
            <a:ext cx="2919059" cy="978140"/>
            <a:chOff x="2553129" y="3916486"/>
            <a:chExt cx="1735265" cy="978140"/>
          </a:xfrm>
        </p:grpSpPr>
        <p:sp>
          <p:nvSpPr>
            <p:cNvPr id="40" name="TextBox 39">
              <a:extLst>
                <a:ext uri="{FF2B5EF4-FFF2-40B4-BE49-F238E27FC236}">
                  <a16:creationId xmlns:a16="http://schemas.microsoft.com/office/drawing/2014/main" id="{C895F225-5E76-4202-A125-6B7FAD695169}"/>
                </a:ext>
              </a:extLst>
            </p:cNvPr>
            <p:cNvSpPr txBox="1"/>
            <p:nvPr/>
          </p:nvSpPr>
          <p:spPr>
            <a:xfrm>
              <a:off x="2553129" y="4371406"/>
              <a:ext cx="1682085" cy="523220"/>
            </a:xfrm>
            <a:prstGeom prst="rect">
              <a:avLst/>
            </a:prstGeom>
            <a:noFill/>
          </p:spPr>
          <p:txBody>
            <a:bodyPr wrap="square" rtlCol="0">
              <a:spAutoFit/>
            </a:bodyPr>
            <a:lstStyle/>
            <a:p>
              <a:r>
                <a:rPr lang="en-US" altLang="ko-KR" sz="1400" dirty="0" smtClean="0">
                  <a:solidFill>
                    <a:schemeClr val="tx1">
                      <a:lumMod val="75000"/>
                      <a:lumOff val="25000"/>
                    </a:schemeClr>
                  </a:solidFill>
                  <a:cs typeface="Arial" pitchFamily="34" charset="0"/>
                </a:rPr>
                <a:t>Learners are failing to showcase their research</a:t>
              </a:r>
              <a:r>
                <a:rPr lang="en-US" altLang="ko-KR" sz="1200" dirty="0" smtClean="0">
                  <a:solidFill>
                    <a:schemeClr val="tx1">
                      <a:lumMod val="75000"/>
                      <a:lumOff val="25000"/>
                    </a:schemeClr>
                  </a:solidFill>
                  <a:cs typeface="Arial" pitchFamily="34" charset="0"/>
                </a:rPr>
                <a:t>..  </a:t>
              </a:r>
              <a:endParaRPr lang="en-US" altLang="ko-KR" sz="1200" dirty="0">
                <a:solidFill>
                  <a:schemeClr val="tx1">
                    <a:lumMod val="75000"/>
                    <a:lumOff val="25000"/>
                  </a:schemeClr>
                </a:solidFill>
                <a:cs typeface="Arial" pitchFamily="34" charset="0"/>
              </a:endParaRPr>
            </a:p>
          </p:txBody>
        </p:sp>
        <p:sp>
          <p:nvSpPr>
            <p:cNvPr id="41" name="TextBox 40">
              <a:extLst>
                <a:ext uri="{FF2B5EF4-FFF2-40B4-BE49-F238E27FC236}">
                  <a16:creationId xmlns:a16="http://schemas.microsoft.com/office/drawing/2014/main" id="{1868B762-D3D3-4B72-8F89-4CD3BADC0379}"/>
                </a:ext>
              </a:extLst>
            </p:cNvPr>
            <p:cNvSpPr txBox="1"/>
            <p:nvPr/>
          </p:nvSpPr>
          <p:spPr>
            <a:xfrm>
              <a:off x="2620608" y="3916486"/>
              <a:ext cx="1667786" cy="338554"/>
            </a:xfrm>
            <a:prstGeom prst="rect">
              <a:avLst/>
            </a:prstGeom>
            <a:noFill/>
          </p:spPr>
          <p:txBody>
            <a:bodyPr wrap="square" rtlCol="0">
              <a:spAutoFit/>
            </a:bodyPr>
            <a:lstStyle/>
            <a:p>
              <a:r>
                <a:rPr lang="en-US" altLang="ko-KR" sz="1600" b="1" dirty="0" smtClean="0">
                  <a:solidFill>
                    <a:schemeClr val="tx1">
                      <a:lumMod val="75000"/>
                      <a:lumOff val="25000"/>
                    </a:schemeClr>
                  </a:solidFill>
                  <a:cs typeface="Arial" pitchFamily="34" charset="0"/>
                </a:rPr>
                <a:t>Accessibility Issues</a:t>
              </a:r>
              <a:endParaRPr lang="ko-KR" altLang="en-US" sz="1600" b="1" dirty="0">
                <a:solidFill>
                  <a:schemeClr val="tx1">
                    <a:lumMod val="75000"/>
                    <a:lumOff val="25000"/>
                  </a:schemeClr>
                </a:solidFill>
                <a:cs typeface="Arial" pitchFamily="34" charset="0"/>
              </a:endParaRPr>
            </a:p>
          </p:txBody>
        </p:sp>
      </p:grpSp>
      <p:grpSp>
        <p:nvGrpSpPr>
          <p:cNvPr id="42" name="Graphic 1">
            <a:extLst>
              <a:ext uri="{FF2B5EF4-FFF2-40B4-BE49-F238E27FC236}">
                <a16:creationId xmlns:a16="http://schemas.microsoft.com/office/drawing/2014/main" id="{585948FC-8E35-4571-8E12-C1A1452BFF13}"/>
              </a:ext>
            </a:extLst>
          </p:cNvPr>
          <p:cNvGrpSpPr/>
          <p:nvPr/>
        </p:nvGrpSpPr>
        <p:grpSpPr>
          <a:xfrm>
            <a:off x="5474842" y="3328143"/>
            <a:ext cx="1333880" cy="1164729"/>
            <a:chOff x="330380" y="314633"/>
            <a:chExt cx="5252873" cy="4586748"/>
          </a:xfrm>
        </p:grpSpPr>
        <p:sp>
          <p:nvSpPr>
            <p:cNvPr id="43" name="Freeform: Shape 192">
              <a:extLst>
                <a:ext uri="{FF2B5EF4-FFF2-40B4-BE49-F238E27FC236}">
                  <a16:creationId xmlns:a16="http://schemas.microsoft.com/office/drawing/2014/main" id="{82A8FB8F-B1B1-44FE-BCEB-1CA0490D4913}"/>
                </a:ext>
              </a:extLst>
            </p:cNvPr>
            <p:cNvSpPr/>
            <p:nvPr/>
          </p:nvSpPr>
          <p:spPr>
            <a:xfrm>
              <a:off x="330576" y="314800"/>
              <a:ext cx="5249394" cy="4584820"/>
            </a:xfrm>
            <a:custGeom>
              <a:avLst/>
              <a:gdLst>
                <a:gd name="connsiteX0" fmla="*/ 5215088 w 5249394"/>
                <a:gd name="connsiteY0" fmla="*/ 1737040 h 4584820"/>
                <a:gd name="connsiteX1" fmla="*/ 5191251 w 5249394"/>
                <a:gd name="connsiteY1" fmla="*/ 1710252 h 4584820"/>
                <a:gd name="connsiteX2" fmla="*/ 5191251 w 5249394"/>
                <a:gd name="connsiteY2" fmla="*/ 1710252 h 4584820"/>
                <a:gd name="connsiteX3" fmla="*/ 5184114 w 5249394"/>
                <a:gd name="connsiteY3" fmla="*/ 1686272 h 4584820"/>
                <a:gd name="connsiteX4" fmla="*/ 5178261 w 5249394"/>
                <a:gd name="connsiteY4" fmla="*/ 1485102 h 4584820"/>
                <a:gd name="connsiteX5" fmla="*/ 5165843 w 5249394"/>
                <a:gd name="connsiteY5" fmla="*/ 1448227 h 4584820"/>
                <a:gd name="connsiteX6" fmla="*/ 5165843 w 5249394"/>
                <a:gd name="connsiteY6" fmla="*/ 1448227 h 4584820"/>
                <a:gd name="connsiteX7" fmla="*/ 5138294 w 5249394"/>
                <a:gd name="connsiteY7" fmla="*/ 1392130 h 4584820"/>
                <a:gd name="connsiteX8" fmla="*/ 5045845 w 5249394"/>
                <a:gd name="connsiteY8" fmla="*/ 1274416 h 4584820"/>
                <a:gd name="connsiteX9" fmla="*/ 5042229 w 5249394"/>
                <a:gd name="connsiteY9" fmla="*/ 1262806 h 4584820"/>
                <a:gd name="connsiteX10" fmla="*/ 5050889 w 5249394"/>
                <a:gd name="connsiteY10" fmla="*/ 1198668 h 4584820"/>
                <a:gd name="connsiteX11" fmla="*/ 4999454 w 5249394"/>
                <a:gd name="connsiteY11" fmla="*/ 1100605 h 4584820"/>
                <a:gd name="connsiteX12" fmla="*/ 4988701 w 5249394"/>
                <a:gd name="connsiteY12" fmla="*/ 1081906 h 4584820"/>
                <a:gd name="connsiteX13" fmla="*/ 4896919 w 5249394"/>
                <a:gd name="connsiteY13" fmla="*/ 951869 h 4584820"/>
                <a:gd name="connsiteX14" fmla="*/ 4866229 w 5249394"/>
                <a:gd name="connsiteY14" fmla="*/ 929125 h 4584820"/>
                <a:gd name="connsiteX15" fmla="*/ 4866229 w 5249394"/>
                <a:gd name="connsiteY15" fmla="*/ 929125 h 4584820"/>
                <a:gd name="connsiteX16" fmla="*/ 4866229 w 5249394"/>
                <a:gd name="connsiteY16" fmla="*/ 929125 h 4584820"/>
                <a:gd name="connsiteX17" fmla="*/ 4844152 w 5249394"/>
                <a:gd name="connsiteY17" fmla="*/ 916374 h 4584820"/>
                <a:gd name="connsiteX18" fmla="*/ 4783535 w 5249394"/>
                <a:gd name="connsiteY18" fmla="*/ 870030 h 4584820"/>
                <a:gd name="connsiteX19" fmla="*/ 4730387 w 5249394"/>
                <a:gd name="connsiteY19" fmla="*/ 754315 h 4584820"/>
                <a:gd name="connsiteX20" fmla="*/ 4680666 w 5249394"/>
                <a:gd name="connsiteY20" fmla="*/ 675094 h 4584820"/>
                <a:gd name="connsiteX21" fmla="*/ 4619382 w 5249394"/>
                <a:gd name="connsiteY21" fmla="*/ 653349 h 4584820"/>
                <a:gd name="connsiteX22" fmla="*/ 4602824 w 5249394"/>
                <a:gd name="connsiteY22" fmla="*/ 640312 h 4584820"/>
                <a:gd name="connsiteX23" fmla="*/ 4539971 w 5249394"/>
                <a:gd name="connsiteY23" fmla="*/ 525977 h 4584820"/>
                <a:gd name="connsiteX24" fmla="*/ 4539971 w 5249394"/>
                <a:gd name="connsiteY24" fmla="*/ 525977 h 4584820"/>
                <a:gd name="connsiteX25" fmla="*/ 4536783 w 5249394"/>
                <a:gd name="connsiteY25" fmla="*/ 500854 h 4584820"/>
                <a:gd name="connsiteX26" fmla="*/ 4526791 w 5249394"/>
                <a:gd name="connsiteY26" fmla="*/ 477540 h 4584820"/>
                <a:gd name="connsiteX27" fmla="*/ 4501716 w 5249394"/>
                <a:gd name="connsiteY27" fmla="*/ 481632 h 4584820"/>
                <a:gd name="connsiteX28" fmla="*/ 4501716 w 5249394"/>
                <a:gd name="connsiteY28" fmla="*/ 481632 h 4584820"/>
                <a:gd name="connsiteX29" fmla="*/ 4501716 w 5249394"/>
                <a:gd name="connsiteY29" fmla="*/ 481632 h 4584820"/>
                <a:gd name="connsiteX30" fmla="*/ 4364066 w 5249394"/>
                <a:gd name="connsiteY30" fmla="*/ 478777 h 4584820"/>
                <a:gd name="connsiteX31" fmla="*/ 4362591 w 5249394"/>
                <a:gd name="connsiteY31" fmla="*/ 476683 h 4584820"/>
                <a:gd name="connsiteX32" fmla="*/ 4361164 w 5249394"/>
                <a:gd name="connsiteY32" fmla="*/ 468642 h 4584820"/>
                <a:gd name="connsiteX33" fmla="*/ 4321387 w 5249394"/>
                <a:gd name="connsiteY33" fmla="*/ 391848 h 4584820"/>
                <a:gd name="connsiteX34" fmla="*/ 4217661 w 5249394"/>
                <a:gd name="connsiteY34" fmla="*/ 353117 h 4584820"/>
                <a:gd name="connsiteX35" fmla="*/ 4135918 w 5249394"/>
                <a:gd name="connsiteY35" fmla="*/ 352261 h 4584820"/>
                <a:gd name="connsiteX36" fmla="*/ 4102469 w 5249394"/>
                <a:gd name="connsiteY36" fmla="*/ 339557 h 4584820"/>
                <a:gd name="connsiteX37" fmla="*/ 4093286 w 5249394"/>
                <a:gd name="connsiteY37" fmla="*/ 347645 h 4584820"/>
                <a:gd name="connsiteX38" fmla="*/ 4093286 w 5249394"/>
                <a:gd name="connsiteY38" fmla="*/ 347645 h 4584820"/>
                <a:gd name="connsiteX39" fmla="*/ 4054223 w 5249394"/>
                <a:gd name="connsiteY39" fmla="*/ 341888 h 4584820"/>
                <a:gd name="connsiteX40" fmla="*/ 3927326 w 5249394"/>
                <a:gd name="connsiteY40" fmla="*/ 312055 h 4584820"/>
                <a:gd name="connsiteX41" fmla="*/ 3891783 w 5249394"/>
                <a:gd name="connsiteY41" fmla="*/ 285934 h 4584820"/>
                <a:gd name="connsiteX42" fmla="*/ 3824124 w 5249394"/>
                <a:gd name="connsiteY42" fmla="*/ 214896 h 4584820"/>
                <a:gd name="connsiteX43" fmla="*/ 3732341 w 5249394"/>
                <a:gd name="connsiteY43" fmla="*/ 157372 h 4584820"/>
                <a:gd name="connsiteX44" fmla="*/ 3646126 w 5249394"/>
                <a:gd name="connsiteY44" fmla="*/ 156658 h 4584820"/>
                <a:gd name="connsiteX45" fmla="*/ 3505145 w 5249394"/>
                <a:gd name="connsiteY45" fmla="*/ 184159 h 4584820"/>
                <a:gd name="connsiteX46" fmla="*/ 3478881 w 5249394"/>
                <a:gd name="connsiteY46" fmla="*/ 172217 h 4584820"/>
                <a:gd name="connsiteX47" fmla="*/ 3457660 w 5249394"/>
                <a:gd name="connsiteY47" fmla="*/ 150139 h 4584820"/>
                <a:gd name="connsiteX48" fmla="*/ 3457660 w 5249394"/>
                <a:gd name="connsiteY48" fmla="*/ 150139 h 4584820"/>
                <a:gd name="connsiteX49" fmla="*/ 3445908 w 5249394"/>
                <a:gd name="connsiteY49" fmla="*/ 138577 h 4584820"/>
                <a:gd name="connsiteX50" fmla="*/ 3445908 w 5249394"/>
                <a:gd name="connsiteY50" fmla="*/ 138577 h 4584820"/>
                <a:gd name="connsiteX51" fmla="*/ 3439294 w 5249394"/>
                <a:gd name="connsiteY51" fmla="*/ 128871 h 4584820"/>
                <a:gd name="connsiteX52" fmla="*/ 3359501 w 5249394"/>
                <a:gd name="connsiteY52" fmla="*/ 69728 h 4584820"/>
                <a:gd name="connsiteX53" fmla="*/ 3139585 w 5249394"/>
                <a:gd name="connsiteY53" fmla="*/ 72345 h 4584820"/>
                <a:gd name="connsiteX54" fmla="*/ 3047850 w 5249394"/>
                <a:gd name="connsiteY54" fmla="*/ 96278 h 4584820"/>
                <a:gd name="connsiteX55" fmla="*/ 3033766 w 5249394"/>
                <a:gd name="connsiteY55" fmla="*/ 92662 h 4584820"/>
                <a:gd name="connsiteX56" fmla="*/ 2937559 w 5249394"/>
                <a:gd name="connsiteY56" fmla="*/ 41942 h 4584820"/>
                <a:gd name="connsiteX57" fmla="*/ 2900399 w 5249394"/>
                <a:gd name="connsiteY57" fmla="*/ 28238 h 4584820"/>
                <a:gd name="connsiteX58" fmla="*/ 2900399 w 5249394"/>
                <a:gd name="connsiteY58" fmla="*/ 28238 h 4584820"/>
                <a:gd name="connsiteX59" fmla="*/ 2769981 w 5249394"/>
                <a:gd name="connsiteY59" fmla="*/ 1308 h 4584820"/>
                <a:gd name="connsiteX60" fmla="*/ 2598073 w 5249394"/>
                <a:gd name="connsiteY60" fmla="*/ 22434 h 4584820"/>
                <a:gd name="connsiteX61" fmla="*/ 2570000 w 5249394"/>
                <a:gd name="connsiteY61" fmla="*/ 32996 h 4584820"/>
                <a:gd name="connsiteX62" fmla="*/ 2563625 w 5249394"/>
                <a:gd name="connsiteY62" fmla="*/ 34900 h 4584820"/>
                <a:gd name="connsiteX63" fmla="*/ 2446815 w 5249394"/>
                <a:gd name="connsiteY63" fmla="*/ 106223 h 4584820"/>
                <a:gd name="connsiteX64" fmla="*/ 2435110 w 5249394"/>
                <a:gd name="connsiteY64" fmla="*/ 107650 h 4584820"/>
                <a:gd name="connsiteX65" fmla="*/ 2307024 w 5249394"/>
                <a:gd name="connsiteY65" fmla="*/ 101084 h 4584820"/>
                <a:gd name="connsiteX66" fmla="*/ 2291608 w 5249394"/>
                <a:gd name="connsiteY66" fmla="*/ 101607 h 4584820"/>
                <a:gd name="connsiteX67" fmla="*/ 2228611 w 5249394"/>
                <a:gd name="connsiteY67" fmla="*/ 77246 h 4584820"/>
                <a:gd name="connsiteX68" fmla="*/ 2192355 w 5249394"/>
                <a:gd name="connsiteY68" fmla="*/ 74391 h 4584820"/>
                <a:gd name="connsiteX69" fmla="*/ 2192355 w 5249394"/>
                <a:gd name="connsiteY69" fmla="*/ 74391 h 4584820"/>
                <a:gd name="connsiteX70" fmla="*/ 2093816 w 5249394"/>
                <a:gd name="connsiteY70" fmla="*/ 131345 h 4584820"/>
                <a:gd name="connsiteX71" fmla="*/ 2070359 w 5249394"/>
                <a:gd name="connsiteY71" fmla="*/ 148046 h 4584820"/>
                <a:gd name="connsiteX72" fmla="*/ 1846160 w 5249394"/>
                <a:gd name="connsiteY72" fmla="*/ 186110 h 4584820"/>
                <a:gd name="connsiteX73" fmla="*/ 1770174 w 5249394"/>
                <a:gd name="connsiteY73" fmla="*/ 193295 h 4584820"/>
                <a:gd name="connsiteX74" fmla="*/ 1648321 w 5249394"/>
                <a:gd name="connsiteY74" fmla="*/ 252199 h 4584820"/>
                <a:gd name="connsiteX75" fmla="*/ 1611732 w 5249394"/>
                <a:gd name="connsiteY75" fmla="*/ 301921 h 4584820"/>
                <a:gd name="connsiteX76" fmla="*/ 1607021 w 5249394"/>
                <a:gd name="connsiteY76" fmla="*/ 322380 h 4584820"/>
                <a:gd name="connsiteX77" fmla="*/ 1584040 w 5249394"/>
                <a:gd name="connsiteY77" fmla="*/ 321904 h 4584820"/>
                <a:gd name="connsiteX78" fmla="*/ 1319779 w 5249394"/>
                <a:gd name="connsiteY78" fmla="*/ 465692 h 4584820"/>
                <a:gd name="connsiteX79" fmla="*/ 1176466 w 5249394"/>
                <a:gd name="connsiteY79" fmla="*/ 606435 h 4584820"/>
                <a:gd name="connsiteX80" fmla="*/ 1136404 w 5249394"/>
                <a:gd name="connsiteY80" fmla="*/ 618568 h 4584820"/>
                <a:gd name="connsiteX81" fmla="*/ 1053519 w 5249394"/>
                <a:gd name="connsiteY81" fmla="*/ 643405 h 4584820"/>
                <a:gd name="connsiteX82" fmla="*/ 1019356 w 5249394"/>
                <a:gd name="connsiteY82" fmla="*/ 692841 h 4584820"/>
                <a:gd name="connsiteX83" fmla="*/ 1008032 w 5249394"/>
                <a:gd name="connsiteY83" fmla="*/ 702881 h 4584820"/>
                <a:gd name="connsiteX84" fmla="*/ 897360 w 5249394"/>
                <a:gd name="connsiteY84" fmla="*/ 716726 h 4584820"/>
                <a:gd name="connsiteX85" fmla="*/ 696190 w 5249394"/>
                <a:gd name="connsiteY85" fmla="*/ 902718 h 4584820"/>
                <a:gd name="connsiteX86" fmla="*/ 684200 w 5249394"/>
                <a:gd name="connsiteY86" fmla="*/ 913614 h 4584820"/>
                <a:gd name="connsiteX87" fmla="*/ 571387 w 5249394"/>
                <a:gd name="connsiteY87" fmla="*/ 989362 h 4584820"/>
                <a:gd name="connsiteX88" fmla="*/ 551831 w 5249394"/>
                <a:gd name="connsiteY88" fmla="*/ 1019813 h 4584820"/>
                <a:gd name="connsiteX89" fmla="*/ 551831 w 5249394"/>
                <a:gd name="connsiteY89" fmla="*/ 1019813 h 4584820"/>
                <a:gd name="connsiteX90" fmla="*/ 551831 w 5249394"/>
                <a:gd name="connsiteY90" fmla="*/ 1019813 h 4584820"/>
                <a:gd name="connsiteX91" fmla="*/ 539889 w 5249394"/>
                <a:gd name="connsiteY91" fmla="*/ 1114023 h 4584820"/>
                <a:gd name="connsiteX92" fmla="*/ 539889 w 5249394"/>
                <a:gd name="connsiteY92" fmla="*/ 1114023 h 4584820"/>
                <a:gd name="connsiteX93" fmla="*/ 538271 w 5249394"/>
                <a:gd name="connsiteY93" fmla="*/ 1120351 h 4584820"/>
                <a:gd name="connsiteX94" fmla="*/ 519191 w 5249394"/>
                <a:gd name="connsiteY94" fmla="*/ 1150564 h 4584820"/>
                <a:gd name="connsiteX95" fmla="*/ 515670 w 5249394"/>
                <a:gd name="connsiteY95" fmla="*/ 1194719 h 4584820"/>
                <a:gd name="connsiteX96" fmla="*/ 515670 w 5249394"/>
                <a:gd name="connsiteY96" fmla="*/ 1194719 h 4584820"/>
                <a:gd name="connsiteX97" fmla="*/ 515670 w 5249394"/>
                <a:gd name="connsiteY97" fmla="*/ 1194719 h 4584820"/>
                <a:gd name="connsiteX98" fmla="*/ 464283 w 5249394"/>
                <a:gd name="connsiteY98" fmla="*/ 1200619 h 4584820"/>
                <a:gd name="connsiteX99" fmla="*/ 322161 w 5249394"/>
                <a:gd name="connsiteY99" fmla="*/ 1323329 h 4584820"/>
                <a:gd name="connsiteX100" fmla="*/ 317641 w 5249394"/>
                <a:gd name="connsiteY100" fmla="*/ 1333225 h 4584820"/>
                <a:gd name="connsiteX101" fmla="*/ 241893 w 5249394"/>
                <a:gd name="connsiteY101" fmla="*/ 1470114 h 4584820"/>
                <a:gd name="connsiteX102" fmla="*/ 199356 w 5249394"/>
                <a:gd name="connsiteY102" fmla="*/ 1526544 h 4584820"/>
                <a:gd name="connsiteX103" fmla="*/ 166716 w 5249394"/>
                <a:gd name="connsiteY103" fmla="*/ 1578692 h 4584820"/>
                <a:gd name="connsiteX104" fmla="*/ 188412 w 5249394"/>
                <a:gd name="connsiteY104" fmla="*/ 1666431 h 4584820"/>
                <a:gd name="connsiteX105" fmla="*/ 141022 w 5249394"/>
                <a:gd name="connsiteY105" fmla="*/ 1711775 h 4584820"/>
                <a:gd name="connsiteX106" fmla="*/ 82308 w 5249394"/>
                <a:gd name="connsiteY106" fmla="*/ 1868695 h 4584820"/>
                <a:gd name="connsiteX107" fmla="*/ 128604 w 5249394"/>
                <a:gd name="connsiteY107" fmla="*/ 1994830 h 4584820"/>
                <a:gd name="connsiteX108" fmla="*/ 125701 w 5249394"/>
                <a:gd name="connsiteY108" fmla="*/ 2014862 h 4584820"/>
                <a:gd name="connsiteX109" fmla="*/ 92966 w 5249394"/>
                <a:gd name="connsiteY109" fmla="*/ 2089944 h 4584820"/>
                <a:gd name="connsiteX110" fmla="*/ 130317 w 5249394"/>
                <a:gd name="connsiteY110" fmla="*/ 2163122 h 4584820"/>
                <a:gd name="connsiteX111" fmla="*/ 151347 w 5249394"/>
                <a:gd name="connsiteY111" fmla="*/ 2239822 h 4584820"/>
                <a:gd name="connsiteX112" fmla="*/ 93537 w 5249394"/>
                <a:gd name="connsiteY112" fmla="*/ 2316236 h 4584820"/>
                <a:gd name="connsiteX113" fmla="*/ 78882 w 5249394"/>
                <a:gd name="connsiteY113" fmla="*/ 2325942 h 4584820"/>
                <a:gd name="connsiteX114" fmla="*/ 9320 w 5249394"/>
                <a:gd name="connsiteY114" fmla="*/ 2432332 h 4584820"/>
                <a:gd name="connsiteX115" fmla="*/ 53950 w 5249394"/>
                <a:gd name="connsiteY115" fmla="*/ 2585398 h 4584820"/>
                <a:gd name="connsiteX116" fmla="*/ 122418 w 5249394"/>
                <a:gd name="connsiteY116" fmla="*/ 2624319 h 4584820"/>
                <a:gd name="connsiteX117" fmla="*/ 126748 w 5249394"/>
                <a:gd name="connsiteY117" fmla="*/ 2636309 h 4584820"/>
                <a:gd name="connsiteX118" fmla="*/ 92728 w 5249394"/>
                <a:gd name="connsiteY118" fmla="*/ 2708774 h 4584820"/>
                <a:gd name="connsiteX119" fmla="*/ 79644 w 5249394"/>
                <a:gd name="connsiteY119" fmla="*/ 2743270 h 4584820"/>
                <a:gd name="connsiteX120" fmla="*/ 79644 w 5249394"/>
                <a:gd name="connsiteY120" fmla="*/ 2743270 h 4584820"/>
                <a:gd name="connsiteX121" fmla="*/ 79644 w 5249394"/>
                <a:gd name="connsiteY121" fmla="*/ 2743270 h 4584820"/>
                <a:gd name="connsiteX122" fmla="*/ 60278 w 5249394"/>
                <a:gd name="connsiteY122" fmla="*/ 2814069 h 4584820"/>
                <a:gd name="connsiteX123" fmla="*/ 57091 w 5249394"/>
                <a:gd name="connsiteY123" fmla="*/ 2831579 h 4584820"/>
                <a:gd name="connsiteX124" fmla="*/ 57091 w 5249394"/>
                <a:gd name="connsiteY124" fmla="*/ 2831579 h 4584820"/>
                <a:gd name="connsiteX125" fmla="*/ 52428 w 5249394"/>
                <a:gd name="connsiteY125" fmla="*/ 2900475 h 4584820"/>
                <a:gd name="connsiteX126" fmla="*/ 55140 w 5249394"/>
                <a:gd name="connsiteY126" fmla="*/ 2933924 h 4584820"/>
                <a:gd name="connsiteX127" fmla="*/ 55140 w 5249394"/>
                <a:gd name="connsiteY127" fmla="*/ 2933924 h 4584820"/>
                <a:gd name="connsiteX128" fmla="*/ 74267 w 5249394"/>
                <a:gd name="connsiteY128" fmla="*/ 3001584 h 4584820"/>
                <a:gd name="connsiteX129" fmla="*/ 67416 w 5249394"/>
                <a:gd name="connsiteY129" fmla="*/ 3026801 h 4584820"/>
                <a:gd name="connsiteX130" fmla="*/ 89683 w 5249394"/>
                <a:gd name="connsiteY130" fmla="*/ 3038268 h 4584820"/>
                <a:gd name="connsiteX131" fmla="*/ 97391 w 5249394"/>
                <a:gd name="connsiteY131" fmla="*/ 3040029 h 4584820"/>
                <a:gd name="connsiteX132" fmla="*/ 97391 w 5249394"/>
                <a:gd name="connsiteY132" fmla="*/ 3040029 h 4584820"/>
                <a:gd name="connsiteX133" fmla="*/ 131792 w 5249394"/>
                <a:gd name="connsiteY133" fmla="*/ 3078283 h 4584820"/>
                <a:gd name="connsiteX134" fmla="*/ 283668 w 5249394"/>
                <a:gd name="connsiteY134" fmla="*/ 3153270 h 4584820"/>
                <a:gd name="connsiteX135" fmla="*/ 283668 w 5249394"/>
                <a:gd name="connsiteY135" fmla="*/ 3153270 h 4584820"/>
                <a:gd name="connsiteX136" fmla="*/ 324921 w 5249394"/>
                <a:gd name="connsiteY136" fmla="*/ 3159551 h 4584820"/>
                <a:gd name="connsiteX137" fmla="*/ 321400 w 5249394"/>
                <a:gd name="connsiteY137" fmla="*/ 3166259 h 4584820"/>
                <a:gd name="connsiteX138" fmla="*/ 225763 w 5249394"/>
                <a:gd name="connsiteY138" fmla="*/ 3288018 h 4584820"/>
                <a:gd name="connsiteX139" fmla="*/ 218388 w 5249394"/>
                <a:gd name="connsiteY139" fmla="*/ 3319325 h 4584820"/>
                <a:gd name="connsiteX140" fmla="*/ 218388 w 5249394"/>
                <a:gd name="connsiteY140" fmla="*/ 3319325 h 4584820"/>
                <a:gd name="connsiteX141" fmla="*/ 218388 w 5249394"/>
                <a:gd name="connsiteY141" fmla="*/ 3319325 h 4584820"/>
                <a:gd name="connsiteX142" fmla="*/ 216532 w 5249394"/>
                <a:gd name="connsiteY142" fmla="*/ 3322846 h 4584820"/>
                <a:gd name="connsiteX143" fmla="*/ 235612 w 5249394"/>
                <a:gd name="connsiteY143" fmla="*/ 3493755 h 4584820"/>
                <a:gd name="connsiteX144" fmla="*/ 235612 w 5249394"/>
                <a:gd name="connsiteY144" fmla="*/ 3493755 h 4584820"/>
                <a:gd name="connsiteX145" fmla="*/ 248697 w 5249394"/>
                <a:gd name="connsiteY145" fmla="*/ 3527775 h 4584820"/>
                <a:gd name="connsiteX146" fmla="*/ 292709 w 5249394"/>
                <a:gd name="connsiteY146" fmla="*/ 3616988 h 4584820"/>
                <a:gd name="connsiteX147" fmla="*/ 287617 w 5249394"/>
                <a:gd name="connsiteY147" fmla="*/ 3642824 h 4584820"/>
                <a:gd name="connsiteX148" fmla="*/ 309171 w 5249394"/>
                <a:gd name="connsiteY148" fmla="*/ 3653245 h 4584820"/>
                <a:gd name="connsiteX149" fmla="*/ 315642 w 5249394"/>
                <a:gd name="connsiteY149" fmla="*/ 3654672 h 4584820"/>
                <a:gd name="connsiteX150" fmla="*/ 459573 w 5249394"/>
                <a:gd name="connsiteY150" fmla="*/ 3836619 h 4584820"/>
                <a:gd name="connsiteX151" fmla="*/ 459573 w 5249394"/>
                <a:gd name="connsiteY151" fmla="*/ 3836619 h 4584820"/>
                <a:gd name="connsiteX152" fmla="*/ 459573 w 5249394"/>
                <a:gd name="connsiteY152" fmla="*/ 3836619 h 4584820"/>
                <a:gd name="connsiteX153" fmla="*/ 489691 w 5249394"/>
                <a:gd name="connsiteY153" fmla="*/ 3866214 h 4584820"/>
                <a:gd name="connsiteX154" fmla="*/ 489691 w 5249394"/>
                <a:gd name="connsiteY154" fmla="*/ 3866214 h 4584820"/>
                <a:gd name="connsiteX155" fmla="*/ 489691 w 5249394"/>
                <a:gd name="connsiteY155" fmla="*/ 3866214 h 4584820"/>
                <a:gd name="connsiteX156" fmla="*/ 494021 w 5249394"/>
                <a:gd name="connsiteY156" fmla="*/ 3871305 h 4584820"/>
                <a:gd name="connsiteX157" fmla="*/ 937613 w 5249394"/>
                <a:gd name="connsiteY157" fmla="*/ 4163877 h 4584820"/>
                <a:gd name="connsiteX158" fmla="*/ 1270580 w 5249394"/>
                <a:gd name="connsiteY158" fmla="*/ 4240386 h 4584820"/>
                <a:gd name="connsiteX159" fmla="*/ 1508149 w 5249394"/>
                <a:gd name="connsiteY159" fmla="*/ 4222877 h 4584820"/>
                <a:gd name="connsiteX160" fmla="*/ 1531226 w 5249394"/>
                <a:gd name="connsiteY160" fmla="*/ 4225018 h 4584820"/>
                <a:gd name="connsiteX161" fmla="*/ 1531226 w 5249394"/>
                <a:gd name="connsiteY161" fmla="*/ 4225018 h 4584820"/>
                <a:gd name="connsiteX162" fmla="*/ 1531226 w 5249394"/>
                <a:gd name="connsiteY162" fmla="*/ 4225018 h 4584820"/>
                <a:gd name="connsiteX163" fmla="*/ 1534271 w 5249394"/>
                <a:gd name="connsiteY163" fmla="*/ 4227730 h 4584820"/>
                <a:gd name="connsiteX164" fmla="*/ 1935897 w 5249394"/>
                <a:gd name="connsiteY164" fmla="*/ 4315754 h 4584820"/>
                <a:gd name="connsiteX165" fmla="*/ 2274717 w 5249394"/>
                <a:gd name="connsiteY165" fmla="*/ 4122625 h 4584820"/>
                <a:gd name="connsiteX166" fmla="*/ 2295557 w 5249394"/>
                <a:gd name="connsiteY166" fmla="*/ 4128620 h 4584820"/>
                <a:gd name="connsiteX167" fmla="*/ 2296841 w 5249394"/>
                <a:gd name="connsiteY167" fmla="*/ 4228872 h 4584820"/>
                <a:gd name="connsiteX168" fmla="*/ 2272052 w 5249394"/>
                <a:gd name="connsiteY168" fmla="*/ 4255374 h 4584820"/>
                <a:gd name="connsiteX169" fmla="*/ 2294415 w 5249394"/>
                <a:gd name="connsiteY169" fmla="*/ 4270267 h 4584820"/>
                <a:gd name="connsiteX170" fmla="*/ 2294415 w 5249394"/>
                <a:gd name="connsiteY170" fmla="*/ 4270267 h 4584820"/>
                <a:gd name="connsiteX171" fmla="*/ 2252211 w 5249394"/>
                <a:gd name="connsiteY171" fmla="*/ 4465537 h 4584820"/>
                <a:gd name="connsiteX172" fmla="*/ 2234083 w 5249394"/>
                <a:gd name="connsiteY172" fmla="*/ 4503506 h 4584820"/>
                <a:gd name="connsiteX173" fmla="*/ 2234083 w 5249394"/>
                <a:gd name="connsiteY173" fmla="*/ 4503506 h 4584820"/>
                <a:gd name="connsiteX174" fmla="*/ 2234083 w 5249394"/>
                <a:gd name="connsiteY174" fmla="*/ 4503506 h 4584820"/>
                <a:gd name="connsiteX175" fmla="*/ 2173466 w 5249394"/>
                <a:gd name="connsiteY175" fmla="*/ 4584821 h 4584820"/>
                <a:gd name="connsiteX176" fmla="*/ 2695660 w 5249394"/>
                <a:gd name="connsiteY176" fmla="*/ 4584821 h 4584820"/>
                <a:gd name="connsiteX177" fmla="*/ 2696897 w 5249394"/>
                <a:gd name="connsiteY177" fmla="*/ 4526582 h 4584820"/>
                <a:gd name="connsiteX178" fmla="*/ 2733867 w 5249394"/>
                <a:gd name="connsiteY178" fmla="*/ 4385506 h 4584820"/>
                <a:gd name="connsiteX179" fmla="*/ 2744620 w 5249394"/>
                <a:gd name="connsiteY179" fmla="*/ 4384793 h 4584820"/>
                <a:gd name="connsiteX180" fmla="*/ 2771408 w 5249394"/>
                <a:gd name="connsiteY180" fmla="*/ 4367807 h 4584820"/>
                <a:gd name="connsiteX181" fmla="*/ 2752424 w 5249394"/>
                <a:gd name="connsiteY181" fmla="*/ 4343921 h 4584820"/>
                <a:gd name="connsiteX182" fmla="*/ 2752424 w 5249394"/>
                <a:gd name="connsiteY182" fmla="*/ 4343921 h 4584820"/>
                <a:gd name="connsiteX183" fmla="*/ 2752424 w 5249394"/>
                <a:gd name="connsiteY183" fmla="*/ 4343921 h 4584820"/>
                <a:gd name="connsiteX184" fmla="*/ 2817942 w 5249394"/>
                <a:gd name="connsiteY184" fmla="*/ 4233535 h 4584820"/>
                <a:gd name="connsiteX185" fmla="*/ 2855197 w 5249394"/>
                <a:gd name="connsiteY185" fmla="*/ 4166256 h 4584820"/>
                <a:gd name="connsiteX186" fmla="*/ 2867140 w 5249394"/>
                <a:gd name="connsiteY186" fmla="*/ 4164543 h 4584820"/>
                <a:gd name="connsiteX187" fmla="*/ 2892310 w 5249394"/>
                <a:gd name="connsiteY187" fmla="*/ 4147462 h 4584820"/>
                <a:gd name="connsiteX188" fmla="*/ 2870328 w 5249394"/>
                <a:gd name="connsiteY188" fmla="*/ 4125051 h 4584820"/>
                <a:gd name="connsiteX189" fmla="*/ 2877512 w 5249394"/>
                <a:gd name="connsiteY189" fmla="*/ 3996822 h 4584820"/>
                <a:gd name="connsiteX190" fmla="*/ 2758133 w 5249394"/>
                <a:gd name="connsiteY190" fmla="*/ 3805882 h 4584820"/>
                <a:gd name="connsiteX191" fmla="*/ 2758133 w 5249394"/>
                <a:gd name="connsiteY191" fmla="*/ 3805882 h 4584820"/>
                <a:gd name="connsiteX192" fmla="*/ 2758133 w 5249394"/>
                <a:gd name="connsiteY192" fmla="*/ 3805882 h 4584820"/>
                <a:gd name="connsiteX193" fmla="*/ 2764890 w 5249394"/>
                <a:gd name="connsiteY193" fmla="*/ 3799507 h 4584820"/>
                <a:gd name="connsiteX194" fmla="*/ 2825983 w 5249394"/>
                <a:gd name="connsiteY194" fmla="*/ 3795986 h 4584820"/>
                <a:gd name="connsiteX195" fmla="*/ 3014020 w 5249394"/>
                <a:gd name="connsiteY195" fmla="*/ 3670897 h 4584820"/>
                <a:gd name="connsiteX196" fmla="*/ 3014020 w 5249394"/>
                <a:gd name="connsiteY196" fmla="*/ 3670897 h 4584820"/>
                <a:gd name="connsiteX197" fmla="*/ 3014020 w 5249394"/>
                <a:gd name="connsiteY197" fmla="*/ 3670897 h 4584820"/>
                <a:gd name="connsiteX198" fmla="*/ 3017827 w 5249394"/>
                <a:gd name="connsiteY198" fmla="*/ 3667233 h 4584820"/>
                <a:gd name="connsiteX199" fmla="*/ 3050372 w 5249394"/>
                <a:gd name="connsiteY199" fmla="*/ 3600668 h 4584820"/>
                <a:gd name="connsiteX200" fmla="*/ 3067025 w 5249394"/>
                <a:gd name="connsiteY200" fmla="*/ 3554087 h 4584820"/>
                <a:gd name="connsiteX201" fmla="*/ 3067025 w 5249394"/>
                <a:gd name="connsiteY201" fmla="*/ 3554087 h 4584820"/>
                <a:gd name="connsiteX202" fmla="*/ 3067025 w 5249394"/>
                <a:gd name="connsiteY202" fmla="*/ 3554087 h 4584820"/>
                <a:gd name="connsiteX203" fmla="*/ 3084915 w 5249394"/>
                <a:gd name="connsiteY203" fmla="*/ 3480433 h 4584820"/>
                <a:gd name="connsiteX204" fmla="*/ 3091386 w 5249394"/>
                <a:gd name="connsiteY204" fmla="*/ 3473629 h 4584820"/>
                <a:gd name="connsiteX205" fmla="*/ 3302643 w 5249394"/>
                <a:gd name="connsiteY205" fmla="*/ 3430188 h 4584820"/>
                <a:gd name="connsiteX206" fmla="*/ 3372872 w 5249394"/>
                <a:gd name="connsiteY206" fmla="*/ 3455358 h 4584820"/>
                <a:gd name="connsiteX207" fmla="*/ 3563336 w 5249394"/>
                <a:gd name="connsiteY207" fmla="*/ 3463303 h 4584820"/>
                <a:gd name="connsiteX208" fmla="*/ 3734197 w 5249394"/>
                <a:gd name="connsiteY208" fmla="*/ 3376660 h 4584820"/>
                <a:gd name="connsiteX209" fmla="*/ 3781302 w 5249394"/>
                <a:gd name="connsiteY209" fmla="*/ 3322180 h 4584820"/>
                <a:gd name="connsiteX210" fmla="*/ 3781302 w 5249394"/>
                <a:gd name="connsiteY210" fmla="*/ 3322180 h 4584820"/>
                <a:gd name="connsiteX211" fmla="*/ 3821697 w 5249394"/>
                <a:gd name="connsiteY211" fmla="*/ 3253950 h 4584820"/>
                <a:gd name="connsiteX212" fmla="*/ 3821697 w 5249394"/>
                <a:gd name="connsiteY212" fmla="*/ 3253950 h 4584820"/>
                <a:gd name="connsiteX213" fmla="*/ 3841015 w 5249394"/>
                <a:gd name="connsiteY213" fmla="*/ 3176727 h 4584820"/>
                <a:gd name="connsiteX214" fmla="*/ 3841015 w 5249394"/>
                <a:gd name="connsiteY214" fmla="*/ 3176727 h 4584820"/>
                <a:gd name="connsiteX215" fmla="*/ 3841158 w 5249394"/>
                <a:gd name="connsiteY215" fmla="*/ 3096602 h 4584820"/>
                <a:gd name="connsiteX216" fmla="*/ 3868611 w 5249394"/>
                <a:gd name="connsiteY216" fmla="*/ 3037792 h 4584820"/>
                <a:gd name="connsiteX217" fmla="*/ 3899253 w 5249394"/>
                <a:gd name="connsiteY217" fmla="*/ 3017951 h 4584820"/>
                <a:gd name="connsiteX218" fmla="*/ 3899253 w 5249394"/>
                <a:gd name="connsiteY218" fmla="*/ 3017951 h 4584820"/>
                <a:gd name="connsiteX219" fmla="*/ 3957206 w 5249394"/>
                <a:gd name="connsiteY219" fmla="*/ 2994256 h 4584820"/>
                <a:gd name="connsiteX220" fmla="*/ 3957206 w 5249394"/>
                <a:gd name="connsiteY220" fmla="*/ 2994256 h 4584820"/>
                <a:gd name="connsiteX221" fmla="*/ 4025532 w 5249394"/>
                <a:gd name="connsiteY221" fmla="*/ 2894528 h 4584820"/>
                <a:gd name="connsiteX222" fmla="*/ 4105562 w 5249394"/>
                <a:gd name="connsiteY222" fmla="*/ 2925170 h 4584820"/>
                <a:gd name="connsiteX223" fmla="*/ 4177836 w 5249394"/>
                <a:gd name="connsiteY223" fmla="*/ 2885726 h 4584820"/>
                <a:gd name="connsiteX224" fmla="*/ 4249825 w 5249394"/>
                <a:gd name="connsiteY224" fmla="*/ 2922267 h 4584820"/>
                <a:gd name="connsiteX225" fmla="*/ 4288270 w 5249394"/>
                <a:gd name="connsiteY225" fmla="*/ 2905091 h 4584820"/>
                <a:gd name="connsiteX226" fmla="*/ 4300879 w 5249394"/>
                <a:gd name="connsiteY226" fmla="*/ 2900618 h 4584820"/>
                <a:gd name="connsiteX227" fmla="*/ 4496006 w 5249394"/>
                <a:gd name="connsiteY227" fmla="*/ 2893481 h 4584820"/>
                <a:gd name="connsiteX228" fmla="*/ 4682093 w 5249394"/>
                <a:gd name="connsiteY228" fmla="*/ 2841809 h 4584820"/>
                <a:gd name="connsiteX229" fmla="*/ 4710118 w 5249394"/>
                <a:gd name="connsiteY229" fmla="*/ 2840048 h 4584820"/>
                <a:gd name="connsiteX230" fmla="*/ 4737096 w 5249394"/>
                <a:gd name="connsiteY230" fmla="*/ 2826773 h 4584820"/>
                <a:gd name="connsiteX231" fmla="*/ 4726533 w 5249394"/>
                <a:gd name="connsiteY231" fmla="*/ 2800128 h 4584820"/>
                <a:gd name="connsiteX232" fmla="*/ 4726533 w 5249394"/>
                <a:gd name="connsiteY232" fmla="*/ 2800128 h 4584820"/>
                <a:gd name="connsiteX233" fmla="*/ 4738904 w 5249394"/>
                <a:gd name="connsiteY233" fmla="*/ 2787948 h 4584820"/>
                <a:gd name="connsiteX234" fmla="*/ 4829687 w 5249394"/>
                <a:gd name="connsiteY234" fmla="*/ 2737988 h 4584820"/>
                <a:gd name="connsiteX235" fmla="*/ 4844532 w 5249394"/>
                <a:gd name="connsiteY235" fmla="*/ 2736704 h 4584820"/>
                <a:gd name="connsiteX236" fmla="*/ 4966101 w 5249394"/>
                <a:gd name="connsiteY236" fmla="*/ 2736656 h 4584820"/>
                <a:gd name="connsiteX237" fmla="*/ 4986750 w 5249394"/>
                <a:gd name="connsiteY237" fmla="*/ 2722334 h 4584820"/>
                <a:gd name="connsiteX238" fmla="*/ 4978186 w 5249394"/>
                <a:gd name="connsiteY238" fmla="*/ 2699972 h 4584820"/>
                <a:gd name="connsiteX239" fmla="*/ 4963912 w 5249394"/>
                <a:gd name="connsiteY239" fmla="*/ 2695594 h 4584820"/>
                <a:gd name="connsiteX240" fmla="*/ 4963912 w 5249394"/>
                <a:gd name="connsiteY240" fmla="*/ 2695594 h 4584820"/>
                <a:gd name="connsiteX241" fmla="*/ 4991413 w 5249394"/>
                <a:gd name="connsiteY241" fmla="*/ 2625080 h 4584820"/>
                <a:gd name="connsiteX242" fmla="*/ 5003451 w 5249394"/>
                <a:gd name="connsiteY242" fmla="*/ 2621416 h 4584820"/>
                <a:gd name="connsiteX243" fmla="*/ 5063355 w 5249394"/>
                <a:gd name="connsiteY243" fmla="*/ 2621369 h 4584820"/>
                <a:gd name="connsiteX244" fmla="*/ 5089714 w 5249394"/>
                <a:gd name="connsiteY244" fmla="*/ 2606904 h 4584820"/>
                <a:gd name="connsiteX245" fmla="*/ 5077201 w 5249394"/>
                <a:gd name="connsiteY245" fmla="*/ 2581164 h 4584820"/>
                <a:gd name="connsiteX246" fmla="*/ 5120309 w 5249394"/>
                <a:gd name="connsiteY246" fmla="*/ 2523782 h 4584820"/>
                <a:gd name="connsiteX247" fmla="*/ 5147477 w 5249394"/>
                <a:gd name="connsiteY247" fmla="*/ 2523068 h 4584820"/>
                <a:gd name="connsiteX248" fmla="*/ 5164844 w 5249394"/>
                <a:gd name="connsiteY248" fmla="*/ 2508508 h 4584820"/>
                <a:gd name="connsiteX249" fmla="*/ 5155851 w 5249394"/>
                <a:gd name="connsiteY249" fmla="*/ 2486383 h 4584820"/>
                <a:gd name="connsiteX250" fmla="*/ 5140245 w 5249394"/>
                <a:gd name="connsiteY250" fmla="*/ 2482339 h 4584820"/>
                <a:gd name="connsiteX251" fmla="*/ 5140245 w 5249394"/>
                <a:gd name="connsiteY251" fmla="*/ 2482339 h 4584820"/>
                <a:gd name="connsiteX252" fmla="*/ 5140245 w 5249394"/>
                <a:gd name="connsiteY252" fmla="*/ 2482339 h 4584820"/>
                <a:gd name="connsiteX253" fmla="*/ 5172694 w 5249394"/>
                <a:gd name="connsiteY253" fmla="*/ 2374760 h 4584820"/>
                <a:gd name="connsiteX254" fmla="*/ 5192583 w 5249394"/>
                <a:gd name="connsiteY254" fmla="*/ 2245865 h 4584820"/>
                <a:gd name="connsiteX255" fmla="*/ 5197008 w 5249394"/>
                <a:gd name="connsiteY255" fmla="*/ 2231353 h 4584820"/>
                <a:gd name="connsiteX256" fmla="*/ 5237641 w 5249394"/>
                <a:gd name="connsiteY256" fmla="*/ 2181488 h 4584820"/>
                <a:gd name="connsiteX257" fmla="*/ 5249394 w 5249394"/>
                <a:gd name="connsiteY257" fmla="*/ 2159839 h 4584820"/>
                <a:gd name="connsiteX258" fmla="*/ 5249394 w 5249394"/>
                <a:gd name="connsiteY258" fmla="*/ 2140712 h 4584820"/>
                <a:gd name="connsiteX259" fmla="*/ 5249394 w 5249394"/>
                <a:gd name="connsiteY259" fmla="*/ 1905617 h 4584820"/>
                <a:gd name="connsiteX260" fmla="*/ 5249394 w 5249394"/>
                <a:gd name="connsiteY260" fmla="*/ 1886490 h 4584820"/>
                <a:gd name="connsiteX261" fmla="*/ 5249394 w 5249394"/>
                <a:gd name="connsiteY261" fmla="*/ 1837292 h 4584820"/>
                <a:gd name="connsiteX262" fmla="*/ 5248014 w 5249394"/>
                <a:gd name="connsiteY262" fmla="*/ 1842764 h 4584820"/>
                <a:gd name="connsiteX263" fmla="*/ 5249394 w 5249394"/>
                <a:gd name="connsiteY263" fmla="*/ 1837292 h 4584820"/>
                <a:gd name="connsiteX264" fmla="*/ 5249394 w 5249394"/>
                <a:gd name="connsiteY264" fmla="*/ 1818165 h 4584820"/>
                <a:gd name="connsiteX265" fmla="*/ 5215088 w 5249394"/>
                <a:gd name="connsiteY265" fmla="*/ 1737040 h 458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Lst>
              <a:rect l="l" t="t" r="r" b="b"/>
              <a:pathLst>
                <a:path w="5249394" h="4584820">
                  <a:moveTo>
                    <a:pt x="5215088" y="1737040"/>
                  </a:moveTo>
                  <a:cubicBezTo>
                    <a:pt x="5214613" y="1721434"/>
                    <a:pt x="5206619" y="1712584"/>
                    <a:pt x="5191251" y="1710252"/>
                  </a:cubicBezTo>
                  <a:cubicBezTo>
                    <a:pt x="5191251" y="1710252"/>
                    <a:pt x="5191251" y="1710252"/>
                    <a:pt x="5191251" y="1710252"/>
                  </a:cubicBezTo>
                  <a:cubicBezTo>
                    <a:pt x="5182163" y="1704257"/>
                    <a:pt x="5181211" y="1697120"/>
                    <a:pt x="5184114" y="1686272"/>
                  </a:cubicBezTo>
                  <a:cubicBezTo>
                    <a:pt x="5202290" y="1618755"/>
                    <a:pt x="5199625" y="1551572"/>
                    <a:pt x="5178261" y="1485102"/>
                  </a:cubicBezTo>
                  <a:cubicBezTo>
                    <a:pt x="5188063" y="1467830"/>
                    <a:pt x="5186588" y="1463405"/>
                    <a:pt x="5165843" y="1448227"/>
                  </a:cubicBezTo>
                  <a:cubicBezTo>
                    <a:pt x="5165843" y="1448227"/>
                    <a:pt x="5165843" y="1448227"/>
                    <a:pt x="5165843" y="1448227"/>
                  </a:cubicBezTo>
                  <a:cubicBezTo>
                    <a:pt x="5158183" y="1428767"/>
                    <a:pt x="5148762" y="1410210"/>
                    <a:pt x="5138294" y="1392130"/>
                  </a:cubicBezTo>
                  <a:cubicBezTo>
                    <a:pt x="5113029" y="1348499"/>
                    <a:pt x="5081626" y="1309816"/>
                    <a:pt x="5045845" y="1274416"/>
                  </a:cubicBezTo>
                  <a:cubicBezTo>
                    <a:pt x="5042943" y="1271514"/>
                    <a:pt x="5037185" y="1269848"/>
                    <a:pt x="5042229" y="1262806"/>
                  </a:cubicBezTo>
                  <a:cubicBezTo>
                    <a:pt x="5056218" y="1243203"/>
                    <a:pt x="5055837" y="1220936"/>
                    <a:pt x="5050889" y="1198668"/>
                  </a:cubicBezTo>
                  <a:cubicBezTo>
                    <a:pt x="5042610" y="1161413"/>
                    <a:pt x="5022103" y="1130343"/>
                    <a:pt x="4999454" y="1100605"/>
                  </a:cubicBezTo>
                  <a:cubicBezTo>
                    <a:pt x="4994982" y="1094753"/>
                    <a:pt x="4991651" y="1088567"/>
                    <a:pt x="4988701" y="1081906"/>
                  </a:cubicBezTo>
                  <a:cubicBezTo>
                    <a:pt x="4966672" y="1032565"/>
                    <a:pt x="4939218" y="986935"/>
                    <a:pt x="4896919" y="951869"/>
                  </a:cubicBezTo>
                  <a:cubicBezTo>
                    <a:pt x="4889306" y="940735"/>
                    <a:pt x="4879266" y="932932"/>
                    <a:pt x="4866229" y="929125"/>
                  </a:cubicBezTo>
                  <a:lnTo>
                    <a:pt x="4866229" y="929125"/>
                  </a:lnTo>
                  <a:cubicBezTo>
                    <a:pt x="4866229" y="929125"/>
                    <a:pt x="4866229" y="929125"/>
                    <a:pt x="4866229" y="929125"/>
                  </a:cubicBezTo>
                  <a:cubicBezTo>
                    <a:pt x="4859949" y="922987"/>
                    <a:pt x="4852146" y="918467"/>
                    <a:pt x="4844152" y="916374"/>
                  </a:cubicBezTo>
                  <a:cubicBezTo>
                    <a:pt x="4817269" y="909284"/>
                    <a:pt x="4800093" y="890062"/>
                    <a:pt x="4783535" y="870030"/>
                  </a:cubicBezTo>
                  <a:cubicBezTo>
                    <a:pt x="4755605" y="836201"/>
                    <a:pt x="4733099" y="799040"/>
                    <a:pt x="4730387" y="754315"/>
                  </a:cubicBezTo>
                  <a:cubicBezTo>
                    <a:pt x="4728151" y="717726"/>
                    <a:pt x="4710689" y="692936"/>
                    <a:pt x="4680666" y="675094"/>
                  </a:cubicBezTo>
                  <a:cubicBezTo>
                    <a:pt x="4661729" y="663817"/>
                    <a:pt x="4641031" y="657061"/>
                    <a:pt x="4619382" y="653349"/>
                  </a:cubicBezTo>
                  <a:cubicBezTo>
                    <a:pt x="4611198" y="651922"/>
                    <a:pt x="4606393" y="648496"/>
                    <a:pt x="4602824" y="640312"/>
                  </a:cubicBezTo>
                  <a:cubicBezTo>
                    <a:pt x="4585505" y="600250"/>
                    <a:pt x="4564617" y="562090"/>
                    <a:pt x="4539971" y="525977"/>
                  </a:cubicBezTo>
                  <a:cubicBezTo>
                    <a:pt x="4539971" y="525977"/>
                    <a:pt x="4539971" y="525977"/>
                    <a:pt x="4539971" y="525977"/>
                  </a:cubicBezTo>
                  <a:cubicBezTo>
                    <a:pt x="4536259" y="517936"/>
                    <a:pt x="4536878" y="509276"/>
                    <a:pt x="4536783" y="500854"/>
                  </a:cubicBezTo>
                  <a:cubicBezTo>
                    <a:pt x="4536640" y="491528"/>
                    <a:pt x="4536450" y="482536"/>
                    <a:pt x="4526791" y="477540"/>
                  </a:cubicBezTo>
                  <a:cubicBezTo>
                    <a:pt x="4517513" y="472734"/>
                    <a:pt x="4509377" y="476065"/>
                    <a:pt x="4501716" y="481632"/>
                  </a:cubicBezTo>
                  <a:cubicBezTo>
                    <a:pt x="4501716" y="481632"/>
                    <a:pt x="4501716" y="481632"/>
                    <a:pt x="4501716" y="481632"/>
                  </a:cubicBezTo>
                  <a:cubicBezTo>
                    <a:pt x="4501716" y="481632"/>
                    <a:pt x="4501716" y="481632"/>
                    <a:pt x="4501716" y="481632"/>
                  </a:cubicBezTo>
                  <a:cubicBezTo>
                    <a:pt x="4463652" y="431910"/>
                    <a:pt x="4416975" y="430959"/>
                    <a:pt x="4364066" y="478777"/>
                  </a:cubicBezTo>
                  <a:cubicBezTo>
                    <a:pt x="4363543" y="478063"/>
                    <a:pt x="4362781" y="477445"/>
                    <a:pt x="4362591" y="476683"/>
                  </a:cubicBezTo>
                  <a:cubicBezTo>
                    <a:pt x="4362020" y="474019"/>
                    <a:pt x="4361544" y="471354"/>
                    <a:pt x="4361164" y="468642"/>
                  </a:cubicBezTo>
                  <a:cubicBezTo>
                    <a:pt x="4357262" y="438191"/>
                    <a:pt x="4344177" y="412307"/>
                    <a:pt x="4321387" y="391848"/>
                  </a:cubicBezTo>
                  <a:cubicBezTo>
                    <a:pt x="4291982" y="365488"/>
                    <a:pt x="4256011" y="355258"/>
                    <a:pt x="4217661" y="353117"/>
                  </a:cubicBezTo>
                  <a:cubicBezTo>
                    <a:pt x="4190493" y="351595"/>
                    <a:pt x="4163182" y="352451"/>
                    <a:pt x="4135918" y="352261"/>
                  </a:cubicBezTo>
                  <a:cubicBezTo>
                    <a:pt x="4127116" y="335322"/>
                    <a:pt x="4114507" y="330469"/>
                    <a:pt x="4102469" y="339557"/>
                  </a:cubicBezTo>
                  <a:cubicBezTo>
                    <a:pt x="4099234" y="341983"/>
                    <a:pt x="4096331" y="344933"/>
                    <a:pt x="4093286" y="347645"/>
                  </a:cubicBezTo>
                  <a:cubicBezTo>
                    <a:pt x="4093286" y="347645"/>
                    <a:pt x="4093286" y="347645"/>
                    <a:pt x="4093286" y="347645"/>
                  </a:cubicBezTo>
                  <a:cubicBezTo>
                    <a:pt x="4080249" y="345742"/>
                    <a:pt x="4067212" y="343982"/>
                    <a:pt x="4054223" y="341888"/>
                  </a:cubicBezTo>
                  <a:cubicBezTo>
                    <a:pt x="4011210" y="334894"/>
                    <a:pt x="3968245" y="327900"/>
                    <a:pt x="3927326" y="312055"/>
                  </a:cubicBezTo>
                  <a:cubicBezTo>
                    <a:pt x="3913052" y="306536"/>
                    <a:pt x="3901347" y="298447"/>
                    <a:pt x="3891783" y="285934"/>
                  </a:cubicBezTo>
                  <a:cubicBezTo>
                    <a:pt x="3871847" y="259860"/>
                    <a:pt x="3848866" y="236450"/>
                    <a:pt x="3824124" y="214896"/>
                  </a:cubicBezTo>
                  <a:cubicBezTo>
                    <a:pt x="3796575" y="190916"/>
                    <a:pt x="3767075" y="169790"/>
                    <a:pt x="3732341" y="157372"/>
                  </a:cubicBezTo>
                  <a:cubicBezTo>
                    <a:pt x="3703841" y="147189"/>
                    <a:pt x="3675721" y="145096"/>
                    <a:pt x="3646126" y="156658"/>
                  </a:cubicBezTo>
                  <a:cubicBezTo>
                    <a:pt x="3601019" y="174263"/>
                    <a:pt x="3553725" y="182922"/>
                    <a:pt x="3505145" y="184159"/>
                  </a:cubicBezTo>
                  <a:cubicBezTo>
                    <a:pt x="3493868" y="184445"/>
                    <a:pt x="3485542" y="182589"/>
                    <a:pt x="3478881" y="172217"/>
                  </a:cubicBezTo>
                  <a:cubicBezTo>
                    <a:pt x="3473409" y="163795"/>
                    <a:pt x="3467461" y="154850"/>
                    <a:pt x="3457660" y="150139"/>
                  </a:cubicBezTo>
                  <a:cubicBezTo>
                    <a:pt x="3457660" y="150139"/>
                    <a:pt x="3457660" y="150139"/>
                    <a:pt x="3457660" y="150139"/>
                  </a:cubicBezTo>
                  <a:cubicBezTo>
                    <a:pt x="3454424" y="145572"/>
                    <a:pt x="3451570" y="140623"/>
                    <a:pt x="3445908" y="138577"/>
                  </a:cubicBezTo>
                  <a:cubicBezTo>
                    <a:pt x="3445908" y="138577"/>
                    <a:pt x="3445908" y="138577"/>
                    <a:pt x="3445908" y="138577"/>
                  </a:cubicBezTo>
                  <a:cubicBezTo>
                    <a:pt x="3446241" y="133629"/>
                    <a:pt x="3442101" y="131535"/>
                    <a:pt x="3439294" y="128871"/>
                  </a:cubicBezTo>
                  <a:cubicBezTo>
                    <a:pt x="3415171" y="105842"/>
                    <a:pt x="3388954" y="85573"/>
                    <a:pt x="3359501" y="69728"/>
                  </a:cubicBezTo>
                  <a:cubicBezTo>
                    <a:pt x="3285752" y="30142"/>
                    <a:pt x="3210813" y="26192"/>
                    <a:pt x="3139585" y="72345"/>
                  </a:cubicBezTo>
                  <a:cubicBezTo>
                    <a:pt x="3109942" y="91520"/>
                    <a:pt x="3081014" y="98086"/>
                    <a:pt x="3047850" y="96278"/>
                  </a:cubicBezTo>
                  <a:cubicBezTo>
                    <a:pt x="3042807" y="95993"/>
                    <a:pt x="3038239" y="95660"/>
                    <a:pt x="3033766" y="92662"/>
                  </a:cubicBezTo>
                  <a:cubicBezTo>
                    <a:pt x="3003553" y="72250"/>
                    <a:pt x="2970817" y="56549"/>
                    <a:pt x="2937559" y="41942"/>
                  </a:cubicBezTo>
                  <a:cubicBezTo>
                    <a:pt x="2929185" y="20150"/>
                    <a:pt x="2918622" y="16296"/>
                    <a:pt x="2900399" y="28238"/>
                  </a:cubicBezTo>
                  <a:lnTo>
                    <a:pt x="2900399" y="28238"/>
                  </a:lnTo>
                  <a:cubicBezTo>
                    <a:pt x="2857957" y="14202"/>
                    <a:pt x="2814564" y="4496"/>
                    <a:pt x="2769981" y="1308"/>
                  </a:cubicBezTo>
                  <a:cubicBezTo>
                    <a:pt x="2711409" y="-2832"/>
                    <a:pt x="2653789" y="2497"/>
                    <a:pt x="2598073" y="22434"/>
                  </a:cubicBezTo>
                  <a:cubicBezTo>
                    <a:pt x="2586511" y="20102"/>
                    <a:pt x="2576852" y="22814"/>
                    <a:pt x="2570000" y="32996"/>
                  </a:cubicBezTo>
                  <a:cubicBezTo>
                    <a:pt x="2567859" y="33615"/>
                    <a:pt x="2565623" y="34043"/>
                    <a:pt x="2563625" y="34900"/>
                  </a:cubicBezTo>
                  <a:cubicBezTo>
                    <a:pt x="2521088" y="52790"/>
                    <a:pt x="2482548" y="77199"/>
                    <a:pt x="2446815" y="106223"/>
                  </a:cubicBezTo>
                  <a:cubicBezTo>
                    <a:pt x="2443294" y="109077"/>
                    <a:pt x="2440820" y="113693"/>
                    <a:pt x="2435110" y="107650"/>
                  </a:cubicBezTo>
                  <a:cubicBezTo>
                    <a:pt x="2395904" y="66208"/>
                    <a:pt x="2347705" y="69300"/>
                    <a:pt x="2307024" y="101084"/>
                  </a:cubicBezTo>
                  <a:cubicBezTo>
                    <a:pt x="2301409" y="105461"/>
                    <a:pt x="2297555" y="105128"/>
                    <a:pt x="2291608" y="101607"/>
                  </a:cubicBezTo>
                  <a:cubicBezTo>
                    <a:pt x="2272052" y="89998"/>
                    <a:pt x="2251117" y="81433"/>
                    <a:pt x="2228611" y="77246"/>
                  </a:cubicBezTo>
                  <a:cubicBezTo>
                    <a:pt x="2214861" y="62211"/>
                    <a:pt x="2207676" y="61640"/>
                    <a:pt x="2192355" y="74391"/>
                  </a:cubicBezTo>
                  <a:lnTo>
                    <a:pt x="2192355" y="74391"/>
                  </a:lnTo>
                  <a:cubicBezTo>
                    <a:pt x="2148962" y="75105"/>
                    <a:pt x="2117511" y="96944"/>
                    <a:pt x="2093816" y="131345"/>
                  </a:cubicBezTo>
                  <a:cubicBezTo>
                    <a:pt x="2087678" y="140290"/>
                    <a:pt x="2080398" y="145191"/>
                    <a:pt x="2070359" y="148046"/>
                  </a:cubicBezTo>
                  <a:cubicBezTo>
                    <a:pt x="1997038" y="169076"/>
                    <a:pt x="1921718" y="178497"/>
                    <a:pt x="1846160" y="186110"/>
                  </a:cubicBezTo>
                  <a:cubicBezTo>
                    <a:pt x="1820800" y="188679"/>
                    <a:pt x="1794488" y="186967"/>
                    <a:pt x="1770174" y="193295"/>
                  </a:cubicBezTo>
                  <a:cubicBezTo>
                    <a:pt x="1726115" y="204762"/>
                    <a:pt x="1684530" y="223651"/>
                    <a:pt x="1648321" y="252199"/>
                  </a:cubicBezTo>
                  <a:cubicBezTo>
                    <a:pt x="1631715" y="265284"/>
                    <a:pt x="1618060" y="280700"/>
                    <a:pt x="1611732" y="301921"/>
                  </a:cubicBezTo>
                  <a:cubicBezTo>
                    <a:pt x="1609638" y="308915"/>
                    <a:pt x="1615253" y="319145"/>
                    <a:pt x="1607021" y="322380"/>
                  </a:cubicBezTo>
                  <a:cubicBezTo>
                    <a:pt x="1600408" y="324950"/>
                    <a:pt x="1591795" y="322000"/>
                    <a:pt x="1584040" y="321904"/>
                  </a:cubicBezTo>
                  <a:cubicBezTo>
                    <a:pt x="1469228" y="320715"/>
                    <a:pt x="1378540" y="362300"/>
                    <a:pt x="1319779" y="465692"/>
                  </a:cubicBezTo>
                  <a:cubicBezTo>
                    <a:pt x="1285711" y="525691"/>
                    <a:pt x="1237227" y="572796"/>
                    <a:pt x="1176466" y="606435"/>
                  </a:cubicBezTo>
                  <a:cubicBezTo>
                    <a:pt x="1164191" y="613239"/>
                    <a:pt x="1150916" y="617188"/>
                    <a:pt x="1136404" y="618568"/>
                  </a:cubicBezTo>
                  <a:cubicBezTo>
                    <a:pt x="1107332" y="621328"/>
                    <a:pt x="1078927" y="628037"/>
                    <a:pt x="1053519" y="643405"/>
                  </a:cubicBezTo>
                  <a:cubicBezTo>
                    <a:pt x="1034867" y="654682"/>
                    <a:pt x="1020403" y="669622"/>
                    <a:pt x="1019356" y="692841"/>
                  </a:cubicBezTo>
                  <a:cubicBezTo>
                    <a:pt x="1018975" y="701691"/>
                    <a:pt x="1015883" y="703071"/>
                    <a:pt x="1008032" y="702881"/>
                  </a:cubicBezTo>
                  <a:cubicBezTo>
                    <a:pt x="970491" y="701881"/>
                    <a:pt x="933521" y="706877"/>
                    <a:pt x="897360" y="716726"/>
                  </a:cubicBezTo>
                  <a:cubicBezTo>
                    <a:pt x="798107" y="743800"/>
                    <a:pt x="726404" y="801039"/>
                    <a:pt x="696190" y="902718"/>
                  </a:cubicBezTo>
                  <a:cubicBezTo>
                    <a:pt x="694144" y="909570"/>
                    <a:pt x="689862" y="911425"/>
                    <a:pt x="684200" y="913614"/>
                  </a:cubicBezTo>
                  <a:cubicBezTo>
                    <a:pt x="640854" y="930220"/>
                    <a:pt x="600887" y="952059"/>
                    <a:pt x="571387" y="989362"/>
                  </a:cubicBezTo>
                  <a:cubicBezTo>
                    <a:pt x="552212" y="993930"/>
                    <a:pt x="547930" y="1000591"/>
                    <a:pt x="551831" y="1019813"/>
                  </a:cubicBezTo>
                  <a:cubicBezTo>
                    <a:pt x="551831" y="1019813"/>
                    <a:pt x="551831" y="1019813"/>
                    <a:pt x="551831" y="1019813"/>
                  </a:cubicBezTo>
                  <a:cubicBezTo>
                    <a:pt x="551831" y="1019813"/>
                    <a:pt x="551831" y="1019813"/>
                    <a:pt x="551831" y="1019813"/>
                  </a:cubicBezTo>
                  <a:cubicBezTo>
                    <a:pt x="535511" y="1049646"/>
                    <a:pt x="533513" y="1081287"/>
                    <a:pt x="539889" y="1114023"/>
                  </a:cubicBezTo>
                  <a:cubicBezTo>
                    <a:pt x="539889" y="1114023"/>
                    <a:pt x="539889" y="1114023"/>
                    <a:pt x="539889" y="1114023"/>
                  </a:cubicBezTo>
                  <a:cubicBezTo>
                    <a:pt x="539365" y="1116116"/>
                    <a:pt x="538794" y="1118257"/>
                    <a:pt x="538271" y="1120351"/>
                  </a:cubicBezTo>
                  <a:cubicBezTo>
                    <a:pt x="527994" y="1127964"/>
                    <a:pt x="523378" y="1139050"/>
                    <a:pt x="519191" y="1150564"/>
                  </a:cubicBezTo>
                  <a:cubicBezTo>
                    <a:pt x="514005" y="1165029"/>
                    <a:pt x="517669" y="1180112"/>
                    <a:pt x="515670" y="1194719"/>
                  </a:cubicBezTo>
                  <a:cubicBezTo>
                    <a:pt x="515670" y="1194719"/>
                    <a:pt x="515670" y="1194719"/>
                    <a:pt x="515670" y="1194719"/>
                  </a:cubicBezTo>
                  <a:cubicBezTo>
                    <a:pt x="515670" y="1194719"/>
                    <a:pt x="515670" y="1194719"/>
                    <a:pt x="515670" y="1194719"/>
                  </a:cubicBezTo>
                  <a:cubicBezTo>
                    <a:pt x="498256" y="1194338"/>
                    <a:pt x="481127" y="1196860"/>
                    <a:pt x="464283" y="1200619"/>
                  </a:cubicBezTo>
                  <a:cubicBezTo>
                    <a:pt x="395006" y="1215987"/>
                    <a:pt x="344762" y="1253671"/>
                    <a:pt x="322161" y="1323329"/>
                  </a:cubicBezTo>
                  <a:cubicBezTo>
                    <a:pt x="321066" y="1326754"/>
                    <a:pt x="319258" y="1329990"/>
                    <a:pt x="317641" y="1333225"/>
                  </a:cubicBezTo>
                  <a:cubicBezTo>
                    <a:pt x="294374" y="1379949"/>
                    <a:pt x="269585" y="1425864"/>
                    <a:pt x="241893" y="1470114"/>
                  </a:cubicBezTo>
                  <a:cubicBezTo>
                    <a:pt x="229379" y="1490193"/>
                    <a:pt x="217579" y="1511319"/>
                    <a:pt x="199356" y="1526544"/>
                  </a:cubicBezTo>
                  <a:cubicBezTo>
                    <a:pt x="182370" y="1540771"/>
                    <a:pt x="173472" y="1558947"/>
                    <a:pt x="166716" y="1578692"/>
                  </a:cubicBezTo>
                  <a:cubicBezTo>
                    <a:pt x="155249" y="1612141"/>
                    <a:pt x="158960" y="1642403"/>
                    <a:pt x="188412" y="1666431"/>
                  </a:cubicBezTo>
                  <a:cubicBezTo>
                    <a:pt x="171093" y="1680277"/>
                    <a:pt x="155059" y="1695027"/>
                    <a:pt x="141022" y="1711775"/>
                  </a:cubicBezTo>
                  <a:cubicBezTo>
                    <a:pt x="102958" y="1757166"/>
                    <a:pt x="79501" y="1808173"/>
                    <a:pt x="82308" y="1868695"/>
                  </a:cubicBezTo>
                  <a:cubicBezTo>
                    <a:pt x="84449" y="1915466"/>
                    <a:pt x="102197" y="1956909"/>
                    <a:pt x="128604" y="1994830"/>
                  </a:cubicBezTo>
                  <a:cubicBezTo>
                    <a:pt x="134599" y="2003490"/>
                    <a:pt x="136978" y="2007582"/>
                    <a:pt x="125701" y="2014862"/>
                  </a:cubicBezTo>
                  <a:cubicBezTo>
                    <a:pt x="98866" y="2032181"/>
                    <a:pt x="87542" y="2057827"/>
                    <a:pt x="92966" y="2089944"/>
                  </a:cubicBezTo>
                  <a:cubicBezTo>
                    <a:pt x="97724" y="2118254"/>
                    <a:pt x="113283" y="2141045"/>
                    <a:pt x="130317" y="2163122"/>
                  </a:cubicBezTo>
                  <a:cubicBezTo>
                    <a:pt x="147731" y="2185771"/>
                    <a:pt x="154916" y="2211464"/>
                    <a:pt x="151347" y="2239822"/>
                  </a:cubicBezTo>
                  <a:cubicBezTo>
                    <a:pt x="146732" y="2276221"/>
                    <a:pt x="123132" y="2298488"/>
                    <a:pt x="93537" y="2316236"/>
                  </a:cubicBezTo>
                  <a:cubicBezTo>
                    <a:pt x="88494" y="2319234"/>
                    <a:pt x="82879" y="2321850"/>
                    <a:pt x="78882" y="2325942"/>
                  </a:cubicBezTo>
                  <a:cubicBezTo>
                    <a:pt x="48669" y="2356774"/>
                    <a:pt x="23927" y="2391365"/>
                    <a:pt x="9320" y="2432332"/>
                  </a:cubicBezTo>
                  <a:cubicBezTo>
                    <a:pt x="-12139" y="2492426"/>
                    <a:pt x="3753" y="2546002"/>
                    <a:pt x="53950" y="2585398"/>
                  </a:cubicBezTo>
                  <a:cubicBezTo>
                    <a:pt x="74838" y="2601766"/>
                    <a:pt x="97915" y="2614375"/>
                    <a:pt x="122418" y="2624319"/>
                  </a:cubicBezTo>
                  <a:cubicBezTo>
                    <a:pt x="129460" y="2627174"/>
                    <a:pt x="130745" y="2629077"/>
                    <a:pt x="126748" y="2636309"/>
                  </a:cubicBezTo>
                  <a:cubicBezTo>
                    <a:pt x="113759" y="2659671"/>
                    <a:pt x="101245" y="2683318"/>
                    <a:pt x="92728" y="2708774"/>
                  </a:cubicBezTo>
                  <a:cubicBezTo>
                    <a:pt x="73601" y="2715102"/>
                    <a:pt x="69985" y="2724618"/>
                    <a:pt x="79644" y="2743270"/>
                  </a:cubicBezTo>
                  <a:cubicBezTo>
                    <a:pt x="79644" y="2743270"/>
                    <a:pt x="79644" y="2743270"/>
                    <a:pt x="79644" y="2743270"/>
                  </a:cubicBezTo>
                  <a:cubicBezTo>
                    <a:pt x="79644" y="2743270"/>
                    <a:pt x="79644" y="2743270"/>
                    <a:pt x="79644" y="2743270"/>
                  </a:cubicBezTo>
                  <a:cubicBezTo>
                    <a:pt x="70699" y="2766203"/>
                    <a:pt x="64132" y="2789756"/>
                    <a:pt x="60278" y="2814069"/>
                  </a:cubicBezTo>
                  <a:cubicBezTo>
                    <a:pt x="58280" y="2819731"/>
                    <a:pt x="56853" y="2825536"/>
                    <a:pt x="57091" y="2831579"/>
                  </a:cubicBezTo>
                  <a:cubicBezTo>
                    <a:pt x="57091" y="2831579"/>
                    <a:pt x="57091" y="2831579"/>
                    <a:pt x="57091" y="2831579"/>
                  </a:cubicBezTo>
                  <a:cubicBezTo>
                    <a:pt x="52237" y="2854322"/>
                    <a:pt x="51095" y="2877304"/>
                    <a:pt x="52428" y="2900475"/>
                  </a:cubicBezTo>
                  <a:cubicBezTo>
                    <a:pt x="42959" y="2914845"/>
                    <a:pt x="43387" y="2920221"/>
                    <a:pt x="55140" y="2933924"/>
                  </a:cubicBezTo>
                  <a:lnTo>
                    <a:pt x="55140" y="2933924"/>
                  </a:lnTo>
                  <a:cubicBezTo>
                    <a:pt x="57519" y="2957619"/>
                    <a:pt x="64561" y="2979982"/>
                    <a:pt x="74267" y="3001584"/>
                  </a:cubicBezTo>
                  <a:cubicBezTo>
                    <a:pt x="67558" y="3008816"/>
                    <a:pt x="62515" y="3016429"/>
                    <a:pt x="67416" y="3026801"/>
                  </a:cubicBezTo>
                  <a:cubicBezTo>
                    <a:pt x="71936" y="3036413"/>
                    <a:pt x="80072" y="3038506"/>
                    <a:pt x="89683" y="3038268"/>
                  </a:cubicBezTo>
                  <a:cubicBezTo>
                    <a:pt x="92252" y="3038173"/>
                    <a:pt x="94822" y="3039410"/>
                    <a:pt x="97391" y="3040029"/>
                  </a:cubicBezTo>
                  <a:lnTo>
                    <a:pt x="97391" y="3040029"/>
                  </a:lnTo>
                  <a:cubicBezTo>
                    <a:pt x="106669" y="3054778"/>
                    <a:pt x="118850" y="3066911"/>
                    <a:pt x="131792" y="3078283"/>
                  </a:cubicBezTo>
                  <a:cubicBezTo>
                    <a:pt x="175708" y="3116776"/>
                    <a:pt x="227999" y="3138472"/>
                    <a:pt x="283668" y="3153270"/>
                  </a:cubicBezTo>
                  <a:cubicBezTo>
                    <a:pt x="283668" y="3153270"/>
                    <a:pt x="283668" y="3153270"/>
                    <a:pt x="283668" y="3153270"/>
                  </a:cubicBezTo>
                  <a:cubicBezTo>
                    <a:pt x="297086" y="3157552"/>
                    <a:pt x="310504" y="3161787"/>
                    <a:pt x="324921" y="3159551"/>
                  </a:cubicBezTo>
                  <a:cubicBezTo>
                    <a:pt x="325444" y="3163642"/>
                    <a:pt x="325444" y="3163642"/>
                    <a:pt x="321400" y="3166259"/>
                  </a:cubicBezTo>
                  <a:cubicBezTo>
                    <a:pt x="275437" y="3195759"/>
                    <a:pt x="243082" y="3236012"/>
                    <a:pt x="225763" y="3288018"/>
                  </a:cubicBezTo>
                  <a:cubicBezTo>
                    <a:pt x="216913" y="3296963"/>
                    <a:pt x="212393" y="3306859"/>
                    <a:pt x="218388" y="3319325"/>
                  </a:cubicBezTo>
                  <a:cubicBezTo>
                    <a:pt x="218388" y="3319325"/>
                    <a:pt x="218388" y="3319325"/>
                    <a:pt x="218388" y="3319325"/>
                  </a:cubicBezTo>
                  <a:cubicBezTo>
                    <a:pt x="218388" y="3319325"/>
                    <a:pt x="218388" y="3319325"/>
                    <a:pt x="218388" y="3319325"/>
                  </a:cubicBezTo>
                  <a:cubicBezTo>
                    <a:pt x="217769" y="3320515"/>
                    <a:pt x="216723" y="3321609"/>
                    <a:pt x="216532" y="3322846"/>
                  </a:cubicBezTo>
                  <a:cubicBezTo>
                    <a:pt x="207587" y="3381513"/>
                    <a:pt x="215724" y="3438276"/>
                    <a:pt x="235612" y="3493755"/>
                  </a:cubicBezTo>
                  <a:lnTo>
                    <a:pt x="235612" y="3493755"/>
                  </a:lnTo>
                  <a:cubicBezTo>
                    <a:pt x="226429" y="3512264"/>
                    <a:pt x="229950" y="3521447"/>
                    <a:pt x="248697" y="3527775"/>
                  </a:cubicBezTo>
                  <a:cubicBezTo>
                    <a:pt x="260164" y="3559083"/>
                    <a:pt x="276055" y="3588250"/>
                    <a:pt x="292709" y="3616988"/>
                  </a:cubicBezTo>
                  <a:cubicBezTo>
                    <a:pt x="286428" y="3624696"/>
                    <a:pt x="282622" y="3633118"/>
                    <a:pt x="287617" y="3642824"/>
                  </a:cubicBezTo>
                  <a:cubicBezTo>
                    <a:pt x="292090" y="3651484"/>
                    <a:pt x="299941" y="3653815"/>
                    <a:pt x="309171" y="3653245"/>
                  </a:cubicBezTo>
                  <a:cubicBezTo>
                    <a:pt x="311265" y="3653102"/>
                    <a:pt x="313454" y="3654149"/>
                    <a:pt x="315642" y="3654672"/>
                  </a:cubicBezTo>
                  <a:cubicBezTo>
                    <a:pt x="358417" y="3719429"/>
                    <a:pt x="404142" y="3781854"/>
                    <a:pt x="459573" y="3836619"/>
                  </a:cubicBezTo>
                  <a:cubicBezTo>
                    <a:pt x="459573" y="3836619"/>
                    <a:pt x="459573" y="3836619"/>
                    <a:pt x="459573" y="3836619"/>
                  </a:cubicBezTo>
                  <a:cubicBezTo>
                    <a:pt x="459573" y="3836619"/>
                    <a:pt x="459573" y="3836619"/>
                    <a:pt x="459573" y="3836619"/>
                  </a:cubicBezTo>
                  <a:cubicBezTo>
                    <a:pt x="458241" y="3859886"/>
                    <a:pt x="463237" y="3864787"/>
                    <a:pt x="489691" y="3866214"/>
                  </a:cubicBezTo>
                  <a:cubicBezTo>
                    <a:pt x="489691" y="3866214"/>
                    <a:pt x="489691" y="3866214"/>
                    <a:pt x="489691" y="3866214"/>
                  </a:cubicBezTo>
                  <a:cubicBezTo>
                    <a:pt x="489691" y="3866214"/>
                    <a:pt x="489691" y="3866214"/>
                    <a:pt x="489691" y="3866214"/>
                  </a:cubicBezTo>
                  <a:cubicBezTo>
                    <a:pt x="491119" y="3867927"/>
                    <a:pt x="492403" y="3869783"/>
                    <a:pt x="494021" y="3871305"/>
                  </a:cubicBezTo>
                  <a:cubicBezTo>
                    <a:pt x="624629" y="3994967"/>
                    <a:pt x="770511" y="4095599"/>
                    <a:pt x="937613" y="4163877"/>
                  </a:cubicBezTo>
                  <a:cubicBezTo>
                    <a:pt x="1044383" y="4207508"/>
                    <a:pt x="1155150" y="4234201"/>
                    <a:pt x="1270580" y="4240386"/>
                  </a:cubicBezTo>
                  <a:cubicBezTo>
                    <a:pt x="1350563" y="4244669"/>
                    <a:pt x="1429689" y="4238483"/>
                    <a:pt x="1508149" y="4222877"/>
                  </a:cubicBezTo>
                  <a:cubicBezTo>
                    <a:pt x="1515619" y="4225827"/>
                    <a:pt x="1523613" y="4223591"/>
                    <a:pt x="1531226" y="4225018"/>
                  </a:cubicBezTo>
                  <a:cubicBezTo>
                    <a:pt x="1531226" y="4225018"/>
                    <a:pt x="1531226" y="4225018"/>
                    <a:pt x="1531226" y="4225018"/>
                  </a:cubicBezTo>
                  <a:cubicBezTo>
                    <a:pt x="1531226" y="4225018"/>
                    <a:pt x="1531226" y="4225018"/>
                    <a:pt x="1531226" y="4225018"/>
                  </a:cubicBezTo>
                  <a:cubicBezTo>
                    <a:pt x="1532225" y="4225922"/>
                    <a:pt x="1533129" y="4227064"/>
                    <a:pt x="1534271" y="4227730"/>
                  </a:cubicBezTo>
                  <a:cubicBezTo>
                    <a:pt x="1658360" y="4301670"/>
                    <a:pt x="1791395" y="4337593"/>
                    <a:pt x="1935897" y="4315754"/>
                  </a:cubicBezTo>
                  <a:cubicBezTo>
                    <a:pt x="2073023" y="4295008"/>
                    <a:pt x="2182696" y="4223686"/>
                    <a:pt x="2274717" y="4122625"/>
                  </a:cubicBezTo>
                  <a:cubicBezTo>
                    <a:pt x="2282615" y="4121293"/>
                    <a:pt x="2291703" y="4115916"/>
                    <a:pt x="2295557" y="4128620"/>
                  </a:cubicBezTo>
                  <a:cubicBezTo>
                    <a:pt x="2297746" y="4162021"/>
                    <a:pt x="2297413" y="4195423"/>
                    <a:pt x="2296841" y="4228872"/>
                  </a:cubicBezTo>
                  <a:cubicBezTo>
                    <a:pt x="2276953" y="4230204"/>
                    <a:pt x="2267627" y="4240196"/>
                    <a:pt x="2272052" y="4255374"/>
                  </a:cubicBezTo>
                  <a:cubicBezTo>
                    <a:pt x="2275383" y="4266651"/>
                    <a:pt x="2285708" y="4267222"/>
                    <a:pt x="2294415" y="4270267"/>
                  </a:cubicBezTo>
                  <a:cubicBezTo>
                    <a:pt x="2294415" y="4270267"/>
                    <a:pt x="2294415" y="4270267"/>
                    <a:pt x="2294415" y="4270267"/>
                  </a:cubicBezTo>
                  <a:cubicBezTo>
                    <a:pt x="2289657" y="4337355"/>
                    <a:pt x="2276763" y="4402731"/>
                    <a:pt x="2252211" y="4465537"/>
                  </a:cubicBezTo>
                  <a:cubicBezTo>
                    <a:pt x="2224139" y="4470961"/>
                    <a:pt x="2218144" y="4483475"/>
                    <a:pt x="2234083" y="4503506"/>
                  </a:cubicBezTo>
                  <a:lnTo>
                    <a:pt x="2234083" y="4503506"/>
                  </a:lnTo>
                  <a:lnTo>
                    <a:pt x="2234083" y="4503506"/>
                  </a:lnTo>
                  <a:cubicBezTo>
                    <a:pt x="2218286" y="4533910"/>
                    <a:pt x="2197541" y="4560602"/>
                    <a:pt x="2173466" y="4584821"/>
                  </a:cubicBezTo>
                  <a:cubicBezTo>
                    <a:pt x="2347515" y="4584821"/>
                    <a:pt x="2521611" y="4584821"/>
                    <a:pt x="2695660" y="4584821"/>
                  </a:cubicBezTo>
                  <a:cubicBezTo>
                    <a:pt x="2695375" y="4565408"/>
                    <a:pt x="2694090" y="4545948"/>
                    <a:pt x="2696897" y="4526582"/>
                  </a:cubicBezTo>
                  <a:cubicBezTo>
                    <a:pt x="2703844" y="4478146"/>
                    <a:pt x="2717595" y="4431517"/>
                    <a:pt x="2733867" y="4385506"/>
                  </a:cubicBezTo>
                  <a:cubicBezTo>
                    <a:pt x="2737436" y="4385269"/>
                    <a:pt x="2741052" y="4384840"/>
                    <a:pt x="2744620" y="4384793"/>
                  </a:cubicBezTo>
                  <a:cubicBezTo>
                    <a:pt x="2761274" y="4384412"/>
                    <a:pt x="2769981" y="4379226"/>
                    <a:pt x="2771408" y="4367807"/>
                  </a:cubicBezTo>
                  <a:cubicBezTo>
                    <a:pt x="2773216" y="4353723"/>
                    <a:pt x="2764176" y="4347585"/>
                    <a:pt x="2752424" y="4343921"/>
                  </a:cubicBezTo>
                  <a:lnTo>
                    <a:pt x="2752424" y="4343921"/>
                  </a:lnTo>
                  <a:cubicBezTo>
                    <a:pt x="2752424" y="4343921"/>
                    <a:pt x="2752424" y="4343921"/>
                    <a:pt x="2752424" y="4343921"/>
                  </a:cubicBezTo>
                  <a:cubicBezTo>
                    <a:pt x="2769695" y="4304430"/>
                    <a:pt x="2792011" y="4267936"/>
                    <a:pt x="2817942" y="4233535"/>
                  </a:cubicBezTo>
                  <a:cubicBezTo>
                    <a:pt x="2833501" y="4212885"/>
                    <a:pt x="2845871" y="4190379"/>
                    <a:pt x="2855197" y="4166256"/>
                  </a:cubicBezTo>
                  <a:cubicBezTo>
                    <a:pt x="2859194" y="4165685"/>
                    <a:pt x="2863143" y="4164686"/>
                    <a:pt x="2867140" y="4164543"/>
                  </a:cubicBezTo>
                  <a:cubicBezTo>
                    <a:pt x="2883270" y="4163972"/>
                    <a:pt x="2891025" y="4158833"/>
                    <a:pt x="2892310" y="4147462"/>
                  </a:cubicBezTo>
                  <a:cubicBezTo>
                    <a:pt x="2893642" y="4135709"/>
                    <a:pt x="2885934" y="4127859"/>
                    <a:pt x="2870328" y="4125051"/>
                  </a:cubicBezTo>
                  <a:cubicBezTo>
                    <a:pt x="2880891" y="4082752"/>
                    <a:pt x="2885411" y="4040121"/>
                    <a:pt x="2877512" y="3996822"/>
                  </a:cubicBezTo>
                  <a:cubicBezTo>
                    <a:pt x="2863000" y="3917411"/>
                    <a:pt x="2818798" y="3856460"/>
                    <a:pt x="2758133" y="3805882"/>
                  </a:cubicBezTo>
                  <a:cubicBezTo>
                    <a:pt x="2758133" y="3805882"/>
                    <a:pt x="2758133" y="3805882"/>
                    <a:pt x="2758133" y="3805882"/>
                  </a:cubicBezTo>
                  <a:cubicBezTo>
                    <a:pt x="2758133" y="3805882"/>
                    <a:pt x="2758133" y="3805882"/>
                    <a:pt x="2758133" y="3805882"/>
                  </a:cubicBezTo>
                  <a:cubicBezTo>
                    <a:pt x="2754517" y="3797461"/>
                    <a:pt x="2761987" y="3800934"/>
                    <a:pt x="2764890" y="3799507"/>
                  </a:cubicBezTo>
                  <a:cubicBezTo>
                    <a:pt x="2785397" y="3800648"/>
                    <a:pt x="2805761" y="3799364"/>
                    <a:pt x="2825983" y="3795986"/>
                  </a:cubicBezTo>
                  <a:cubicBezTo>
                    <a:pt x="2907298" y="3782377"/>
                    <a:pt x="2968486" y="3738413"/>
                    <a:pt x="3014020" y="3670897"/>
                  </a:cubicBezTo>
                  <a:cubicBezTo>
                    <a:pt x="3014020" y="3670897"/>
                    <a:pt x="3014020" y="3670897"/>
                    <a:pt x="3014020" y="3670897"/>
                  </a:cubicBezTo>
                  <a:cubicBezTo>
                    <a:pt x="3014020" y="3670897"/>
                    <a:pt x="3014020" y="3670897"/>
                    <a:pt x="3014020" y="3670897"/>
                  </a:cubicBezTo>
                  <a:cubicBezTo>
                    <a:pt x="3015305" y="3669660"/>
                    <a:pt x="3016304" y="3667899"/>
                    <a:pt x="3017827" y="3667233"/>
                  </a:cubicBezTo>
                  <a:cubicBezTo>
                    <a:pt x="3052656" y="3651865"/>
                    <a:pt x="3059888" y="3637210"/>
                    <a:pt x="3050372" y="3600668"/>
                  </a:cubicBezTo>
                  <a:cubicBezTo>
                    <a:pt x="3057271" y="3585633"/>
                    <a:pt x="3062790" y="3570074"/>
                    <a:pt x="3067025" y="3554087"/>
                  </a:cubicBezTo>
                  <a:cubicBezTo>
                    <a:pt x="3067025" y="3554087"/>
                    <a:pt x="3067025" y="3554087"/>
                    <a:pt x="3067025" y="3554087"/>
                  </a:cubicBezTo>
                  <a:cubicBezTo>
                    <a:pt x="3067025" y="3554087"/>
                    <a:pt x="3067025" y="3554087"/>
                    <a:pt x="3067025" y="3554087"/>
                  </a:cubicBezTo>
                  <a:cubicBezTo>
                    <a:pt x="3097857" y="3531058"/>
                    <a:pt x="3101663" y="3515404"/>
                    <a:pt x="3084915" y="3480433"/>
                  </a:cubicBezTo>
                  <a:cubicBezTo>
                    <a:pt x="3087056" y="3478149"/>
                    <a:pt x="3088817" y="3475294"/>
                    <a:pt x="3091386" y="3473629"/>
                  </a:cubicBezTo>
                  <a:cubicBezTo>
                    <a:pt x="3156143" y="3431853"/>
                    <a:pt x="3225563" y="3413202"/>
                    <a:pt x="3302643" y="3430188"/>
                  </a:cubicBezTo>
                  <a:cubicBezTo>
                    <a:pt x="3327290" y="3435612"/>
                    <a:pt x="3348796" y="3449029"/>
                    <a:pt x="3372872" y="3455358"/>
                  </a:cubicBezTo>
                  <a:cubicBezTo>
                    <a:pt x="3435678" y="3471963"/>
                    <a:pt x="3499435" y="3475199"/>
                    <a:pt x="3563336" y="3463303"/>
                  </a:cubicBezTo>
                  <a:cubicBezTo>
                    <a:pt x="3628473" y="3451171"/>
                    <a:pt x="3686426" y="3423669"/>
                    <a:pt x="3734197" y="3376660"/>
                  </a:cubicBezTo>
                  <a:cubicBezTo>
                    <a:pt x="3765219" y="3369951"/>
                    <a:pt x="3779636" y="3353298"/>
                    <a:pt x="3781302" y="3322180"/>
                  </a:cubicBezTo>
                  <a:lnTo>
                    <a:pt x="3781302" y="3322180"/>
                  </a:lnTo>
                  <a:cubicBezTo>
                    <a:pt x="3798002" y="3301340"/>
                    <a:pt x="3810849" y="3278264"/>
                    <a:pt x="3821697" y="3253950"/>
                  </a:cubicBezTo>
                  <a:cubicBezTo>
                    <a:pt x="3821697" y="3253950"/>
                    <a:pt x="3821697" y="3253950"/>
                    <a:pt x="3821697" y="3253950"/>
                  </a:cubicBezTo>
                  <a:cubicBezTo>
                    <a:pt x="3856907" y="3238296"/>
                    <a:pt x="3864044" y="3209653"/>
                    <a:pt x="3841015" y="3176727"/>
                  </a:cubicBezTo>
                  <a:cubicBezTo>
                    <a:pt x="3841015" y="3176727"/>
                    <a:pt x="3841015" y="3176727"/>
                    <a:pt x="3841015" y="3176727"/>
                  </a:cubicBezTo>
                  <a:cubicBezTo>
                    <a:pt x="3841205" y="3149987"/>
                    <a:pt x="3842680" y="3123199"/>
                    <a:pt x="3841158" y="3096602"/>
                  </a:cubicBezTo>
                  <a:cubicBezTo>
                    <a:pt x="3839683" y="3071241"/>
                    <a:pt x="3850816" y="3053399"/>
                    <a:pt x="3868611" y="3037792"/>
                  </a:cubicBezTo>
                  <a:cubicBezTo>
                    <a:pt x="3877890" y="3029656"/>
                    <a:pt x="3888881" y="3024280"/>
                    <a:pt x="3899253" y="3017951"/>
                  </a:cubicBezTo>
                  <a:cubicBezTo>
                    <a:pt x="3899253" y="3017951"/>
                    <a:pt x="3899253" y="3017951"/>
                    <a:pt x="3899253" y="3017951"/>
                  </a:cubicBezTo>
                  <a:cubicBezTo>
                    <a:pt x="3923472" y="3021996"/>
                    <a:pt x="3943408" y="3015715"/>
                    <a:pt x="3957206" y="2994256"/>
                  </a:cubicBezTo>
                  <a:cubicBezTo>
                    <a:pt x="3957206" y="2994256"/>
                    <a:pt x="3957206" y="2994256"/>
                    <a:pt x="3957206" y="2994256"/>
                  </a:cubicBezTo>
                  <a:cubicBezTo>
                    <a:pt x="3993891" y="2970942"/>
                    <a:pt x="4014303" y="2936161"/>
                    <a:pt x="4025532" y="2894528"/>
                  </a:cubicBezTo>
                  <a:cubicBezTo>
                    <a:pt x="4050511" y="2911514"/>
                    <a:pt x="4075681" y="2924599"/>
                    <a:pt x="4105562" y="2925170"/>
                  </a:cubicBezTo>
                  <a:cubicBezTo>
                    <a:pt x="4136727" y="2925788"/>
                    <a:pt x="4159185" y="2909658"/>
                    <a:pt x="4177836" y="2885726"/>
                  </a:cubicBezTo>
                  <a:cubicBezTo>
                    <a:pt x="4192206" y="2921744"/>
                    <a:pt x="4213998" y="2932449"/>
                    <a:pt x="4249825" y="2922267"/>
                  </a:cubicBezTo>
                  <a:cubicBezTo>
                    <a:pt x="4263434" y="2918413"/>
                    <a:pt x="4276090" y="2912228"/>
                    <a:pt x="4288270" y="2905091"/>
                  </a:cubicBezTo>
                  <a:cubicBezTo>
                    <a:pt x="4292267" y="2902759"/>
                    <a:pt x="4296121" y="2900999"/>
                    <a:pt x="4300879" y="2900618"/>
                  </a:cubicBezTo>
                  <a:cubicBezTo>
                    <a:pt x="4365826" y="2895574"/>
                    <a:pt x="4430869" y="2893338"/>
                    <a:pt x="4496006" y="2893481"/>
                  </a:cubicBezTo>
                  <a:cubicBezTo>
                    <a:pt x="4562857" y="2893624"/>
                    <a:pt x="4625901" y="2880063"/>
                    <a:pt x="4682093" y="2841809"/>
                  </a:cubicBezTo>
                  <a:cubicBezTo>
                    <a:pt x="4691229" y="2838050"/>
                    <a:pt x="4700792" y="2840238"/>
                    <a:pt x="4710118" y="2840048"/>
                  </a:cubicBezTo>
                  <a:cubicBezTo>
                    <a:pt x="4721395" y="2839810"/>
                    <a:pt x="4732243" y="2839097"/>
                    <a:pt x="4737096" y="2826773"/>
                  </a:cubicBezTo>
                  <a:cubicBezTo>
                    <a:pt x="4741711" y="2814973"/>
                    <a:pt x="4734812" y="2807123"/>
                    <a:pt x="4726533" y="2800128"/>
                  </a:cubicBezTo>
                  <a:cubicBezTo>
                    <a:pt x="4726533" y="2800128"/>
                    <a:pt x="4726533" y="2800128"/>
                    <a:pt x="4726533" y="2800128"/>
                  </a:cubicBezTo>
                  <a:cubicBezTo>
                    <a:pt x="4729483" y="2794895"/>
                    <a:pt x="4734099" y="2791374"/>
                    <a:pt x="4738904" y="2787948"/>
                  </a:cubicBezTo>
                  <a:cubicBezTo>
                    <a:pt x="4767167" y="2767678"/>
                    <a:pt x="4797666" y="2751454"/>
                    <a:pt x="4829687" y="2737988"/>
                  </a:cubicBezTo>
                  <a:cubicBezTo>
                    <a:pt x="4834636" y="2737560"/>
                    <a:pt x="4839584" y="2736751"/>
                    <a:pt x="4844532" y="2736704"/>
                  </a:cubicBezTo>
                  <a:cubicBezTo>
                    <a:pt x="4885071" y="2736609"/>
                    <a:pt x="4925610" y="2736609"/>
                    <a:pt x="4966101" y="2736656"/>
                  </a:cubicBezTo>
                  <a:cubicBezTo>
                    <a:pt x="4976378" y="2736656"/>
                    <a:pt x="4984038" y="2732421"/>
                    <a:pt x="4986750" y="2722334"/>
                  </a:cubicBezTo>
                  <a:cubicBezTo>
                    <a:pt x="4989177" y="2713294"/>
                    <a:pt x="4987036" y="2704777"/>
                    <a:pt x="4978186" y="2699972"/>
                  </a:cubicBezTo>
                  <a:cubicBezTo>
                    <a:pt x="4973904" y="2697640"/>
                    <a:pt x="4968670" y="2697022"/>
                    <a:pt x="4963912" y="2695594"/>
                  </a:cubicBezTo>
                  <a:cubicBezTo>
                    <a:pt x="4963912" y="2695594"/>
                    <a:pt x="4963912" y="2695594"/>
                    <a:pt x="4963912" y="2695594"/>
                  </a:cubicBezTo>
                  <a:cubicBezTo>
                    <a:pt x="4987178" y="2677609"/>
                    <a:pt x="4995553" y="2653771"/>
                    <a:pt x="4991413" y="2625080"/>
                  </a:cubicBezTo>
                  <a:cubicBezTo>
                    <a:pt x="4994125" y="2619608"/>
                    <a:pt x="4999216" y="2621464"/>
                    <a:pt x="5003451" y="2621416"/>
                  </a:cubicBezTo>
                  <a:cubicBezTo>
                    <a:pt x="5023435" y="2621226"/>
                    <a:pt x="5043419" y="2621226"/>
                    <a:pt x="5063355" y="2621369"/>
                  </a:cubicBezTo>
                  <a:cubicBezTo>
                    <a:pt x="5074964" y="2621464"/>
                    <a:pt x="5085480" y="2619513"/>
                    <a:pt x="5089714" y="2606904"/>
                  </a:cubicBezTo>
                  <a:cubicBezTo>
                    <a:pt x="5093806" y="2594581"/>
                    <a:pt x="5085813" y="2587587"/>
                    <a:pt x="5077201" y="2581164"/>
                  </a:cubicBezTo>
                  <a:cubicBezTo>
                    <a:pt x="5094758" y="2564463"/>
                    <a:pt x="5108889" y="2545145"/>
                    <a:pt x="5120309" y="2523782"/>
                  </a:cubicBezTo>
                  <a:cubicBezTo>
                    <a:pt x="5129349" y="2523591"/>
                    <a:pt x="5138484" y="2523877"/>
                    <a:pt x="5147477" y="2523068"/>
                  </a:cubicBezTo>
                  <a:cubicBezTo>
                    <a:pt x="5156327" y="2522307"/>
                    <a:pt x="5162893" y="2517739"/>
                    <a:pt x="5164844" y="2508508"/>
                  </a:cubicBezTo>
                  <a:cubicBezTo>
                    <a:pt x="5166794" y="2499230"/>
                    <a:pt x="5164701" y="2490951"/>
                    <a:pt x="5155851" y="2486383"/>
                  </a:cubicBezTo>
                  <a:cubicBezTo>
                    <a:pt x="5151188" y="2484004"/>
                    <a:pt x="5145478" y="2483624"/>
                    <a:pt x="5140245" y="2482339"/>
                  </a:cubicBezTo>
                  <a:lnTo>
                    <a:pt x="5140245" y="2482339"/>
                  </a:lnTo>
                  <a:lnTo>
                    <a:pt x="5140245" y="2482339"/>
                  </a:lnTo>
                  <a:cubicBezTo>
                    <a:pt x="5154709" y="2447558"/>
                    <a:pt x="5164796" y="2411444"/>
                    <a:pt x="5172694" y="2374760"/>
                  </a:cubicBezTo>
                  <a:cubicBezTo>
                    <a:pt x="5181877" y="2332175"/>
                    <a:pt x="5188444" y="2289210"/>
                    <a:pt x="5192583" y="2245865"/>
                  </a:cubicBezTo>
                  <a:cubicBezTo>
                    <a:pt x="5193059" y="2240821"/>
                    <a:pt x="5191441" y="2232970"/>
                    <a:pt x="5197008" y="2231353"/>
                  </a:cubicBezTo>
                  <a:cubicBezTo>
                    <a:pt x="5222368" y="2223930"/>
                    <a:pt x="5231075" y="2203756"/>
                    <a:pt x="5237641" y="2181488"/>
                  </a:cubicBezTo>
                  <a:cubicBezTo>
                    <a:pt x="5241543" y="2174256"/>
                    <a:pt x="5245492" y="2167071"/>
                    <a:pt x="5249394" y="2159839"/>
                  </a:cubicBezTo>
                  <a:cubicBezTo>
                    <a:pt x="5249394" y="2153463"/>
                    <a:pt x="5249394" y="2147088"/>
                    <a:pt x="5249394" y="2140712"/>
                  </a:cubicBezTo>
                  <a:cubicBezTo>
                    <a:pt x="5249394" y="2062347"/>
                    <a:pt x="5249394" y="1983982"/>
                    <a:pt x="5249394" y="1905617"/>
                  </a:cubicBezTo>
                  <a:cubicBezTo>
                    <a:pt x="5249394" y="1899242"/>
                    <a:pt x="5249394" y="1892866"/>
                    <a:pt x="5249394" y="1886490"/>
                  </a:cubicBezTo>
                  <a:cubicBezTo>
                    <a:pt x="5249394" y="1870075"/>
                    <a:pt x="5249394" y="1853707"/>
                    <a:pt x="5249394" y="1837292"/>
                  </a:cubicBezTo>
                  <a:cubicBezTo>
                    <a:pt x="5248918" y="1839100"/>
                    <a:pt x="5248490" y="1840956"/>
                    <a:pt x="5248014" y="1842764"/>
                  </a:cubicBezTo>
                  <a:cubicBezTo>
                    <a:pt x="5248252" y="1840908"/>
                    <a:pt x="5248680" y="1839100"/>
                    <a:pt x="5249394" y="1837292"/>
                  </a:cubicBezTo>
                  <a:cubicBezTo>
                    <a:pt x="5249394" y="1830916"/>
                    <a:pt x="5249394" y="1824540"/>
                    <a:pt x="5249394" y="1818165"/>
                  </a:cubicBezTo>
                  <a:cubicBezTo>
                    <a:pt x="5243827" y="1788570"/>
                    <a:pt x="5233835" y="1760973"/>
                    <a:pt x="5215088" y="1737040"/>
                  </a:cubicBezTo>
                  <a:close/>
                </a:path>
              </a:pathLst>
            </a:custGeom>
            <a:solidFill>
              <a:srgbClr val="05090B"/>
            </a:solidFill>
            <a:ln w="4754" cap="flat">
              <a:noFill/>
              <a:prstDash val="solid"/>
              <a:miter/>
            </a:ln>
          </p:spPr>
          <p:txBody>
            <a:bodyPr rtlCol="0" anchor="ctr"/>
            <a:lstStyle/>
            <a:p>
              <a:endParaRPr lang="en-US"/>
            </a:p>
          </p:txBody>
        </p:sp>
        <p:sp>
          <p:nvSpPr>
            <p:cNvPr id="44" name="Freeform: Shape 193">
              <a:extLst>
                <a:ext uri="{FF2B5EF4-FFF2-40B4-BE49-F238E27FC236}">
                  <a16:creationId xmlns:a16="http://schemas.microsoft.com/office/drawing/2014/main" id="{38456EB7-FBB6-4369-B9AE-5759EBF73913}"/>
                </a:ext>
              </a:extLst>
            </p:cNvPr>
            <p:cNvSpPr/>
            <p:nvPr/>
          </p:nvSpPr>
          <p:spPr>
            <a:xfrm>
              <a:off x="4134335" y="1144243"/>
              <a:ext cx="522063" cy="483750"/>
            </a:xfrm>
            <a:custGeom>
              <a:avLst/>
              <a:gdLst>
                <a:gd name="connsiteX0" fmla="*/ 341960 w 522063"/>
                <a:gd name="connsiteY0" fmla="*/ 480991 h 483750"/>
                <a:gd name="connsiteX1" fmla="*/ 501830 w 522063"/>
                <a:gd name="connsiteY1" fmla="*/ 480895 h 483750"/>
                <a:gd name="connsiteX2" fmla="*/ 522004 w 522063"/>
                <a:gd name="connsiteY2" fmla="*/ 461102 h 483750"/>
                <a:gd name="connsiteX3" fmla="*/ 521909 w 522063"/>
                <a:gd name="connsiteY3" fmla="*/ 74369 h 483750"/>
                <a:gd name="connsiteX4" fmla="*/ 519054 w 522063"/>
                <a:gd name="connsiteY4" fmla="*/ 14370 h 483750"/>
                <a:gd name="connsiteX5" fmla="*/ 508682 w 522063"/>
                <a:gd name="connsiteY5" fmla="*/ 2713 h 483750"/>
                <a:gd name="connsiteX6" fmla="*/ 441879 w 522063"/>
                <a:gd name="connsiteY6" fmla="*/ 334 h 483750"/>
                <a:gd name="connsiteX7" fmla="*/ 426844 w 522063"/>
                <a:gd name="connsiteY7" fmla="*/ 10373 h 483750"/>
                <a:gd name="connsiteX8" fmla="*/ 365798 w 522063"/>
                <a:gd name="connsiteY8" fmla="*/ 43870 h 483750"/>
                <a:gd name="connsiteX9" fmla="*/ 215492 w 522063"/>
                <a:gd name="connsiteY9" fmla="*/ 43870 h 483750"/>
                <a:gd name="connsiteX10" fmla="*/ 159727 w 522063"/>
                <a:gd name="connsiteY10" fmla="*/ 11515 h 483750"/>
                <a:gd name="connsiteX11" fmla="*/ 140220 w 522063"/>
                <a:gd name="connsiteY11" fmla="*/ 1 h 483750"/>
                <a:gd name="connsiteX12" fmla="*/ 19936 w 522063"/>
                <a:gd name="connsiteY12" fmla="*/ 143 h 483750"/>
                <a:gd name="connsiteX13" fmla="*/ 2998 w 522063"/>
                <a:gd name="connsiteY13" fmla="*/ 19128 h 483750"/>
                <a:gd name="connsiteX14" fmla="*/ 2855 w 522063"/>
                <a:gd name="connsiteY14" fmla="*/ 277394 h 483750"/>
                <a:gd name="connsiteX15" fmla="*/ 0 w 522063"/>
                <a:gd name="connsiteY15" fmla="*/ 306751 h 483750"/>
                <a:gd name="connsiteX16" fmla="*/ 16082 w 522063"/>
                <a:gd name="connsiteY16" fmla="*/ 303516 h 483750"/>
                <a:gd name="connsiteX17" fmla="*/ 182851 w 522063"/>
                <a:gd name="connsiteY17" fmla="*/ 303563 h 483750"/>
                <a:gd name="connsiteX18" fmla="*/ 306846 w 522063"/>
                <a:gd name="connsiteY18" fmla="*/ 370366 h 483750"/>
                <a:gd name="connsiteX19" fmla="*/ 325260 w 522063"/>
                <a:gd name="connsiteY19" fmla="*/ 432554 h 483750"/>
                <a:gd name="connsiteX20" fmla="*/ 325260 w 522063"/>
                <a:gd name="connsiteY20" fmla="*/ 469476 h 483750"/>
                <a:gd name="connsiteX21" fmla="*/ 322309 w 522063"/>
                <a:gd name="connsiteY21" fmla="*/ 483750 h 483750"/>
                <a:gd name="connsiteX22" fmla="*/ 341960 w 522063"/>
                <a:gd name="connsiteY22" fmla="*/ 480991 h 483750"/>
                <a:gd name="connsiteX23" fmla="*/ 283056 w 522063"/>
                <a:gd name="connsiteY23" fmla="*/ 302041 h 483750"/>
                <a:gd name="connsiteX24" fmla="*/ 165342 w 522063"/>
                <a:gd name="connsiteY24" fmla="*/ 182614 h 483750"/>
                <a:gd name="connsiteX25" fmla="*/ 283341 w 522063"/>
                <a:gd name="connsiteY25" fmla="*/ 64472 h 483750"/>
                <a:gd name="connsiteX26" fmla="*/ 402768 w 522063"/>
                <a:gd name="connsiteY26" fmla="*/ 182900 h 483750"/>
                <a:gd name="connsiteX27" fmla="*/ 283056 w 522063"/>
                <a:gd name="connsiteY27" fmla="*/ 302041 h 483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2063" h="483750">
                  <a:moveTo>
                    <a:pt x="341960" y="480991"/>
                  </a:moveTo>
                  <a:cubicBezTo>
                    <a:pt x="395250" y="480848"/>
                    <a:pt x="448540" y="480943"/>
                    <a:pt x="501830" y="480895"/>
                  </a:cubicBezTo>
                  <a:cubicBezTo>
                    <a:pt x="521243" y="480848"/>
                    <a:pt x="522004" y="480134"/>
                    <a:pt x="522004" y="461102"/>
                  </a:cubicBezTo>
                  <a:cubicBezTo>
                    <a:pt x="522052" y="332207"/>
                    <a:pt x="522147" y="203311"/>
                    <a:pt x="521909" y="74369"/>
                  </a:cubicBezTo>
                  <a:cubicBezTo>
                    <a:pt x="521861" y="54385"/>
                    <a:pt x="518388" y="34449"/>
                    <a:pt x="519054" y="14370"/>
                  </a:cubicBezTo>
                  <a:cubicBezTo>
                    <a:pt x="519292" y="7376"/>
                    <a:pt x="515914" y="3855"/>
                    <a:pt x="508682" y="2713"/>
                  </a:cubicBezTo>
                  <a:cubicBezTo>
                    <a:pt x="486462" y="-808"/>
                    <a:pt x="464194" y="143"/>
                    <a:pt x="441879" y="334"/>
                  </a:cubicBezTo>
                  <a:cubicBezTo>
                    <a:pt x="434647" y="381"/>
                    <a:pt x="430031" y="4378"/>
                    <a:pt x="426844" y="10373"/>
                  </a:cubicBezTo>
                  <a:cubicBezTo>
                    <a:pt x="413902" y="35067"/>
                    <a:pt x="392490" y="43965"/>
                    <a:pt x="365798" y="43870"/>
                  </a:cubicBezTo>
                  <a:cubicBezTo>
                    <a:pt x="315696" y="43679"/>
                    <a:pt x="265594" y="43727"/>
                    <a:pt x="215492" y="43870"/>
                  </a:cubicBezTo>
                  <a:cubicBezTo>
                    <a:pt x="190464" y="43917"/>
                    <a:pt x="171242" y="34020"/>
                    <a:pt x="159727" y="11515"/>
                  </a:cubicBezTo>
                  <a:cubicBezTo>
                    <a:pt x="155350" y="2998"/>
                    <a:pt x="149402" y="-47"/>
                    <a:pt x="140220" y="1"/>
                  </a:cubicBezTo>
                  <a:cubicBezTo>
                    <a:pt x="100109" y="238"/>
                    <a:pt x="60046" y="1"/>
                    <a:pt x="19936" y="143"/>
                  </a:cubicBezTo>
                  <a:cubicBezTo>
                    <a:pt x="4282" y="191"/>
                    <a:pt x="2998" y="1618"/>
                    <a:pt x="2998" y="19128"/>
                  </a:cubicBezTo>
                  <a:cubicBezTo>
                    <a:pt x="2903" y="105201"/>
                    <a:pt x="3045" y="191321"/>
                    <a:pt x="2855" y="277394"/>
                  </a:cubicBezTo>
                  <a:cubicBezTo>
                    <a:pt x="2855" y="287196"/>
                    <a:pt x="4949" y="297425"/>
                    <a:pt x="0" y="306751"/>
                  </a:cubicBezTo>
                  <a:cubicBezTo>
                    <a:pt x="4710" y="302897"/>
                    <a:pt x="10515" y="303516"/>
                    <a:pt x="16082" y="303516"/>
                  </a:cubicBezTo>
                  <a:cubicBezTo>
                    <a:pt x="71656" y="303421"/>
                    <a:pt x="127277" y="303230"/>
                    <a:pt x="182851" y="303563"/>
                  </a:cubicBezTo>
                  <a:cubicBezTo>
                    <a:pt x="235904" y="303849"/>
                    <a:pt x="278345" y="324546"/>
                    <a:pt x="306846" y="370366"/>
                  </a:cubicBezTo>
                  <a:cubicBezTo>
                    <a:pt x="318598" y="389303"/>
                    <a:pt x="324688" y="410191"/>
                    <a:pt x="325260" y="432554"/>
                  </a:cubicBezTo>
                  <a:cubicBezTo>
                    <a:pt x="325592" y="444830"/>
                    <a:pt x="325402" y="457153"/>
                    <a:pt x="325260" y="469476"/>
                  </a:cubicBezTo>
                  <a:cubicBezTo>
                    <a:pt x="325212" y="474424"/>
                    <a:pt x="325355" y="479516"/>
                    <a:pt x="322309" y="483750"/>
                  </a:cubicBezTo>
                  <a:cubicBezTo>
                    <a:pt x="328210" y="479849"/>
                    <a:pt x="335299" y="480991"/>
                    <a:pt x="341960" y="480991"/>
                  </a:cubicBezTo>
                  <a:close/>
                  <a:moveTo>
                    <a:pt x="283056" y="302041"/>
                  </a:moveTo>
                  <a:cubicBezTo>
                    <a:pt x="217823" y="301946"/>
                    <a:pt x="165247" y="248608"/>
                    <a:pt x="165342" y="182614"/>
                  </a:cubicBezTo>
                  <a:cubicBezTo>
                    <a:pt x="165437" y="118047"/>
                    <a:pt x="218679" y="64805"/>
                    <a:pt x="283341" y="64472"/>
                  </a:cubicBezTo>
                  <a:cubicBezTo>
                    <a:pt x="348288" y="64186"/>
                    <a:pt x="402435" y="117905"/>
                    <a:pt x="402768" y="182900"/>
                  </a:cubicBezTo>
                  <a:cubicBezTo>
                    <a:pt x="403196" y="248751"/>
                    <a:pt x="349526" y="302136"/>
                    <a:pt x="283056" y="302041"/>
                  </a:cubicBezTo>
                  <a:close/>
                </a:path>
              </a:pathLst>
            </a:custGeom>
            <a:noFill/>
            <a:ln w="4754" cap="flat">
              <a:noFill/>
              <a:prstDash val="solid"/>
              <a:miter/>
            </a:ln>
          </p:spPr>
          <p:txBody>
            <a:bodyPr rtlCol="0" anchor="ctr"/>
            <a:lstStyle/>
            <a:p>
              <a:endParaRPr lang="en-US"/>
            </a:p>
          </p:txBody>
        </p:sp>
        <p:sp>
          <p:nvSpPr>
            <p:cNvPr id="45" name="Freeform: Shape 194">
              <a:extLst>
                <a:ext uri="{FF2B5EF4-FFF2-40B4-BE49-F238E27FC236}">
                  <a16:creationId xmlns:a16="http://schemas.microsoft.com/office/drawing/2014/main" id="{DB76D3C3-7BB9-4F66-AE1E-A633F624653B}"/>
                </a:ext>
              </a:extLst>
            </p:cNvPr>
            <p:cNvSpPr/>
            <p:nvPr/>
          </p:nvSpPr>
          <p:spPr>
            <a:xfrm>
              <a:off x="4466827" y="1669008"/>
              <a:ext cx="10800" cy="348"/>
            </a:xfrm>
            <a:custGeom>
              <a:avLst/>
              <a:gdLst>
                <a:gd name="connsiteX0" fmla="*/ 10801 w 10800"/>
                <a:gd name="connsiteY0" fmla="*/ 0 h 348"/>
                <a:gd name="connsiteX1" fmla="*/ 0 w 10800"/>
                <a:gd name="connsiteY1" fmla="*/ 48 h 348"/>
                <a:gd name="connsiteX2" fmla="*/ 10801 w 10800"/>
                <a:gd name="connsiteY2" fmla="*/ 0 h 348"/>
              </a:gdLst>
              <a:ahLst/>
              <a:cxnLst>
                <a:cxn ang="0">
                  <a:pos x="connsiteX0" y="connsiteY0"/>
                </a:cxn>
                <a:cxn ang="0">
                  <a:pos x="connsiteX1" y="connsiteY1"/>
                </a:cxn>
                <a:cxn ang="0">
                  <a:pos x="connsiteX2" y="connsiteY2"/>
                </a:cxn>
              </a:cxnLst>
              <a:rect l="l" t="t" r="r" b="b"/>
              <a:pathLst>
                <a:path w="10800" h="348">
                  <a:moveTo>
                    <a:pt x="10801" y="0"/>
                  </a:moveTo>
                  <a:cubicBezTo>
                    <a:pt x="7185" y="0"/>
                    <a:pt x="3616" y="48"/>
                    <a:pt x="0" y="48"/>
                  </a:cubicBezTo>
                  <a:cubicBezTo>
                    <a:pt x="3331" y="523"/>
                    <a:pt x="7042" y="381"/>
                    <a:pt x="10801" y="0"/>
                  </a:cubicBezTo>
                  <a:close/>
                </a:path>
              </a:pathLst>
            </a:custGeom>
            <a:noFill/>
            <a:ln w="4754" cap="flat">
              <a:noFill/>
              <a:prstDash val="solid"/>
              <a:miter/>
            </a:ln>
          </p:spPr>
          <p:txBody>
            <a:bodyPr rtlCol="0" anchor="ctr"/>
            <a:lstStyle/>
            <a:p>
              <a:endParaRPr lang="en-US"/>
            </a:p>
          </p:txBody>
        </p:sp>
        <p:sp>
          <p:nvSpPr>
            <p:cNvPr id="46" name="Freeform: Shape 195">
              <a:extLst>
                <a:ext uri="{FF2B5EF4-FFF2-40B4-BE49-F238E27FC236}">
                  <a16:creationId xmlns:a16="http://schemas.microsoft.com/office/drawing/2014/main" id="{A354FA4C-3919-4111-880A-94B7BD2CA5B7}"/>
                </a:ext>
              </a:extLst>
            </p:cNvPr>
            <p:cNvSpPr/>
            <p:nvPr/>
          </p:nvSpPr>
          <p:spPr>
            <a:xfrm>
              <a:off x="1875980" y="3858354"/>
              <a:ext cx="496977" cy="235302"/>
            </a:xfrm>
            <a:custGeom>
              <a:avLst/>
              <a:gdLst>
                <a:gd name="connsiteX0" fmla="*/ 249940 w 496977"/>
                <a:gd name="connsiteY0" fmla="*/ 166833 h 235302"/>
                <a:gd name="connsiteX1" fmla="*/ 344958 w 496977"/>
                <a:gd name="connsiteY1" fmla="*/ 91704 h 235302"/>
                <a:gd name="connsiteX2" fmla="*/ 484131 w 496977"/>
                <a:gd name="connsiteY2" fmla="*/ 91514 h 235302"/>
                <a:gd name="connsiteX3" fmla="*/ 496978 w 496977"/>
                <a:gd name="connsiteY3" fmla="*/ 89896 h 235302"/>
                <a:gd name="connsiteX4" fmla="*/ 494836 w 496977"/>
                <a:gd name="connsiteY4" fmla="*/ 70436 h 235302"/>
                <a:gd name="connsiteX5" fmla="*/ 495122 w 496977"/>
                <a:gd name="connsiteY5" fmla="*/ 14053 h 235302"/>
                <a:gd name="connsiteX6" fmla="*/ 490649 w 496977"/>
                <a:gd name="connsiteY6" fmla="*/ 2253 h 235302"/>
                <a:gd name="connsiteX7" fmla="*/ 474377 w 496977"/>
                <a:gd name="connsiteY7" fmla="*/ 730 h 235302"/>
                <a:gd name="connsiteX8" fmla="*/ 305038 w 496977"/>
                <a:gd name="connsiteY8" fmla="*/ 1254 h 235302"/>
                <a:gd name="connsiteX9" fmla="*/ 127611 w 496977"/>
                <a:gd name="connsiteY9" fmla="*/ 3443 h 235302"/>
                <a:gd name="connsiteX10" fmla="*/ 103631 w 496977"/>
                <a:gd name="connsiteY10" fmla="*/ 8153 h 235302"/>
                <a:gd name="connsiteX11" fmla="*/ 12752 w 496977"/>
                <a:gd name="connsiteY11" fmla="*/ 24949 h 235302"/>
                <a:gd name="connsiteX12" fmla="*/ 0 w 496977"/>
                <a:gd name="connsiteY12" fmla="*/ 37462 h 235302"/>
                <a:gd name="connsiteX13" fmla="*/ 238 w 496977"/>
                <a:gd name="connsiteY13" fmla="*/ 219077 h 235302"/>
                <a:gd name="connsiteX14" fmla="*/ 15654 w 496977"/>
                <a:gd name="connsiteY14" fmla="*/ 235302 h 235302"/>
                <a:gd name="connsiteX15" fmla="*/ 187515 w 496977"/>
                <a:gd name="connsiteY15" fmla="*/ 230734 h 235302"/>
                <a:gd name="connsiteX16" fmla="*/ 247181 w 496977"/>
                <a:gd name="connsiteY16" fmla="*/ 233399 h 235302"/>
                <a:gd name="connsiteX17" fmla="*/ 247181 w 496977"/>
                <a:gd name="connsiteY17" fmla="*/ 233256 h 235302"/>
                <a:gd name="connsiteX18" fmla="*/ 249940 w 496977"/>
                <a:gd name="connsiteY18" fmla="*/ 166833 h 23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96977" h="235302">
                  <a:moveTo>
                    <a:pt x="249940" y="166833"/>
                  </a:moveTo>
                  <a:cubicBezTo>
                    <a:pt x="261264" y="122203"/>
                    <a:pt x="298853" y="92132"/>
                    <a:pt x="344958" y="91704"/>
                  </a:cubicBezTo>
                  <a:cubicBezTo>
                    <a:pt x="391349" y="91276"/>
                    <a:pt x="437740" y="91609"/>
                    <a:pt x="484131" y="91514"/>
                  </a:cubicBezTo>
                  <a:cubicBezTo>
                    <a:pt x="488461" y="91514"/>
                    <a:pt x="493124" y="92703"/>
                    <a:pt x="496978" y="89896"/>
                  </a:cubicBezTo>
                  <a:cubicBezTo>
                    <a:pt x="494265" y="83663"/>
                    <a:pt x="494884" y="77002"/>
                    <a:pt x="494836" y="70436"/>
                  </a:cubicBezTo>
                  <a:cubicBezTo>
                    <a:pt x="495455" y="51642"/>
                    <a:pt x="494979" y="32847"/>
                    <a:pt x="495122" y="14053"/>
                  </a:cubicBezTo>
                  <a:cubicBezTo>
                    <a:pt x="495169" y="9533"/>
                    <a:pt x="495217" y="5013"/>
                    <a:pt x="490649" y="2253"/>
                  </a:cubicBezTo>
                  <a:cubicBezTo>
                    <a:pt x="485320" y="302"/>
                    <a:pt x="479849" y="730"/>
                    <a:pt x="474377" y="730"/>
                  </a:cubicBezTo>
                  <a:cubicBezTo>
                    <a:pt x="417946" y="730"/>
                    <a:pt x="361373" y="-1220"/>
                    <a:pt x="305038" y="1254"/>
                  </a:cubicBezTo>
                  <a:cubicBezTo>
                    <a:pt x="245848" y="3871"/>
                    <a:pt x="186753" y="2586"/>
                    <a:pt x="127611" y="3443"/>
                  </a:cubicBezTo>
                  <a:cubicBezTo>
                    <a:pt x="119285" y="3585"/>
                    <a:pt x="111386" y="5155"/>
                    <a:pt x="103631" y="8153"/>
                  </a:cubicBezTo>
                  <a:cubicBezTo>
                    <a:pt x="74369" y="19382"/>
                    <a:pt x="43774" y="23712"/>
                    <a:pt x="12752" y="24949"/>
                  </a:cubicBezTo>
                  <a:cubicBezTo>
                    <a:pt x="3426" y="25329"/>
                    <a:pt x="-47" y="27946"/>
                    <a:pt x="0" y="37462"/>
                  </a:cubicBezTo>
                  <a:cubicBezTo>
                    <a:pt x="334" y="97985"/>
                    <a:pt x="48" y="158555"/>
                    <a:pt x="238" y="219077"/>
                  </a:cubicBezTo>
                  <a:cubicBezTo>
                    <a:pt x="286" y="233446"/>
                    <a:pt x="1904" y="235349"/>
                    <a:pt x="15654" y="235302"/>
                  </a:cubicBezTo>
                  <a:cubicBezTo>
                    <a:pt x="72989" y="235111"/>
                    <a:pt x="130228" y="232827"/>
                    <a:pt x="187515" y="230734"/>
                  </a:cubicBezTo>
                  <a:cubicBezTo>
                    <a:pt x="207356" y="230020"/>
                    <a:pt x="227577" y="226547"/>
                    <a:pt x="247181" y="233399"/>
                  </a:cubicBezTo>
                  <a:cubicBezTo>
                    <a:pt x="247181" y="233351"/>
                    <a:pt x="247181" y="233303"/>
                    <a:pt x="247181" y="233256"/>
                  </a:cubicBezTo>
                  <a:cubicBezTo>
                    <a:pt x="247704" y="211131"/>
                    <a:pt x="244373" y="188816"/>
                    <a:pt x="249940" y="166833"/>
                  </a:cubicBezTo>
                  <a:close/>
                </a:path>
              </a:pathLst>
            </a:custGeom>
            <a:noFill/>
            <a:ln w="4754" cap="flat">
              <a:noFill/>
              <a:prstDash val="solid"/>
              <a:miter/>
            </a:ln>
          </p:spPr>
          <p:txBody>
            <a:bodyPr rtlCol="0" anchor="ctr"/>
            <a:lstStyle/>
            <a:p>
              <a:endParaRPr lang="en-US"/>
            </a:p>
          </p:txBody>
        </p:sp>
        <p:sp>
          <p:nvSpPr>
            <p:cNvPr id="47" name="Freeform: Shape 196">
              <a:extLst>
                <a:ext uri="{FF2B5EF4-FFF2-40B4-BE49-F238E27FC236}">
                  <a16:creationId xmlns:a16="http://schemas.microsoft.com/office/drawing/2014/main" id="{04B468F6-2076-418A-8A6F-D2A7D6815C9A}"/>
                </a:ext>
              </a:extLst>
            </p:cNvPr>
            <p:cNvSpPr/>
            <p:nvPr/>
          </p:nvSpPr>
          <p:spPr>
            <a:xfrm>
              <a:off x="2185491" y="2548579"/>
              <a:ext cx="11419" cy="869"/>
            </a:xfrm>
            <a:custGeom>
              <a:avLst/>
              <a:gdLst>
                <a:gd name="connsiteX0" fmla="*/ 11419 w 11419"/>
                <a:gd name="connsiteY0" fmla="*/ 856 h 869"/>
                <a:gd name="connsiteX1" fmla="*/ 0 w 11419"/>
                <a:gd name="connsiteY1" fmla="*/ 0 h 869"/>
                <a:gd name="connsiteX2" fmla="*/ 11419 w 11419"/>
                <a:gd name="connsiteY2" fmla="*/ 856 h 869"/>
              </a:gdLst>
              <a:ahLst/>
              <a:cxnLst>
                <a:cxn ang="0">
                  <a:pos x="connsiteX0" y="connsiteY0"/>
                </a:cxn>
                <a:cxn ang="0">
                  <a:pos x="connsiteX1" y="connsiteY1"/>
                </a:cxn>
                <a:cxn ang="0">
                  <a:pos x="connsiteX2" y="connsiteY2"/>
                </a:cxn>
              </a:cxnLst>
              <a:rect l="l" t="t" r="r" b="b"/>
              <a:pathLst>
                <a:path w="11419" h="869">
                  <a:moveTo>
                    <a:pt x="11419" y="856"/>
                  </a:moveTo>
                  <a:cubicBezTo>
                    <a:pt x="7613" y="619"/>
                    <a:pt x="3806" y="333"/>
                    <a:pt x="0" y="0"/>
                  </a:cubicBezTo>
                  <a:cubicBezTo>
                    <a:pt x="3759" y="856"/>
                    <a:pt x="7613" y="904"/>
                    <a:pt x="11419" y="856"/>
                  </a:cubicBezTo>
                  <a:close/>
                </a:path>
              </a:pathLst>
            </a:custGeom>
            <a:solidFill>
              <a:srgbClr val="1D97C3"/>
            </a:solidFill>
            <a:ln w="4754" cap="flat">
              <a:noFill/>
              <a:prstDash val="solid"/>
              <a:miter/>
            </a:ln>
          </p:spPr>
          <p:txBody>
            <a:bodyPr rtlCol="0" anchor="ctr"/>
            <a:lstStyle/>
            <a:p>
              <a:endParaRPr lang="en-US"/>
            </a:p>
          </p:txBody>
        </p:sp>
        <p:sp>
          <p:nvSpPr>
            <p:cNvPr id="48" name="Freeform: Shape 197">
              <a:extLst>
                <a:ext uri="{FF2B5EF4-FFF2-40B4-BE49-F238E27FC236}">
                  <a16:creationId xmlns:a16="http://schemas.microsoft.com/office/drawing/2014/main" id="{738F17D5-9CC3-4F52-AFBC-A9FD013708D4}"/>
                </a:ext>
              </a:extLst>
            </p:cNvPr>
            <p:cNvSpPr/>
            <p:nvPr/>
          </p:nvSpPr>
          <p:spPr>
            <a:xfrm>
              <a:off x="848292" y="1216752"/>
              <a:ext cx="3569051" cy="2114090"/>
            </a:xfrm>
            <a:custGeom>
              <a:avLst/>
              <a:gdLst>
                <a:gd name="connsiteX0" fmla="*/ 3560772 w 3569051"/>
                <a:gd name="connsiteY0" fmla="*/ 1611599 h 2114090"/>
                <a:gd name="connsiteX1" fmla="*/ 3486690 w 3569051"/>
                <a:gd name="connsiteY1" fmla="*/ 1535090 h 2114090"/>
                <a:gd name="connsiteX2" fmla="*/ 3367834 w 3569051"/>
                <a:gd name="connsiteY2" fmla="*/ 1412523 h 2114090"/>
                <a:gd name="connsiteX3" fmla="*/ 3228757 w 3569051"/>
                <a:gd name="connsiteY3" fmla="*/ 1267879 h 2114090"/>
                <a:gd name="connsiteX4" fmla="*/ 3088632 w 3569051"/>
                <a:gd name="connsiteY4" fmla="*/ 1122283 h 2114090"/>
                <a:gd name="connsiteX5" fmla="*/ 2953314 w 3569051"/>
                <a:gd name="connsiteY5" fmla="*/ 981588 h 2114090"/>
                <a:gd name="connsiteX6" fmla="*/ 2812238 w 3569051"/>
                <a:gd name="connsiteY6" fmla="*/ 835040 h 2114090"/>
                <a:gd name="connsiteX7" fmla="*/ 2675016 w 3569051"/>
                <a:gd name="connsiteY7" fmla="*/ 692394 h 2114090"/>
                <a:gd name="connsiteX8" fmla="*/ 2532989 w 3569051"/>
                <a:gd name="connsiteY8" fmla="*/ 544847 h 2114090"/>
                <a:gd name="connsiteX9" fmla="*/ 2397575 w 3569051"/>
                <a:gd name="connsiteY9" fmla="*/ 404200 h 2114090"/>
                <a:gd name="connsiteX10" fmla="*/ 2279576 w 3569051"/>
                <a:gd name="connsiteY10" fmla="*/ 280967 h 2114090"/>
                <a:gd name="connsiteX11" fmla="*/ 2275722 w 3569051"/>
                <a:gd name="connsiteY11" fmla="*/ 275400 h 2114090"/>
                <a:gd name="connsiteX12" fmla="*/ 2242796 w 3569051"/>
                <a:gd name="connsiteY12" fmla="*/ 329070 h 2114090"/>
                <a:gd name="connsiteX13" fmla="*/ 2237467 w 3569051"/>
                <a:gd name="connsiteY13" fmla="*/ 418569 h 2114090"/>
                <a:gd name="connsiteX14" fmla="*/ 2220100 w 3569051"/>
                <a:gd name="connsiteY14" fmla="*/ 433557 h 2114090"/>
                <a:gd name="connsiteX15" fmla="*/ 2210727 w 3569051"/>
                <a:gd name="connsiteY15" fmla="*/ 426515 h 2114090"/>
                <a:gd name="connsiteX16" fmla="*/ 2188745 w 3569051"/>
                <a:gd name="connsiteY16" fmla="*/ 398633 h 2114090"/>
                <a:gd name="connsiteX17" fmla="*/ 2179514 w 3569051"/>
                <a:gd name="connsiteY17" fmla="*/ 372749 h 2114090"/>
                <a:gd name="connsiteX18" fmla="*/ 2179895 w 3569051"/>
                <a:gd name="connsiteY18" fmla="*/ 147218 h 2114090"/>
                <a:gd name="connsiteX19" fmla="*/ 2173139 w 3569051"/>
                <a:gd name="connsiteY19" fmla="*/ 125902 h 2114090"/>
                <a:gd name="connsiteX20" fmla="*/ 2102148 w 3569051"/>
                <a:gd name="connsiteY20" fmla="*/ 25793 h 2114090"/>
                <a:gd name="connsiteX21" fmla="*/ 2083307 w 3569051"/>
                <a:gd name="connsiteY21" fmla="*/ 15944 h 2114090"/>
                <a:gd name="connsiteX22" fmla="*/ 1734780 w 3569051"/>
                <a:gd name="connsiteY22" fmla="*/ 11804 h 2114090"/>
                <a:gd name="connsiteX23" fmla="*/ 1289238 w 3569051"/>
                <a:gd name="connsiteY23" fmla="*/ 6047 h 2114090"/>
                <a:gd name="connsiteX24" fmla="*/ 838223 w 3569051"/>
                <a:gd name="connsiteY24" fmla="*/ 5 h 2114090"/>
                <a:gd name="connsiteX25" fmla="*/ 826471 w 3569051"/>
                <a:gd name="connsiteY25" fmla="*/ 12233 h 2114090"/>
                <a:gd name="connsiteX26" fmla="*/ 826519 w 3569051"/>
                <a:gd name="connsiteY26" fmla="*/ 333448 h 2114090"/>
                <a:gd name="connsiteX27" fmla="*/ 822570 w 3569051"/>
                <a:gd name="connsiteY27" fmla="*/ 344439 h 2114090"/>
                <a:gd name="connsiteX28" fmla="*/ 807724 w 3569051"/>
                <a:gd name="connsiteY28" fmla="*/ 338634 h 2114090"/>
                <a:gd name="connsiteX29" fmla="*/ 803204 w 3569051"/>
                <a:gd name="connsiteY29" fmla="*/ 331878 h 2114090"/>
                <a:gd name="connsiteX30" fmla="*/ 738638 w 3569051"/>
                <a:gd name="connsiteY30" fmla="*/ 325169 h 2114090"/>
                <a:gd name="connsiteX31" fmla="*/ 732881 w 3569051"/>
                <a:gd name="connsiteY31" fmla="*/ 389926 h 2114090"/>
                <a:gd name="connsiteX32" fmla="*/ 797019 w 3569051"/>
                <a:gd name="connsiteY32" fmla="*/ 394446 h 2114090"/>
                <a:gd name="connsiteX33" fmla="*/ 830420 w 3569051"/>
                <a:gd name="connsiteY33" fmla="*/ 382313 h 2114090"/>
                <a:gd name="connsiteX34" fmla="*/ 849548 w 3569051"/>
                <a:gd name="connsiteY34" fmla="*/ 382503 h 2114090"/>
                <a:gd name="connsiteX35" fmla="*/ 863489 w 3569051"/>
                <a:gd name="connsiteY35" fmla="*/ 368182 h 2114090"/>
                <a:gd name="connsiteX36" fmla="*/ 862918 w 3569051"/>
                <a:gd name="connsiteY36" fmla="*/ 52438 h 2114090"/>
                <a:gd name="connsiteX37" fmla="*/ 878096 w 3569051"/>
                <a:gd name="connsiteY37" fmla="*/ 37783 h 2114090"/>
                <a:gd name="connsiteX38" fmla="*/ 1226575 w 3569051"/>
                <a:gd name="connsiteY38" fmla="*/ 42684 h 2114090"/>
                <a:gd name="connsiteX39" fmla="*/ 1666645 w 3569051"/>
                <a:gd name="connsiteY39" fmla="*/ 48156 h 2114090"/>
                <a:gd name="connsiteX40" fmla="*/ 2064370 w 3569051"/>
                <a:gd name="connsiteY40" fmla="*/ 52438 h 2114090"/>
                <a:gd name="connsiteX41" fmla="*/ 2082260 w 3569051"/>
                <a:gd name="connsiteY41" fmla="*/ 61621 h 2114090"/>
                <a:gd name="connsiteX42" fmla="*/ 2136692 w 3569051"/>
                <a:gd name="connsiteY42" fmla="*/ 138368 h 2114090"/>
                <a:gd name="connsiteX43" fmla="*/ 2142116 w 3569051"/>
                <a:gd name="connsiteY43" fmla="*/ 157400 h 2114090"/>
                <a:gd name="connsiteX44" fmla="*/ 2141164 w 3569051"/>
                <a:gd name="connsiteY44" fmla="*/ 343249 h 2114090"/>
                <a:gd name="connsiteX45" fmla="*/ 2176326 w 3569051"/>
                <a:gd name="connsiteY45" fmla="*/ 444072 h 2114090"/>
                <a:gd name="connsiteX46" fmla="*/ 2228617 w 3569051"/>
                <a:gd name="connsiteY46" fmla="*/ 470051 h 2114090"/>
                <a:gd name="connsiteX47" fmla="*/ 2237515 w 3569051"/>
                <a:gd name="connsiteY47" fmla="*/ 477949 h 2114090"/>
                <a:gd name="connsiteX48" fmla="*/ 2237372 w 3569051"/>
                <a:gd name="connsiteY48" fmla="*/ 529907 h 2114090"/>
                <a:gd name="connsiteX49" fmla="*/ 2231519 w 3569051"/>
                <a:gd name="connsiteY49" fmla="*/ 538186 h 2114090"/>
                <a:gd name="connsiteX50" fmla="*/ 2132885 w 3569051"/>
                <a:gd name="connsiteY50" fmla="*/ 510161 h 2114090"/>
                <a:gd name="connsiteX51" fmla="*/ 2120800 w 3569051"/>
                <a:gd name="connsiteY51" fmla="*/ 499170 h 2114090"/>
                <a:gd name="connsiteX52" fmla="*/ 2112093 w 3569051"/>
                <a:gd name="connsiteY52" fmla="*/ 479234 h 2114090"/>
                <a:gd name="connsiteX53" fmla="*/ 2112474 w 3569051"/>
                <a:gd name="connsiteY53" fmla="*/ 177146 h 2114090"/>
                <a:gd name="connsiteX54" fmla="*/ 2104527 w 3569051"/>
                <a:gd name="connsiteY54" fmla="*/ 153546 h 2114090"/>
                <a:gd name="connsiteX55" fmla="*/ 2057423 w 3569051"/>
                <a:gd name="connsiteY55" fmla="*/ 89979 h 2114090"/>
                <a:gd name="connsiteX56" fmla="*/ 2036202 w 3569051"/>
                <a:gd name="connsiteY56" fmla="*/ 78893 h 2114090"/>
                <a:gd name="connsiteX57" fmla="*/ 1649421 w 3569051"/>
                <a:gd name="connsiteY57" fmla="*/ 74753 h 2114090"/>
                <a:gd name="connsiteX58" fmla="*/ 937333 w 3569051"/>
                <a:gd name="connsiteY58" fmla="*/ 67569 h 2114090"/>
                <a:gd name="connsiteX59" fmla="*/ 900696 w 3569051"/>
                <a:gd name="connsiteY59" fmla="*/ 64286 h 2114090"/>
                <a:gd name="connsiteX60" fmla="*/ 881807 w 3569051"/>
                <a:gd name="connsiteY60" fmla="*/ 80701 h 2114090"/>
                <a:gd name="connsiteX61" fmla="*/ 879523 w 3569051"/>
                <a:gd name="connsiteY61" fmla="*/ 397777 h 2114090"/>
                <a:gd name="connsiteX62" fmla="*/ 841602 w 3569051"/>
                <a:gd name="connsiteY62" fmla="*/ 456586 h 2114090"/>
                <a:gd name="connsiteX63" fmla="*/ 839318 w 3569051"/>
                <a:gd name="connsiteY63" fmla="*/ 458108 h 2114090"/>
                <a:gd name="connsiteX64" fmla="*/ 809057 w 3569051"/>
                <a:gd name="connsiteY64" fmla="*/ 448497 h 2114090"/>
                <a:gd name="connsiteX65" fmla="*/ 742254 w 3569051"/>
                <a:gd name="connsiteY65" fmla="*/ 436983 h 2114090"/>
                <a:gd name="connsiteX66" fmla="*/ 736592 w 3569051"/>
                <a:gd name="connsiteY66" fmla="*/ 503690 h 2114090"/>
                <a:gd name="connsiteX67" fmla="*/ 803299 w 3569051"/>
                <a:gd name="connsiteY67" fmla="*/ 504309 h 2114090"/>
                <a:gd name="connsiteX68" fmla="*/ 818049 w 3569051"/>
                <a:gd name="connsiteY68" fmla="*/ 497219 h 2114090"/>
                <a:gd name="connsiteX69" fmla="*/ 870626 w 3569051"/>
                <a:gd name="connsiteY69" fmla="*/ 483421 h 2114090"/>
                <a:gd name="connsiteX70" fmla="*/ 906501 w 3569051"/>
                <a:gd name="connsiteY70" fmla="*/ 463913 h 2114090"/>
                <a:gd name="connsiteX71" fmla="*/ 916874 w 3569051"/>
                <a:gd name="connsiteY71" fmla="*/ 445975 h 2114090"/>
                <a:gd name="connsiteX72" fmla="*/ 918920 w 3569051"/>
                <a:gd name="connsiteY72" fmla="*/ 119336 h 2114090"/>
                <a:gd name="connsiteX73" fmla="*/ 934288 w 3569051"/>
                <a:gd name="connsiteY73" fmla="*/ 103587 h 2114090"/>
                <a:gd name="connsiteX74" fmla="*/ 1347000 w 3569051"/>
                <a:gd name="connsiteY74" fmla="*/ 108535 h 2114090"/>
                <a:gd name="connsiteX75" fmla="*/ 1780267 w 3569051"/>
                <a:gd name="connsiteY75" fmla="*/ 113531 h 2114090"/>
                <a:gd name="connsiteX76" fmla="*/ 2018074 w 3569051"/>
                <a:gd name="connsiteY76" fmla="*/ 116434 h 2114090"/>
                <a:gd name="connsiteX77" fmla="*/ 2038248 w 3569051"/>
                <a:gd name="connsiteY77" fmla="*/ 126616 h 2114090"/>
                <a:gd name="connsiteX78" fmla="*/ 2069080 w 3569051"/>
                <a:gd name="connsiteY78" fmla="*/ 168249 h 2114090"/>
                <a:gd name="connsiteX79" fmla="*/ 2075979 w 3569051"/>
                <a:gd name="connsiteY79" fmla="*/ 189422 h 2114090"/>
                <a:gd name="connsiteX80" fmla="*/ 2075646 w 3569051"/>
                <a:gd name="connsiteY80" fmla="*/ 491510 h 2114090"/>
                <a:gd name="connsiteX81" fmla="*/ 2086970 w 3569051"/>
                <a:gd name="connsiteY81" fmla="*/ 518583 h 2114090"/>
                <a:gd name="connsiteX82" fmla="*/ 2140118 w 3569051"/>
                <a:gd name="connsiteY82" fmla="*/ 567781 h 2114090"/>
                <a:gd name="connsiteX83" fmla="*/ 2158341 w 3569051"/>
                <a:gd name="connsiteY83" fmla="*/ 574918 h 2114090"/>
                <a:gd name="connsiteX84" fmla="*/ 2228046 w 3569051"/>
                <a:gd name="connsiteY84" fmla="*/ 574633 h 2114090"/>
                <a:gd name="connsiteX85" fmla="*/ 2237420 w 3569051"/>
                <a:gd name="connsiteY85" fmla="*/ 583911 h 2114090"/>
                <a:gd name="connsiteX86" fmla="*/ 2237420 w 3569051"/>
                <a:gd name="connsiteY86" fmla="*/ 646765 h 2114090"/>
                <a:gd name="connsiteX87" fmla="*/ 2227570 w 3569051"/>
                <a:gd name="connsiteY87" fmla="*/ 656852 h 2114090"/>
                <a:gd name="connsiteX88" fmla="*/ 2125035 w 3569051"/>
                <a:gd name="connsiteY88" fmla="*/ 656804 h 2114090"/>
                <a:gd name="connsiteX89" fmla="*/ 2110570 w 3569051"/>
                <a:gd name="connsiteY89" fmla="*/ 650999 h 2114090"/>
                <a:gd name="connsiteX90" fmla="*/ 2060040 w 3569051"/>
                <a:gd name="connsiteY90" fmla="*/ 605084 h 2114090"/>
                <a:gd name="connsiteX91" fmla="*/ 2050952 w 3569051"/>
                <a:gd name="connsiteY91" fmla="*/ 584006 h 2114090"/>
                <a:gd name="connsiteX92" fmla="*/ 2052094 w 3569051"/>
                <a:gd name="connsiteY92" fmla="*/ 268310 h 2114090"/>
                <a:gd name="connsiteX93" fmla="*/ 2014363 w 3569051"/>
                <a:gd name="connsiteY93" fmla="*/ 151263 h 2114090"/>
                <a:gd name="connsiteX94" fmla="*/ 1994188 w 3569051"/>
                <a:gd name="connsiteY94" fmla="*/ 140938 h 2114090"/>
                <a:gd name="connsiteX95" fmla="*/ 1822043 w 3569051"/>
                <a:gd name="connsiteY95" fmla="*/ 137417 h 2114090"/>
                <a:gd name="connsiteX96" fmla="*/ 1528234 w 3569051"/>
                <a:gd name="connsiteY96" fmla="*/ 132088 h 2114090"/>
                <a:gd name="connsiteX97" fmla="*/ 954272 w 3569051"/>
                <a:gd name="connsiteY97" fmla="*/ 121763 h 2114090"/>
                <a:gd name="connsiteX98" fmla="*/ 938523 w 3569051"/>
                <a:gd name="connsiteY98" fmla="*/ 136846 h 2114090"/>
                <a:gd name="connsiteX99" fmla="*/ 938856 w 3569051"/>
                <a:gd name="connsiteY99" fmla="*/ 470337 h 2114090"/>
                <a:gd name="connsiteX100" fmla="*/ 932718 w 3569051"/>
                <a:gd name="connsiteY100" fmla="*/ 488560 h 2114090"/>
                <a:gd name="connsiteX101" fmla="*/ 843838 w 3569051"/>
                <a:gd name="connsiteY101" fmla="*/ 563213 h 2114090"/>
                <a:gd name="connsiteX102" fmla="*/ 810341 w 3569051"/>
                <a:gd name="connsiteY102" fmla="*/ 556933 h 2114090"/>
                <a:gd name="connsiteX103" fmla="*/ 763237 w 3569051"/>
                <a:gd name="connsiteY103" fmla="*/ 533761 h 2114090"/>
                <a:gd name="connsiteX104" fmla="*/ 725268 w 3569051"/>
                <a:gd name="connsiteY104" fmla="*/ 573015 h 2114090"/>
                <a:gd name="connsiteX105" fmla="*/ 751865 w 3569051"/>
                <a:gd name="connsiteY105" fmla="*/ 620690 h 2114090"/>
                <a:gd name="connsiteX106" fmla="*/ 804774 w 3569051"/>
                <a:gd name="connsiteY106" fmla="*/ 608082 h 2114090"/>
                <a:gd name="connsiteX107" fmla="*/ 827518 w 3569051"/>
                <a:gd name="connsiteY107" fmla="*/ 598185 h 2114090"/>
                <a:gd name="connsiteX108" fmla="*/ 862680 w 3569051"/>
                <a:gd name="connsiteY108" fmla="*/ 588574 h 2114090"/>
                <a:gd name="connsiteX109" fmla="*/ 960362 w 3569051"/>
                <a:gd name="connsiteY109" fmla="*/ 505308 h 2114090"/>
                <a:gd name="connsiteX110" fmla="*/ 969736 w 3569051"/>
                <a:gd name="connsiteY110" fmla="*/ 484468 h 2114090"/>
                <a:gd name="connsiteX111" fmla="*/ 969212 w 3569051"/>
                <a:gd name="connsiteY111" fmla="*/ 167345 h 2114090"/>
                <a:gd name="connsiteX112" fmla="*/ 984390 w 3569051"/>
                <a:gd name="connsiteY112" fmla="*/ 152738 h 2114090"/>
                <a:gd name="connsiteX113" fmla="*/ 1089591 w 3569051"/>
                <a:gd name="connsiteY113" fmla="*/ 155212 h 2114090"/>
                <a:gd name="connsiteX114" fmla="*/ 1528234 w 3569051"/>
                <a:gd name="connsiteY114" fmla="*/ 163253 h 2114090"/>
                <a:gd name="connsiteX115" fmla="*/ 1962786 w 3569051"/>
                <a:gd name="connsiteY115" fmla="*/ 170580 h 2114090"/>
                <a:gd name="connsiteX116" fmla="*/ 2007273 w 3569051"/>
                <a:gd name="connsiteY116" fmla="*/ 195132 h 2114090"/>
                <a:gd name="connsiteX117" fmla="*/ 2020167 w 3569051"/>
                <a:gd name="connsiteY117" fmla="*/ 222823 h 2114090"/>
                <a:gd name="connsiteX118" fmla="*/ 2019597 w 3569051"/>
                <a:gd name="connsiteY118" fmla="*/ 597329 h 2114090"/>
                <a:gd name="connsiteX119" fmla="*/ 2028922 w 3569051"/>
                <a:gd name="connsiteY119" fmla="*/ 618454 h 2114090"/>
                <a:gd name="connsiteX120" fmla="*/ 2097486 w 3569051"/>
                <a:gd name="connsiteY120" fmla="*/ 681213 h 2114090"/>
                <a:gd name="connsiteX121" fmla="*/ 2115804 w 3569051"/>
                <a:gd name="connsiteY121" fmla="*/ 688207 h 2114090"/>
                <a:gd name="connsiteX122" fmla="*/ 2203304 w 3569051"/>
                <a:gd name="connsiteY122" fmla="*/ 688064 h 2114090"/>
                <a:gd name="connsiteX123" fmla="*/ 2237420 w 3569051"/>
                <a:gd name="connsiteY123" fmla="*/ 723036 h 2114090"/>
                <a:gd name="connsiteX124" fmla="*/ 2225715 w 3569051"/>
                <a:gd name="connsiteY124" fmla="*/ 734312 h 2114090"/>
                <a:gd name="connsiteX125" fmla="*/ 2120467 w 3569051"/>
                <a:gd name="connsiteY125" fmla="*/ 734122 h 2114090"/>
                <a:gd name="connsiteX126" fmla="*/ 2052950 w 3569051"/>
                <a:gd name="connsiteY126" fmla="*/ 731886 h 2114090"/>
                <a:gd name="connsiteX127" fmla="*/ 2002468 w 3569051"/>
                <a:gd name="connsiteY127" fmla="*/ 685019 h 2114090"/>
                <a:gd name="connsiteX128" fmla="*/ 1994188 w 3569051"/>
                <a:gd name="connsiteY128" fmla="*/ 664893 h 2114090"/>
                <a:gd name="connsiteX129" fmla="*/ 1997567 w 3569051"/>
                <a:gd name="connsiteY129" fmla="*/ 293147 h 2114090"/>
                <a:gd name="connsiteX130" fmla="*/ 1968400 w 3569051"/>
                <a:gd name="connsiteY130" fmla="*/ 200794 h 2114090"/>
                <a:gd name="connsiteX131" fmla="*/ 1967591 w 3569051"/>
                <a:gd name="connsiteY131" fmla="*/ 199699 h 2114090"/>
                <a:gd name="connsiteX132" fmla="*/ 1950986 w 3569051"/>
                <a:gd name="connsiteY132" fmla="*/ 190945 h 2114090"/>
                <a:gd name="connsiteX133" fmla="*/ 1590184 w 3569051"/>
                <a:gd name="connsiteY133" fmla="*/ 185330 h 2114090"/>
                <a:gd name="connsiteX134" fmla="*/ 1005326 w 3569051"/>
                <a:gd name="connsiteY134" fmla="*/ 174482 h 2114090"/>
                <a:gd name="connsiteX135" fmla="*/ 991194 w 3569051"/>
                <a:gd name="connsiteY135" fmla="*/ 188661 h 2114090"/>
                <a:gd name="connsiteX136" fmla="*/ 991670 w 3569051"/>
                <a:gd name="connsiteY136" fmla="*/ 501692 h 2114090"/>
                <a:gd name="connsiteX137" fmla="*/ 983534 w 3569051"/>
                <a:gd name="connsiteY137" fmla="*/ 522104 h 2114090"/>
                <a:gd name="connsiteX138" fmla="*/ 849833 w 3569051"/>
                <a:gd name="connsiteY138" fmla="*/ 660848 h 2114090"/>
                <a:gd name="connsiteX139" fmla="*/ 804013 w 3569051"/>
                <a:gd name="connsiteY139" fmla="*/ 658945 h 2114090"/>
                <a:gd name="connsiteX140" fmla="*/ 737401 w 3569051"/>
                <a:gd name="connsiteY140" fmla="*/ 651618 h 2114090"/>
                <a:gd name="connsiteX141" fmla="*/ 734165 w 3569051"/>
                <a:gd name="connsiteY141" fmla="*/ 717659 h 2114090"/>
                <a:gd name="connsiteX142" fmla="*/ 799588 w 3569051"/>
                <a:gd name="connsiteY142" fmla="*/ 717707 h 2114090"/>
                <a:gd name="connsiteX143" fmla="*/ 828660 w 3569051"/>
                <a:gd name="connsiteY143" fmla="*/ 705812 h 2114090"/>
                <a:gd name="connsiteX144" fmla="*/ 842315 w 3569051"/>
                <a:gd name="connsiteY144" fmla="*/ 705955 h 2114090"/>
                <a:gd name="connsiteX145" fmla="*/ 868294 w 3569051"/>
                <a:gd name="connsiteY145" fmla="*/ 695201 h 2114090"/>
                <a:gd name="connsiteX146" fmla="*/ 1021884 w 3569051"/>
                <a:gd name="connsiteY146" fmla="*/ 535712 h 2114090"/>
                <a:gd name="connsiteX147" fmla="*/ 1029021 w 3569051"/>
                <a:gd name="connsiteY147" fmla="*/ 516299 h 2114090"/>
                <a:gd name="connsiteX148" fmla="*/ 1028878 w 3569051"/>
                <a:gd name="connsiteY148" fmla="*/ 230627 h 2114090"/>
                <a:gd name="connsiteX149" fmla="*/ 1046816 w 3569051"/>
                <a:gd name="connsiteY149" fmla="*/ 212832 h 2114090"/>
                <a:gd name="connsiteX150" fmla="*/ 1669976 w 3569051"/>
                <a:gd name="connsiteY150" fmla="*/ 223680 h 2114090"/>
                <a:gd name="connsiteX151" fmla="*/ 1929622 w 3569051"/>
                <a:gd name="connsiteY151" fmla="*/ 227344 h 2114090"/>
                <a:gd name="connsiteX152" fmla="*/ 1948702 w 3569051"/>
                <a:gd name="connsiteY152" fmla="*/ 237050 h 2114090"/>
                <a:gd name="connsiteX153" fmla="*/ 1960882 w 3569051"/>
                <a:gd name="connsiteY153" fmla="*/ 277351 h 2114090"/>
                <a:gd name="connsiteX154" fmla="*/ 1957790 w 3569051"/>
                <a:gd name="connsiteY154" fmla="*/ 680547 h 2114090"/>
                <a:gd name="connsiteX155" fmla="*/ 1966164 w 3569051"/>
                <a:gd name="connsiteY155" fmla="*/ 700721 h 2114090"/>
                <a:gd name="connsiteX156" fmla="*/ 2026543 w 3569051"/>
                <a:gd name="connsiteY156" fmla="*/ 762099 h 2114090"/>
                <a:gd name="connsiteX157" fmla="*/ 2047955 w 3569051"/>
                <a:gd name="connsiteY157" fmla="*/ 770807 h 2114090"/>
                <a:gd name="connsiteX158" fmla="*/ 2224287 w 3569051"/>
                <a:gd name="connsiteY158" fmla="*/ 770331 h 2114090"/>
                <a:gd name="connsiteX159" fmla="*/ 2237420 w 3569051"/>
                <a:gd name="connsiteY159" fmla="*/ 784034 h 2114090"/>
                <a:gd name="connsiteX160" fmla="*/ 2237562 w 3569051"/>
                <a:gd name="connsiteY160" fmla="*/ 1021841 h 2114090"/>
                <a:gd name="connsiteX161" fmla="*/ 2222384 w 3569051"/>
                <a:gd name="connsiteY161" fmla="*/ 1036353 h 2114090"/>
                <a:gd name="connsiteX162" fmla="*/ 1637336 w 3569051"/>
                <a:gd name="connsiteY162" fmla="*/ 1036115 h 2114090"/>
                <a:gd name="connsiteX163" fmla="*/ 1415897 w 3569051"/>
                <a:gd name="connsiteY163" fmla="*/ 1036162 h 2114090"/>
                <a:gd name="connsiteX164" fmla="*/ 1399291 w 3569051"/>
                <a:gd name="connsiteY164" fmla="*/ 1029691 h 2114090"/>
                <a:gd name="connsiteX165" fmla="*/ 1323258 w 3569051"/>
                <a:gd name="connsiteY165" fmla="*/ 941953 h 2114090"/>
                <a:gd name="connsiteX166" fmla="*/ 1301514 w 3569051"/>
                <a:gd name="connsiteY166" fmla="*/ 931724 h 2114090"/>
                <a:gd name="connsiteX167" fmla="*/ 1050004 w 3569051"/>
                <a:gd name="connsiteY167" fmla="*/ 933484 h 2114090"/>
                <a:gd name="connsiteX168" fmla="*/ 693246 w 3569051"/>
                <a:gd name="connsiteY168" fmla="*/ 934483 h 2114090"/>
                <a:gd name="connsiteX169" fmla="*/ 672691 w 3569051"/>
                <a:gd name="connsiteY169" fmla="*/ 942381 h 2114090"/>
                <a:gd name="connsiteX170" fmla="*/ 580956 w 3569051"/>
                <a:gd name="connsiteY170" fmla="*/ 1028359 h 2114090"/>
                <a:gd name="connsiteX171" fmla="*/ 560402 w 3569051"/>
                <a:gd name="connsiteY171" fmla="*/ 1036305 h 2114090"/>
                <a:gd name="connsiteX172" fmla="*/ 472996 w 3569051"/>
                <a:gd name="connsiteY172" fmla="*/ 1036733 h 2114090"/>
                <a:gd name="connsiteX173" fmla="*/ 396059 w 3569051"/>
                <a:gd name="connsiteY173" fmla="*/ 1000620 h 2114090"/>
                <a:gd name="connsiteX174" fmla="*/ 354997 w 3569051"/>
                <a:gd name="connsiteY174" fmla="*/ 949614 h 2114090"/>
                <a:gd name="connsiteX175" fmla="*/ 351714 w 3569051"/>
                <a:gd name="connsiteY175" fmla="*/ 929106 h 2114090"/>
                <a:gd name="connsiteX176" fmla="*/ 366226 w 3569051"/>
                <a:gd name="connsiteY176" fmla="*/ 926252 h 2114090"/>
                <a:gd name="connsiteX177" fmla="*/ 457818 w 3569051"/>
                <a:gd name="connsiteY177" fmla="*/ 926014 h 2114090"/>
                <a:gd name="connsiteX178" fmla="*/ 515295 w 3569051"/>
                <a:gd name="connsiteY178" fmla="*/ 902224 h 2114090"/>
                <a:gd name="connsiteX179" fmla="*/ 479848 w 3569051"/>
                <a:gd name="connsiteY179" fmla="*/ 849457 h 2114090"/>
                <a:gd name="connsiteX180" fmla="*/ 322357 w 3569051"/>
                <a:gd name="connsiteY180" fmla="*/ 631015 h 2114090"/>
                <a:gd name="connsiteX181" fmla="*/ 104534 w 3569051"/>
                <a:gd name="connsiteY181" fmla="*/ 328595 h 2114090"/>
                <a:gd name="connsiteX182" fmla="*/ 22601 w 3569051"/>
                <a:gd name="connsiteY182" fmla="*/ 214973 h 2114090"/>
                <a:gd name="connsiteX183" fmla="*/ 22601 w 3569051"/>
                <a:gd name="connsiteY183" fmla="*/ 214973 h 2114090"/>
                <a:gd name="connsiteX184" fmla="*/ 3521 w 3569051"/>
                <a:gd name="connsiteY184" fmla="*/ 245186 h 2114090"/>
                <a:gd name="connsiteX185" fmla="*/ 0 w 3569051"/>
                <a:gd name="connsiteY185" fmla="*/ 289341 h 2114090"/>
                <a:gd name="connsiteX186" fmla="*/ 523 w 3569051"/>
                <a:gd name="connsiteY186" fmla="*/ 371322 h 2114090"/>
                <a:gd name="connsiteX187" fmla="*/ 571 w 3569051"/>
                <a:gd name="connsiteY187" fmla="*/ 849742 h 2114090"/>
                <a:gd name="connsiteX188" fmla="*/ 63567 w 3569051"/>
                <a:gd name="connsiteY188" fmla="*/ 924063 h 2114090"/>
                <a:gd name="connsiteX189" fmla="*/ 150877 w 3569051"/>
                <a:gd name="connsiteY189" fmla="*/ 925871 h 2114090"/>
                <a:gd name="connsiteX190" fmla="*/ 162487 w 3569051"/>
                <a:gd name="connsiteY190" fmla="*/ 937005 h 2114090"/>
                <a:gd name="connsiteX191" fmla="*/ 164533 w 3569051"/>
                <a:gd name="connsiteY191" fmla="*/ 1073656 h 2114090"/>
                <a:gd name="connsiteX192" fmla="*/ 172479 w 3569051"/>
                <a:gd name="connsiteY192" fmla="*/ 1091165 h 2114090"/>
                <a:gd name="connsiteX193" fmla="*/ 247228 w 3569051"/>
                <a:gd name="connsiteY193" fmla="*/ 1159300 h 2114090"/>
                <a:gd name="connsiteX194" fmla="*/ 255364 w 3569051"/>
                <a:gd name="connsiteY194" fmla="*/ 1177999 h 2114090"/>
                <a:gd name="connsiteX195" fmla="*/ 254936 w 3569051"/>
                <a:gd name="connsiteY195" fmla="*/ 1279155 h 2114090"/>
                <a:gd name="connsiteX196" fmla="*/ 252509 w 3569051"/>
                <a:gd name="connsiteY196" fmla="*/ 1592139 h 2114090"/>
                <a:gd name="connsiteX197" fmla="*/ 249845 w 3569051"/>
                <a:gd name="connsiteY197" fmla="*/ 1603035 h 2114090"/>
                <a:gd name="connsiteX198" fmla="*/ 221201 w 3569051"/>
                <a:gd name="connsiteY198" fmla="*/ 1603606 h 2114090"/>
                <a:gd name="connsiteX199" fmla="*/ 212827 w 3569051"/>
                <a:gd name="connsiteY199" fmla="*/ 1594090 h 2114090"/>
                <a:gd name="connsiteX200" fmla="*/ 146928 w 3569051"/>
                <a:gd name="connsiteY200" fmla="*/ 1582242 h 2114090"/>
                <a:gd name="connsiteX201" fmla="*/ 140648 w 3569051"/>
                <a:gd name="connsiteY201" fmla="*/ 1649759 h 2114090"/>
                <a:gd name="connsiteX202" fmla="*/ 206737 w 3569051"/>
                <a:gd name="connsiteY202" fmla="*/ 1649521 h 2114090"/>
                <a:gd name="connsiteX203" fmla="*/ 243231 w 3569051"/>
                <a:gd name="connsiteY203" fmla="*/ 1634343 h 2114090"/>
                <a:gd name="connsiteX204" fmla="*/ 270542 w 3569051"/>
                <a:gd name="connsiteY204" fmla="*/ 1634628 h 2114090"/>
                <a:gd name="connsiteX205" fmla="*/ 283341 w 3569051"/>
                <a:gd name="connsiteY205" fmla="*/ 1621972 h 2114090"/>
                <a:gd name="connsiteX206" fmla="*/ 285910 w 3569051"/>
                <a:gd name="connsiteY206" fmla="*/ 1164106 h 2114090"/>
                <a:gd name="connsiteX207" fmla="*/ 277822 w 3569051"/>
                <a:gd name="connsiteY207" fmla="*/ 1145312 h 2114090"/>
                <a:gd name="connsiteX208" fmla="*/ 202026 w 3569051"/>
                <a:gd name="connsiteY208" fmla="*/ 1076320 h 2114090"/>
                <a:gd name="connsiteX209" fmla="*/ 194937 w 3569051"/>
                <a:gd name="connsiteY209" fmla="*/ 1064045 h 2114090"/>
                <a:gd name="connsiteX210" fmla="*/ 192510 w 3569051"/>
                <a:gd name="connsiteY210" fmla="*/ 935625 h 2114090"/>
                <a:gd name="connsiteX211" fmla="*/ 201265 w 3569051"/>
                <a:gd name="connsiteY211" fmla="*/ 926014 h 2114090"/>
                <a:gd name="connsiteX212" fmla="*/ 258695 w 3569051"/>
                <a:gd name="connsiteY212" fmla="*/ 926014 h 2114090"/>
                <a:gd name="connsiteX213" fmla="*/ 268163 w 3569051"/>
                <a:gd name="connsiteY213" fmla="*/ 936577 h 2114090"/>
                <a:gd name="connsiteX214" fmla="*/ 267830 w 3569051"/>
                <a:gd name="connsiteY214" fmla="*/ 984395 h 2114090"/>
                <a:gd name="connsiteX215" fmla="*/ 276252 w 3569051"/>
                <a:gd name="connsiteY215" fmla="*/ 1006329 h 2114090"/>
                <a:gd name="connsiteX216" fmla="*/ 380691 w 3569051"/>
                <a:gd name="connsiteY216" fmla="*/ 1123710 h 2114090"/>
                <a:gd name="connsiteX217" fmla="*/ 396963 w 3569051"/>
                <a:gd name="connsiteY217" fmla="*/ 1131180 h 2114090"/>
                <a:gd name="connsiteX218" fmla="*/ 604747 w 3569051"/>
                <a:gd name="connsiteY218" fmla="*/ 1131228 h 2114090"/>
                <a:gd name="connsiteX219" fmla="*/ 622351 w 3569051"/>
                <a:gd name="connsiteY219" fmla="*/ 1123282 h 2114090"/>
                <a:gd name="connsiteX220" fmla="*/ 696053 w 3569051"/>
                <a:gd name="connsiteY220" fmla="*/ 1044394 h 2114090"/>
                <a:gd name="connsiteX221" fmla="*/ 716227 w 3569051"/>
                <a:gd name="connsiteY221" fmla="*/ 1036115 h 2114090"/>
                <a:gd name="connsiteX222" fmla="*/ 1246653 w 3569051"/>
                <a:gd name="connsiteY222" fmla="*/ 1036067 h 2114090"/>
                <a:gd name="connsiteX223" fmla="*/ 1266494 w 3569051"/>
                <a:gd name="connsiteY223" fmla="*/ 1044965 h 2114090"/>
                <a:gd name="connsiteX224" fmla="*/ 1331394 w 3569051"/>
                <a:gd name="connsiteY224" fmla="*/ 1118905 h 2114090"/>
                <a:gd name="connsiteX225" fmla="*/ 1359324 w 3569051"/>
                <a:gd name="connsiteY225" fmla="*/ 1131275 h 2114090"/>
                <a:gd name="connsiteX226" fmla="*/ 2223288 w 3569051"/>
                <a:gd name="connsiteY226" fmla="*/ 1130800 h 2114090"/>
                <a:gd name="connsiteX227" fmla="*/ 2237515 w 3569051"/>
                <a:gd name="connsiteY227" fmla="*/ 1144884 h 2114090"/>
                <a:gd name="connsiteX228" fmla="*/ 2237515 w 3569051"/>
                <a:gd name="connsiteY228" fmla="*/ 1293858 h 2114090"/>
                <a:gd name="connsiteX229" fmla="*/ 2222194 w 3569051"/>
                <a:gd name="connsiteY229" fmla="*/ 1309512 h 2114090"/>
                <a:gd name="connsiteX230" fmla="*/ 1642665 w 3569051"/>
                <a:gd name="connsiteY230" fmla="*/ 1304278 h 2114090"/>
                <a:gd name="connsiteX231" fmla="*/ 1302322 w 3569051"/>
                <a:gd name="connsiteY231" fmla="*/ 1301899 h 2114090"/>
                <a:gd name="connsiteX232" fmla="*/ 1288191 w 3569051"/>
                <a:gd name="connsiteY232" fmla="*/ 1287577 h 2114090"/>
                <a:gd name="connsiteX233" fmla="*/ 1288381 w 3569051"/>
                <a:gd name="connsiteY233" fmla="*/ 1235667 h 2114090"/>
                <a:gd name="connsiteX234" fmla="*/ 1238517 w 3569051"/>
                <a:gd name="connsiteY234" fmla="*/ 1163059 h 2114090"/>
                <a:gd name="connsiteX235" fmla="*/ 1220341 w 3569051"/>
                <a:gd name="connsiteY235" fmla="*/ 1134654 h 2114090"/>
                <a:gd name="connsiteX236" fmla="*/ 1220341 w 3569051"/>
                <a:gd name="connsiteY236" fmla="*/ 1133274 h 2114090"/>
                <a:gd name="connsiteX237" fmla="*/ 1199216 w 3569051"/>
                <a:gd name="connsiteY237" fmla="*/ 1111768 h 2114090"/>
                <a:gd name="connsiteX238" fmla="*/ 1173808 w 3569051"/>
                <a:gd name="connsiteY238" fmla="*/ 1137223 h 2114090"/>
                <a:gd name="connsiteX239" fmla="*/ 1154633 w 3569051"/>
                <a:gd name="connsiteY239" fmla="*/ 1156921 h 2114090"/>
                <a:gd name="connsiteX240" fmla="*/ 1141073 w 3569051"/>
                <a:gd name="connsiteY240" fmla="*/ 1143742 h 2114090"/>
                <a:gd name="connsiteX241" fmla="*/ 1141215 w 3569051"/>
                <a:gd name="connsiteY241" fmla="*/ 1130086 h 2114090"/>
                <a:gd name="connsiteX242" fmla="*/ 1122373 w 3569051"/>
                <a:gd name="connsiteY242" fmla="*/ 1111768 h 2114090"/>
                <a:gd name="connsiteX243" fmla="*/ 1095015 w 3569051"/>
                <a:gd name="connsiteY243" fmla="*/ 1139459 h 2114090"/>
                <a:gd name="connsiteX244" fmla="*/ 1080170 w 3569051"/>
                <a:gd name="connsiteY244" fmla="*/ 1157350 h 2114090"/>
                <a:gd name="connsiteX245" fmla="*/ 1064516 w 3569051"/>
                <a:gd name="connsiteY245" fmla="*/ 1140459 h 2114090"/>
                <a:gd name="connsiteX246" fmla="*/ 1064563 w 3569051"/>
                <a:gd name="connsiteY246" fmla="*/ 1132275 h 2114090"/>
                <a:gd name="connsiteX247" fmla="*/ 1043771 w 3569051"/>
                <a:gd name="connsiteY247" fmla="*/ 1111768 h 2114090"/>
                <a:gd name="connsiteX248" fmla="*/ 1018220 w 3569051"/>
                <a:gd name="connsiteY248" fmla="*/ 1137271 h 2114090"/>
                <a:gd name="connsiteX249" fmla="*/ 998902 w 3569051"/>
                <a:gd name="connsiteY249" fmla="*/ 1156921 h 2114090"/>
                <a:gd name="connsiteX250" fmla="*/ 987673 w 3569051"/>
                <a:gd name="connsiteY250" fmla="*/ 1145407 h 2114090"/>
                <a:gd name="connsiteX251" fmla="*/ 985818 w 3569051"/>
                <a:gd name="connsiteY251" fmla="*/ 1113909 h 2114090"/>
                <a:gd name="connsiteX252" fmla="*/ 952940 w 3569051"/>
                <a:gd name="connsiteY252" fmla="*/ 1111768 h 2114090"/>
                <a:gd name="connsiteX253" fmla="*/ 950228 w 3569051"/>
                <a:gd name="connsiteY253" fmla="*/ 1111768 h 2114090"/>
                <a:gd name="connsiteX254" fmla="*/ 941425 w 3569051"/>
                <a:gd name="connsiteY254" fmla="*/ 1121188 h 2114090"/>
                <a:gd name="connsiteX255" fmla="*/ 941520 w 3569051"/>
                <a:gd name="connsiteY255" fmla="*/ 1136224 h 2114090"/>
                <a:gd name="connsiteX256" fmla="*/ 920538 w 3569051"/>
                <a:gd name="connsiteY256" fmla="*/ 1156874 h 2114090"/>
                <a:gd name="connsiteX257" fmla="*/ 911212 w 3569051"/>
                <a:gd name="connsiteY257" fmla="*/ 1147691 h 2114090"/>
                <a:gd name="connsiteX258" fmla="*/ 911355 w 3569051"/>
                <a:gd name="connsiteY258" fmla="*/ 1119000 h 2114090"/>
                <a:gd name="connsiteX259" fmla="*/ 905978 w 3569051"/>
                <a:gd name="connsiteY259" fmla="*/ 1111768 h 2114090"/>
                <a:gd name="connsiteX260" fmla="*/ 867200 w 3569051"/>
                <a:gd name="connsiteY260" fmla="*/ 1113909 h 2114090"/>
                <a:gd name="connsiteX261" fmla="*/ 864964 w 3569051"/>
                <a:gd name="connsiteY261" fmla="*/ 1144884 h 2114090"/>
                <a:gd name="connsiteX262" fmla="*/ 864916 w 3569051"/>
                <a:gd name="connsiteY262" fmla="*/ 1151735 h 2114090"/>
                <a:gd name="connsiteX263" fmla="*/ 859968 w 3569051"/>
                <a:gd name="connsiteY263" fmla="*/ 1156779 h 2114090"/>
                <a:gd name="connsiteX264" fmla="*/ 834798 w 3569051"/>
                <a:gd name="connsiteY264" fmla="*/ 1137699 h 2114090"/>
                <a:gd name="connsiteX265" fmla="*/ 834798 w 3569051"/>
                <a:gd name="connsiteY265" fmla="*/ 1133607 h 2114090"/>
                <a:gd name="connsiteX266" fmla="*/ 812625 w 3569051"/>
                <a:gd name="connsiteY266" fmla="*/ 1111768 h 2114090"/>
                <a:gd name="connsiteX267" fmla="*/ 788312 w 3569051"/>
                <a:gd name="connsiteY267" fmla="*/ 1136938 h 2114090"/>
                <a:gd name="connsiteX268" fmla="*/ 770754 w 3569051"/>
                <a:gd name="connsiteY268" fmla="*/ 1156684 h 2114090"/>
                <a:gd name="connsiteX269" fmla="*/ 753007 w 3569051"/>
                <a:gd name="connsiteY269" fmla="*/ 1138508 h 2114090"/>
                <a:gd name="connsiteX270" fmla="*/ 753102 w 3569051"/>
                <a:gd name="connsiteY270" fmla="*/ 1127612 h 2114090"/>
                <a:gd name="connsiteX271" fmla="*/ 737115 w 3569051"/>
                <a:gd name="connsiteY271" fmla="*/ 1111435 h 2114090"/>
                <a:gd name="connsiteX272" fmla="*/ 706854 w 3569051"/>
                <a:gd name="connsiteY272" fmla="*/ 1141791 h 2114090"/>
                <a:gd name="connsiteX273" fmla="*/ 692723 w 3569051"/>
                <a:gd name="connsiteY273" fmla="*/ 1158729 h 2114090"/>
                <a:gd name="connsiteX274" fmla="*/ 629441 w 3569051"/>
                <a:gd name="connsiteY274" fmla="*/ 1219299 h 2114090"/>
                <a:gd name="connsiteX275" fmla="*/ 627395 w 3569051"/>
                <a:gd name="connsiteY275" fmla="*/ 1322882 h 2114090"/>
                <a:gd name="connsiteX276" fmla="*/ 1273346 w 3569051"/>
                <a:gd name="connsiteY276" fmla="*/ 1323120 h 2114090"/>
                <a:gd name="connsiteX277" fmla="*/ 1288810 w 3569051"/>
                <a:gd name="connsiteY277" fmla="*/ 1331922 h 2114090"/>
                <a:gd name="connsiteX278" fmla="*/ 1337056 w 3569051"/>
                <a:gd name="connsiteY278" fmla="*/ 1331779 h 2114090"/>
                <a:gd name="connsiteX279" fmla="*/ 1442351 w 3569051"/>
                <a:gd name="connsiteY279" fmla="*/ 1331589 h 2114090"/>
                <a:gd name="connsiteX280" fmla="*/ 1447252 w 3569051"/>
                <a:gd name="connsiteY280" fmla="*/ 1333492 h 2114090"/>
                <a:gd name="connsiteX281" fmla="*/ 1717842 w 3569051"/>
                <a:gd name="connsiteY281" fmla="*/ 1335633 h 2114090"/>
                <a:gd name="connsiteX282" fmla="*/ 2223526 w 3569051"/>
                <a:gd name="connsiteY282" fmla="*/ 1339154 h 2114090"/>
                <a:gd name="connsiteX283" fmla="*/ 2237467 w 3569051"/>
                <a:gd name="connsiteY283" fmla="*/ 1353476 h 2114090"/>
                <a:gd name="connsiteX284" fmla="*/ 2236848 w 3569051"/>
                <a:gd name="connsiteY284" fmla="*/ 1528429 h 2114090"/>
                <a:gd name="connsiteX285" fmla="*/ 2338861 w 3569051"/>
                <a:gd name="connsiteY285" fmla="*/ 1660417 h 2114090"/>
                <a:gd name="connsiteX286" fmla="*/ 2352849 w 3569051"/>
                <a:gd name="connsiteY286" fmla="*/ 1671551 h 2114090"/>
                <a:gd name="connsiteX287" fmla="*/ 2387869 w 3569051"/>
                <a:gd name="connsiteY287" fmla="*/ 1733120 h 2114090"/>
                <a:gd name="connsiteX288" fmla="*/ 2393340 w 3569051"/>
                <a:gd name="connsiteY288" fmla="*/ 1753674 h 2114090"/>
                <a:gd name="connsiteX289" fmla="*/ 2393388 w 3569051"/>
                <a:gd name="connsiteY289" fmla="*/ 2010608 h 2114090"/>
                <a:gd name="connsiteX290" fmla="*/ 2382635 w 3569051"/>
                <a:gd name="connsiteY290" fmla="*/ 2028927 h 2114090"/>
                <a:gd name="connsiteX291" fmla="*/ 2366124 w 3569051"/>
                <a:gd name="connsiteY291" fmla="*/ 2094207 h 2114090"/>
                <a:gd name="connsiteX292" fmla="*/ 2432356 w 3569051"/>
                <a:gd name="connsiteY292" fmla="*/ 2104675 h 2114090"/>
                <a:gd name="connsiteX293" fmla="*/ 2437495 w 3569051"/>
                <a:gd name="connsiteY293" fmla="*/ 2038205 h 2114090"/>
                <a:gd name="connsiteX294" fmla="*/ 2430596 w 3569051"/>
                <a:gd name="connsiteY294" fmla="*/ 2020172 h 2114090"/>
                <a:gd name="connsiteX295" fmla="*/ 2431357 w 3569051"/>
                <a:gd name="connsiteY295" fmla="*/ 1789217 h 2114090"/>
                <a:gd name="connsiteX296" fmla="*/ 2404094 w 3569051"/>
                <a:gd name="connsiteY296" fmla="*/ 1686872 h 2114090"/>
                <a:gd name="connsiteX297" fmla="*/ 2395957 w 3569051"/>
                <a:gd name="connsiteY297" fmla="*/ 1672740 h 2114090"/>
                <a:gd name="connsiteX298" fmla="*/ 2401381 w 3569051"/>
                <a:gd name="connsiteY298" fmla="*/ 1663652 h 2114090"/>
                <a:gd name="connsiteX299" fmla="*/ 2458811 w 3569051"/>
                <a:gd name="connsiteY299" fmla="*/ 1663605 h 2114090"/>
                <a:gd name="connsiteX300" fmla="*/ 2471182 w 3569051"/>
                <a:gd name="connsiteY300" fmla="*/ 1671836 h 2114090"/>
                <a:gd name="connsiteX301" fmla="*/ 2500396 w 3569051"/>
                <a:gd name="connsiteY301" fmla="*/ 1730313 h 2114090"/>
                <a:gd name="connsiteX302" fmla="*/ 2506487 w 3569051"/>
                <a:gd name="connsiteY302" fmla="*/ 1756386 h 2114090"/>
                <a:gd name="connsiteX303" fmla="*/ 2506534 w 3569051"/>
                <a:gd name="connsiteY303" fmla="*/ 2011988 h 2114090"/>
                <a:gd name="connsiteX304" fmla="*/ 2496733 w 3569051"/>
                <a:gd name="connsiteY304" fmla="*/ 2033495 h 2114090"/>
                <a:gd name="connsiteX305" fmla="*/ 2492450 w 3569051"/>
                <a:gd name="connsiteY305" fmla="*/ 2100916 h 2114090"/>
                <a:gd name="connsiteX306" fmla="*/ 2558492 w 3569051"/>
                <a:gd name="connsiteY306" fmla="*/ 2099679 h 2114090"/>
                <a:gd name="connsiteX307" fmla="*/ 2552259 w 3569051"/>
                <a:gd name="connsiteY307" fmla="*/ 2032543 h 2114090"/>
                <a:gd name="connsiteX308" fmla="*/ 2543456 w 3569051"/>
                <a:gd name="connsiteY308" fmla="*/ 2014938 h 2114090"/>
                <a:gd name="connsiteX309" fmla="*/ 2543789 w 3569051"/>
                <a:gd name="connsiteY309" fmla="*/ 1745681 h 2114090"/>
                <a:gd name="connsiteX310" fmla="*/ 2538460 w 3569051"/>
                <a:gd name="connsiteY310" fmla="*/ 1723604 h 2114090"/>
                <a:gd name="connsiteX311" fmla="*/ 2508580 w 3569051"/>
                <a:gd name="connsiteY311" fmla="*/ 1663748 h 2114090"/>
                <a:gd name="connsiteX312" fmla="*/ 2566200 w 3569051"/>
                <a:gd name="connsiteY312" fmla="*/ 1663509 h 2114090"/>
                <a:gd name="connsiteX313" fmla="*/ 2581616 w 3569051"/>
                <a:gd name="connsiteY313" fmla="*/ 1673644 h 2114090"/>
                <a:gd name="connsiteX314" fmla="*/ 2613162 w 3569051"/>
                <a:gd name="connsiteY314" fmla="*/ 1737069 h 2114090"/>
                <a:gd name="connsiteX315" fmla="*/ 2617967 w 3569051"/>
                <a:gd name="connsiteY315" fmla="*/ 1757909 h 2114090"/>
                <a:gd name="connsiteX316" fmla="*/ 2618063 w 3569051"/>
                <a:gd name="connsiteY316" fmla="*/ 2014843 h 2114090"/>
                <a:gd name="connsiteX317" fmla="*/ 2609355 w 3569051"/>
                <a:gd name="connsiteY317" fmla="*/ 2032590 h 2114090"/>
                <a:gd name="connsiteX318" fmla="*/ 2603360 w 3569051"/>
                <a:gd name="connsiteY318" fmla="*/ 2099917 h 2114090"/>
                <a:gd name="connsiteX319" fmla="*/ 2670448 w 3569051"/>
                <a:gd name="connsiteY319" fmla="*/ 2099679 h 2114090"/>
                <a:gd name="connsiteX320" fmla="*/ 2664025 w 3569051"/>
                <a:gd name="connsiteY320" fmla="*/ 2032448 h 2114090"/>
                <a:gd name="connsiteX321" fmla="*/ 2655365 w 3569051"/>
                <a:gd name="connsiteY321" fmla="*/ 2014748 h 2114090"/>
                <a:gd name="connsiteX322" fmla="*/ 2655651 w 3569051"/>
                <a:gd name="connsiteY322" fmla="*/ 1750962 h 2114090"/>
                <a:gd name="connsiteX323" fmla="*/ 2650512 w 3569051"/>
                <a:gd name="connsiteY323" fmla="*/ 1728790 h 2114090"/>
                <a:gd name="connsiteX324" fmla="*/ 2617920 w 3569051"/>
                <a:gd name="connsiteY324" fmla="*/ 1663700 h 2114090"/>
                <a:gd name="connsiteX325" fmla="*/ 2642376 w 3569051"/>
                <a:gd name="connsiteY325" fmla="*/ 1663700 h 2114090"/>
                <a:gd name="connsiteX326" fmla="*/ 2696094 w 3569051"/>
                <a:gd name="connsiteY326" fmla="*/ 1666031 h 2114090"/>
                <a:gd name="connsiteX327" fmla="*/ 2723120 w 3569051"/>
                <a:gd name="connsiteY327" fmla="*/ 1713422 h 2114090"/>
                <a:gd name="connsiteX328" fmla="*/ 2732493 w 3569051"/>
                <a:gd name="connsiteY328" fmla="*/ 1752342 h 2114090"/>
                <a:gd name="connsiteX329" fmla="*/ 2732398 w 3569051"/>
                <a:gd name="connsiteY329" fmla="*/ 2013416 h 2114090"/>
                <a:gd name="connsiteX330" fmla="*/ 2723405 w 3569051"/>
                <a:gd name="connsiteY330" fmla="*/ 2030925 h 2114090"/>
                <a:gd name="connsiteX331" fmla="*/ 2712795 w 3569051"/>
                <a:gd name="connsiteY331" fmla="*/ 2097538 h 2114090"/>
                <a:gd name="connsiteX332" fmla="*/ 2779693 w 3569051"/>
                <a:gd name="connsiteY332" fmla="*/ 2101915 h 2114090"/>
                <a:gd name="connsiteX333" fmla="*/ 2777742 w 3569051"/>
                <a:gd name="connsiteY333" fmla="*/ 2034446 h 2114090"/>
                <a:gd name="connsiteX334" fmla="*/ 2768702 w 3569051"/>
                <a:gd name="connsiteY334" fmla="*/ 2013654 h 2114090"/>
                <a:gd name="connsiteX335" fmla="*/ 2769463 w 3569051"/>
                <a:gd name="connsiteY335" fmla="*/ 1781319 h 2114090"/>
                <a:gd name="connsiteX336" fmla="*/ 2743865 w 3569051"/>
                <a:gd name="connsiteY336" fmla="*/ 1672407 h 2114090"/>
                <a:gd name="connsiteX337" fmla="*/ 2740058 w 3569051"/>
                <a:gd name="connsiteY337" fmla="*/ 1663748 h 2114090"/>
                <a:gd name="connsiteX338" fmla="*/ 2795299 w 3569051"/>
                <a:gd name="connsiteY338" fmla="*/ 1663700 h 2114090"/>
                <a:gd name="connsiteX339" fmla="*/ 2804625 w 3569051"/>
                <a:gd name="connsiteY339" fmla="*/ 1672169 h 2114090"/>
                <a:gd name="connsiteX340" fmla="*/ 2832745 w 3569051"/>
                <a:gd name="connsiteY340" fmla="*/ 1727981 h 2114090"/>
                <a:gd name="connsiteX341" fmla="*/ 2839787 w 3569051"/>
                <a:gd name="connsiteY341" fmla="*/ 1757909 h 2114090"/>
                <a:gd name="connsiteX342" fmla="*/ 2839739 w 3569051"/>
                <a:gd name="connsiteY342" fmla="*/ 2010751 h 2114090"/>
                <a:gd name="connsiteX343" fmla="*/ 2829510 w 3569051"/>
                <a:gd name="connsiteY343" fmla="*/ 2030116 h 2114090"/>
                <a:gd name="connsiteX344" fmla="*/ 2817139 w 3569051"/>
                <a:gd name="connsiteY344" fmla="*/ 2096396 h 2114090"/>
                <a:gd name="connsiteX345" fmla="*/ 2882657 w 3569051"/>
                <a:gd name="connsiteY345" fmla="*/ 2103438 h 2114090"/>
                <a:gd name="connsiteX346" fmla="*/ 2884846 w 3569051"/>
                <a:gd name="connsiteY346" fmla="*/ 2036016 h 2114090"/>
                <a:gd name="connsiteX347" fmla="*/ 2876947 w 3569051"/>
                <a:gd name="connsiteY347" fmla="*/ 2017508 h 2114090"/>
                <a:gd name="connsiteX348" fmla="*/ 2877185 w 3569051"/>
                <a:gd name="connsiteY348" fmla="*/ 1745538 h 2114090"/>
                <a:gd name="connsiteX349" fmla="*/ 2872285 w 3569051"/>
                <a:gd name="connsiteY349" fmla="*/ 1724746 h 2114090"/>
                <a:gd name="connsiteX350" fmla="*/ 2841785 w 3569051"/>
                <a:gd name="connsiteY350" fmla="*/ 1663700 h 2114090"/>
                <a:gd name="connsiteX351" fmla="*/ 2902070 w 3569051"/>
                <a:gd name="connsiteY351" fmla="*/ 1663605 h 2114090"/>
                <a:gd name="connsiteX352" fmla="*/ 2912395 w 3569051"/>
                <a:gd name="connsiteY352" fmla="*/ 1672550 h 2114090"/>
                <a:gd name="connsiteX353" fmla="*/ 2943370 w 3569051"/>
                <a:gd name="connsiteY353" fmla="*/ 1734547 h 2114090"/>
                <a:gd name="connsiteX354" fmla="*/ 2947889 w 3569051"/>
                <a:gd name="connsiteY354" fmla="*/ 1754007 h 2114090"/>
                <a:gd name="connsiteX355" fmla="*/ 2947937 w 3569051"/>
                <a:gd name="connsiteY355" fmla="*/ 2013701 h 2114090"/>
                <a:gd name="connsiteX356" fmla="*/ 2939420 w 3569051"/>
                <a:gd name="connsiteY356" fmla="*/ 2029926 h 2114090"/>
                <a:gd name="connsiteX357" fmla="*/ 2918485 w 3569051"/>
                <a:gd name="connsiteY357" fmla="*/ 2080409 h 2114090"/>
                <a:gd name="connsiteX358" fmla="*/ 2958833 w 3569051"/>
                <a:gd name="connsiteY358" fmla="*/ 2113763 h 2114090"/>
                <a:gd name="connsiteX359" fmla="*/ 3004891 w 3569051"/>
                <a:gd name="connsiteY359" fmla="*/ 2086547 h 2114090"/>
                <a:gd name="connsiteX360" fmla="*/ 2991711 w 3569051"/>
                <a:gd name="connsiteY360" fmla="*/ 2033733 h 2114090"/>
                <a:gd name="connsiteX361" fmla="*/ 2984003 w 3569051"/>
                <a:gd name="connsiteY361" fmla="*/ 2016556 h 2114090"/>
                <a:gd name="connsiteX362" fmla="*/ 2984193 w 3569051"/>
                <a:gd name="connsiteY362" fmla="*/ 1744587 h 2114090"/>
                <a:gd name="connsiteX363" fmla="*/ 2979340 w 3569051"/>
                <a:gd name="connsiteY363" fmla="*/ 1723842 h 2114090"/>
                <a:gd name="connsiteX364" fmla="*/ 2949555 w 3569051"/>
                <a:gd name="connsiteY364" fmla="*/ 1663843 h 2114090"/>
                <a:gd name="connsiteX365" fmla="*/ 3004558 w 3569051"/>
                <a:gd name="connsiteY365" fmla="*/ 1663795 h 2114090"/>
                <a:gd name="connsiteX366" fmla="*/ 3014217 w 3569051"/>
                <a:gd name="connsiteY366" fmla="*/ 1671693 h 2114090"/>
                <a:gd name="connsiteX367" fmla="*/ 3039196 w 3569051"/>
                <a:gd name="connsiteY367" fmla="*/ 1721463 h 2114090"/>
                <a:gd name="connsiteX368" fmla="*/ 3044145 w 3569051"/>
                <a:gd name="connsiteY368" fmla="*/ 1742255 h 2114090"/>
                <a:gd name="connsiteX369" fmla="*/ 3044192 w 3569051"/>
                <a:gd name="connsiteY369" fmla="*/ 2015604 h 2114090"/>
                <a:gd name="connsiteX370" fmla="*/ 3036199 w 3569051"/>
                <a:gd name="connsiteY370" fmla="*/ 2032210 h 2114090"/>
                <a:gd name="connsiteX371" fmla="*/ 3028919 w 3569051"/>
                <a:gd name="connsiteY371" fmla="*/ 2099346 h 2114090"/>
                <a:gd name="connsiteX372" fmla="*/ 3096007 w 3569051"/>
                <a:gd name="connsiteY372" fmla="*/ 2100393 h 2114090"/>
                <a:gd name="connsiteX373" fmla="*/ 3089774 w 3569051"/>
                <a:gd name="connsiteY373" fmla="*/ 2032162 h 2114090"/>
                <a:gd name="connsiteX374" fmla="*/ 3081686 w 3569051"/>
                <a:gd name="connsiteY374" fmla="*/ 2015509 h 2114090"/>
                <a:gd name="connsiteX375" fmla="*/ 3082399 w 3569051"/>
                <a:gd name="connsiteY375" fmla="*/ 1779082 h 2114090"/>
                <a:gd name="connsiteX376" fmla="*/ 3057800 w 3569051"/>
                <a:gd name="connsiteY376" fmla="*/ 1675547 h 2114090"/>
                <a:gd name="connsiteX377" fmla="*/ 3052376 w 3569051"/>
                <a:gd name="connsiteY377" fmla="*/ 1663748 h 2114090"/>
                <a:gd name="connsiteX378" fmla="*/ 3065794 w 3569051"/>
                <a:gd name="connsiteY378" fmla="*/ 1663748 h 2114090"/>
                <a:gd name="connsiteX379" fmla="*/ 3123271 w 3569051"/>
                <a:gd name="connsiteY379" fmla="*/ 1666555 h 2114090"/>
                <a:gd name="connsiteX380" fmla="*/ 3150534 w 3569051"/>
                <a:gd name="connsiteY380" fmla="*/ 1715515 h 2114090"/>
                <a:gd name="connsiteX381" fmla="*/ 3158861 w 3569051"/>
                <a:gd name="connsiteY381" fmla="*/ 1750534 h 2114090"/>
                <a:gd name="connsiteX382" fmla="*/ 3158813 w 3569051"/>
                <a:gd name="connsiteY382" fmla="*/ 2014320 h 2114090"/>
                <a:gd name="connsiteX383" fmla="*/ 3150249 w 3569051"/>
                <a:gd name="connsiteY383" fmla="*/ 2032067 h 2114090"/>
                <a:gd name="connsiteX384" fmla="*/ 3133738 w 3569051"/>
                <a:gd name="connsiteY384" fmla="*/ 2082645 h 2114090"/>
                <a:gd name="connsiteX385" fmla="*/ 3176847 w 3569051"/>
                <a:gd name="connsiteY385" fmla="*/ 2113906 h 2114090"/>
                <a:gd name="connsiteX386" fmla="*/ 3220335 w 3569051"/>
                <a:gd name="connsiteY386" fmla="*/ 2082978 h 2114090"/>
                <a:gd name="connsiteX387" fmla="*/ 3203872 w 3569051"/>
                <a:gd name="connsiteY387" fmla="*/ 2032115 h 2114090"/>
                <a:gd name="connsiteX388" fmla="*/ 3195022 w 3569051"/>
                <a:gd name="connsiteY388" fmla="*/ 2014320 h 2114090"/>
                <a:gd name="connsiteX389" fmla="*/ 3195307 w 3569051"/>
                <a:gd name="connsiteY389" fmla="*/ 1735499 h 2114090"/>
                <a:gd name="connsiteX390" fmla="*/ 3189408 w 3569051"/>
                <a:gd name="connsiteY390" fmla="*/ 1710757 h 2114090"/>
                <a:gd name="connsiteX391" fmla="*/ 3166046 w 3569051"/>
                <a:gd name="connsiteY391" fmla="*/ 1663748 h 2114090"/>
                <a:gd name="connsiteX392" fmla="*/ 3220097 w 3569051"/>
                <a:gd name="connsiteY392" fmla="*/ 1663557 h 2114090"/>
                <a:gd name="connsiteX393" fmla="*/ 3232230 w 3569051"/>
                <a:gd name="connsiteY393" fmla="*/ 1671979 h 2114090"/>
                <a:gd name="connsiteX394" fmla="*/ 3265060 w 3569051"/>
                <a:gd name="connsiteY394" fmla="*/ 1737640 h 2114090"/>
                <a:gd name="connsiteX395" fmla="*/ 3270294 w 3569051"/>
                <a:gd name="connsiteY395" fmla="*/ 1759765 h 2114090"/>
                <a:gd name="connsiteX396" fmla="*/ 3270294 w 3569051"/>
                <a:gd name="connsiteY396" fmla="*/ 2012607 h 2114090"/>
                <a:gd name="connsiteX397" fmla="*/ 3260635 w 3569051"/>
                <a:gd name="connsiteY397" fmla="*/ 2032781 h 2114090"/>
                <a:gd name="connsiteX398" fmla="*/ 3255164 w 3569051"/>
                <a:gd name="connsiteY398" fmla="*/ 2100107 h 2114090"/>
                <a:gd name="connsiteX399" fmla="*/ 3322918 w 3569051"/>
                <a:gd name="connsiteY399" fmla="*/ 2098204 h 2114090"/>
                <a:gd name="connsiteX400" fmla="*/ 3315210 w 3569051"/>
                <a:gd name="connsiteY400" fmla="*/ 2032210 h 2114090"/>
                <a:gd name="connsiteX401" fmla="*/ 3306455 w 3569051"/>
                <a:gd name="connsiteY401" fmla="*/ 2014605 h 2114090"/>
                <a:gd name="connsiteX402" fmla="*/ 3306741 w 3569051"/>
                <a:gd name="connsiteY402" fmla="*/ 1749440 h 2114090"/>
                <a:gd name="connsiteX403" fmla="*/ 3301840 w 3569051"/>
                <a:gd name="connsiteY403" fmla="*/ 1728695 h 2114090"/>
                <a:gd name="connsiteX404" fmla="*/ 3269628 w 3569051"/>
                <a:gd name="connsiteY404" fmla="*/ 1663795 h 2114090"/>
                <a:gd name="connsiteX405" fmla="*/ 3342331 w 3569051"/>
                <a:gd name="connsiteY405" fmla="*/ 1663795 h 2114090"/>
                <a:gd name="connsiteX406" fmla="*/ 3350657 w 3569051"/>
                <a:gd name="connsiteY406" fmla="*/ 1671503 h 2114090"/>
                <a:gd name="connsiteX407" fmla="*/ 3372116 w 3569051"/>
                <a:gd name="connsiteY407" fmla="*/ 1713945 h 2114090"/>
                <a:gd name="connsiteX408" fmla="*/ 3380824 w 3569051"/>
                <a:gd name="connsiteY408" fmla="*/ 1750249 h 2114090"/>
                <a:gd name="connsiteX409" fmla="*/ 3380728 w 3569051"/>
                <a:gd name="connsiteY409" fmla="*/ 2011322 h 2114090"/>
                <a:gd name="connsiteX410" fmla="*/ 3370594 w 3569051"/>
                <a:gd name="connsiteY410" fmla="*/ 2033875 h 2114090"/>
                <a:gd name="connsiteX411" fmla="*/ 3355606 w 3569051"/>
                <a:gd name="connsiteY411" fmla="*/ 2055953 h 2114090"/>
                <a:gd name="connsiteX412" fmla="*/ 3383583 w 3569051"/>
                <a:gd name="connsiteY412" fmla="*/ 2112859 h 2114090"/>
                <a:gd name="connsiteX413" fmla="*/ 3441536 w 3569051"/>
                <a:gd name="connsiteY413" fmla="*/ 2089164 h 2114090"/>
                <a:gd name="connsiteX414" fmla="*/ 3426025 w 3569051"/>
                <a:gd name="connsiteY414" fmla="*/ 2032115 h 2114090"/>
                <a:gd name="connsiteX415" fmla="*/ 3418174 w 3569051"/>
                <a:gd name="connsiteY415" fmla="*/ 2015366 h 2114090"/>
                <a:gd name="connsiteX416" fmla="*/ 3418888 w 3569051"/>
                <a:gd name="connsiteY416" fmla="*/ 1780748 h 2114090"/>
                <a:gd name="connsiteX417" fmla="*/ 3393861 w 3569051"/>
                <a:gd name="connsiteY417" fmla="*/ 1674786 h 2114090"/>
                <a:gd name="connsiteX418" fmla="*/ 3388484 w 3569051"/>
                <a:gd name="connsiteY418" fmla="*/ 1663748 h 2114090"/>
                <a:gd name="connsiteX419" fmla="*/ 3469799 w 3569051"/>
                <a:gd name="connsiteY419" fmla="*/ 1663748 h 2114090"/>
                <a:gd name="connsiteX420" fmla="*/ 3569051 w 3569051"/>
                <a:gd name="connsiteY420" fmla="*/ 1623875 h 2114090"/>
                <a:gd name="connsiteX421" fmla="*/ 3569051 w 3569051"/>
                <a:gd name="connsiteY421" fmla="*/ 1623875 h 2114090"/>
                <a:gd name="connsiteX422" fmla="*/ 3569051 w 3569051"/>
                <a:gd name="connsiteY422" fmla="*/ 1623875 h 2114090"/>
                <a:gd name="connsiteX423" fmla="*/ 3560772 w 3569051"/>
                <a:gd name="connsiteY423" fmla="*/ 1611599 h 2114090"/>
                <a:gd name="connsiteX424" fmla="*/ 767900 w 3569051"/>
                <a:gd name="connsiteY424" fmla="*/ 367515 h 2114090"/>
                <a:gd name="connsiteX425" fmla="*/ 761048 w 3569051"/>
                <a:gd name="connsiteY425" fmla="*/ 360949 h 2114090"/>
                <a:gd name="connsiteX426" fmla="*/ 768328 w 3569051"/>
                <a:gd name="connsiteY426" fmla="*/ 353527 h 2114090"/>
                <a:gd name="connsiteX427" fmla="*/ 774799 w 3569051"/>
                <a:gd name="connsiteY427" fmla="*/ 359236 h 2114090"/>
                <a:gd name="connsiteX428" fmla="*/ 767900 w 3569051"/>
                <a:gd name="connsiteY428" fmla="*/ 367515 h 2114090"/>
                <a:gd name="connsiteX429" fmla="*/ 770992 w 3569051"/>
                <a:gd name="connsiteY429" fmla="*/ 480043 h 2114090"/>
                <a:gd name="connsiteX430" fmla="*/ 763665 w 3569051"/>
                <a:gd name="connsiteY430" fmla="*/ 473953 h 2114090"/>
                <a:gd name="connsiteX431" fmla="*/ 770517 w 3569051"/>
                <a:gd name="connsiteY431" fmla="*/ 465912 h 2114090"/>
                <a:gd name="connsiteX432" fmla="*/ 777511 w 3569051"/>
                <a:gd name="connsiteY432" fmla="*/ 472573 h 2114090"/>
                <a:gd name="connsiteX433" fmla="*/ 770992 w 3569051"/>
                <a:gd name="connsiteY433" fmla="*/ 480043 h 2114090"/>
                <a:gd name="connsiteX434" fmla="*/ 770517 w 3569051"/>
                <a:gd name="connsiteY434" fmla="*/ 585767 h 2114090"/>
                <a:gd name="connsiteX435" fmla="*/ 763713 w 3569051"/>
                <a:gd name="connsiteY435" fmla="*/ 579296 h 2114090"/>
                <a:gd name="connsiteX436" fmla="*/ 769184 w 3569051"/>
                <a:gd name="connsiteY436" fmla="*/ 571730 h 2114090"/>
                <a:gd name="connsiteX437" fmla="*/ 777273 w 3569051"/>
                <a:gd name="connsiteY437" fmla="*/ 577868 h 2114090"/>
                <a:gd name="connsiteX438" fmla="*/ 770517 w 3569051"/>
                <a:gd name="connsiteY438" fmla="*/ 585767 h 2114090"/>
                <a:gd name="connsiteX439" fmla="*/ 774513 w 3569051"/>
                <a:gd name="connsiteY439" fmla="*/ 687398 h 2114090"/>
                <a:gd name="connsiteX440" fmla="*/ 766948 w 3569051"/>
                <a:gd name="connsiteY440" fmla="*/ 693584 h 2114090"/>
                <a:gd name="connsiteX441" fmla="*/ 760858 w 3569051"/>
                <a:gd name="connsiteY441" fmla="*/ 686066 h 2114090"/>
                <a:gd name="connsiteX442" fmla="*/ 767567 w 3569051"/>
                <a:gd name="connsiteY442" fmla="*/ 679500 h 2114090"/>
                <a:gd name="connsiteX443" fmla="*/ 774513 w 3569051"/>
                <a:gd name="connsiteY443" fmla="*/ 687398 h 2114090"/>
                <a:gd name="connsiteX444" fmla="*/ 174144 w 3569051"/>
                <a:gd name="connsiteY444" fmla="*/ 1625969 h 2114090"/>
                <a:gd name="connsiteX445" fmla="*/ 167626 w 3569051"/>
                <a:gd name="connsiteY445" fmla="*/ 1618879 h 2114090"/>
                <a:gd name="connsiteX446" fmla="*/ 174572 w 3569051"/>
                <a:gd name="connsiteY446" fmla="*/ 1612218 h 2114090"/>
                <a:gd name="connsiteX447" fmla="*/ 181281 w 3569051"/>
                <a:gd name="connsiteY447" fmla="*/ 1619260 h 2114090"/>
                <a:gd name="connsiteX448" fmla="*/ 174144 w 3569051"/>
                <a:gd name="connsiteY448" fmla="*/ 1625969 h 2114090"/>
                <a:gd name="connsiteX449" fmla="*/ 2236040 w 3569051"/>
                <a:gd name="connsiteY449" fmla="*/ 1097636 h 2114090"/>
                <a:gd name="connsiteX450" fmla="*/ 2223621 w 3569051"/>
                <a:gd name="connsiteY450" fmla="*/ 1099777 h 2114090"/>
                <a:gd name="connsiteX451" fmla="*/ 1899694 w 3569051"/>
                <a:gd name="connsiteY451" fmla="*/ 1099873 h 2114090"/>
                <a:gd name="connsiteX452" fmla="*/ 1794446 w 3569051"/>
                <a:gd name="connsiteY452" fmla="*/ 1099873 h 2114090"/>
                <a:gd name="connsiteX453" fmla="*/ 1372123 w 3569051"/>
                <a:gd name="connsiteY453" fmla="*/ 1100206 h 2114090"/>
                <a:gd name="connsiteX454" fmla="*/ 1344336 w 3569051"/>
                <a:gd name="connsiteY454" fmla="*/ 1087311 h 2114090"/>
                <a:gd name="connsiteX455" fmla="*/ 1279436 w 3569051"/>
                <a:gd name="connsiteY455" fmla="*/ 1013419 h 2114090"/>
                <a:gd name="connsiteX456" fmla="*/ 1261927 w 3569051"/>
                <a:gd name="connsiteY456" fmla="*/ 1005806 h 2114090"/>
                <a:gd name="connsiteX457" fmla="*/ 701573 w 3569051"/>
                <a:gd name="connsiteY457" fmla="*/ 1005759 h 2114090"/>
                <a:gd name="connsiteX458" fmla="*/ 682731 w 3569051"/>
                <a:gd name="connsiteY458" fmla="*/ 1013752 h 2114090"/>
                <a:gd name="connsiteX459" fmla="*/ 608934 w 3569051"/>
                <a:gd name="connsiteY459" fmla="*/ 1092545 h 2114090"/>
                <a:gd name="connsiteX460" fmla="*/ 591091 w 3569051"/>
                <a:gd name="connsiteY460" fmla="*/ 1099968 h 2114090"/>
                <a:gd name="connsiteX461" fmla="*/ 412046 w 3569051"/>
                <a:gd name="connsiteY461" fmla="*/ 1100015 h 2114090"/>
                <a:gd name="connsiteX462" fmla="*/ 393442 w 3569051"/>
                <a:gd name="connsiteY462" fmla="*/ 1091403 h 2114090"/>
                <a:gd name="connsiteX463" fmla="*/ 305371 w 3569051"/>
                <a:gd name="connsiteY463" fmla="*/ 992388 h 2114090"/>
                <a:gd name="connsiteX464" fmla="*/ 298519 w 3569051"/>
                <a:gd name="connsiteY464" fmla="*/ 974260 h 2114090"/>
                <a:gd name="connsiteX465" fmla="*/ 298472 w 3569051"/>
                <a:gd name="connsiteY465" fmla="*/ 934626 h 2114090"/>
                <a:gd name="connsiteX466" fmla="*/ 309843 w 3569051"/>
                <a:gd name="connsiteY466" fmla="*/ 926204 h 2114090"/>
                <a:gd name="connsiteX467" fmla="*/ 320406 w 3569051"/>
                <a:gd name="connsiteY467" fmla="*/ 935102 h 2114090"/>
                <a:gd name="connsiteX468" fmla="*/ 334585 w 3569051"/>
                <a:gd name="connsiteY468" fmla="*/ 974117 h 2114090"/>
                <a:gd name="connsiteX469" fmla="*/ 405670 w 3569051"/>
                <a:gd name="connsiteY469" fmla="*/ 1060619 h 2114090"/>
                <a:gd name="connsiteX470" fmla="*/ 420801 w 3569051"/>
                <a:gd name="connsiteY470" fmla="*/ 1067423 h 2114090"/>
                <a:gd name="connsiteX471" fmla="*/ 575247 w 3569051"/>
                <a:gd name="connsiteY471" fmla="*/ 1067470 h 2114090"/>
                <a:gd name="connsiteX472" fmla="*/ 590853 w 3569051"/>
                <a:gd name="connsiteY472" fmla="*/ 1060999 h 2114090"/>
                <a:gd name="connsiteX473" fmla="*/ 685966 w 3569051"/>
                <a:gd name="connsiteY473" fmla="*/ 972690 h 2114090"/>
                <a:gd name="connsiteX474" fmla="*/ 705141 w 3569051"/>
                <a:gd name="connsiteY474" fmla="*/ 965125 h 2114090"/>
                <a:gd name="connsiteX475" fmla="*/ 1115141 w 3569051"/>
                <a:gd name="connsiteY475" fmla="*/ 964126 h 2114090"/>
                <a:gd name="connsiteX476" fmla="*/ 1287335 w 3569051"/>
                <a:gd name="connsiteY476" fmla="*/ 962651 h 2114090"/>
                <a:gd name="connsiteX477" fmla="*/ 1308318 w 3569051"/>
                <a:gd name="connsiteY477" fmla="*/ 972119 h 2114090"/>
                <a:gd name="connsiteX478" fmla="*/ 1382638 w 3569051"/>
                <a:gd name="connsiteY478" fmla="*/ 1057716 h 2114090"/>
                <a:gd name="connsiteX479" fmla="*/ 1404811 w 3569051"/>
                <a:gd name="connsiteY479" fmla="*/ 1067565 h 2114090"/>
                <a:gd name="connsiteX480" fmla="*/ 2222099 w 3569051"/>
                <a:gd name="connsiteY480" fmla="*/ 1067470 h 2114090"/>
                <a:gd name="connsiteX481" fmla="*/ 2236420 w 3569051"/>
                <a:gd name="connsiteY481" fmla="*/ 1070801 h 2114090"/>
                <a:gd name="connsiteX482" fmla="*/ 2236040 w 3569051"/>
                <a:gd name="connsiteY482" fmla="*/ 1097636 h 2114090"/>
                <a:gd name="connsiteX483" fmla="*/ 2404950 w 3569051"/>
                <a:gd name="connsiteY483" fmla="*/ 2061662 h 2114090"/>
                <a:gd name="connsiteX484" fmla="*/ 2411088 w 3569051"/>
                <a:gd name="connsiteY484" fmla="*/ 2069180 h 2114090"/>
                <a:gd name="connsiteX485" fmla="*/ 2403903 w 3569051"/>
                <a:gd name="connsiteY485" fmla="*/ 2075270 h 2114090"/>
                <a:gd name="connsiteX486" fmla="*/ 2397052 w 3569051"/>
                <a:gd name="connsiteY486" fmla="*/ 2068799 h 2114090"/>
                <a:gd name="connsiteX487" fmla="*/ 2404950 w 3569051"/>
                <a:gd name="connsiteY487" fmla="*/ 2061662 h 2114090"/>
                <a:gd name="connsiteX488" fmla="*/ 2525471 w 3569051"/>
                <a:gd name="connsiteY488" fmla="*/ 2061519 h 2114090"/>
                <a:gd name="connsiteX489" fmla="*/ 2532180 w 3569051"/>
                <a:gd name="connsiteY489" fmla="*/ 2068894 h 2114090"/>
                <a:gd name="connsiteX490" fmla="*/ 2524948 w 3569051"/>
                <a:gd name="connsiteY490" fmla="*/ 2075270 h 2114090"/>
                <a:gd name="connsiteX491" fmla="*/ 2518524 w 3569051"/>
                <a:gd name="connsiteY491" fmla="*/ 2068466 h 2114090"/>
                <a:gd name="connsiteX492" fmla="*/ 2525471 w 3569051"/>
                <a:gd name="connsiteY492" fmla="*/ 2061519 h 2114090"/>
                <a:gd name="connsiteX493" fmla="*/ 2637190 w 3569051"/>
                <a:gd name="connsiteY493" fmla="*/ 2061615 h 2114090"/>
                <a:gd name="connsiteX494" fmla="*/ 2644374 w 3569051"/>
                <a:gd name="connsiteY494" fmla="*/ 2068181 h 2114090"/>
                <a:gd name="connsiteX495" fmla="*/ 2637333 w 3569051"/>
                <a:gd name="connsiteY495" fmla="*/ 2075318 h 2114090"/>
                <a:gd name="connsiteX496" fmla="*/ 2630053 w 3569051"/>
                <a:gd name="connsiteY496" fmla="*/ 2069370 h 2114090"/>
                <a:gd name="connsiteX497" fmla="*/ 2637190 w 3569051"/>
                <a:gd name="connsiteY497" fmla="*/ 2061615 h 2114090"/>
                <a:gd name="connsiteX498" fmla="*/ 2747909 w 3569051"/>
                <a:gd name="connsiteY498" fmla="*/ 2061662 h 2114090"/>
                <a:gd name="connsiteX499" fmla="*/ 2755094 w 3569051"/>
                <a:gd name="connsiteY499" fmla="*/ 2068228 h 2114090"/>
                <a:gd name="connsiteX500" fmla="*/ 2750574 w 3569051"/>
                <a:gd name="connsiteY500" fmla="*/ 2075223 h 2114090"/>
                <a:gd name="connsiteX501" fmla="*/ 2741343 w 3569051"/>
                <a:gd name="connsiteY501" fmla="*/ 2069085 h 2114090"/>
                <a:gd name="connsiteX502" fmla="*/ 2747909 w 3569051"/>
                <a:gd name="connsiteY502" fmla="*/ 2061662 h 2114090"/>
                <a:gd name="connsiteX503" fmla="*/ 2853823 w 3569051"/>
                <a:gd name="connsiteY503" fmla="*/ 2061615 h 2114090"/>
                <a:gd name="connsiteX504" fmla="*/ 2860770 w 3569051"/>
                <a:gd name="connsiteY504" fmla="*/ 2068419 h 2114090"/>
                <a:gd name="connsiteX505" fmla="*/ 2853252 w 3569051"/>
                <a:gd name="connsiteY505" fmla="*/ 2075223 h 2114090"/>
                <a:gd name="connsiteX506" fmla="*/ 2846876 w 3569051"/>
                <a:gd name="connsiteY506" fmla="*/ 2068276 h 2114090"/>
                <a:gd name="connsiteX507" fmla="*/ 2853823 w 3569051"/>
                <a:gd name="connsiteY507" fmla="*/ 2061615 h 2114090"/>
                <a:gd name="connsiteX508" fmla="*/ 2962830 w 3569051"/>
                <a:gd name="connsiteY508" fmla="*/ 2061615 h 2114090"/>
                <a:gd name="connsiteX509" fmla="*/ 2970110 w 3569051"/>
                <a:gd name="connsiteY509" fmla="*/ 2068181 h 2114090"/>
                <a:gd name="connsiteX510" fmla="*/ 2963401 w 3569051"/>
                <a:gd name="connsiteY510" fmla="*/ 2075175 h 2114090"/>
                <a:gd name="connsiteX511" fmla="*/ 2956407 w 3569051"/>
                <a:gd name="connsiteY511" fmla="*/ 2068847 h 2114090"/>
                <a:gd name="connsiteX512" fmla="*/ 2962830 w 3569051"/>
                <a:gd name="connsiteY512" fmla="*/ 2061615 h 2114090"/>
                <a:gd name="connsiteX513" fmla="*/ 3063890 w 3569051"/>
                <a:gd name="connsiteY513" fmla="*/ 2061662 h 2114090"/>
                <a:gd name="connsiteX514" fmla="*/ 3069981 w 3569051"/>
                <a:gd name="connsiteY514" fmla="*/ 2069180 h 2114090"/>
                <a:gd name="connsiteX515" fmla="*/ 3062796 w 3569051"/>
                <a:gd name="connsiteY515" fmla="*/ 2075270 h 2114090"/>
                <a:gd name="connsiteX516" fmla="*/ 3055945 w 3569051"/>
                <a:gd name="connsiteY516" fmla="*/ 2068799 h 2114090"/>
                <a:gd name="connsiteX517" fmla="*/ 3063890 w 3569051"/>
                <a:gd name="connsiteY517" fmla="*/ 2061662 h 2114090"/>
                <a:gd name="connsiteX518" fmla="*/ 3170138 w 3569051"/>
                <a:gd name="connsiteY518" fmla="*/ 2068228 h 2114090"/>
                <a:gd name="connsiteX519" fmla="*/ 3177275 w 3569051"/>
                <a:gd name="connsiteY519" fmla="*/ 2061615 h 2114090"/>
                <a:gd name="connsiteX520" fmla="*/ 3183698 w 3569051"/>
                <a:gd name="connsiteY520" fmla="*/ 2068799 h 2114090"/>
                <a:gd name="connsiteX521" fmla="*/ 3176656 w 3569051"/>
                <a:gd name="connsiteY521" fmla="*/ 2075127 h 2114090"/>
                <a:gd name="connsiteX522" fmla="*/ 3170138 w 3569051"/>
                <a:gd name="connsiteY522" fmla="*/ 2068228 h 2114090"/>
                <a:gd name="connsiteX523" fmla="*/ 3287709 w 3569051"/>
                <a:gd name="connsiteY523" fmla="*/ 2061472 h 2114090"/>
                <a:gd name="connsiteX524" fmla="*/ 3295226 w 3569051"/>
                <a:gd name="connsiteY524" fmla="*/ 2068038 h 2114090"/>
                <a:gd name="connsiteX525" fmla="*/ 3288898 w 3569051"/>
                <a:gd name="connsiteY525" fmla="*/ 2075127 h 2114090"/>
                <a:gd name="connsiteX526" fmla="*/ 3281666 w 3569051"/>
                <a:gd name="connsiteY526" fmla="*/ 2069085 h 2114090"/>
                <a:gd name="connsiteX527" fmla="*/ 3287709 w 3569051"/>
                <a:gd name="connsiteY527" fmla="*/ 2061472 h 2114090"/>
                <a:gd name="connsiteX528" fmla="*/ 3400331 w 3569051"/>
                <a:gd name="connsiteY528" fmla="*/ 2061662 h 2114090"/>
                <a:gd name="connsiteX529" fmla="*/ 3406612 w 3569051"/>
                <a:gd name="connsiteY529" fmla="*/ 2069180 h 2114090"/>
                <a:gd name="connsiteX530" fmla="*/ 3399094 w 3569051"/>
                <a:gd name="connsiteY530" fmla="*/ 2075318 h 2114090"/>
                <a:gd name="connsiteX531" fmla="*/ 3392338 w 3569051"/>
                <a:gd name="connsiteY531" fmla="*/ 2068752 h 2114090"/>
                <a:gd name="connsiteX532" fmla="*/ 3400331 w 3569051"/>
                <a:gd name="connsiteY532" fmla="*/ 2061662 h 211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Lst>
              <a:rect l="l" t="t" r="r" b="b"/>
              <a:pathLst>
                <a:path w="3569051" h="2114090">
                  <a:moveTo>
                    <a:pt x="3560772" y="1611599"/>
                  </a:moveTo>
                  <a:cubicBezTo>
                    <a:pt x="3535840" y="1586287"/>
                    <a:pt x="3511003" y="1560974"/>
                    <a:pt x="3486690" y="1535090"/>
                  </a:cubicBezTo>
                  <a:cubicBezTo>
                    <a:pt x="3447674" y="1493648"/>
                    <a:pt x="3406945" y="1453871"/>
                    <a:pt x="3367834" y="1412523"/>
                  </a:cubicBezTo>
                  <a:cubicBezTo>
                    <a:pt x="3321824" y="1363944"/>
                    <a:pt x="3275005" y="1316125"/>
                    <a:pt x="3228757" y="1267879"/>
                  </a:cubicBezTo>
                  <a:cubicBezTo>
                    <a:pt x="3182128" y="1219252"/>
                    <a:pt x="3135261" y="1170862"/>
                    <a:pt x="3088632" y="1122283"/>
                  </a:cubicBezTo>
                  <a:cubicBezTo>
                    <a:pt x="3043574" y="1075321"/>
                    <a:pt x="2998372" y="1028502"/>
                    <a:pt x="2953314" y="981588"/>
                  </a:cubicBezTo>
                  <a:cubicBezTo>
                    <a:pt x="2906352" y="932675"/>
                    <a:pt x="2859200" y="883953"/>
                    <a:pt x="2812238" y="835040"/>
                  </a:cubicBezTo>
                  <a:cubicBezTo>
                    <a:pt x="2766513" y="787460"/>
                    <a:pt x="2720693" y="739975"/>
                    <a:pt x="2675016" y="692394"/>
                  </a:cubicBezTo>
                  <a:cubicBezTo>
                    <a:pt x="2627721" y="643148"/>
                    <a:pt x="2580284" y="594093"/>
                    <a:pt x="2532989" y="544847"/>
                  </a:cubicBezTo>
                  <a:cubicBezTo>
                    <a:pt x="2487882" y="497933"/>
                    <a:pt x="2443062" y="450781"/>
                    <a:pt x="2397575" y="404200"/>
                  </a:cubicBezTo>
                  <a:cubicBezTo>
                    <a:pt x="2357846" y="363519"/>
                    <a:pt x="2318830" y="322124"/>
                    <a:pt x="2279576" y="280967"/>
                  </a:cubicBezTo>
                  <a:cubicBezTo>
                    <a:pt x="2278053" y="279349"/>
                    <a:pt x="2277006" y="277255"/>
                    <a:pt x="2275722" y="275400"/>
                  </a:cubicBezTo>
                  <a:cubicBezTo>
                    <a:pt x="2258973" y="289769"/>
                    <a:pt x="2249362" y="308421"/>
                    <a:pt x="2242796" y="329070"/>
                  </a:cubicBezTo>
                  <a:cubicBezTo>
                    <a:pt x="2233423" y="358475"/>
                    <a:pt x="2238656" y="388736"/>
                    <a:pt x="2237467" y="418569"/>
                  </a:cubicBezTo>
                  <a:cubicBezTo>
                    <a:pt x="2236896" y="433605"/>
                    <a:pt x="2234755" y="435650"/>
                    <a:pt x="2220100" y="433557"/>
                  </a:cubicBezTo>
                  <a:cubicBezTo>
                    <a:pt x="2215247" y="432843"/>
                    <a:pt x="2213201" y="429703"/>
                    <a:pt x="2210727" y="426515"/>
                  </a:cubicBezTo>
                  <a:cubicBezTo>
                    <a:pt x="2203447" y="417189"/>
                    <a:pt x="2196691" y="407388"/>
                    <a:pt x="2188745" y="398633"/>
                  </a:cubicBezTo>
                  <a:cubicBezTo>
                    <a:pt x="2181846" y="391020"/>
                    <a:pt x="2179466" y="382979"/>
                    <a:pt x="2179514" y="372749"/>
                  </a:cubicBezTo>
                  <a:cubicBezTo>
                    <a:pt x="2179895" y="297572"/>
                    <a:pt x="2179609" y="222395"/>
                    <a:pt x="2179895" y="147218"/>
                  </a:cubicBezTo>
                  <a:cubicBezTo>
                    <a:pt x="2179942" y="139034"/>
                    <a:pt x="2177897" y="132468"/>
                    <a:pt x="2173139" y="125902"/>
                  </a:cubicBezTo>
                  <a:cubicBezTo>
                    <a:pt x="2149205" y="92691"/>
                    <a:pt x="2125368" y="59432"/>
                    <a:pt x="2102148" y="25793"/>
                  </a:cubicBezTo>
                  <a:cubicBezTo>
                    <a:pt x="2097153" y="18513"/>
                    <a:pt x="2092014" y="16039"/>
                    <a:pt x="2083307" y="15944"/>
                  </a:cubicBezTo>
                  <a:cubicBezTo>
                    <a:pt x="1967116" y="14802"/>
                    <a:pt x="1850972" y="13279"/>
                    <a:pt x="1734780" y="11804"/>
                  </a:cubicBezTo>
                  <a:cubicBezTo>
                    <a:pt x="1586282" y="9901"/>
                    <a:pt x="1437736" y="7998"/>
                    <a:pt x="1289238" y="6047"/>
                  </a:cubicBezTo>
                  <a:cubicBezTo>
                    <a:pt x="1138884" y="4096"/>
                    <a:pt x="988577" y="2288"/>
                    <a:pt x="838223" y="5"/>
                  </a:cubicBezTo>
                  <a:cubicBezTo>
                    <a:pt x="828279" y="-138"/>
                    <a:pt x="826424" y="3050"/>
                    <a:pt x="826471" y="12233"/>
                  </a:cubicBezTo>
                  <a:cubicBezTo>
                    <a:pt x="826804" y="119289"/>
                    <a:pt x="826709" y="226392"/>
                    <a:pt x="826519" y="333448"/>
                  </a:cubicBezTo>
                  <a:cubicBezTo>
                    <a:pt x="826519" y="337207"/>
                    <a:pt x="829849" y="343487"/>
                    <a:pt x="822570" y="344439"/>
                  </a:cubicBezTo>
                  <a:cubicBezTo>
                    <a:pt x="816955" y="345200"/>
                    <a:pt x="810532" y="346437"/>
                    <a:pt x="807724" y="338634"/>
                  </a:cubicBezTo>
                  <a:cubicBezTo>
                    <a:pt x="806820" y="336160"/>
                    <a:pt x="804917" y="333971"/>
                    <a:pt x="803204" y="331878"/>
                  </a:cubicBezTo>
                  <a:cubicBezTo>
                    <a:pt x="787503" y="312037"/>
                    <a:pt x="758717" y="309087"/>
                    <a:pt x="738638" y="325169"/>
                  </a:cubicBezTo>
                  <a:cubicBezTo>
                    <a:pt x="719415" y="340537"/>
                    <a:pt x="716751" y="370418"/>
                    <a:pt x="732881" y="389926"/>
                  </a:cubicBezTo>
                  <a:cubicBezTo>
                    <a:pt x="748867" y="409243"/>
                    <a:pt x="780271" y="413002"/>
                    <a:pt x="797019" y="394446"/>
                  </a:cubicBezTo>
                  <a:cubicBezTo>
                    <a:pt x="807296" y="383074"/>
                    <a:pt x="817574" y="381742"/>
                    <a:pt x="830420" y="382313"/>
                  </a:cubicBezTo>
                  <a:cubicBezTo>
                    <a:pt x="836796" y="382598"/>
                    <a:pt x="843267" y="381599"/>
                    <a:pt x="849548" y="382503"/>
                  </a:cubicBezTo>
                  <a:cubicBezTo>
                    <a:pt x="861395" y="384216"/>
                    <a:pt x="863536" y="379173"/>
                    <a:pt x="863489" y="368182"/>
                  </a:cubicBezTo>
                  <a:cubicBezTo>
                    <a:pt x="863060" y="262934"/>
                    <a:pt x="863489" y="157686"/>
                    <a:pt x="862918" y="52438"/>
                  </a:cubicBezTo>
                  <a:cubicBezTo>
                    <a:pt x="862870" y="39924"/>
                    <a:pt x="866439" y="37593"/>
                    <a:pt x="878096" y="37783"/>
                  </a:cubicBezTo>
                  <a:cubicBezTo>
                    <a:pt x="994239" y="39734"/>
                    <a:pt x="1110431" y="41209"/>
                    <a:pt x="1226575" y="42684"/>
                  </a:cubicBezTo>
                  <a:cubicBezTo>
                    <a:pt x="1373265" y="44587"/>
                    <a:pt x="1519955" y="46443"/>
                    <a:pt x="1666645" y="48156"/>
                  </a:cubicBezTo>
                  <a:cubicBezTo>
                    <a:pt x="1799204" y="49726"/>
                    <a:pt x="1931811" y="51201"/>
                    <a:pt x="2064370" y="52438"/>
                  </a:cubicBezTo>
                  <a:cubicBezTo>
                    <a:pt x="2072458" y="52533"/>
                    <a:pt x="2077549" y="54770"/>
                    <a:pt x="2082260" y="61621"/>
                  </a:cubicBezTo>
                  <a:cubicBezTo>
                    <a:pt x="2099960" y="87505"/>
                    <a:pt x="2118231" y="113008"/>
                    <a:pt x="2136692" y="138368"/>
                  </a:cubicBezTo>
                  <a:cubicBezTo>
                    <a:pt x="2141022" y="144316"/>
                    <a:pt x="2142116" y="150359"/>
                    <a:pt x="2142116" y="157400"/>
                  </a:cubicBezTo>
                  <a:cubicBezTo>
                    <a:pt x="2141973" y="219350"/>
                    <a:pt x="2144447" y="281442"/>
                    <a:pt x="2141164" y="343249"/>
                  </a:cubicBezTo>
                  <a:cubicBezTo>
                    <a:pt x="2139023" y="383312"/>
                    <a:pt x="2149681" y="414620"/>
                    <a:pt x="2176326" y="444072"/>
                  </a:cubicBezTo>
                  <a:cubicBezTo>
                    <a:pt x="2191457" y="460773"/>
                    <a:pt x="2204018" y="475332"/>
                    <a:pt x="2228617" y="470051"/>
                  </a:cubicBezTo>
                  <a:cubicBezTo>
                    <a:pt x="2234517" y="468766"/>
                    <a:pt x="2237705" y="470765"/>
                    <a:pt x="2237515" y="477949"/>
                  </a:cubicBezTo>
                  <a:cubicBezTo>
                    <a:pt x="2237039" y="495269"/>
                    <a:pt x="2237372" y="512588"/>
                    <a:pt x="2237372" y="529907"/>
                  </a:cubicBezTo>
                  <a:cubicBezTo>
                    <a:pt x="2237372" y="534047"/>
                    <a:pt x="2237895" y="538329"/>
                    <a:pt x="2231519" y="538186"/>
                  </a:cubicBezTo>
                  <a:cubicBezTo>
                    <a:pt x="2196215" y="537377"/>
                    <a:pt x="2157960" y="547417"/>
                    <a:pt x="2132885" y="510161"/>
                  </a:cubicBezTo>
                  <a:cubicBezTo>
                    <a:pt x="2129935" y="505784"/>
                    <a:pt x="2125177" y="502358"/>
                    <a:pt x="2120800" y="499170"/>
                  </a:cubicBezTo>
                  <a:cubicBezTo>
                    <a:pt x="2113853" y="494127"/>
                    <a:pt x="2112093" y="487751"/>
                    <a:pt x="2112093" y="479234"/>
                  </a:cubicBezTo>
                  <a:cubicBezTo>
                    <a:pt x="2112378" y="378554"/>
                    <a:pt x="2112188" y="277826"/>
                    <a:pt x="2112474" y="177146"/>
                  </a:cubicBezTo>
                  <a:cubicBezTo>
                    <a:pt x="2112521" y="167963"/>
                    <a:pt x="2110142" y="160826"/>
                    <a:pt x="2104527" y="153546"/>
                  </a:cubicBezTo>
                  <a:cubicBezTo>
                    <a:pt x="2088350" y="132706"/>
                    <a:pt x="2072601" y="111533"/>
                    <a:pt x="2057423" y="89979"/>
                  </a:cubicBezTo>
                  <a:cubicBezTo>
                    <a:pt x="2051903" y="82128"/>
                    <a:pt x="2046004" y="78988"/>
                    <a:pt x="2036202" y="78893"/>
                  </a:cubicBezTo>
                  <a:cubicBezTo>
                    <a:pt x="1907259" y="77751"/>
                    <a:pt x="1778364" y="75943"/>
                    <a:pt x="1649421" y="74753"/>
                  </a:cubicBezTo>
                  <a:cubicBezTo>
                    <a:pt x="1412043" y="72565"/>
                    <a:pt x="1174712" y="67474"/>
                    <a:pt x="937333" y="67569"/>
                  </a:cubicBezTo>
                  <a:cubicBezTo>
                    <a:pt x="924962" y="67569"/>
                    <a:pt x="912830" y="65999"/>
                    <a:pt x="900696" y="64286"/>
                  </a:cubicBezTo>
                  <a:cubicBezTo>
                    <a:pt x="881807" y="61621"/>
                    <a:pt x="881950" y="61193"/>
                    <a:pt x="881807" y="80701"/>
                  </a:cubicBezTo>
                  <a:cubicBezTo>
                    <a:pt x="881093" y="186377"/>
                    <a:pt x="880427" y="292100"/>
                    <a:pt x="879523" y="397777"/>
                  </a:cubicBezTo>
                  <a:cubicBezTo>
                    <a:pt x="879143" y="438505"/>
                    <a:pt x="878857" y="438505"/>
                    <a:pt x="841602" y="456586"/>
                  </a:cubicBezTo>
                  <a:cubicBezTo>
                    <a:pt x="840793" y="456967"/>
                    <a:pt x="840174" y="457775"/>
                    <a:pt x="839318" y="458108"/>
                  </a:cubicBezTo>
                  <a:cubicBezTo>
                    <a:pt x="827423" y="462914"/>
                    <a:pt x="816051" y="459298"/>
                    <a:pt x="809057" y="448497"/>
                  </a:cubicBezTo>
                  <a:cubicBezTo>
                    <a:pt x="794259" y="425611"/>
                    <a:pt x="763808" y="420377"/>
                    <a:pt x="742254" y="436983"/>
                  </a:cubicBezTo>
                  <a:cubicBezTo>
                    <a:pt x="721747" y="452779"/>
                    <a:pt x="719082" y="484040"/>
                    <a:pt x="736592" y="503690"/>
                  </a:cubicBezTo>
                  <a:cubicBezTo>
                    <a:pt x="753911" y="523151"/>
                    <a:pt x="785029" y="523722"/>
                    <a:pt x="803299" y="504309"/>
                  </a:cubicBezTo>
                  <a:cubicBezTo>
                    <a:pt x="807629" y="499694"/>
                    <a:pt x="811388" y="496125"/>
                    <a:pt x="818049" y="497219"/>
                  </a:cubicBezTo>
                  <a:cubicBezTo>
                    <a:pt x="837605" y="500407"/>
                    <a:pt x="854353" y="493318"/>
                    <a:pt x="870626" y="483421"/>
                  </a:cubicBezTo>
                  <a:cubicBezTo>
                    <a:pt x="882235" y="476332"/>
                    <a:pt x="894178" y="469670"/>
                    <a:pt x="906501" y="463913"/>
                  </a:cubicBezTo>
                  <a:cubicBezTo>
                    <a:pt x="914828" y="460059"/>
                    <a:pt x="916826" y="454778"/>
                    <a:pt x="916874" y="445975"/>
                  </a:cubicBezTo>
                  <a:cubicBezTo>
                    <a:pt x="917397" y="337112"/>
                    <a:pt x="918492" y="228200"/>
                    <a:pt x="918920" y="119336"/>
                  </a:cubicBezTo>
                  <a:cubicBezTo>
                    <a:pt x="918967" y="107536"/>
                    <a:pt x="921251" y="103349"/>
                    <a:pt x="934288" y="103587"/>
                  </a:cubicBezTo>
                  <a:cubicBezTo>
                    <a:pt x="1071843" y="105681"/>
                    <a:pt x="1209446" y="106965"/>
                    <a:pt x="1347000" y="108535"/>
                  </a:cubicBezTo>
                  <a:cubicBezTo>
                    <a:pt x="1491407" y="110201"/>
                    <a:pt x="1635861" y="111818"/>
                    <a:pt x="1780267" y="113531"/>
                  </a:cubicBezTo>
                  <a:cubicBezTo>
                    <a:pt x="1859536" y="114483"/>
                    <a:pt x="1938805" y="115672"/>
                    <a:pt x="2018074" y="116434"/>
                  </a:cubicBezTo>
                  <a:cubicBezTo>
                    <a:pt x="2026971" y="116529"/>
                    <a:pt x="2033062" y="118622"/>
                    <a:pt x="2038248" y="126616"/>
                  </a:cubicBezTo>
                  <a:cubicBezTo>
                    <a:pt x="2047669" y="141033"/>
                    <a:pt x="2058232" y="154831"/>
                    <a:pt x="2069080" y="168249"/>
                  </a:cubicBezTo>
                  <a:cubicBezTo>
                    <a:pt x="2074362" y="174767"/>
                    <a:pt x="2075979" y="181286"/>
                    <a:pt x="2075979" y="189422"/>
                  </a:cubicBezTo>
                  <a:cubicBezTo>
                    <a:pt x="2075789" y="290102"/>
                    <a:pt x="2075979" y="390830"/>
                    <a:pt x="2075646" y="491510"/>
                  </a:cubicBezTo>
                  <a:cubicBezTo>
                    <a:pt x="2075599" y="502691"/>
                    <a:pt x="2077882" y="510923"/>
                    <a:pt x="2086970" y="518583"/>
                  </a:cubicBezTo>
                  <a:cubicBezTo>
                    <a:pt x="2105384" y="534142"/>
                    <a:pt x="2122656" y="551081"/>
                    <a:pt x="2140118" y="567781"/>
                  </a:cubicBezTo>
                  <a:cubicBezTo>
                    <a:pt x="2145447" y="572872"/>
                    <a:pt x="2150918" y="575013"/>
                    <a:pt x="2158341" y="574918"/>
                  </a:cubicBezTo>
                  <a:cubicBezTo>
                    <a:pt x="2181560" y="574490"/>
                    <a:pt x="2204827" y="574966"/>
                    <a:pt x="2228046" y="574633"/>
                  </a:cubicBezTo>
                  <a:cubicBezTo>
                    <a:pt x="2235136" y="574538"/>
                    <a:pt x="2237562" y="576679"/>
                    <a:pt x="2237420" y="583911"/>
                  </a:cubicBezTo>
                  <a:cubicBezTo>
                    <a:pt x="2236991" y="604846"/>
                    <a:pt x="2236944" y="625829"/>
                    <a:pt x="2237420" y="646765"/>
                  </a:cubicBezTo>
                  <a:cubicBezTo>
                    <a:pt x="2237610" y="654377"/>
                    <a:pt x="2235469" y="656947"/>
                    <a:pt x="2227570" y="656852"/>
                  </a:cubicBezTo>
                  <a:cubicBezTo>
                    <a:pt x="2193408" y="656471"/>
                    <a:pt x="2159245" y="656614"/>
                    <a:pt x="2125035" y="656804"/>
                  </a:cubicBezTo>
                  <a:cubicBezTo>
                    <a:pt x="2119182" y="656852"/>
                    <a:pt x="2114948" y="655091"/>
                    <a:pt x="2110570" y="650999"/>
                  </a:cubicBezTo>
                  <a:cubicBezTo>
                    <a:pt x="2094012" y="635345"/>
                    <a:pt x="2077312" y="619834"/>
                    <a:pt x="2060040" y="605084"/>
                  </a:cubicBezTo>
                  <a:cubicBezTo>
                    <a:pt x="2053093" y="599137"/>
                    <a:pt x="2050904" y="592904"/>
                    <a:pt x="2050952" y="584006"/>
                  </a:cubicBezTo>
                  <a:cubicBezTo>
                    <a:pt x="2051238" y="478758"/>
                    <a:pt x="2049049" y="373463"/>
                    <a:pt x="2052094" y="268310"/>
                  </a:cubicBezTo>
                  <a:cubicBezTo>
                    <a:pt x="2053378" y="223061"/>
                    <a:pt x="2045100" y="184759"/>
                    <a:pt x="2014363" y="151263"/>
                  </a:cubicBezTo>
                  <a:cubicBezTo>
                    <a:pt x="2008225" y="144601"/>
                    <a:pt x="2003229" y="141080"/>
                    <a:pt x="1994188" y="140938"/>
                  </a:cubicBezTo>
                  <a:cubicBezTo>
                    <a:pt x="1936807" y="140034"/>
                    <a:pt x="1879425" y="138511"/>
                    <a:pt x="1822043" y="137417"/>
                  </a:cubicBezTo>
                  <a:cubicBezTo>
                    <a:pt x="1724122" y="135561"/>
                    <a:pt x="1626154" y="133801"/>
                    <a:pt x="1528234" y="132088"/>
                  </a:cubicBezTo>
                  <a:cubicBezTo>
                    <a:pt x="1336913" y="128709"/>
                    <a:pt x="1145593" y="125474"/>
                    <a:pt x="954272" y="121763"/>
                  </a:cubicBezTo>
                  <a:cubicBezTo>
                    <a:pt x="942091" y="121525"/>
                    <a:pt x="938428" y="123999"/>
                    <a:pt x="938523" y="136846"/>
                  </a:cubicBezTo>
                  <a:cubicBezTo>
                    <a:pt x="939094" y="247993"/>
                    <a:pt x="938856" y="359189"/>
                    <a:pt x="938856" y="470337"/>
                  </a:cubicBezTo>
                  <a:cubicBezTo>
                    <a:pt x="938856" y="477141"/>
                    <a:pt x="939141" y="483278"/>
                    <a:pt x="932718" y="488560"/>
                  </a:cubicBezTo>
                  <a:cubicBezTo>
                    <a:pt x="902885" y="513159"/>
                    <a:pt x="873528" y="538424"/>
                    <a:pt x="843838" y="563213"/>
                  </a:cubicBezTo>
                  <a:cubicBezTo>
                    <a:pt x="833275" y="572016"/>
                    <a:pt x="816955" y="568685"/>
                    <a:pt x="810341" y="556933"/>
                  </a:cubicBezTo>
                  <a:cubicBezTo>
                    <a:pt x="800873" y="540137"/>
                    <a:pt x="780746" y="530240"/>
                    <a:pt x="763237" y="533761"/>
                  </a:cubicBezTo>
                  <a:cubicBezTo>
                    <a:pt x="742159" y="538043"/>
                    <a:pt x="727076" y="553650"/>
                    <a:pt x="725268" y="573015"/>
                  </a:cubicBezTo>
                  <a:cubicBezTo>
                    <a:pt x="723269" y="594569"/>
                    <a:pt x="733261" y="612459"/>
                    <a:pt x="751865" y="620690"/>
                  </a:cubicBezTo>
                  <a:cubicBezTo>
                    <a:pt x="770374" y="628874"/>
                    <a:pt x="792499" y="624592"/>
                    <a:pt x="804774" y="608082"/>
                  </a:cubicBezTo>
                  <a:cubicBezTo>
                    <a:pt x="811198" y="599422"/>
                    <a:pt x="818049" y="597709"/>
                    <a:pt x="827518" y="598185"/>
                  </a:cubicBezTo>
                  <a:cubicBezTo>
                    <a:pt x="840127" y="598804"/>
                    <a:pt x="851641" y="598566"/>
                    <a:pt x="862680" y="588574"/>
                  </a:cubicBezTo>
                  <a:cubicBezTo>
                    <a:pt x="894416" y="559883"/>
                    <a:pt x="927341" y="532524"/>
                    <a:pt x="960362" y="505308"/>
                  </a:cubicBezTo>
                  <a:cubicBezTo>
                    <a:pt x="967547" y="499361"/>
                    <a:pt x="969736" y="493318"/>
                    <a:pt x="969736" y="484468"/>
                  </a:cubicBezTo>
                  <a:cubicBezTo>
                    <a:pt x="969498" y="378744"/>
                    <a:pt x="969831" y="273068"/>
                    <a:pt x="969212" y="167345"/>
                  </a:cubicBezTo>
                  <a:cubicBezTo>
                    <a:pt x="969117" y="154736"/>
                    <a:pt x="972828" y="152262"/>
                    <a:pt x="984390" y="152738"/>
                  </a:cubicBezTo>
                  <a:cubicBezTo>
                    <a:pt x="1019410" y="154165"/>
                    <a:pt x="1054524" y="154546"/>
                    <a:pt x="1089591" y="155212"/>
                  </a:cubicBezTo>
                  <a:cubicBezTo>
                    <a:pt x="1235805" y="157924"/>
                    <a:pt x="1382020" y="160588"/>
                    <a:pt x="1528234" y="163253"/>
                  </a:cubicBezTo>
                  <a:cubicBezTo>
                    <a:pt x="1673069" y="165870"/>
                    <a:pt x="1817951" y="168962"/>
                    <a:pt x="1962786" y="170580"/>
                  </a:cubicBezTo>
                  <a:cubicBezTo>
                    <a:pt x="1983816" y="170818"/>
                    <a:pt x="1998138" y="176433"/>
                    <a:pt x="2007273" y="195132"/>
                  </a:cubicBezTo>
                  <a:cubicBezTo>
                    <a:pt x="2011746" y="204267"/>
                    <a:pt x="2020215" y="210690"/>
                    <a:pt x="2020167" y="222823"/>
                  </a:cubicBezTo>
                  <a:cubicBezTo>
                    <a:pt x="2019692" y="347674"/>
                    <a:pt x="2019930" y="472525"/>
                    <a:pt x="2019597" y="597329"/>
                  </a:cubicBezTo>
                  <a:cubicBezTo>
                    <a:pt x="2019549" y="606416"/>
                    <a:pt x="2022356" y="612554"/>
                    <a:pt x="2028922" y="618454"/>
                  </a:cubicBezTo>
                  <a:cubicBezTo>
                    <a:pt x="2051999" y="639104"/>
                    <a:pt x="2074837" y="660087"/>
                    <a:pt x="2097486" y="681213"/>
                  </a:cubicBezTo>
                  <a:cubicBezTo>
                    <a:pt x="2102862" y="686256"/>
                    <a:pt x="2108477" y="688302"/>
                    <a:pt x="2115804" y="688207"/>
                  </a:cubicBezTo>
                  <a:cubicBezTo>
                    <a:pt x="2144971" y="687874"/>
                    <a:pt x="2174138" y="688064"/>
                    <a:pt x="2203304" y="688064"/>
                  </a:cubicBezTo>
                  <a:cubicBezTo>
                    <a:pt x="2237752" y="688064"/>
                    <a:pt x="2237372" y="688064"/>
                    <a:pt x="2237420" y="723036"/>
                  </a:cubicBezTo>
                  <a:cubicBezTo>
                    <a:pt x="2237420" y="732457"/>
                    <a:pt x="2234279" y="734408"/>
                    <a:pt x="2225715" y="734312"/>
                  </a:cubicBezTo>
                  <a:cubicBezTo>
                    <a:pt x="2190648" y="733932"/>
                    <a:pt x="2155534" y="734217"/>
                    <a:pt x="2120467" y="734122"/>
                  </a:cubicBezTo>
                  <a:cubicBezTo>
                    <a:pt x="2097723" y="734075"/>
                    <a:pt x="2072316" y="740070"/>
                    <a:pt x="2052950" y="731886"/>
                  </a:cubicBezTo>
                  <a:cubicBezTo>
                    <a:pt x="2033062" y="723512"/>
                    <a:pt x="2019359" y="700911"/>
                    <a:pt x="2002468" y="685019"/>
                  </a:cubicBezTo>
                  <a:cubicBezTo>
                    <a:pt x="1996330" y="679262"/>
                    <a:pt x="1994141" y="673410"/>
                    <a:pt x="1994188" y="664893"/>
                  </a:cubicBezTo>
                  <a:cubicBezTo>
                    <a:pt x="1995331" y="540993"/>
                    <a:pt x="1994998" y="417047"/>
                    <a:pt x="1997567" y="293147"/>
                  </a:cubicBezTo>
                  <a:cubicBezTo>
                    <a:pt x="1998328" y="257747"/>
                    <a:pt x="1992619" y="227010"/>
                    <a:pt x="1968400" y="200794"/>
                  </a:cubicBezTo>
                  <a:cubicBezTo>
                    <a:pt x="1968115" y="200461"/>
                    <a:pt x="1967781" y="200080"/>
                    <a:pt x="1967591" y="199699"/>
                  </a:cubicBezTo>
                  <a:cubicBezTo>
                    <a:pt x="1964261" y="192562"/>
                    <a:pt x="1958646" y="191040"/>
                    <a:pt x="1950986" y="190945"/>
                  </a:cubicBezTo>
                  <a:cubicBezTo>
                    <a:pt x="1830702" y="189279"/>
                    <a:pt x="1710467" y="187424"/>
                    <a:pt x="1590184" y="185330"/>
                  </a:cubicBezTo>
                  <a:cubicBezTo>
                    <a:pt x="1395199" y="181904"/>
                    <a:pt x="1200262" y="178336"/>
                    <a:pt x="1005326" y="174482"/>
                  </a:cubicBezTo>
                  <a:cubicBezTo>
                    <a:pt x="993954" y="174244"/>
                    <a:pt x="991147" y="177289"/>
                    <a:pt x="991194" y="188661"/>
                  </a:cubicBezTo>
                  <a:cubicBezTo>
                    <a:pt x="991670" y="293004"/>
                    <a:pt x="991385" y="397348"/>
                    <a:pt x="991670" y="501692"/>
                  </a:cubicBezTo>
                  <a:cubicBezTo>
                    <a:pt x="991670" y="510066"/>
                    <a:pt x="989434" y="516061"/>
                    <a:pt x="983534" y="522104"/>
                  </a:cubicBezTo>
                  <a:cubicBezTo>
                    <a:pt x="938761" y="568162"/>
                    <a:pt x="894368" y="614553"/>
                    <a:pt x="849833" y="660848"/>
                  </a:cubicBezTo>
                  <a:cubicBezTo>
                    <a:pt x="837034" y="674171"/>
                    <a:pt x="814957" y="673219"/>
                    <a:pt x="804013" y="658945"/>
                  </a:cubicBezTo>
                  <a:cubicBezTo>
                    <a:pt x="787788" y="637819"/>
                    <a:pt x="757432" y="634489"/>
                    <a:pt x="737401" y="651618"/>
                  </a:cubicBezTo>
                  <a:cubicBezTo>
                    <a:pt x="718273" y="667985"/>
                    <a:pt x="716751" y="698960"/>
                    <a:pt x="734165" y="717659"/>
                  </a:cubicBezTo>
                  <a:cubicBezTo>
                    <a:pt x="751484" y="736311"/>
                    <a:pt x="783458" y="737453"/>
                    <a:pt x="799588" y="717707"/>
                  </a:cubicBezTo>
                  <a:cubicBezTo>
                    <a:pt x="808105" y="707239"/>
                    <a:pt x="816907" y="704908"/>
                    <a:pt x="828660" y="705812"/>
                  </a:cubicBezTo>
                  <a:cubicBezTo>
                    <a:pt x="833180" y="706145"/>
                    <a:pt x="837843" y="705336"/>
                    <a:pt x="842315" y="705955"/>
                  </a:cubicBezTo>
                  <a:cubicBezTo>
                    <a:pt x="853259" y="707525"/>
                    <a:pt x="860777" y="703147"/>
                    <a:pt x="868294" y="695201"/>
                  </a:cubicBezTo>
                  <a:cubicBezTo>
                    <a:pt x="919158" y="641721"/>
                    <a:pt x="970449" y="588621"/>
                    <a:pt x="1021884" y="535712"/>
                  </a:cubicBezTo>
                  <a:cubicBezTo>
                    <a:pt x="1027546" y="529907"/>
                    <a:pt x="1029021" y="524007"/>
                    <a:pt x="1029021" y="516299"/>
                  </a:cubicBezTo>
                  <a:cubicBezTo>
                    <a:pt x="1028830" y="421091"/>
                    <a:pt x="1028878" y="325835"/>
                    <a:pt x="1028878" y="230627"/>
                  </a:cubicBezTo>
                  <a:cubicBezTo>
                    <a:pt x="1028878" y="212594"/>
                    <a:pt x="1028878" y="212498"/>
                    <a:pt x="1046816" y="212832"/>
                  </a:cubicBezTo>
                  <a:cubicBezTo>
                    <a:pt x="1254552" y="216448"/>
                    <a:pt x="1462240" y="220159"/>
                    <a:pt x="1669976" y="223680"/>
                  </a:cubicBezTo>
                  <a:cubicBezTo>
                    <a:pt x="1756525" y="225155"/>
                    <a:pt x="1843073" y="226392"/>
                    <a:pt x="1929622" y="227344"/>
                  </a:cubicBezTo>
                  <a:cubicBezTo>
                    <a:pt x="1938187" y="227439"/>
                    <a:pt x="1943420" y="230008"/>
                    <a:pt x="1948702" y="237050"/>
                  </a:cubicBezTo>
                  <a:cubicBezTo>
                    <a:pt x="1957837" y="249326"/>
                    <a:pt x="1961025" y="262030"/>
                    <a:pt x="1960882" y="277351"/>
                  </a:cubicBezTo>
                  <a:cubicBezTo>
                    <a:pt x="1959502" y="411718"/>
                    <a:pt x="1958932" y="546132"/>
                    <a:pt x="1957790" y="680547"/>
                  </a:cubicBezTo>
                  <a:cubicBezTo>
                    <a:pt x="1957742" y="689016"/>
                    <a:pt x="1960169" y="694868"/>
                    <a:pt x="1966164" y="700721"/>
                  </a:cubicBezTo>
                  <a:cubicBezTo>
                    <a:pt x="1986671" y="720800"/>
                    <a:pt x="2006845" y="741259"/>
                    <a:pt x="2026543" y="762099"/>
                  </a:cubicBezTo>
                  <a:cubicBezTo>
                    <a:pt x="2032776" y="768713"/>
                    <a:pt x="2039152" y="770854"/>
                    <a:pt x="2047955" y="770807"/>
                  </a:cubicBezTo>
                  <a:cubicBezTo>
                    <a:pt x="2106716" y="770474"/>
                    <a:pt x="2165525" y="770949"/>
                    <a:pt x="2224287" y="770331"/>
                  </a:cubicBezTo>
                  <a:cubicBezTo>
                    <a:pt x="2235516" y="770188"/>
                    <a:pt x="2237467" y="773804"/>
                    <a:pt x="2237420" y="784034"/>
                  </a:cubicBezTo>
                  <a:cubicBezTo>
                    <a:pt x="2236991" y="863303"/>
                    <a:pt x="2236848" y="942572"/>
                    <a:pt x="2237562" y="1021841"/>
                  </a:cubicBezTo>
                  <a:cubicBezTo>
                    <a:pt x="2237657" y="1034545"/>
                    <a:pt x="2233708" y="1036353"/>
                    <a:pt x="2222384" y="1036353"/>
                  </a:cubicBezTo>
                  <a:cubicBezTo>
                    <a:pt x="2027352" y="1036020"/>
                    <a:pt x="1832320" y="1036115"/>
                    <a:pt x="1637336" y="1036115"/>
                  </a:cubicBezTo>
                  <a:cubicBezTo>
                    <a:pt x="1563539" y="1036115"/>
                    <a:pt x="1489694" y="1036067"/>
                    <a:pt x="1415897" y="1036162"/>
                  </a:cubicBezTo>
                  <a:cubicBezTo>
                    <a:pt x="1409331" y="1036162"/>
                    <a:pt x="1404144" y="1035401"/>
                    <a:pt x="1399291" y="1029691"/>
                  </a:cubicBezTo>
                  <a:cubicBezTo>
                    <a:pt x="1374216" y="1000239"/>
                    <a:pt x="1348237" y="971501"/>
                    <a:pt x="1323258" y="941953"/>
                  </a:cubicBezTo>
                  <a:cubicBezTo>
                    <a:pt x="1317120" y="934673"/>
                    <a:pt x="1311172" y="931581"/>
                    <a:pt x="1301514" y="931724"/>
                  </a:cubicBezTo>
                  <a:cubicBezTo>
                    <a:pt x="1217677" y="932627"/>
                    <a:pt x="1133840" y="933103"/>
                    <a:pt x="1050004" y="933484"/>
                  </a:cubicBezTo>
                  <a:cubicBezTo>
                    <a:pt x="931100" y="934007"/>
                    <a:pt x="812149" y="934340"/>
                    <a:pt x="693246" y="934483"/>
                  </a:cubicBezTo>
                  <a:cubicBezTo>
                    <a:pt x="684919" y="934483"/>
                    <a:pt x="678829" y="936577"/>
                    <a:pt x="672691" y="942381"/>
                  </a:cubicBezTo>
                  <a:cubicBezTo>
                    <a:pt x="642335" y="971263"/>
                    <a:pt x="611360" y="999478"/>
                    <a:pt x="580956" y="1028359"/>
                  </a:cubicBezTo>
                  <a:cubicBezTo>
                    <a:pt x="574866" y="1034164"/>
                    <a:pt x="568728" y="1036448"/>
                    <a:pt x="560402" y="1036305"/>
                  </a:cubicBezTo>
                  <a:cubicBezTo>
                    <a:pt x="531235" y="1035829"/>
                    <a:pt x="501830" y="1033783"/>
                    <a:pt x="472996" y="1036733"/>
                  </a:cubicBezTo>
                  <a:cubicBezTo>
                    <a:pt x="438786" y="1040254"/>
                    <a:pt x="414282" y="1030643"/>
                    <a:pt x="396059" y="1000620"/>
                  </a:cubicBezTo>
                  <a:cubicBezTo>
                    <a:pt x="384830" y="982111"/>
                    <a:pt x="369129" y="966267"/>
                    <a:pt x="354997" y="949614"/>
                  </a:cubicBezTo>
                  <a:cubicBezTo>
                    <a:pt x="349478" y="943095"/>
                    <a:pt x="349668" y="935482"/>
                    <a:pt x="351714" y="929106"/>
                  </a:cubicBezTo>
                  <a:cubicBezTo>
                    <a:pt x="353665" y="923016"/>
                    <a:pt x="361230" y="926299"/>
                    <a:pt x="366226" y="926252"/>
                  </a:cubicBezTo>
                  <a:cubicBezTo>
                    <a:pt x="396773" y="925966"/>
                    <a:pt x="427272" y="926347"/>
                    <a:pt x="457818" y="926014"/>
                  </a:cubicBezTo>
                  <a:cubicBezTo>
                    <a:pt x="479991" y="925776"/>
                    <a:pt x="499689" y="918734"/>
                    <a:pt x="515295" y="902224"/>
                  </a:cubicBezTo>
                  <a:cubicBezTo>
                    <a:pt x="506731" y="882478"/>
                    <a:pt x="492171" y="866681"/>
                    <a:pt x="479848" y="849457"/>
                  </a:cubicBezTo>
                  <a:cubicBezTo>
                    <a:pt x="427652" y="776421"/>
                    <a:pt x="374838" y="703813"/>
                    <a:pt x="322357" y="631015"/>
                  </a:cubicBezTo>
                  <a:cubicBezTo>
                    <a:pt x="249702" y="530240"/>
                    <a:pt x="177142" y="429417"/>
                    <a:pt x="104534" y="328595"/>
                  </a:cubicBezTo>
                  <a:cubicBezTo>
                    <a:pt x="77223" y="290721"/>
                    <a:pt x="49912" y="252847"/>
                    <a:pt x="22601" y="214973"/>
                  </a:cubicBezTo>
                  <a:cubicBezTo>
                    <a:pt x="22601" y="214973"/>
                    <a:pt x="22601" y="214973"/>
                    <a:pt x="22601" y="214973"/>
                  </a:cubicBezTo>
                  <a:cubicBezTo>
                    <a:pt x="12323" y="222586"/>
                    <a:pt x="7708" y="233672"/>
                    <a:pt x="3521" y="245186"/>
                  </a:cubicBezTo>
                  <a:cubicBezTo>
                    <a:pt x="-1665" y="259651"/>
                    <a:pt x="1998" y="274734"/>
                    <a:pt x="0" y="289341"/>
                  </a:cubicBezTo>
                  <a:cubicBezTo>
                    <a:pt x="190" y="316652"/>
                    <a:pt x="523" y="343963"/>
                    <a:pt x="523" y="371322"/>
                  </a:cubicBezTo>
                  <a:cubicBezTo>
                    <a:pt x="571" y="530811"/>
                    <a:pt x="381" y="690253"/>
                    <a:pt x="571" y="849742"/>
                  </a:cubicBezTo>
                  <a:cubicBezTo>
                    <a:pt x="619" y="887569"/>
                    <a:pt x="26360" y="917925"/>
                    <a:pt x="63567" y="924063"/>
                  </a:cubicBezTo>
                  <a:cubicBezTo>
                    <a:pt x="92496" y="928869"/>
                    <a:pt x="121758" y="925395"/>
                    <a:pt x="150877" y="925871"/>
                  </a:cubicBezTo>
                  <a:cubicBezTo>
                    <a:pt x="159394" y="926014"/>
                    <a:pt x="162439" y="927679"/>
                    <a:pt x="162487" y="937005"/>
                  </a:cubicBezTo>
                  <a:cubicBezTo>
                    <a:pt x="162772" y="982539"/>
                    <a:pt x="164105" y="1028121"/>
                    <a:pt x="164533" y="1073656"/>
                  </a:cubicBezTo>
                  <a:cubicBezTo>
                    <a:pt x="164628" y="1081173"/>
                    <a:pt x="167007" y="1086264"/>
                    <a:pt x="172479" y="1091165"/>
                  </a:cubicBezTo>
                  <a:cubicBezTo>
                    <a:pt x="197506" y="1113718"/>
                    <a:pt x="222010" y="1136890"/>
                    <a:pt x="247228" y="1159300"/>
                  </a:cubicBezTo>
                  <a:cubicBezTo>
                    <a:pt x="253318" y="1164725"/>
                    <a:pt x="255459" y="1170054"/>
                    <a:pt x="255364" y="1177999"/>
                  </a:cubicBezTo>
                  <a:cubicBezTo>
                    <a:pt x="254888" y="1211734"/>
                    <a:pt x="255174" y="1245421"/>
                    <a:pt x="254936" y="1279155"/>
                  </a:cubicBezTo>
                  <a:cubicBezTo>
                    <a:pt x="254222" y="1383499"/>
                    <a:pt x="253413" y="1487795"/>
                    <a:pt x="252509" y="1592139"/>
                  </a:cubicBezTo>
                  <a:cubicBezTo>
                    <a:pt x="252461" y="1595946"/>
                    <a:pt x="254507" y="1602321"/>
                    <a:pt x="249845" y="1603035"/>
                  </a:cubicBezTo>
                  <a:cubicBezTo>
                    <a:pt x="240471" y="1604415"/>
                    <a:pt x="230765" y="1603749"/>
                    <a:pt x="221201" y="1603606"/>
                  </a:cubicBezTo>
                  <a:cubicBezTo>
                    <a:pt x="215206" y="1603511"/>
                    <a:pt x="215158" y="1597611"/>
                    <a:pt x="212827" y="1594090"/>
                  </a:cubicBezTo>
                  <a:cubicBezTo>
                    <a:pt x="197934" y="1571917"/>
                    <a:pt x="167768" y="1566446"/>
                    <a:pt x="146928" y="1582242"/>
                  </a:cubicBezTo>
                  <a:cubicBezTo>
                    <a:pt x="125374" y="1598562"/>
                    <a:pt x="122472" y="1629775"/>
                    <a:pt x="140648" y="1649759"/>
                  </a:cubicBezTo>
                  <a:cubicBezTo>
                    <a:pt x="158157" y="1669029"/>
                    <a:pt x="192034" y="1670837"/>
                    <a:pt x="206737" y="1649521"/>
                  </a:cubicBezTo>
                  <a:cubicBezTo>
                    <a:pt x="217157" y="1634438"/>
                    <a:pt x="228576" y="1633677"/>
                    <a:pt x="243231" y="1634343"/>
                  </a:cubicBezTo>
                  <a:cubicBezTo>
                    <a:pt x="252319" y="1634771"/>
                    <a:pt x="261549" y="1633677"/>
                    <a:pt x="270542" y="1634628"/>
                  </a:cubicBezTo>
                  <a:cubicBezTo>
                    <a:pt x="280915" y="1635723"/>
                    <a:pt x="283294" y="1632107"/>
                    <a:pt x="283341" y="1621972"/>
                  </a:cubicBezTo>
                  <a:cubicBezTo>
                    <a:pt x="283864" y="1469334"/>
                    <a:pt x="284816" y="1316744"/>
                    <a:pt x="285910" y="1164106"/>
                  </a:cubicBezTo>
                  <a:cubicBezTo>
                    <a:pt x="285958" y="1156208"/>
                    <a:pt x="283912" y="1150688"/>
                    <a:pt x="277822" y="1145312"/>
                  </a:cubicBezTo>
                  <a:cubicBezTo>
                    <a:pt x="252271" y="1122663"/>
                    <a:pt x="227244" y="1099397"/>
                    <a:pt x="202026" y="1076320"/>
                  </a:cubicBezTo>
                  <a:cubicBezTo>
                    <a:pt x="198410" y="1072990"/>
                    <a:pt x="195032" y="1070087"/>
                    <a:pt x="194937" y="1064045"/>
                  </a:cubicBezTo>
                  <a:cubicBezTo>
                    <a:pt x="194413" y="1021222"/>
                    <a:pt x="193557" y="978400"/>
                    <a:pt x="192510" y="935625"/>
                  </a:cubicBezTo>
                  <a:cubicBezTo>
                    <a:pt x="192367" y="928964"/>
                    <a:pt x="193605" y="925823"/>
                    <a:pt x="201265" y="926014"/>
                  </a:cubicBezTo>
                  <a:cubicBezTo>
                    <a:pt x="220392" y="926537"/>
                    <a:pt x="239567" y="926585"/>
                    <a:pt x="258695" y="926014"/>
                  </a:cubicBezTo>
                  <a:cubicBezTo>
                    <a:pt x="267164" y="925776"/>
                    <a:pt x="268353" y="929487"/>
                    <a:pt x="268163" y="936577"/>
                  </a:cubicBezTo>
                  <a:cubicBezTo>
                    <a:pt x="267735" y="952516"/>
                    <a:pt x="268496" y="968503"/>
                    <a:pt x="267830" y="984395"/>
                  </a:cubicBezTo>
                  <a:cubicBezTo>
                    <a:pt x="267449" y="993340"/>
                    <a:pt x="270399" y="999811"/>
                    <a:pt x="276252" y="1006329"/>
                  </a:cubicBezTo>
                  <a:cubicBezTo>
                    <a:pt x="311271" y="1045250"/>
                    <a:pt x="346100" y="1084409"/>
                    <a:pt x="380691" y="1123710"/>
                  </a:cubicBezTo>
                  <a:cubicBezTo>
                    <a:pt x="385306" y="1128944"/>
                    <a:pt x="389874" y="1131228"/>
                    <a:pt x="396963" y="1131180"/>
                  </a:cubicBezTo>
                  <a:cubicBezTo>
                    <a:pt x="466240" y="1130943"/>
                    <a:pt x="535470" y="1130895"/>
                    <a:pt x="604747" y="1131228"/>
                  </a:cubicBezTo>
                  <a:cubicBezTo>
                    <a:pt x="612359" y="1131275"/>
                    <a:pt x="617355" y="1128706"/>
                    <a:pt x="622351" y="1123282"/>
                  </a:cubicBezTo>
                  <a:cubicBezTo>
                    <a:pt x="646760" y="1096875"/>
                    <a:pt x="671787" y="1070944"/>
                    <a:pt x="696053" y="1044394"/>
                  </a:cubicBezTo>
                  <a:cubicBezTo>
                    <a:pt x="701906" y="1038018"/>
                    <a:pt x="707901" y="1036115"/>
                    <a:pt x="716227" y="1036115"/>
                  </a:cubicBezTo>
                  <a:cubicBezTo>
                    <a:pt x="893036" y="1036353"/>
                    <a:pt x="1069845" y="1036353"/>
                    <a:pt x="1246653" y="1036067"/>
                  </a:cubicBezTo>
                  <a:cubicBezTo>
                    <a:pt x="1255313" y="1036067"/>
                    <a:pt x="1261023" y="1038637"/>
                    <a:pt x="1266494" y="1044965"/>
                  </a:cubicBezTo>
                  <a:cubicBezTo>
                    <a:pt x="1288001" y="1069707"/>
                    <a:pt x="1310363" y="1093735"/>
                    <a:pt x="1331394" y="1118905"/>
                  </a:cubicBezTo>
                  <a:cubicBezTo>
                    <a:pt x="1339245" y="1128326"/>
                    <a:pt x="1347476" y="1131275"/>
                    <a:pt x="1359324" y="1131275"/>
                  </a:cubicBezTo>
                  <a:cubicBezTo>
                    <a:pt x="1647328" y="1130990"/>
                    <a:pt x="1935284" y="1131133"/>
                    <a:pt x="2223288" y="1130800"/>
                  </a:cubicBezTo>
                  <a:cubicBezTo>
                    <a:pt x="2234565" y="1130800"/>
                    <a:pt x="2237705" y="1133322"/>
                    <a:pt x="2237515" y="1144884"/>
                  </a:cubicBezTo>
                  <a:cubicBezTo>
                    <a:pt x="2236801" y="1194557"/>
                    <a:pt x="2236801" y="1244231"/>
                    <a:pt x="2237515" y="1293858"/>
                  </a:cubicBezTo>
                  <a:cubicBezTo>
                    <a:pt x="2237705" y="1305943"/>
                    <a:pt x="2235088" y="1309654"/>
                    <a:pt x="2222194" y="1309512"/>
                  </a:cubicBezTo>
                  <a:cubicBezTo>
                    <a:pt x="2029017" y="1307418"/>
                    <a:pt x="1835841" y="1305848"/>
                    <a:pt x="1642665" y="1304278"/>
                  </a:cubicBezTo>
                  <a:cubicBezTo>
                    <a:pt x="1529233" y="1303326"/>
                    <a:pt x="1415754" y="1302327"/>
                    <a:pt x="1302322" y="1301899"/>
                  </a:cubicBezTo>
                  <a:cubicBezTo>
                    <a:pt x="1290951" y="1301851"/>
                    <a:pt x="1287477" y="1299044"/>
                    <a:pt x="1288191" y="1287577"/>
                  </a:cubicBezTo>
                  <a:cubicBezTo>
                    <a:pt x="1289238" y="1270305"/>
                    <a:pt x="1288667" y="1252939"/>
                    <a:pt x="1288381" y="1235667"/>
                  </a:cubicBezTo>
                  <a:cubicBezTo>
                    <a:pt x="1287810" y="1202313"/>
                    <a:pt x="1269016" y="1171386"/>
                    <a:pt x="1238517" y="1163059"/>
                  </a:cubicBezTo>
                  <a:cubicBezTo>
                    <a:pt x="1220199" y="1158063"/>
                    <a:pt x="1218866" y="1148928"/>
                    <a:pt x="1220341" y="1134654"/>
                  </a:cubicBezTo>
                  <a:cubicBezTo>
                    <a:pt x="1220389" y="1134226"/>
                    <a:pt x="1220341" y="1133750"/>
                    <a:pt x="1220341" y="1133274"/>
                  </a:cubicBezTo>
                  <a:cubicBezTo>
                    <a:pt x="1220341" y="1111768"/>
                    <a:pt x="1220341" y="1111768"/>
                    <a:pt x="1199216" y="1111768"/>
                  </a:cubicBezTo>
                  <a:cubicBezTo>
                    <a:pt x="1173808" y="1111768"/>
                    <a:pt x="1173808" y="1111768"/>
                    <a:pt x="1173808" y="1137223"/>
                  </a:cubicBezTo>
                  <a:cubicBezTo>
                    <a:pt x="1173808" y="1156779"/>
                    <a:pt x="1173808" y="1156255"/>
                    <a:pt x="1154633" y="1156921"/>
                  </a:cubicBezTo>
                  <a:cubicBezTo>
                    <a:pt x="1144451" y="1157302"/>
                    <a:pt x="1139217" y="1155066"/>
                    <a:pt x="1141073" y="1143742"/>
                  </a:cubicBezTo>
                  <a:cubicBezTo>
                    <a:pt x="1141786" y="1139317"/>
                    <a:pt x="1141215" y="1134654"/>
                    <a:pt x="1141215" y="1130086"/>
                  </a:cubicBezTo>
                  <a:cubicBezTo>
                    <a:pt x="1141215" y="1111768"/>
                    <a:pt x="1141215" y="1111768"/>
                    <a:pt x="1122373" y="1111768"/>
                  </a:cubicBezTo>
                  <a:cubicBezTo>
                    <a:pt x="1094872" y="1111768"/>
                    <a:pt x="1094539" y="1111768"/>
                    <a:pt x="1095015" y="1139459"/>
                  </a:cubicBezTo>
                  <a:cubicBezTo>
                    <a:pt x="1095205" y="1150355"/>
                    <a:pt x="1095681" y="1157730"/>
                    <a:pt x="1080170" y="1157350"/>
                  </a:cubicBezTo>
                  <a:cubicBezTo>
                    <a:pt x="1066514" y="1157016"/>
                    <a:pt x="1062375" y="1153115"/>
                    <a:pt x="1064516" y="1140459"/>
                  </a:cubicBezTo>
                  <a:cubicBezTo>
                    <a:pt x="1064991" y="1137794"/>
                    <a:pt x="1064563" y="1134987"/>
                    <a:pt x="1064563" y="1132275"/>
                  </a:cubicBezTo>
                  <a:cubicBezTo>
                    <a:pt x="1064563" y="1111768"/>
                    <a:pt x="1064563" y="1111768"/>
                    <a:pt x="1043771" y="1111768"/>
                  </a:cubicBezTo>
                  <a:cubicBezTo>
                    <a:pt x="1018220" y="1111768"/>
                    <a:pt x="1018220" y="1111768"/>
                    <a:pt x="1018220" y="1137271"/>
                  </a:cubicBezTo>
                  <a:cubicBezTo>
                    <a:pt x="1018220" y="1157016"/>
                    <a:pt x="1018220" y="1156493"/>
                    <a:pt x="998902" y="1156921"/>
                  </a:cubicBezTo>
                  <a:cubicBezTo>
                    <a:pt x="989672" y="1157112"/>
                    <a:pt x="987436" y="1154114"/>
                    <a:pt x="987673" y="1145407"/>
                  </a:cubicBezTo>
                  <a:cubicBezTo>
                    <a:pt x="987959" y="1134654"/>
                    <a:pt x="992574" y="1120237"/>
                    <a:pt x="985818" y="1113909"/>
                  </a:cubicBezTo>
                  <a:cubicBezTo>
                    <a:pt x="978538" y="1107057"/>
                    <a:pt x="964169" y="1112529"/>
                    <a:pt x="952940" y="1111768"/>
                  </a:cubicBezTo>
                  <a:cubicBezTo>
                    <a:pt x="952036" y="1111720"/>
                    <a:pt x="951084" y="1111863"/>
                    <a:pt x="950228" y="1111768"/>
                  </a:cubicBezTo>
                  <a:cubicBezTo>
                    <a:pt x="942615" y="1110578"/>
                    <a:pt x="940807" y="1114432"/>
                    <a:pt x="941425" y="1121188"/>
                  </a:cubicBezTo>
                  <a:cubicBezTo>
                    <a:pt x="941901" y="1126137"/>
                    <a:pt x="941520" y="1131228"/>
                    <a:pt x="941520" y="1136224"/>
                  </a:cubicBezTo>
                  <a:cubicBezTo>
                    <a:pt x="941520" y="1157588"/>
                    <a:pt x="941520" y="1157254"/>
                    <a:pt x="920538" y="1156874"/>
                  </a:cubicBezTo>
                  <a:cubicBezTo>
                    <a:pt x="913543" y="1156731"/>
                    <a:pt x="910783" y="1155066"/>
                    <a:pt x="911212" y="1147691"/>
                  </a:cubicBezTo>
                  <a:cubicBezTo>
                    <a:pt x="911783" y="1138175"/>
                    <a:pt x="911307" y="1128564"/>
                    <a:pt x="911355" y="1119000"/>
                  </a:cubicBezTo>
                  <a:cubicBezTo>
                    <a:pt x="911355" y="1115193"/>
                    <a:pt x="911497" y="1111625"/>
                    <a:pt x="905978" y="1111768"/>
                  </a:cubicBezTo>
                  <a:cubicBezTo>
                    <a:pt x="892798" y="1112101"/>
                    <a:pt x="877715" y="1108485"/>
                    <a:pt x="867200" y="1113909"/>
                  </a:cubicBezTo>
                  <a:cubicBezTo>
                    <a:pt x="860063" y="1117572"/>
                    <a:pt x="865820" y="1134130"/>
                    <a:pt x="864964" y="1144884"/>
                  </a:cubicBezTo>
                  <a:cubicBezTo>
                    <a:pt x="864773" y="1147167"/>
                    <a:pt x="864868" y="1149451"/>
                    <a:pt x="864916" y="1151735"/>
                  </a:cubicBezTo>
                  <a:cubicBezTo>
                    <a:pt x="864916" y="1155066"/>
                    <a:pt x="863156" y="1156065"/>
                    <a:pt x="859968" y="1156779"/>
                  </a:cubicBezTo>
                  <a:cubicBezTo>
                    <a:pt x="840507" y="1161061"/>
                    <a:pt x="834798" y="1156874"/>
                    <a:pt x="834798" y="1137699"/>
                  </a:cubicBezTo>
                  <a:cubicBezTo>
                    <a:pt x="834798" y="1136319"/>
                    <a:pt x="834798" y="1134987"/>
                    <a:pt x="834798" y="1133607"/>
                  </a:cubicBezTo>
                  <a:cubicBezTo>
                    <a:pt x="834798" y="1111768"/>
                    <a:pt x="834798" y="1111768"/>
                    <a:pt x="812625" y="1111768"/>
                  </a:cubicBezTo>
                  <a:cubicBezTo>
                    <a:pt x="788312" y="1111768"/>
                    <a:pt x="788312" y="1111768"/>
                    <a:pt x="788312" y="1136938"/>
                  </a:cubicBezTo>
                  <a:cubicBezTo>
                    <a:pt x="788312" y="1156684"/>
                    <a:pt x="788312" y="1156684"/>
                    <a:pt x="770754" y="1156684"/>
                  </a:cubicBezTo>
                  <a:cubicBezTo>
                    <a:pt x="753007" y="1156684"/>
                    <a:pt x="753007" y="1156684"/>
                    <a:pt x="753007" y="1138508"/>
                  </a:cubicBezTo>
                  <a:cubicBezTo>
                    <a:pt x="753007" y="1134844"/>
                    <a:pt x="752484" y="1131133"/>
                    <a:pt x="753102" y="1127612"/>
                  </a:cubicBezTo>
                  <a:cubicBezTo>
                    <a:pt x="755481" y="1114385"/>
                    <a:pt x="750342" y="1110959"/>
                    <a:pt x="737115" y="1111435"/>
                  </a:cubicBezTo>
                  <a:cubicBezTo>
                    <a:pt x="706569" y="1112529"/>
                    <a:pt x="705950" y="1111768"/>
                    <a:pt x="706854" y="1141791"/>
                  </a:cubicBezTo>
                  <a:cubicBezTo>
                    <a:pt x="707187" y="1153115"/>
                    <a:pt x="704332" y="1157159"/>
                    <a:pt x="692723" y="1158729"/>
                  </a:cubicBezTo>
                  <a:cubicBezTo>
                    <a:pt x="659559" y="1163202"/>
                    <a:pt x="635055" y="1186088"/>
                    <a:pt x="629441" y="1219299"/>
                  </a:cubicBezTo>
                  <a:cubicBezTo>
                    <a:pt x="623684" y="1253557"/>
                    <a:pt x="627633" y="1288338"/>
                    <a:pt x="627395" y="1322882"/>
                  </a:cubicBezTo>
                  <a:cubicBezTo>
                    <a:pt x="842696" y="1322929"/>
                    <a:pt x="1058045" y="1322929"/>
                    <a:pt x="1273346" y="1323120"/>
                  </a:cubicBezTo>
                  <a:cubicBezTo>
                    <a:pt x="1279722" y="1323120"/>
                    <a:pt x="1289190" y="1319361"/>
                    <a:pt x="1288810" y="1331922"/>
                  </a:cubicBezTo>
                  <a:cubicBezTo>
                    <a:pt x="1304892" y="1331874"/>
                    <a:pt x="1320974" y="1331827"/>
                    <a:pt x="1337056" y="1331779"/>
                  </a:cubicBezTo>
                  <a:cubicBezTo>
                    <a:pt x="1372170" y="1331684"/>
                    <a:pt x="1407237" y="1331541"/>
                    <a:pt x="1442351" y="1331589"/>
                  </a:cubicBezTo>
                  <a:cubicBezTo>
                    <a:pt x="1443969" y="1331589"/>
                    <a:pt x="1445634" y="1332826"/>
                    <a:pt x="1447252" y="1333492"/>
                  </a:cubicBezTo>
                  <a:cubicBezTo>
                    <a:pt x="1537465" y="1334206"/>
                    <a:pt x="1627629" y="1334967"/>
                    <a:pt x="1717842" y="1335633"/>
                  </a:cubicBezTo>
                  <a:cubicBezTo>
                    <a:pt x="1886419" y="1336918"/>
                    <a:pt x="2054996" y="1338298"/>
                    <a:pt x="2223526" y="1339154"/>
                  </a:cubicBezTo>
                  <a:cubicBezTo>
                    <a:pt x="2235136" y="1339202"/>
                    <a:pt x="2237562" y="1342342"/>
                    <a:pt x="2237467" y="1353476"/>
                  </a:cubicBezTo>
                  <a:cubicBezTo>
                    <a:pt x="2236848" y="1411809"/>
                    <a:pt x="2238466" y="1470143"/>
                    <a:pt x="2236848" y="1528429"/>
                  </a:cubicBezTo>
                  <a:cubicBezTo>
                    <a:pt x="2234945" y="1597040"/>
                    <a:pt x="2284715" y="1650378"/>
                    <a:pt x="2338861" y="1660417"/>
                  </a:cubicBezTo>
                  <a:cubicBezTo>
                    <a:pt x="2345712" y="1661702"/>
                    <a:pt x="2349566" y="1665556"/>
                    <a:pt x="2352849" y="1671551"/>
                  </a:cubicBezTo>
                  <a:cubicBezTo>
                    <a:pt x="2364174" y="1692248"/>
                    <a:pt x="2375878" y="1712755"/>
                    <a:pt x="2387869" y="1733120"/>
                  </a:cubicBezTo>
                  <a:cubicBezTo>
                    <a:pt x="2391723" y="1739638"/>
                    <a:pt x="2393340" y="1746109"/>
                    <a:pt x="2393340" y="1753674"/>
                  </a:cubicBezTo>
                  <a:cubicBezTo>
                    <a:pt x="2393150" y="1839319"/>
                    <a:pt x="2393102" y="1924964"/>
                    <a:pt x="2393388" y="2010608"/>
                  </a:cubicBezTo>
                  <a:cubicBezTo>
                    <a:pt x="2393436" y="2019411"/>
                    <a:pt x="2392008" y="2024454"/>
                    <a:pt x="2382635" y="2028927"/>
                  </a:cubicBezTo>
                  <a:cubicBezTo>
                    <a:pt x="2358178" y="2040584"/>
                    <a:pt x="2351232" y="2071464"/>
                    <a:pt x="2366124" y="2094207"/>
                  </a:cubicBezTo>
                  <a:cubicBezTo>
                    <a:pt x="2380208" y="2115714"/>
                    <a:pt x="2411516" y="2120662"/>
                    <a:pt x="2432356" y="2104675"/>
                  </a:cubicBezTo>
                  <a:cubicBezTo>
                    <a:pt x="2452863" y="2088926"/>
                    <a:pt x="2455671" y="2057475"/>
                    <a:pt x="2437495" y="2038205"/>
                  </a:cubicBezTo>
                  <a:cubicBezTo>
                    <a:pt x="2432261" y="2032686"/>
                    <a:pt x="2430596" y="2027357"/>
                    <a:pt x="2430596" y="2020172"/>
                  </a:cubicBezTo>
                  <a:cubicBezTo>
                    <a:pt x="2430786" y="1943187"/>
                    <a:pt x="2429216" y="1866154"/>
                    <a:pt x="2431357" y="1789217"/>
                  </a:cubicBezTo>
                  <a:cubicBezTo>
                    <a:pt x="2432404" y="1751438"/>
                    <a:pt x="2427265" y="1717323"/>
                    <a:pt x="2404094" y="1686872"/>
                  </a:cubicBezTo>
                  <a:cubicBezTo>
                    <a:pt x="2400810" y="1682589"/>
                    <a:pt x="2398955" y="1677213"/>
                    <a:pt x="2395957" y="1672740"/>
                  </a:cubicBezTo>
                  <a:cubicBezTo>
                    <a:pt x="2391009" y="1665413"/>
                    <a:pt x="2393531" y="1663557"/>
                    <a:pt x="2401381" y="1663652"/>
                  </a:cubicBezTo>
                  <a:cubicBezTo>
                    <a:pt x="2420509" y="1663938"/>
                    <a:pt x="2439636" y="1663985"/>
                    <a:pt x="2458811" y="1663605"/>
                  </a:cubicBezTo>
                  <a:cubicBezTo>
                    <a:pt x="2465377" y="1663462"/>
                    <a:pt x="2468517" y="1666317"/>
                    <a:pt x="2471182" y="1671836"/>
                  </a:cubicBezTo>
                  <a:cubicBezTo>
                    <a:pt x="2480650" y="1691439"/>
                    <a:pt x="2490214" y="1711043"/>
                    <a:pt x="2500396" y="1730313"/>
                  </a:cubicBezTo>
                  <a:cubicBezTo>
                    <a:pt x="2504821" y="1738687"/>
                    <a:pt x="2506487" y="1747013"/>
                    <a:pt x="2506487" y="1756386"/>
                  </a:cubicBezTo>
                  <a:cubicBezTo>
                    <a:pt x="2506296" y="1841603"/>
                    <a:pt x="2506249" y="1926772"/>
                    <a:pt x="2506534" y="2011988"/>
                  </a:cubicBezTo>
                  <a:cubicBezTo>
                    <a:pt x="2506582" y="2021171"/>
                    <a:pt x="2504821" y="2027309"/>
                    <a:pt x="2496733" y="2033495"/>
                  </a:cubicBezTo>
                  <a:cubicBezTo>
                    <a:pt x="2475179" y="2049910"/>
                    <a:pt x="2473847" y="2081979"/>
                    <a:pt x="2492450" y="2100916"/>
                  </a:cubicBezTo>
                  <a:cubicBezTo>
                    <a:pt x="2510150" y="2118901"/>
                    <a:pt x="2541315" y="2118330"/>
                    <a:pt x="2558492" y="2099679"/>
                  </a:cubicBezTo>
                  <a:cubicBezTo>
                    <a:pt x="2577048" y="2079552"/>
                    <a:pt x="2574622" y="2049053"/>
                    <a:pt x="2552259" y="2032543"/>
                  </a:cubicBezTo>
                  <a:cubicBezTo>
                    <a:pt x="2545645" y="2027642"/>
                    <a:pt x="2543409" y="2023027"/>
                    <a:pt x="2543456" y="2014938"/>
                  </a:cubicBezTo>
                  <a:cubicBezTo>
                    <a:pt x="2543789" y="1925202"/>
                    <a:pt x="2543599" y="1835417"/>
                    <a:pt x="2543789" y="1745681"/>
                  </a:cubicBezTo>
                  <a:cubicBezTo>
                    <a:pt x="2543789" y="1737687"/>
                    <a:pt x="2542172" y="1730693"/>
                    <a:pt x="2538460" y="1723604"/>
                  </a:cubicBezTo>
                  <a:cubicBezTo>
                    <a:pt x="2528469" y="1704381"/>
                    <a:pt x="2519048" y="1684826"/>
                    <a:pt x="2508580" y="1663748"/>
                  </a:cubicBezTo>
                  <a:cubicBezTo>
                    <a:pt x="2529040" y="1663748"/>
                    <a:pt x="2547643" y="1664223"/>
                    <a:pt x="2566200" y="1663509"/>
                  </a:cubicBezTo>
                  <a:cubicBezTo>
                    <a:pt x="2574574" y="1663177"/>
                    <a:pt x="2578285" y="1666698"/>
                    <a:pt x="2581616" y="1673644"/>
                  </a:cubicBezTo>
                  <a:cubicBezTo>
                    <a:pt x="2591751" y="1694960"/>
                    <a:pt x="2602266" y="1716086"/>
                    <a:pt x="2613162" y="1737069"/>
                  </a:cubicBezTo>
                  <a:cubicBezTo>
                    <a:pt x="2616635" y="1743778"/>
                    <a:pt x="2618015" y="1750439"/>
                    <a:pt x="2617967" y="1757909"/>
                  </a:cubicBezTo>
                  <a:cubicBezTo>
                    <a:pt x="2617824" y="1843554"/>
                    <a:pt x="2617777" y="1929198"/>
                    <a:pt x="2618063" y="2014843"/>
                  </a:cubicBezTo>
                  <a:cubicBezTo>
                    <a:pt x="2618110" y="2022837"/>
                    <a:pt x="2616016" y="2027547"/>
                    <a:pt x="2609355" y="2032590"/>
                  </a:cubicBezTo>
                  <a:cubicBezTo>
                    <a:pt x="2587326" y="2049244"/>
                    <a:pt x="2585042" y="2080124"/>
                    <a:pt x="2603360" y="2099917"/>
                  </a:cubicBezTo>
                  <a:cubicBezTo>
                    <a:pt x="2620822" y="2118759"/>
                    <a:pt x="2652986" y="2118616"/>
                    <a:pt x="2670448" y="2099679"/>
                  </a:cubicBezTo>
                  <a:cubicBezTo>
                    <a:pt x="2688815" y="2079743"/>
                    <a:pt x="2686293" y="2048958"/>
                    <a:pt x="2664025" y="2032448"/>
                  </a:cubicBezTo>
                  <a:cubicBezTo>
                    <a:pt x="2657316" y="2027452"/>
                    <a:pt x="2655365" y="2022694"/>
                    <a:pt x="2655365" y="2014748"/>
                  </a:cubicBezTo>
                  <a:cubicBezTo>
                    <a:pt x="2655651" y="1926819"/>
                    <a:pt x="2655461" y="1838891"/>
                    <a:pt x="2655651" y="1750962"/>
                  </a:cubicBezTo>
                  <a:cubicBezTo>
                    <a:pt x="2655651" y="1743016"/>
                    <a:pt x="2654224" y="1735927"/>
                    <a:pt x="2650512" y="1728790"/>
                  </a:cubicBezTo>
                  <a:cubicBezTo>
                    <a:pt x="2639664" y="1707902"/>
                    <a:pt x="2629434" y="1686729"/>
                    <a:pt x="2617920" y="1663700"/>
                  </a:cubicBezTo>
                  <a:cubicBezTo>
                    <a:pt x="2627293" y="1663700"/>
                    <a:pt x="2634858" y="1663605"/>
                    <a:pt x="2642376" y="1663700"/>
                  </a:cubicBezTo>
                  <a:cubicBezTo>
                    <a:pt x="2660552" y="1663890"/>
                    <a:pt x="2681868" y="1658419"/>
                    <a:pt x="2696094" y="1666031"/>
                  </a:cubicBezTo>
                  <a:cubicBezTo>
                    <a:pt x="2710939" y="1673977"/>
                    <a:pt x="2713604" y="1697530"/>
                    <a:pt x="2723120" y="1713422"/>
                  </a:cubicBezTo>
                  <a:cubicBezTo>
                    <a:pt x="2730352" y="1725507"/>
                    <a:pt x="2732541" y="1738211"/>
                    <a:pt x="2732493" y="1752342"/>
                  </a:cubicBezTo>
                  <a:cubicBezTo>
                    <a:pt x="2732017" y="1839367"/>
                    <a:pt x="2732160" y="1926391"/>
                    <a:pt x="2732398" y="2013416"/>
                  </a:cubicBezTo>
                  <a:cubicBezTo>
                    <a:pt x="2732398" y="2021362"/>
                    <a:pt x="2730781" y="2026167"/>
                    <a:pt x="2723405" y="2030925"/>
                  </a:cubicBezTo>
                  <a:cubicBezTo>
                    <a:pt x="2699901" y="2046056"/>
                    <a:pt x="2695666" y="2076269"/>
                    <a:pt x="2712795" y="2097538"/>
                  </a:cubicBezTo>
                  <a:cubicBezTo>
                    <a:pt x="2729020" y="2117617"/>
                    <a:pt x="2760804" y="2119710"/>
                    <a:pt x="2779693" y="2101915"/>
                  </a:cubicBezTo>
                  <a:cubicBezTo>
                    <a:pt x="2799201" y="2083549"/>
                    <a:pt x="2798820" y="2052051"/>
                    <a:pt x="2777742" y="2034446"/>
                  </a:cubicBezTo>
                  <a:cubicBezTo>
                    <a:pt x="2770462" y="2028356"/>
                    <a:pt x="2768702" y="2022408"/>
                    <a:pt x="2768702" y="2013654"/>
                  </a:cubicBezTo>
                  <a:cubicBezTo>
                    <a:pt x="2768987" y="1936193"/>
                    <a:pt x="2767465" y="1858732"/>
                    <a:pt x="2769463" y="1781319"/>
                  </a:cubicBezTo>
                  <a:cubicBezTo>
                    <a:pt x="2770462" y="1742065"/>
                    <a:pt x="2766275" y="1705523"/>
                    <a:pt x="2743865" y="1672407"/>
                  </a:cubicBezTo>
                  <a:cubicBezTo>
                    <a:pt x="2742437" y="1670266"/>
                    <a:pt x="2741724" y="1667649"/>
                    <a:pt x="2740058" y="1663748"/>
                  </a:cubicBezTo>
                  <a:cubicBezTo>
                    <a:pt x="2759233" y="1663748"/>
                    <a:pt x="2777266" y="1663843"/>
                    <a:pt x="2795299" y="1663700"/>
                  </a:cubicBezTo>
                  <a:cubicBezTo>
                    <a:pt x="2801199" y="1663652"/>
                    <a:pt x="2802627" y="1668173"/>
                    <a:pt x="2804625" y="1672169"/>
                  </a:cubicBezTo>
                  <a:cubicBezTo>
                    <a:pt x="2813999" y="1690773"/>
                    <a:pt x="2823134" y="1709520"/>
                    <a:pt x="2832745" y="1727981"/>
                  </a:cubicBezTo>
                  <a:cubicBezTo>
                    <a:pt x="2837693" y="1737450"/>
                    <a:pt x="2839835" y="1747061"/>
                    <a:pt x="2839787" y="1757909"/>
                  </a:cubicBezTo>
                  <a:cubicBezTo>
                    <a:pt x="2839454" y="1842174"/>
                    <a:pt x="2839502" y="1926486"/>
                    <a:pt x="2839739" y="2010751"/>
                  </a:cubicBezTo>
                  <a:cubicBezTo>
                    <a:pt x="2839787" y="2019601"/>
                    <a:pt x="2838264" y="2025168"/>
                    <a:pt x="2829510" y="2030116"/>
                  </a:cubicBezTo>
                  <a:cubicBezTo>
                    <a:pt x="2805910" y="2043534"/>
                    <a:pt x="2800676" y="2074747"/>
                    <a:pt x="2817139" y="2096396"/>
                  </a:cubicBezTo>
                  <a:cubicBezTo>
                    <a:pt x="2832555" y="2116713"/>
                    <a:pt x="2863434" y="2120043"/>
                    <a:pt x="2882657" y="2103438"/>
                  </a:cubicBezTo>
                  <a:cubicBezTo>
                    <a:pt x="2903497" y="2085452"/>
                    <a:pt x="2904925" y="2054668"/>
                    <a:pt x="2884846" y="2036016"/>
                  </a:cubicBezTo>
                  <a:cubicBezTo>
                    <a:pt x="2878851" y="2030450"/>
                    <a:pt x="2876947" y="2025263"/>
                    <a:pt x="2876947" y="2017508"/>
                  </a:cubicBezTo>
                  <a:cubicBezTo>
                    <a:pt x="2877185" y="1926867"/>
                    <a:pt x="2877043" y="1836179"/>
                    <a:pt x="2877185" y="1745538"/>
                  </a:cubicBezTo>
                  <a:cubicBezTo>
                    <a:pt x="2877185" y="1738068"/>
                    <a:pt x="2875805" y="1731407"/>
                    <a:pt x="2872285" y="1724746"/>
                  </a:cubicBezTo>
                  <a:cubicBezTo>
                    <a:pt x="2862055" y="1705047"/>
                    <a:pt x="2852443" y="1685064"/>
                    <a:pt x="2841785" y="1663700"/>
                  </a:cubicBezTo>
                  <a:cubicBezTo>
                    <a:pt x="2863006" y="1663700"/>
                    <a:pt x="2882562" y="1663890"/>
                    <a:pt x="2902070" y="1663605"/>
                  </a:cubicBezTo>
                  <a:cubicBezTo>
                    <a:pt x="2908731" y="1663509"/>
                    <a:pt x="2910206" y="1668173"/>
                    <a:pt x="2912395" y="1672550"/>
                  </a:cubicBezTo>
                  <a:cubicBezTo>
                    <a:pt x="2922672" y="1693247"/>
                    <a:pt x="2932664" y="1714087"/>
                    <a:pt x="2943370" y="1734547"/>
                  </a:cubicBezTo>
                  <a:cubicBezTo>
                    <a:pt x="2946700" y="1740875"/>
                    <a:pt x="2947889" y="1747061"/>
                    <a:pt x="2947889" y="1754007"/>
                  </a:cubicBezTo>
                  <a:cubicBezTo>
                    <a:pt x="2947795" y="1840556"/>
                    <a:pt x="2947747" y="1927152"/>
                    <a:pt x="2947937" y="2013701"/>
                  </a:cubicBezTo>
                  <a:cubicBezTo>
                    <a:pt x="2947937" y="2021028"/>
                    <a:pt x="2946748" y="2025787"/>
                    <a:pt x="2939420" y="2029926"/>
                  </a:cubicBezTo>
                  <a:cubicBezTo>
                    <a:pt x="2921435" y="2040061"/>
                    <a:pt x="2913584" y="2060758"/>
                    <a:pt x="2918485" y="2080409"/>
                  </a:cubicBezTo>
                  <a:cubicBezTo>
                    <a:pt x="2923005" y="2098537"/>
                    <a:pt x="2940039" y="2112573"/>
                    <a:pt x="2958833" y="2113763"/>
                  </a:cubicBezTo>
                  <a:cubicBezTo>
                    <a:pt x="2979816" y="2115047"/>
                    <a:pt x="2997183" y="2104817"/>
                    <a:pt x="3004891" y="2086547"/>
                  </a:cubicBezTo>
                  <a:cubicBezTo>
                    <a:pt x="3012742" y="2067943"/>
                    <a:pt x="3007936" y="2046103"/>
                    <a:pt x="2991711" y="2033733"/>
                  </a:cubicBezTo>
                  <a:cubicBezTo>
                    <a:pt x="2985240" y="2028832"/>
                    <a:pt x="2984003" y="2023741"/>
                    <a:pt x="2984003" y="2016556"/>
                  </a:cubicBezTo>
                  <a:cubicBezTo>
                    <a:pt x="2984146" y="1925915"/>
                    <a:pt x="2984051" y="1835227"/>
                    <a:pt x="2984193" y="1744587"/>
                  </a:cubicBezTo>
                  <a:cubicBezTo>
                    <a:pt x="2984193" y="1737116"/>
                    <a:pt x="2982861" y="1730550"/>
                    <a:pt x="2979340" y="1723842"/>
                  </a:cubicBezTo>
                  <a:cubicBezTo>
                    <a:pt x="2969348" y="1704714"/>
                    <a:pt x="2960070" y="1685159"/>
                    <a:pt x="2949555" y="1663843"/>
                  </a:cubicBezTo>
                  <a:cubicBezTo>
                    <a:pt x="2969301" y="1663843"/>
                    <a:pt x="2986905" y="1663938"/>
                    <a:pt x="3004558" y="1663795"/>
                  </a:cubicBezTo>
                  <a:cubicBezTo>
                    <a:pt x="3010315" y="1663748"/>
                    <a:pt x="3012123" y="1667459"/>
                    <a:pt x="3014217" y="1671693"/>
                  </a:cubicBezTo>
                  <a:cubicBezTo>
                    <a:pt x="3022401" y="1688394"/>
                    <a:pt x="3030489" y="1705095"/>
                    <a:pt x="3039196" y="1721463"/>
                  </a:cubicBezTo>
                  <a:cubicBezTo>
                    <a:pt x="3042765" y="1728171"/>
                    <a:pt x="3044145" y="1734785"/>
                    <a:pt x="3044145" y="1742255"/>
                  </a:cubicBezTo>
                  <a:cubicBezTo>
                    <a:pt x="3044002" y="1833371"/>
                    <a:pt x="3044002" y="1924488"/>
                    <a:pt x="3044192" y="2015604"/>
                  </a:cubicBezTo>
                  <a:cubicBezTo>
                    <a:pt x="3044192" y="2022837"/>
                    <a:pt x="3042812" y="2027404"/>
                    <a:pt x="3036199" y="2032210"/>
                  </a:cubicBezTo>
                  <a:cubicBezTo>
                    <a:pt x="3013646" y="2048530"/>
                    <a:pt x="3010886" y="2079124"/>
                    <a:pt x="3028919" y="2099346"/>
                  </a:cubicBezTo>
                  <a:cubicBezTo>
                    <a:pt x="3045905" y="2118426"/>
                    <a:pt x="3078403" y="2118949"/>
                    <a:pt x="3096007" y="2100393"/>
                  </a:cubicBezTo>
                  <a:cubicBezTo>
                    <a:pt x="3114944" y="2080504"/>
                    <a:pt x="3112613" y="2048816"/>
                    <a:pt x="3089774" y="2032162"/>
                  </a:cubicBezTo>
                  <a:cubicBezTo>
                    <a:pt x="3083208" y="2027357"/>
                    <a:pt x="3081638" y="2022789"/>
                    <a:pt x="3081686" y="2015509"/>
                  </a:cubicBezTo>
                  <a:cubicBezTo>
                    <a:pt x="3081876" y="1936669"/>
                    <a:pt x="3080449" y="1857828"/>
                    <a:pt x="3082399" y="1779082"/>
                  </a:cubicBezTo>
                  <a:cubicBezTo>
                    <a:pt x="3083351" y="1741589"/>
                    <a:pt x="3078593" y="1707141"/>
                    <a:pt x="3057800" y="1675547"/>
                  </a:cubicBezTo>
                  <a:cubicBezTo>
                    <a:pt x="3055659" y="1672312"/>
                    <a:pt x="3054517" y="1668458"/>
                    <a:pt x="3052376" y="1663748"/>
                  </a:cubicBezTo>
                  <a:cubicBezTo>
                    <a:pt x="3057657" y="1663748"/>
                    <a:pt x="3061750" y="1663605"/>
                    <a:pt x="3065794" y="1663748"/>
                  </a:cubicBezTo>
                  <a:cubicBezTo>
                    <a:pt x="3085302" y="1664461"/>
                    <a:pt x="3108664" y="1656611"/>
                    <a:pt x="3123271" y="1666555"/>
                  </a:cubicBezTo>
                  <a:cubicBezTo>
                    <a:pt x="3137069" y="1675976"/>
                    <a:pt x="3141351" y="1698909"/>
                    <a:pt x="3150534" y="1715515"/>
                  </a:cubicBezTo>
                  <a:cubicBezTo>
                    <a:pt x="3156672" y="1726601"/>
                    <a:pt x="3158909" y="1737830"/>
                    <a:pt x="3158861" y="1750534"/>
                  </a:cubicBezTo>
                  <a:cubicBezTo>
                    <a:pt x="3158480" y="1838463"/>
                    <a:pt x="3158576" y="1926391"/>
                    <a:pt x="3158813" y="2014320"/>
                  </a:cubicBezTo>
                  <a:cubicBezTo>
                    <a:pt x="3158813" y="2022075"/>
                    <a:pt x="3157529" y="2027261"/>
                    <a:pt x="3150249" y="2032067"/>
                  </a:cubicBezTo>
                  <a:cubicBezTo>
                    <a:pt x="3133453" y="2043201"/>
                    <a:pt x="3127458" y="2063756"/>
                    <a:pt x="3133738" y="2082645"/>
                  </a:cubicBezTo>
                  <a:cubicBezTo>
                    <a:pt x="3140257" y="2102201"/>
                    <a:pt x="3156339" y="2113858"/>
                    <a:pt x="3176847" y="2113906"/>
                  </a:cubicBezTo>
                  <a:cubicBezTo>
                    <a:pt x="3197354" y="2113906"/>
                    <a:pt x="3213912" y="2102153"/>
                    <a:pt x="3220335" y="2082978"/>
                  </a:cubicBezTo>
                  <a:cubicBezTo>
                    <a:pt x="3226520" y="2064517"/>
                    <a:pt x="3220335" y="2043249"/>
                    <a:pt x="3203872" y="2032115"/>
                  </a:cubicBezTo>
                  <a:cubicBezTo>
                    <a:pt x="3196735" y="2027261"/>
                    <a:pt x="3195022" y="2022266"/>
                    <a:pt x="3195022" y="2014320"/>
                  </a:cubicBezTo>
                  <a:cubicBezTo>
                    <a:pt x="3195260" y="1921395"/>
                    <a:pt x="3195117" y="1828423"/>
                    <a:pt x="3195307" y="1735499"/>
                  </a:cubicBezTo>
                  <a:cubicBezTo>
                    <a:pt x="3195307" y="1726553"/>
                    <a:pt x="3193595" y="1718655"/>
                    <a:pt x="3189408" y="1710757"/>
                  </a:cubicBezTo>
                  <a:cubicBezTo>
                    <a:pt x="3181462" y="1695769"/>
                    <a:pt x="3174229" y="1680353"/>
                    <a:pt x="3166046" y="1663748"/>
                  </a:cubicBezTo>
                  <a:cubicBezTo>
                    <a:pt x="3185554" y="1663748"/>
                    <a:pt x="3202825" y="1664081"/>
                    <a:pt x="3220097" y="1663557"/>
                  </a:cubicBezTo>
                  <a:cubicBezTo>
                    <a:pt x="3226901" y="1663367"/>
                    <a:pt x="3229661" y="1666793"/>
                    <a:pt x="3232230" y="1671979"/>
                  </a:cubicBezTo>
                  <a:cubicBezTo>
                    <a:pt x="3243031" y="1693913"/>
                    <a:pt x="3253926" y="1715848"/>
                    <a:pt x="3265060" y="1737640"/>
                  </a:cubicBezTo>
                  <a:cubicBezTo>
                    <a:pt x="3268677" y="1744682"/>
                    <a:pt x="3270294" y="1751771"/>
                    <a:pt x="3270294" y="1759765"/>
                  </a:cubicBezTo>
                  <a:cubicBezTo>
                    <a:pt x="3270104" y="1844029"/>
                    <a:pt x="3270056" y="1928342"/>
                    <a:pt x="3270294" y="2012607"/>
                  </a:cubicBezTo>
                  <a:cubicBezTo>
                    <a:pt x="3270294" y="2021314"/>
                    <a:pt x="3268677" y="2027071"/>
                    <a:pt x="3260635" y="2032781"/>
                  </a:cubicBezTo>
                  <a:cubicBezTo>
                    <a:pt x="3238796" y="2048245"/>
                    <a:pt x="3236845" y="2080742"/>
                    <a:pt x="3255164" y="2100107"/>
                  </a:cubicBezTo>
                  <a:cubicBezTo>
                    <a:pt x="3273482" y="2119472"/>
                    <a:pt x="3305028" y="2118616"/>
                    <a:pt x="3322918" y="2098204"/>
                  </a:cubicBezTo>
                  <a:cubicBezTo>
                    <a:pt x="3340285" y="2078410"/>
                    <a:pt x="3337145" y="2047626"/>
                    <a:pt x="3315210" y="2032210"/>
                  </a:cubicBezTo>
                  <a:cubicBezTo>
                    <a:pt x="3308311" y="2027357"/>
                    <a:pt x="3306455" y="2022551"/>
                    <a:pt x="3306455" y="2014605"/>
                  </a:cubicBezTo>
                  <a:cubicBezTo>
                    <a:pt x="3306741" y="1926201"/>
                    <a:pt x="3306598" y="1837844"/>
                    <a:pt x="3306741" y="1749440"/>
                  </a:cubicBezTo>
                  <a:cubicBezTo>
                    <a:pt x="3306741" y="1741970"/>
                    <a:pt x="3305314" y="1735451"/>
                    <a:pt x="3301840" y="1728695"/>
                  </a:cubicBezTo>
                  <a:cubicBezTo>
                    <a:pt x="3291039" y="1707902"/>
                    <a:pt x="3280952" y="1686776"/>
                    <a:pt x="3269628" y="1663795"/>
                  </a:cubicBezTo>
                  <a:cubicBezTo>
                    <a:pt x="3295274" y="1663795"/>
                    <a:pt x="3318826" y="1663795"/>
                    <a:pt x="3342331" y="1663795"/>
                  </a:cubicBezTo>
                  <a:cubicBezTo>
                    <a:pt x="3347470" y="1663795"/>
                    <a:pt x="3348802" y="1667839"/>
                    <a:pt x="3350657" y="1671503"/>
                  </a:cubicBezTo>
                  <a:cubicBezTo>
                    <a:pt x="3357699" y="1685730"/>
                    <a:pt x="3364408" y="1700099"/>
                    <a:pt x="3372116" y="1713945"/>
                  </a:cubicBezTo>
                  <a:cubicBezTo>
                    <a:pt x="3378445" y="1725412"/>
                    <a:pt x="3380918" y="1737069"/>
                    <a:pt x="3380824" y="1750249"/>
                  </a:cubicBezTo>
                  <a:cubicBezTo>
                    <a:pt x="3380348" y="1837273"/>
                    <a:pt x="3380490" y="1924298"/>
                    <a:pt x="3380728" y="2011322"/>
                  </a:cubicBezTo>
                  <a:cubicBezTo>
                    <a:pt x="3380776" y="2020743"/>
                    <a:pt x="3380300" y="2028403"/>
                    <a:pt x="3370594" y="2033875"/>
                  </a:cubicBezTo>
                  <a:cubicBezTo>
                    <a:pt x="3362600" y="2038395"/>
                    <a:pt x="3358128" y="2046865"/>
                    <a:pt x="3355606" y="2055953"/>
                  </a:cubicBezTo>
                  <a:cubicBezTo>
                    <a:pt x="3349135" y="2079505"/>
                    <a:pt x="3357224" y="2095968"/>
                    <a:pt x="3383583" y="2112859"/>
                  </a:cubicBezTo>
                  <a:cubicBezTo>
                    <a:pt x="3407802" y="2116903"/>
                    <a:pt x="3427738" y="2110622"/>
                    <a:pt x="3441536" y="2089164"/>
                  </a:cubicBezTo>
                  <a:cubicBezTo>
                    <a:pt x="3448055" y="2066944"/>
                    <a:pt x="3446151" y="2046484"/>
                    <a:pt x="3426025" y="2032115"/>
                  </a:cubicBezTo>
                  <a:cubicBezTo>
                    <a:pt x="3419221" y="2027261"/>
                    <a:pt x="3418174" y="2022456"/>
                    <a:pt x="3418174" y="2015366"/>
                  </a:cubicBezTo>
                  <a:cubicBezTo>
                    <a:pt x="3418317" y="1937144"/>
                    <a:pt x="3416794" y="1858875"/>
                    <a:pt x="3418888" y="1780748"/>
                  </a:cubicBezTo>
                  <a:cubicBezTo>
                    <a:pt x="3419934" y="1742398"/>
                    <a:pt x="3414701" y="1707189"/>
                    <a:pt x="3393861" y="1674786"/>
                  </a:cubicBezTo>
                  <a:cubicBezTo>
                    <a:pt x="3391957" y="1671836"/>
                    <a:pt x="3390768" y="1668458"/>
                    <a:pt x="3388484" y="1663748"/>
                  </a:cubicBezTo>
                  <a:cubicBezTo>
                    <a:pt x="3416414" y="1663748"/>
                    <a:pt x="3443106" y="1663652"/>
                    <a:pt x="3469799" y="1663748"/>
                  </a:cubicBezTo>
                  <a:cubicBezTo>
                    <a:pt x="3508339" y="1663938"/>
                    <a:pt x="3541931" y="1652090"/>
                    <a:pt x="3569051" y="1623875"/>
                  </a:cubicBezTo>
                  <a:lnTo>
                    <a:pt x="3569051" y="1623875"/>
                  </a:lnTo>
                  <a:cubicBezTo>
                    <a:pt x="3569051" y="1623875"/>
                    <a:pt x="3569051" y="1623875"/>
                    <a:pt x="3569051" y="1623875"/>
                  </a:cubicBezTo>
                  <a:cubicBezTo>
                    <a:pt x="3567386" y="1619070"/>
                    <a:pt x="3564341" y="1615216"/>
                    <a:pt x="3560772" y="1611599"/>
                  </a:cubicBezTo>
                  <a:close/>
                  <a:moveTo>
                    <a:pt x="767900" y="367515"/>
                  </a:moveTo>
                  <a:cubicBezTo>
                    <a:pt x="764331" y="367610"/>
                    <a:pt x="761096" y="365517"/>
                    <a:pt x="761048" y="360949"/>
                  </a:cubicBezTo>
                  <a:cubicBezTo>
                    <a:pt x="761001" y="356001"/>
                    <a:pt x="763665" y="353194"/>
                    <a:pt x="768328" y="353527"/>
                  </a:cubicBezTo>
                  <a:cubicBezTo>
                    <a:pt x="772134" y="353812"/>
                    <a:pt x="774608" y="356572"/>
                    <a:pt x="774799" y="359236"/>
                  </a:cubicBezTo>
                  <a:cubicBezTo>
                    <a:pt x="774656" y="365231"/>
                    <a:pt x="771421" y="367420"/>
                    <a:pt x="767900" y="367515"/>
                  </a:cubicBezTo>
                  <a:close/>
                  <a:moveTo>
                    <a:pt x="770992" y="480043"/>
                  </a:moveTo>
                  <a:cubicBezTo>
                    <a:pt x="766996" y="480566"/>
                    <a:pt x="764188" y="478235"/>
                    <a:pt x="763665" y="473953"/>
                  </a:cubicBezTo>
                  <a:cubicBezTo>
                    <a:pt x="763046" y="468862"/>
                    <a:pt x="766139" y="465912"/>
                    <a:pt x="770517" y="465912"/>
                  </a:cubicBezTo>
                  <a:cubicBezTo>
                    <a:pt x="773990" y="465912"/>
                    <a:pt x="777225" y="468338"/>
                    <a:pt x="777511" y="472573"/>
                  </a:cubicBezTo>
                  <a:cubicBezTo>
                    <a:pt x="777511" y="477093"/>
                    <a:pt x="774751" y="479567"/>
                    <a:pt x="770992" y="480043"/>
                  </a:cubicBezTo>
                  <a:close/>
                  <a:moveTo>
                    <a:pt x="770517" y="585767"/>
                  </a:moveTo>
                  <a:cubicBezTo>
                    <a:pt x="766758" y="585957"/>
                    <a:pt x="763950" y="583768"/>
                    <a:pt x="763713" y="579296"/>
                  </a:cubicBezTo>
                  <a:cubicBezTo>
                    <a:pt x="763475" y="574823"/>
                    <a:pt x="766330" y="573158"/>
                    <a:pt x="769184" y="571730"/>
                  </a:cubicBezTo>
                  <a:cubicBezTo>
                    <a:pt x="773704" y="572016"/>
                    <a:pt x="776607" y="573967"/>
                    <a:pt x="777273" y="577868"/>
                  </a:cubicBezTo>
                  <a:cubicBezTo>
                    <a:pt x="778130" y="582769"/>
                    <a:pt x="774846" y="585529"/>
                    <a:pt x="770517" y="585767"/>
                  </a:cubicBezTo>
                  <a:close/>
                  <a:moveTo>
                    <a:pt x="774513" y="687398"/>
                  </a:moveTo>
                  <a:cubicBezTo>
                    <a:pt x="773895" y="691300"/>
                    <a:pt x="770802" y="693155"/>
                    <a:pt x="766948" y="693584"/>
                  </a:cubicBezTo>
                  <a:cubicBezTo>
                    <a:pt x="763094" y="692489"/>
                    <a:pt x="760810" y="690348"/>
                    <a:pt x="760858" y="686066"/>
                  </a:cubicBezTo>
                  <a:cubicBezTo>
                    <a:pt x="760953" y="681498"/>
                    <a:pt x="763903" y="679310"/>
                    <a:pt x="767567" y="679500"/>
                  </a:cubicBezTo>
                  <a:cubicBezTo>
                    <a:pt x="771801" y="679690"/>
                    <a:pt x="775275" y="682450"/>
                    <a:pt x="774513" y="687398"/>
                  </a:cubicBezTo>
                  <a:close/>
                  <a:moveTo>
                    <a:pt x="174144" y="1625969"/>
                  </a:moveTo>
                  <a:cubicBezTo>
                    <a:pt x="170243" y="1625826"/>
                    <a:pt x="167530" y="1623399"/>
                    <a:pt x="167626" y="1618879"/>
                  </a:cubicBezTo>
                  <a:cubicBezTo>
                    <a:pt x="167721" y="1614359"/>
                    <a:pt x="170385" y="1612503"/>
                    <a:pt x="174572" y="1612218"/>
                  </a:cubicBezTo>
                  <a:cubicBezTo>
                    <a:pt x="178522" y="1612932"/>
                    <a:pt x="181567" y="1614787"/>
                    <a:pt x="181281" y="1619260"/>
                  </a:cubicBezTo>
                  <a:cubicBezTo>
                    <a:pt x="180996" y="1623447"/>
                    <a:pt x="178141" y="1626111"/>
                    <a:pt x="174144" y="1625969"/>
                  </a:cubicBezTo>
                  <a:close/>
                  <a:moveTo>
                    <a:pt x="2236040" y="1097636"/>
                  </a:moveTo>
                  <a:cubicBezTo>
                    <a:pt x="2235088" y="1102061"/>
                    <a:pt x="2227951" y="1099730"/>
                    <a:pt x="2223621" y="1099777"/>
                  </a:cubicBezTo>
                  <a:cubicBezTo>
                    <a:pt x="2115661" y="1099873"/>
                    <a:pt x="2007654" y="1099873"/>
                    <a:pt x="1899694" y="1099873"/>
                  </a:cubicBezTo>
                  <a:cubicBezTo>
                    <a:pt x="1864627" y="1099873"/>
                    <a:pt x="1829513" y="1099873"/>
                    <a:pt x="1794446" y="1099873"/>
                  </a:cubicBezTo>
                  <a:cubicBezTo>
                    <a:pt x="1653656" y="1099873"/>
                    <a:pt x="1512913" y="1099682"/>
                    <a:pt x="1372123" y="1100206"/>
                  </a:cubicBezTo>
                  <a:cubicBezTo>
                    <a:pt x="1359847" y="1100253"/>
                    <a:pt x="1351949" y="1096209"/>
                    <a:pt x="1344336" y="1087311"/>
                  </a:cubicBezTo>
                  <a:cubicBezTo>
                    <a:pt x="1323020" y="1062427"/>
                    <a:pt x="1300752" y="1038304"/>
                    <a:pt x="1279436" y="1013419"/>
                  </a:cubicBezTo>
                  <a:cubicBezTo>
                    <a:pt x="1274393" y="1007471"/>
                    <a:pt x="1269254" y="1005806"/>
                    <a:pt x="1261927" y="1005806"/>
                  </a:cubicBezTo>
                  <a:cubicBezTo>
                    <a:pt x="1075126" y="1005949"/>
                    <a:pt x="888373" y="1005996"/>
                    <a:pt x="701573" y="1005759"/>
                  </a:cubicBezTo>
                  <a:cubicBezTo>
                    <a:pt x="693674" y="1005759"/>
                    <a:pt x="688155" y="1007852"/>
                    <a:pt x="682731" y="1013752"/>
                  </a:cubicBezTo>
                  <a:cubicBezTo>
                    <a:pt x="658370" y="1040207"/>
                    <a:pt x="633295" y="1066090"/>
                    <a:pt x="608934" y="1092545"/>
                  </a:cubicBezTo>
                  <a:cubicBezTo>
                    <a:pt x="603747" y="1098160"/>
                    <a:pt x="598418" y="1100015"/>
                    <a:pt x="591091" y="1099968"/>
                  </a:cubicBezTo>
                  <a:cubicBezTo>
                    <a:pt x="531425" y="1099730"/>
                    <a:pt x="471712" y="1099682"/>
                    <a:pt x="412046" y="1100015"/>
                  </a:cubicBezTo>
                  <a:cubicBezTo>
                    <a:pt x="403957" y="1100063"/>
                    <a:pt x="398676" y="1097351"/>
                    <a:pt x="393442" y="1091403"/>
                  </a:cubicBezTo>
                  <a:cubicBezTo>
                    <a:pt x="364370" y="1058192"/>
                    <a:pt x="335013" y="1025171"/>
                    <a:pt x="305371" y="992388"/>
                  </a:cubicBezTo>
                  <a:cubicBezTo>
                    <a:pt x="300423" y="986917"/>
                    <a:pt x="298234" y="981540"/>
                    <a:pt x="298519" y="974260"/>
                  </a:cubicBezTo>
                  <a:cubicBezTo>
                    <a:pt x="298995" y="961081"/>
                    <a:pt x="299185" y="947806"/>
                    <a:pt x="298472" y="934626"/>
                  </a:cubicBezTo>
                  <a:cubicBezTo>
                    <a:pt x="297948" y="924872"/>
                    <a:pt x="303991" y="926442"/>
                    <a:pt x="309843" y="926204"/>
                  </a:cubicBezTo>
                  <a:cubicBezTo>
                    <a:pt x="316267" y="925966"/>
                    <a:pt x="322119" y="925966"/>
                    <a:pt x="320406" y="935102"/>
                  </a:cubicBezTo>
                  <a:cubicBezTo>
                    <a:pt x="317456" y="950946"/>
                    <a:pt x="324688" y="962508"/>
                    <a:pt x="334585" y="974117"/>
                  </a:cubicBezTo>
                  <a:cubicBezTo>
                    <a:pt x="358851" y="1002475"/>
                    <a:pt x="382261" y="1031500"/>
                    <a:pt x="405670" y="1060619"/>
                  </a:cubicBezTo>
                  <a:cubicBezTo>
                    <a:pt x="409905" y="1065900"/>
                    <a:pt x="414377" y="1067423"/>
                    <a:pt x="420801" y="1067423"/>
                  </a:cubicBezTo>
                  <a:cubicBezTo>
                    <a:pt x="472283" y="1067232"/>
                    <a:pt x="523765" y="1067185"/>
                    <a:pt x="575247" y="1067470"/>
                  </a:cubicBezTo>
                  <a:cubicBezTo>
                    <a:pt x="581813" y="1067518"/>
                    <a:pt x="586238" y="1065282"/>
                    <a:pt x="590853" y="1060999"/>
                  </a:cubicBezTo>
                  <a:cubicBezTo>
                    <a:pt x="622494" y="1031500"/>
                    <a:pt x="654516" y="1002380"/>
                    <a:pt x="685966" y="972690"/>
                  </a:cubicBezTo>
                  <a:cubicBezTo>
                    <a:pt x="691771" y="967218"/>
                    <a:pt x="697338" y="965125"/>
                    <a:pt x="705141" y="965125"/>
                  </a:cubicBezTo>
                  <a:cubicBezTo>
                    <a:pt x="841792" y="964935"/>
                    <a:pt x="978490" y="964601"/>
                    <a:pt x="1115141" y="964126"/>
                  </a:cubicBezTo>
                  <a:cubicBezTo>
                    <a:pt x="1172523" y="963935"/>
                    <a:pt x="1229953" y="963507"/>
                    <a:pt x="1287335" y="962651"/>
                  </a:cubicBezTo>
                  <a:cubicBezTo>
                    <a:pt x="1296422" y="962508"/>
                    <a:pt x="1302513" y="965315"/>
                    <a:pt x="1308318" y="972119"/>
                  </a:cubicBezTo>
                  <a:cubicBezTo>
                    <a:pt x="1332869" y="1000810"/>
                    <a:pt x="1358087" y="1028978"/>
                    <a:pt x="1382638" y="1057716"/>
                  </a:cubicBezTo>
                  <a:cubicBezTo>
                    <a:pt x="1388776" y="1064901"/>
                    <a:pt x="1395247" y="1067565"/>
                    <a:pt x="1404811" y="1067565"/>
                  </a:cubicBezTo>
                  <a:cubicBezTo>
                    <a:pt x="1677256" y="1067280"/>
                    <a:pt x="1949701" y="1067328"/>
                    <a:pt x="2222099" y="1067470"/>
                  </a:cubicBezTo>
                  <a:cubicBezTo>
                    <a:pt x="2227047" y="1067470"/>
                    <a:pt x="2235041" y="1064377"/>
                    <a:pt x="2236420" y="1070801"/>
                  </a:cubicBezTo>
                  <a:cubicBezTo>
                    <a:pt x="2238371" y="1079365"/>
                    <a:pt x="2237895" y="1088977"/>
                    <a:pt x="2236040" y="1097636"/>
                  </a:cubicBezTo>
                  <a:close/>
                  <a:moveTo>
                    <a:pt x="2404950" y="2061662"/>
                  </a:moveTo>
                  <a:cubicBezTo>
                    <a:pt x="2408756" y="2062138"/>
                    <a:pt x="2411326" y="2065278"/>
                    <a:pt x="2411088" y="2069180"/>
                  </a:cubicBezTo>
                  <a:cubicBezTo>
                    <a:pt x="2410850" y="2073177"/>
                    <a:pt x="2408281" y="2075556"/>
                    <a:pt x="2403903" y="2075270"/>
                  </a:cubicBezTo>
                  <a:cubicBezTo>
                    <a:pt x="2399621" y="2075223"/>
                    <a:pt x="2396814" y="2072606"/>
                    <a:pt x="2397052" y="2068799"/>
                  </a:cubicBezTo>
                  <a:cubicBezTo>
                    <a:pt x="2397290" y="2064660"/>
                    <a:pt x="2400144" y="2061044"/>
                    <a:pt x="2404950" y="2061662"/>
                  </a:cubicBezTo>
                  <a:close/>
                  <a:moveTo>
                    <a:pt x="2525471" y="2061519"/>
                  </a:moveTo>
                  <a:cubicBezTo>
                    <a:pt x="2529087" y="2062709"/>
                    <a:pt x="2532275" y="2064850"/>
                    <a:pt x="2532180" y="2068894"/>
                  </a:cubicBezTo>
                  <a:cubicBezTo>
                    <a:pt x="2532037" y="2072939"/>
                    <a:pt x="2529182" y="2075223"/>
                    <a:pt x="2524948" y="2075270"/>
                  </a:cubicBezTo>
                  <a:cubicBezTo>
                    <a:pt x="2520380" y="2075318"/>
                    <a:pt x="2518239" y="2072606"/>
                    <a:pt x="2518524" y="2068466"/>
                  </a:cubicBezTo>
                  <a:cubicBezTo>
                    <a:pt x="2518810" y="2064469"/>
                    <a:pt x="2521141" y="2061805"/>
                    <a:pt x="2525471" y="2061519"/>
                  </a:cubicBezTo>
                  <a:close/>
                  <a:moveTo>
                    <a:pt x="2637190" y="2061615"/>
                  </a:moveTo>
                  <a:cubicBezTo>
                    <a:pt x="2641377" y="2061662"/>
                    <a:pt x="2642757" y="2065421"/>
                    <a:pt x="2644374" y="2068181"/>
                  </a:cubicBezTo>
                  <a:cubicBezTo>
                    <a:pt x="2643470" y="2072415"/>
                    <a:pt x="2641662" y="2075080"/>
                    <a:pt x="2637333" y="2075318"/>
                  </a:cubicBezTo>
                  <a:cubicBezTo>
                    <a:pt x="2633050" y="2075508"/>
                    <a:pt x="2630196" y="2073415"/>
                    <a:pt x="2630053" y="2069370"/>
                  </a:cubicBezTo>
                  <a:cubicBezTo>
                    <a:pt x="2629862" y="2064898"/>
                    <a:pt x="2632432" y="2061567"/>
                    <a:pt x="2637190" y="2061615"/>
                  </a:cubicBezTo>
                  <a:close/>
                  <a:moveTo>
                    <a:pt x="2747909" y="2061662"/>
                  </a:moveTo>
                  <a:cubicBezTo>
                    <a:pt x="2752287" y="2061091"/>
                    <a:pt x="2754761" y="2064469"/>
                    <a:pt x="2755094" y="2068228"/>
                  </a:cubicBezTo>
                  <a:cubicBezTo>
                    <a:pt x="2755427" y="2072130"/>
                    <a:pt x="2753619" y="2075365"/>
                    <a:pt x="2750574" y="2075223"/>
                  </a:cubicBezTo>
                  <a:cubicBezTo>
                    <a:pt x="2744436" y="2075365"/>
                    <a:pt x="2741533" y="2073129"/>
                    <a:pt x="2741343" y="2069085"/>
                  </a:cubicBezTo>
                  <a:cubicBezTo>
                    <a:pt x="2741105" y="2064993"/>
                    <a:pt x="2744055" y="2062186"/>
                    <a:pt x="2747909" y="2061662"/>
                  </a:cubicBezTo>
                  <a:close/>
                  <a:moveTo>
                    <a:pt x="2853823" y="2061615"/>
                  </a:moveTo>
                  <a:cubicBezTo>
                    <a:pt x="2857915" y="2061853"/>
                    <a:pt x="2859818" y="2065040"/>
                    <a:pt x="2860770" y="2068419"/>
                  </a:cubicBezTo>
                  <a:cubicBezTo>
                    <a:pt x="2859913" y="2073034"/>
                    <a:pt x="2857392" y="2075223"/>
                    <a:pt x="2853252" y="2075223"/>
                  </a:cubicBezTo>
                  <a:cubicBezTo>
                    <a:pt x="2848732" y="2075223"/>
                    <a:pt x="2846639" y="2072558"/>
                    <a:pt x="2846876" y="2068276"/>
                  </a:cubicBezTo>
                  <a:cubicBezTo>
                    <a:pt x="2847114" y="2064136"/>
                    <a:pt x="2849589" y="2061329"/>
                    <a:pt x="2853823" y="2061615"/>
                  </a:cubicBezTo>
                  <a:close/>
                  <a:moveTo>
                    <a:pt x="2962830" y="2061615"/>
                  </a:moveTo>
                  <a:cubicBezTo>
                    <a:pt x="2967017" y="2061377"/>
                    <a:pt x="2969206" y="2064327"/>
                    <a:pt x="2970110" y="2068181"/>
                  </a:cubicBezTo>
                  <a:cubicBezTo>
                    <a:pt x="2970062" y="2072701"/>
                    <a:pt x="2967493" y="2074889"/>
                    <a:pt x="2963401" y="2075175"/>
                  </a:cubicBezTo>
                  <a:cubicBezTo>
                    <a:pt x="2959119" y="2075460"/>
                    <a:pt x="2956549" y="2073319"/>
                    <a:pt x="2956407" y="2068847"/>
                  </a:cubicBezTo>
                  <a:cubicBezTo>
                    <a:pt x="2956264" y="2064469"/>
                    <a:pt x="2958786" y="2061853"/>
                    <a:pt x="2962830" y="2061615"/>
                  </a:cubicBezTo>
                  <a:close/>
                  <a:moveTo>
                    <a:pt x="3063890" y="2061662"/>
                  </a:moveTo>
                  <a:cubicBezTo>
                    <a:pt x="3067697" y="2062138"/>
                    <a:pt x="3070219" y="2065278"/>
                    <a:pt x="3069981" y="2069180"/>
                  </a:cubicBezTo>
                  <a:cubicBezTo>
                    <a:pt x="3069743" y="2073177"/>
                    <a:pt x="3067174" y="2075556"/>
                    <a:pt x="3062796" y="2075270"/>
                  </a:cubicBezTo>
                  <a:cubicBezTo>
                    <a:pt x="3058467" y="2075223"/>
                    <a:pt x="3055754" y="2072606"/>
                    <a:pt x="3055945" y="2068799"/>
                  </a:cubicBezTo>
                  <a:cubicBezTo>
                    <a:pt x="3056230" y="2064612"/>
                    <a:pt x="3059132" y="2061091"/>
                    <a:pt x="3063890" y="2061662"/>
                  </a:cubicBezTo>
                  <a:close/>
                  <a:moveTo>
                    <a:pt x="3170138" y="2068228"/>
                  </a:moveTo>
                  <a:cubicBezTo>
                    <a:pt x="3170566" y="2064232"/>
                    <a:pt x="3173135" y="2061377"/>
                    <a:pt x="3177275" y="2061615"/>
                  </a:cubicBezTo>
                  <a:cubicBezTo>
                    <a:pt x="3181271" y="2061853"/>
                    <a:pt x="3183698" y="2064469"/>
                    <a:pt x="3183698" y="2068799"/>
                  </a:cubicBezTo>
                  <a:cubicBezTo>
                    <a:pt x="3183460" y="2073224"/>
                    <a:pt x="3180938" y="2075460"/>
                    <a:pt x="3176656" y="2075127"/>
                  </a:cubicBezTo>
                  <a:cubicBezTo>
                    <a:pt x="3172612" y="2074842"/>
                    <a:pt x="3169662" y="2072701"/>
                    <a:pt x="3170138" y="2068228"/>
                  </a:cubicBezTo>
                  <a:close/>
                  <a:moveTo>
                    <a:pt x="3287709" y="2061472"/>
                  </a:moveTo>
                  <a:cubicBezTo>
                    <a:pt x="3291991" y="2061710"/>
                    <a:pt x="3294608" y="2064089"/>
                    <a:pt x="3295226" y="2068038"/>
                  </a:cubicBezTo>
                  <a:cubicBezTo>
                    <a:pt x="3295940" y="2072558"/>
                    <a:pt x="3292895" y="2074699"/>
                    <a:pt x="3288898" y="2075127"/>
                  </a:cubicBezTo>
                  <a:cubicBezTo>
                    <a:pt x="3284664" y="2075603"/>
                    <a:pt x="3281904" y="2073605"/>
                    <a:pt x="3281666" y="2069085"/>
                  </a:cubicBezTo>
                  <a:cubicBezTo>
                    <a:pt x="3281428" y="2064802"/>
                    <a:pt x="3283855" y="2062519"/>
                    <a:pt x="3287709" y="2061472"/>
                  </a:cubicBezTo>
                  <a:close/>
                  <a:moveTo>
                    <a:pt x="3400331" y="2061662"/>
                  </a:moveTo>
                  <a:cubicBezTo>
                    <a:pt x="3404090" y="2062186"/>
                    <a:pt x="3406136" y="2065373"/>
                    <a:pt x="3406612" y="2069180"/>
                  </a:cubicBezTo>
                  <a:cubicBezTo>
                    <a:pt x="3405660" y="2073272"/>
                    <a:pt x="3403377" y="2075460"/>
                    <a:pt x="3399094" y="2075318"/>
                  </a:cubicBezTo>
                  <a:cubicBezTo>
                    <a:pt x="3394717" y="2075175"/>
                    <a:pt x="3392052" y="2072510"/>
                    <a:pt x="3392338" y="2068752"/>
                  </a:cubicBezTo>
                  <a:cubicBezTo>
                    <a:pt x="3392623" y="2064565"/>
                    <a:pt x="3395526" y="2060948"/>
                    <a:pt x="3400331" y="2061662"/>
                  </a:cubicBezTo>
                  <a:close/>
                </a:path>
              </a:pathLst>
            </a:custGeom>
            <a:solidFill>
              <a:srgbClr val="1D97C3"/>
            </a:solidFill>
            <a:ln w="4754" cap="flat">
              <a:noFill/>
              <a:prstDash val="solid"/>
              <a:miter/>
            </a:ln>
          </p:spPr>
          <p:txBody>
            <a:bodyPr rtlCol="0" anchor="ctr"/>
            <a:lstStyle/>
            <a:p>
              <a:endParaRPr lang="en-US"/>
            </a:p>
          </p:txBody>
        </p:sp>
        <p:sp>
          <p:nvSpPr>
            <p:cNvPr id="49" name="Freeform: Shape 198">
              <a:extLst>
                <a:ext uri="{FF2B5EF4-FFF2-40B4-BE49-F238E27FC236}">
                  <a16:creationId xmlns:a16="http://schemas.microsoft.com/office/drawing/2014/main" id="{9F5B8F77-9989-4ACA-8E2D-C65DBC35EC18}"/>
                </a:ext>
              </a:extLst>
            </p:cNvPr>
            <p:cNvSpPr/>
            <p:nvPr/>
          </p:nvSpPr>
          <p:spPr>
            <a:xfrm>
              <a:off x="1638707" y="3305475"/>
              <a:ext cx="2548234" cy="1172439"/>
            </a:xfrm>
            <a:custGeom>
              <a:avLst/>
              <a:gdLst>
                <a:gd name="connsiteX0" fmla="*/ 2468127 w 2548234"/>
                <a:gd name="connsiteY0" fmla="*/ 186717 h 1172439"/>
                <a:gd name="connsiteX1" fmla="*/ 2446716 w 2548234"/>
                <a:gd name="connsiteY1" fmla="*/ 196614 h 1172439"/>
                <a:gd name="connsiteX2" fmla="*/ 1191926 w 2548234"/>
                <a:gd name="connsiteY2" fmla="*/ 196471 h 1172439"/>
                <a:gd name="connsiteX3" fmla="*/ 742244 w 2548234"/>
                <a:gd name="connsiteY3" fmla="*/ 196233 h 1172439"/>
                <a:gd name="connsiteX4" fmla="*/ 724687 w 2548234"/>
                <a:gd name="connsiteY4" fmla="*/ 207985 h 1172439"/>
                <a:gd name="connsiteX5" fmla="*/ 710651 w 2548234"/>
                <a:gd name="connsiteY5" fmla="*/ 243338 h 1172439"/>
                <a:gd name="connsiteX6" fmla="*/ 693712 w 2548234"/>
                <a:gd name="connsiteY6" fmla="*/ 254519 h 1172439"/>
                <a:gd name="connsiteX7" fmla="*/ 531035 w 2548234"/>
                <a:gd name="connsiteY7" fmla="*/ 254234 h 1172439"/>
                <a:gd name="connsiteX8" fmla="*/ 496301 w 2548234"/>
                <a:gd name="connsiteY8" fmla="*/ 252473 h 1172439"/>
                <a:gd name="connsiteX9" fmla="*/ 482979 w 2548234"/>
                <a:gd name="connsiteY9" fmla="*/ 222640 h 1172439"/>
                <a:gd name="connsiteX10" fmla="*/ 491496 w 2548234"/>
                <a:gd name="connsiteY10" fmla="*/ 209460 h 1172439"/>
                <a:gd name="connsiteX11" fmla="*/ 673300 w 2548234"/>
                <a:gd name="connsiteY11" fmla="*/ 209889 h 1172439"/>
                <a:gd name="connsiteX12" fmla="*/ 691476 w 2548234"/>
                <a:gd name="connsiteY12" fmla="*/ 199326 h 1172439"/>
                <a:gd name="connsiteX13" fmla="*/ 764655 w 2548234"/>
                <a:gd name="connsiteY13" fmla="*/ 74903 h 1172439"/>
                <a:gd name="connsiteX14" fmla="*/ 781784 w 2548234"/>
                <a:gd name="connsiteY14" fmla="*/ 65292 h 1172439"/>
                <a:gd name="connsiteX15" fmla="*/ 1089343 w 2548234"/>
                <a:gd name="connsiteY15" fmla="*/ 65387 h 1172439"/>
                <a:gd name="connsiteX16" fmla="*/ 1105187 w 2548234"/>
                <a:gd name="connsiteY16" fmla="*/ 72905 h 1172439"/>
                <a:gd name="connsiteX17" fmla="*/ 1171372 w 2548234"/>
                <a:gd name="connsiteY17" fmla="*/ 80327 h 1172439"/>
                <a:gd name="connsiteX18" fmla="*/ 1172799 w 2548234"/>
                <a:gd name="connsiteY18" fmla="*/ 12716 h 1172439"/>
                <a:gd name="connsiteX19" fmla="*/ 1105616 w 2548234"/>
                <a:gd name="connsiteY19" fmla="*/ 18187 h 1172439"/>
                <a:gd name="connsiteX20" fmla="*/ 1087440 w 2548234"/>
                <a:gd name="connsiteY20" fmla="*/ 26371 h 1172439"/>
                <a:gd name="connsiteX21" fmla="*/ 759373 w 2548234"/>
                <a:gd name="connsiteY21" fmla="*/ 26086 h 1172439"/>
                <a:gd name="connsiteX22" fmla="*/ 741197 w 2548234"/>
                <a:gd name="connsiteY22" fmla="*/ 36506 h 1172439"/>
                <a:gd name="connsiteX23" fmla="*/ 668590 w 2548234"/>
                <a:gd name="connsiteY23" fmla="*/ 159644 h 1172439"/>
                <a:gd name="connsiteX24" fmla="*/ 651461 w 2548234"/>
                <a:gd name="connsiteY24" fmla="*/ 169398 h 1172439"/>
                <a:gd name="connsiteX25" fmla="*/ 462852 w 2548234"/>
                <a:gd name="connsiteY25" fmla="*/ 169398 h 1172439"/>
                <a:gd name="connsiteX26" fmla="*/ 445771 w 2548234"/>
                <a:gd name="connsiteY26" fmla="*/ 161071 h 1172439"/>
                <a:gd name="connsiteX27" fmla="*/ 218717 w 2548234"/>
                <a:gd name="connsiteY27" fmla="*/ 71430 h 1172439"/>
                <a:gd name="connsiteX28" fmla="*/ 38 w 2548234"/>
                <a:gd name="connsiteY28" fmla="*/ 316469 h 1172439"/>
                <a:gd name="connsiteX29" fmla="*/ 181938 w 2548234"/>
                <a:gd name="connsiteY29" fmla="*/ 562792 h 1172439"/>
                <a:gd name="connsiteX30" fmla="*/ 192405 w 2548234"/>
                <a:gd name="connsiteY30" fmla="*/ 578066 h 1172439"/>
                <a:gd name="connsiteX31" fmla="*/ 191977 w 2548234"/>
                <a:gd name="connsiteY31" fmla="*/ 819964 h 1172439"/>
                <a:gd name="connsiteX32" fmla="*/ 205823 w 2548234"/>
                <a:gd name="connsiteY32" fmla="*/ 834048 h 1172439"/>
                <a:gd name="connsiteX33" fmla="*/ 473558 w 2548234"/>
                <a:gd name="connsiteY33" fmla="*/ 826435 h 1172439"/>
                <a:gd name="connsiteX34" fmla="*/ 484549 w 2548234"/>
                <a:gd name="connsiteY34" fmla="*/ 836475 h 1172439"/>
                <a:gd name="connsiteX35" fmla="*/ 484406 w 2548234"/>
                <a:gd name="connsiteY35" fmla="*/ 862406 h 1172439"/>
                <a:gd name="connsiteX36" fmla="*/ 585134 w 2548234"/>
                <a:gd name="connsiteY36" fmla="*/ 962848 h 1172439"/>
                <a:gd name="connsiteX37" fmla="*/ 708129 w 2548234"/>
                <a:gd name="connsiteY37" fmla="*/ 962658 h 1172439"/>
                <a:gd name="connsiteX38" fmla="*/ 720119 w 2548234"/>
                <a:gd name="connsiteY38" fmla="*/ 974886 h 1172439"/>
                <a:gd name="connsiteX39" fmla="*/ 719691 w 2548234"/>
                <a:gd name="connsiteY39" fmla="*/ 1117008 h 1172439"/>
                <a:gd name="connsiteX40" fmla="*/ 731301 w 2548234"/>
                <a:gd name="connsiteY40" fmla="*/ 1129427 h 1172439"/>
                <a:gd name="connsiteX41" fmla="*/ 902162 w 2548234"/>
                <a:gd name="connsiteY41" fmla="*/ 1128476 h 1172439"/>
                <a:gd name="connsiteX42" fmla="*/ 968774 w 2548234"/>
                <a:gd name="connsiteY42" fmla="*/ 1128571 h 1172439"/>
                <a:gd name="connsiteX43" fmla="*/ 989615 w 2548234"/>
                <a:gd name="connsiteY43" fmla="*/ 1134613 h 1172439"/>
                <a:gd name="connsiteX44" fmla="*/ 1003080 w 2548234"/>
                <a:gd name="connsiteY44" fmla="*/ 1126763 h 1172439"/>
                <a:gd name="connsiteX45" fmla="*/ 1307880 w 2548234"/>
                <a:gd name="connsiteY45" fmla="*/ 1124288 h 1172439"/>
                <a:gd name="connsiteX46" fmla="*/ 1321678 w 2548234"/>
                <a:gd name="connsiteY46" fmla="*/ 1111156 h 1172439"/>
                <a:gd name="connsiteX47" fmla="*/ 1321630 w 2548234"/>
                <a:gd name="connsiteY47" fmla="*/ 952618 h 1172439"/>
                <a:gd name="connsiteX48" fmla="*/ 1308879 w 2548234"/>
                <a:gd name="connsiteY48" fmla="*/ 939914 h 1172439"/>
                <a:gd name="connsiteX49" fmla="*/ 1090152 w 2548234"/>
                <a:gd name="connsiteY49" fmla="*/ 940200 h 1172439"/>
                <a:gd name="connsiteX50" fmla="*/ 1073166 w 2548234"/>
                <a:gd name="connsiteY50" fmla="*/ 934252 h 1172439"/>
                <a:gd name="connsiteX51" fmla="*/ 1005792 w 2548234"/>
                <a:gd name="connsiteY51" fmla="*/ 937012 h 1172439"/>
                <a:gd name="connsiteX52" fmla="*/ 1014594 w 2548234"/>
                <a:gd name="connsiteY52" fmla="*/ 1003339 h 1172439"/>
                <a:gd name="connsiteX53" fmla="*/ 1080541 w 2548234"/>
                <a:gd name="connsiteY53" fmla="*/ 988256 h 1172439"/>
                <a:gd name="connsiteX54" fmla="*/ 1094291 w 2548234"/>
                <a:gd name="connsiteY54" fmla="*/ 980215 h 1172439"/>
                <a:gd name="connsiteX55" fmla="*/ 1270624 w 2548234"/>
                <a:gd name="connsiteY55" fmla="*/ 980168 h 1172439"/>
                <a:gd name="connsiteX56" fmla="*/ 1281045 w 2548234"/>
                <a:gd name="connsiteY56" fmla="*/ 991159 h 1172439"/>
                <a:gd name="connsiteX57" fmla="*/ 1281045 w 2548234"/>
                <a:gd name="connsiteY57" fmla="*/ 1074519 h 1172439"/>
                <a:gd name="connsiteX58" fmla="*/ 1270434 w 2548234"/>
                <a:gd name="connsiteY58" fmla="*/ 1085272 h 1172439"/>
                <a:gd name="connsiteX59" fmla="*/ 771554 w 2548234"/>
                <a:gd name="connsiteY59" fmla="*/ 1089935 h 1172439"/>
                <a:gd name="connsiteX60" fmla="*/ 760039 w 2548234"/>
                <a:gd name="connsiteY60" fmla="*/ 1078611 h 1172439"/>
                <a:gd name="connsiteX61" fmla="*/ 759992 w 2548234"/>
                <a:gd name="connsiteY61" fmla="*/ 976123 h 1172439"/>
                <a:gd name="connsiteX62" fmla="*/ 773838 w 2548234"/>
                <a:gd name="connsiteY62" fmla="*/ 962753 h 1172439"/>
                <a:gd name="connsiteX63" fmla="*/ 926951 w 2548234"/>
                <a:gd name="connsiteY63" fmla="*/ 962848 h 1172439"/>
                <a:gd name="connsiteX64" fmla="*/ 1021969 w 2548234"/>
                <a:gd name="connsiteY64" fmla="*/ 887624 h 1172439"/>
                <a:gd name="connsiteX65" fmla="*/ 1024348 w 2548234"/>
                <a:gd name="connsiteY65" fmla="*/ 837331 h 1172439"/>
                <a:gd name="connsiteX66" fmla="*/ 1037385 w 2548234"/>
                <a:gd name="connsiteY66" fmla="*/ 824675 h 1172439"/>
                <a:gd name="connsiteX67" fmla="*/ 1398282 w 2548234"/>
                <a:gd name="connsiteY67" fmla="*/ 824675 h 1172439"/>
                <a:gd name="connsiteX68" fmla="*/ 1411652 w 2548234"/>
                <a:gd name="connsiteY68" fmla="*/ 838140 h 1172439"/>
                <a:gd name="connsiteX69" fmla="*/ 1409416 w 2548234"/>
                <a:gd name="connsiteY69" fmla="*/ 1157975 h 1172439"/>
                <a:gd name="connsiteX70" fmla="*/ 1421216 w 2548234"/>
                <a:gd name="connsiteY70" fmla="*/ 1170204 h 1172439"/>
                <a:gd name="connsiteX71" fmla="*/ 1534648 w 2548234"/>
                <a:gd name="connsiteY71" fmla="*/ 1170632 h 1172439"/>
                <a:gd name="connsiteX72" fmla="*/ 1549207 w 2548234"/>
                <a:gd name="connsiteY72" fmla="*/ 1172440 h 1172439"/>
                <a:gd name="connsiteX73" fmla="*/ 1561150 w 2548234"/>
                <a:gd name="connsiteY73" fmla="*/ 1170727 h 1172439"/>
                <a:gd name="connsiteX74" fmla="*/ 1586320 w 2548234"/>
                <a:gd name="connsiteY74" fmla="*/ 1153645 h 1172439"/>
                <a:gd name="connsiteX75" fmla="*/ 1564338 w 2548234"/>
                <a:gd name="connsiteY75" fmla="*/ 1131235 h 1172439"/>
                <a:gd name="connsiteX76" fmla="*/ 1546067 w 2548234"/>
                <a:gd name="connsiteY76" fmla="*/ 1127429 h 1172439"/>
                <a:gd name="connsiteX77" fmla="*/ 1476362 w 2548234"/>
                <a:gd name="connsiteY77" fmla="*/ 1127381 h 1172439"/>
                <a:gd name="connsiteX78" fmla="*/ 1454142 w 2548234"/>
                <a:gd name="connsiteY78" fmla="*/ 1105589 h 1172439"/>
                <a:gd name="connsiteX79" fmla="*/ 1454142 w 2548234"/>
                <a:gd name="connsiteY79" fmla="*/ 832335 h 1172439"/>
                <a:gd name="connsiteX80" fmla="*/ 1452096 w 2548234"/>
                <a:gd name="connsiteY80" fmla="*/ 812066 h 1172439"/>
                <a:gd name="connsiteX81" fmla="*/ 1458852 w 2548234"/>
                <a:gd name="connsiteY81" fmla="*/ 805690 h 1172439"/>
                <a:gd name="connsiteX82" fmla="*/ 1430780 w 2548234"/>
                <a:gd name="connsiteY82" fmla="*/ 780187 h 1172439"/>
                <a:gd name="connsiteX83" fmla="*/ 1043571 w 2548234"/>
                <a:gd name="connsiteY83" fmla="*/ 780187 h 1172439"/>
                <a:gd name="connsiteX84" fmla="*/ 1025966 w 2548234"/>
                <a:gd name="connsiteY84" fmla="*/ 783470 h 1172439"/>
                <a:gd name="connsiteX85" fmla="*/ 1025966 w 2548234"/>
                <a:gd name="connsiteY85" fmla="*/ 784469 h 1172439"/>
                <a:gd name="connsiteX86" fmla="*/ 1025966 w 2548234"/>
                <a:gd name="connsiteY86" fmla="*/ 789941 h 1172439"/>
                <a:gd name="connsiteX87" fmla="*/ 1009836 w 2548234"/>
                <a:gd name="connsiteY87" fmla="*/ 806689 h 1172439"/>
                <a:gd name="connsiteX88" fmla="*/ 505151 w 2548234"/>
                <a:gd name="connsiteY88" fmla="*/ 806404 h 1172439"/>
                <a:gd name="connsiteX89" fmla="*/ 484359 w 2548234"/>
                <a:gd name="connsiteY89" fmla="*/ 786420 h 1172439"/>
                <a:gd name="connsiteX90" fmla="*/ 424693 w 2548234"/>
                <a:gd name="connsiteY90" fmla="*/ 783756 h 1172439"/>
                <a:gd name="connsiteX91" fmla="*/ 252832 w 2548234"/>
                <a:gd name="connsiteY91" fmla="*/ 788323 h 1172439"/>
                <a:gd name="connsiteX92" fmla="*/ 237416 w 2548234"/>
                <a:gd name="connsiteY92" fmla="*/ 772098 h 1172439"/>
                <a:gd name="connsiteX93" fmla="*/ 237179 w 2548234"/>
                <a:gd name="connsiteY93" fmla="*/ 590484 h 1172439"/>
                <a:gd name="connsiteX94" fmla="*/ 249930 w 2548234"/>
                <a:gd name="connsiteY94" fmla="*/ 577971 h 1172439"/>
                <a:gd name="connsiteX95" fmla="*/ 340809 w 2548234"/>
                <a:gd name="connsiteY95" fmla="*/ 561175 h 1172439"/>
                <a:gd name="connsiteX96" fmla="*/ 364789 w 2548234"/>
                <a:gd name="connsiteY96" fmla="*/ 556464 h 1172439"/>
                <a:gd name="connsiteX97" fmla="*/ 542216 w 2548234"/>
                <a:gd name="connsiteY97" fmla="*/ 554276 h 1172439"/>
                <a:gd name="connsiteX98" fmla="*/ 711555 w 2548234"/>
                <a:gd name="connsiteY98" fmla="*/ 553752 h 1172439"/>
                <a:gd name="connsiteX99" fmla="*/ 727827 w 2548234"/>
                <a:gd name="connsiteY99" fmla="*/ 555275 h 1172439"/>
                <a:gd name="connsiteX100" fmla="*/ 732300 w 2548234"/>
                <a:gd name="connsiteY100" fmla="*/ 567075 h 1172439"/>
                <a:gd name="connsiteX101" fmla="*/ 732014 w 2548234"/>
                <a:gd name="connsiteY101" fmla="*/ 623457 h 1172439"/>
                <a:gd name="connsiteX102" fmla="*/ 734156 w 2548234"/>
                <a:gd name="connsiteY102" fmla="*/ 642918 h 1172439"/>
                <a:gd name="connsiteX103" fmla="*/ 735488 w 2548234"/>
                <a:gd name="connsiteY103" fmla="*/ 641776 h 1172439"/>
                <a:gd name="connsiteX104" fmla="*/ 775217 w 2548234"/>
                <a:gd name="connsiteY104" fmla="*/ 644916 h 1172439"/>
                <a:gd name="connsiteX105" fmla="*/ 775455 w 2548234"/>
                <a:gd name="connsiteY105" fmla="*/ 644916 h 1172439"/>
                <a:gd name="connsiteX106" fmla="*/ 778453 w 2548234"/>
                <a:gd name="connsiteY106" fmla="*/ 626312 h 1172439"/>
                <a:gd name="connsiteX107" fmla="*/ 778500 w 2548234"/>
                <a:gd name="connsiteY107" fmla="*/ 529248 h 1172439"/>
                <a:gd name="connsiteX108" fmla="*/ 753426 w 2548234"/>
                <a:gd name="connsiteY108" fmla="*/ 504316 h 1172439"/>
                <a:gd name="connsiteX109" fmla="*/ 610018 w 2548234"/>
                <a:gd name="connsiteY109" fmla="*/ 506505 h 1172439"/>
                <a:gd name="connsiteX110" fmla="*/ 444629 w 2548234"/>
                <a:gd name="connsiteY110" fmla="*/ 506885 h 1172439"/>
                <a:gd name="connsiteX111" fmla="*/ 430640 w 2548234"/>
                <a:gd name="connsiteY111" fmla="*/ 504602 h 1172439"/>
                <a:gd name="connsiteX112" fmla="*/ 449339 w 2548234"/>
                <a:gd name="connsiteY112" fmla="*/ 483095 h 1172439"/>
                <a:gd name="connsiteX113" fmla="*/ 479458 w 2548234"/>
                <a:gd name="connsiteY113" fmla="*/ 468536 h 1172439"/>
                <a:gd name="connsiteX114" fmla="*/ 923716 w 2548234"/>
                <a:gd name="connsiteY114" fmla="*/ 468536 h 1172439"/>
                <a:gd name="connsiteX115" fmla="*/ 959211 w 2548234"/>
                <a:gd name="connsiteY115" fmla="*/ 484760 h 1172439"/>
                <a:gd name="connsiteX116" fmla="*/ 1094672 w 2548234"/>
                <a:gd name="connsiteY116" fmla="*/ 631118 h 1172439"/>
                <a:gd name="connsiteX117" fmla="*/ 1139255 w 2548234"/>
                <a:gd name="connsiteY117" fmla="*/ 649531 h 1172439"/>
                <a:gd name="connsiteX118" fmla="*/ 1634091 w 2548234"/>
                <a:gd name="connsiteY118" fmla="*/ 649008 h 1172439"/>
                <a:gd name="connsiteX119" fmla="*/ 1668919 w 2548234"/>
                <a:gd name="connsiteY119" fmla="*/ 663044 h 1172439"/>
                <a:gd name="connsiteX120" fmla="*/ 1707983 w 2548234"/>
                <a:gd name="connsiteY120" fmla="*/ 677128 h 1172439"/>
                <a:gd name="connsiteX121" fmla="*/ 1711789 w 2548234"/>
                <a:gd name="connsiteY121" fmla="*/ 673464 h 1172439"/>
                <a:gd name="connsiteX122" fmla="*/ 1744335 w 2548234"/>
                <a:gd name="connsiteY122" fmla="*/ 606899 h 1172439"/>
                <a:gd name="connsiteX123" fmla="*/ 1733772 w 2548234"/>
                <a:gd name="connsiteY123" fmla="*/ 590151 h 1172439"/>
                <a:gd name="connsiteX124" fmla="*/ 1672203 w 2548234"/>
                <a:gd name="connsiteY124" fmla="*/ 591245 h 1172439"/>
                <a:gd name="connsiteX125" fmla="*/ 1640086 w 2548234"/>
                <a:gd name="connsiteY125" fmla="*/ 602903 h 1172439"/>
                <a:gd name="connsiteX126" fmla="*/ 1155004 w 2548234"/>
                <a:gd name="connsiteY126" fmla="*/ 602950 h 1172439"/>
                <a:gd name="connsiteX127" fmla="*/ 1122221 w 2548234"/>
                <a:gd name="connsiteY127" fmla="*/ 589675 h 1172439"/>
                <a:gd name="connsiteX128" fmla="*/ 1073784 w 2548234"/>
                <a:gd name="connsiteY128" fmla="*/ 537765 h 1172439"/>
                <a:gd name="connsiteX129" fmla="*/ 981669 w 2548234"/>
                <a:gd name="connsiteY129" fmla="*/ 438846 h 1172439"/>
                <a:gd name="connsiteX130" fmla="*/ 939370 w 2548234"/>
                <a:gd name="connsiteY130" fmla="*/ 419290 h 1172439"/>
                <a:gd name="connsiteX131" fmla="*/ 514382 w 2548234"/>
                <a:gd name="connsiteY131" fmla="*/ 419623 h 1172439"/>
                <a:gd name="connsiteX132" fmla="*/ 496063 w 2548234"/>
                <a:gd name="connsiteY132" fmla="*/ 395262 h 1172439"/>
                <a:gd name="connsiteX133" fmla="*/ 498538 w 2548234"/>
                <a:gd name="connsiteY133" fmla="*/ 387459 h 1172439"/>
                <a:gd name="connsiteX134" fmla="*/ 514572 w 2548234"/>
                <a:gd name="connsiteY134" fmla="*/ 375849 h 1172439"/>
                <a:gd name="connsiteX135" fmla="*/ 603262 w 2548234"/>
                <a:gd name="connsiteY135" fmla="*/ 372709 h 1172439"/>
                <a:gd name="connsiteX136" fmla="*/ 808095 w 2548234"/>
                <a:gd name="connsiteY136" fmla="*/ 370948 h 1172439"/>
                <a:gd name="connsiteX137" fmla="*/ 995277 w 2548234"/>
                <a:gd name="connsiteY137" fmla="*/ 370282 h 1172439"/>
                <a:gd name="connsiteX138" fmla="*/ 1016878 w 2548234"/>
                <a:gd name="connsiteY138" fmla="*/ 379703 h 1172439"/>
                <a:gd name="connsiteX139" fmla="*/ 1151864 w 2548234"/>
                <a:gd name="connsiteY139" fmla="*/ 524585 h 1172439"/>
                <a:gd name="connsiteX140" fmla="*/ 1180507 w 2548234"/>
                <a:gd name="connsiteY140" fmla="*/ 537146 h 1172439"/>
                <a:gd name="connsiteX141" fmla="*/ 1571190 w 2548234"/>
                <a:gd name="connsiteY141" fmla="*/ 539621 h 1172439"/>
                <a:gd name="connsiteX142" fmla="*/ 1672298 w 2548234"/>
                <a:gd name="connsiteY142" fmla="*/ 539573 h 1172439"/>
                <a:gd name="connsiteX143" fmla="*/ 1710267 w 2548234"/>
                <a:gd name="connsiteY143" fmla="*/ 553086 h 1172439"/>
                <a:gd name="connsiteX144" fmla="*/ 1761035 w 2548234"/>
                <a:gd name="connsiteY144" fmla="*/ 560271 h 1172439"/>
                <a:gd name="connsiteX145" fmla="*/ 1778925 w 2548234"/>
                <a:gd name="connsiteY145" fmla="*/ 486616 h 1172439"/>
                <a:gd name="connsiteX146" fmla="*/ 1708554 w 2548234"/>
                <a:gd name="connsiteY146" fmla="*/ 481763 h 1172439"/>
                <a:gd name="connsiteX147" fmla="*/ 1678008 w 2548234"/>
                <a:gd name="connsiteY147" fmla="*/ 493373 h 1172439"/>
                <a:gd name="connsiteX148" fmla="*/ 1585178 w 2548234"/>
                <a:gd name="connsiteY148" fmla="*/ 490756 h 1172439"/>
                <a:gd name="connsiteX149" fmla="*/ 1199825 w 2548234"/>
                <a:gd name="connsiteY149" fmla="*/ 487711 h 1172439"/>
                <a:gd name="connsiteX150" fmla="*/ 1195733 w 2548234"/>
                <a:gd name="connsiteY150" fmla="*/ 487663 h 1172439"/>
                <a:gd name="connsiteX151" fmla="*/ 1174274 w 2548234"/>
                <a:gd name="connsiteY151" fmla="*/ 478004 h 1172439"/>
                <a:gd name="connsiteX152" fmla="*/ 1042096 w 2548234"/>
                <a:gd name="connsiteY152" fmla="*/ 335977 h 1172439"/>
                <a:gd name="connsiteX153" fmla="*/ 1006220 w 2548234"/>
                <a:gd name="connsiteY153" fmla="*/ 320656 h 1172439"/>
                <a:gd name="connsiteX154" fmla="*/ 875136 w 2548234"/>
                <a:gd name="connsiteY154" fmla="*/ 323606 h 1172439"/>
                <a:gd name="connsiteX155" fmla="*/ 738438 w 2548234"/>
                <a:gd name="connsiteY155" fmla="*/ 323701 h 1172439"/>
                <a:gd name="connsiteX156" fmla="*/ 678296 w 2548234"/>
                <a:gd name="connsiteY156" fmla="*/ 324367 h 1172439"/>
                <a:gd name="connsiteX157" fmla="*/ 521186 w 2548234"/>
                <a:gd name="connsiteY157" fmla="*/ 326365 h 1172439"/>
                <a:gd name="connsiteX158" fmla="*/ 507768 w 2548234"/>
                <a:gd name="connsiteY158" fmla="*/ 311901 h 1172439"/>
                <a:gd name="connsiteX159" fmla="*/ 521091 w 2548234"/>
                <a:gd name="connsiteY159" fmla="*/ 299387 h 1172439"/>
                <a:gd name="connsiteX160" fmla="*/ 534746 w 2548234"/>
                <a:gd name="connsiteY160" fmla="*/ 299387 h 1172439"/>
                <a:gd name="connsiteX161" fmla="*/ 713839 w 2548234"/>
                <a:gd name="connsiteY161" fmla="*/ 299625 h 1172439"/>
                <a:gd name="connsiteX162" fmla="*/ 743339 w 2548234"/>
                <a:gd name="connsiteY162" fmla="*/ 279308 h 1172439"/>
                <a:gd name="connsiteX163" fmla="*/ 754472 w 2548234"/>
                <a:gd name="connsiteY163" fmla="*/ 251379 h 1172439"/>
                <a:gd name="connsiteX164" fmla="*/ 772363 w 2548234"/>
                <a:gd name="connsiteY164" fmla="*/ 239341 h 1172439"/>
                <a:gd name="connsiteX165" fmla="*/ 786018 w 2548234"/>
                <a:gd name="connsiteY165" fmla="*/ 239246 h 1172439"/>
                <a:gd name="connsiteX166" fmla="*/ 2433298 w 2548234"/>
                <a:gd name="connsiteY166" fmla="*/ 239056 h 1172439"/>
                <a:gd name="connsiteX167" fmla="*/ 2470030 w 2548234"/>
                <a:gd name="connsiteY167" fmla="*/ 252378 h 1172439"/>
                <a:gd name="connsiteX168" fmla="*/ 2515612 w 2548234"/>
                <a:gd name="connsiteY168" fmla="*/ 260181 h 1172439"/>
                <a:gd name="connsiteX169" fmla="*/ 2534930 w 2548234"/>
                <a:gd name="connsiteY169" fmla="*/ 182958 h 1172439"/>
                <a:gd name="connsiteX170" fmla="*/ 2468127 w 2548234"/>
                <a:gd name="connsiteY170" fmla="*/ 186717 h 1172439"/>
                <a:gd name="connsiteX171" fmla="*/ 1141206 w 2548234"/>
                <a:gd name="connsiteY171" fmla="*/ 38885 h 1172439"/>
                <a:gd name="connsiteX172" fmla="*/ 1148533 w 2548234"/>
                <a:gd name="connsiteY172" fmla="*/ 45451 h 1172439"/>
                <a:gd name="connsiteX173" fmla="*/ 1141919 w 2548234"/>
                <a:gd name="connsiteY173" fmla="*/ 52493 h 1172439"/>
                <a:gd name="connsiteX174" fmla="*/ 1134925 w 2548234"/>
                <a:gd name="connsiteY174" fmla="*/ 46117 h 1172439"/>
                <a:gd name="connsiteX175" fmla="*/ 1141206 w 2548234"/>
                <a:gd name="connsiteY175" fmla="*/ 38885 h 1172439"/>
                <a:gd name="connsiteX176" fmla="*/ 1040954 w 2548234"/>
                <a:gd name="connsiteY176" fmla="*/ 972935 h 1172439"/>
                <a:gd name="connsiteX177" fmla="*/ 1034245 w 2548234"/>
                <a:gd name="connsiteY177" fmla="*/ 966131 h 1172439"/>
                <a:gd name="connsiteX178" fmla="*/ 1041001 w 2548234"/>
                <a:gd name="connsiteY178" fmla="*/ 959422 h 1172439"/>
                <a:gd name="connsiteX179" fmla="*/ 1047853 w 2548234"/>
                <a:gd name="connsiteY179" fmla="*/ 966226 h 1172439"/>
                <a:gd name="connsiteX180" fmla="*/ 1040954 w 2548234"/>
                <a:gd name="connsiteY180" fmla="*/ 972935 h 1172439"/>
                <a:gd name="connsiteX181" fmla="*/ 735631 w 2548234"/>
                <a:gd name="connsiteY181" fmla="*/ 623933 h 1172439"/>
                <a:gd name="connsiteX182" fmla="*/ 733823 w 2548234"/>
                <a:gd name="connsiteY182" fmla="*/ 549232 h 1172439"/>
                <a:gd name="connsiteX183" fmla="*/ 735631 w 2548234"/>
                <a:gd name="connsiteY183" fmla="*/ 623933 h 1172439"/>
                <a:gd name="connsiteX184" fmla="*/ 1703130 w 2548234"/>
                <a:gd name="connsiteY184" fmla="*/ 621649 h 1172439"/>
                <a:gd name="connsiteX185" fmla="*/ 1709886 w 2548234"/>
                <a:gd name="connsiteY185" fmla="*/ 628263 h 1172439"/>
                <a:gd name="connsiteX186" fmla="*/ 1703986 w 2548234"/>
                <a:gd name="connsiteY186" fmla="*/ 635638 h 1172439"/>
                <a:gd name="connsiteX187" fmla="*/ 1696231 w 2548234"/>
                <a:gd name="connsiteY187" fmla="*/ 628453 h 1172439"/>
                <a:gd name="connsiteX188" fmla="*/ 1703130 w 2548234"/>
                <a:gd name="connsiteY188" fmla="*/ 621649 h 1172439"/>
                <a:gd name="connsiteX189" fmla="*/ 1742955 w 2548234"/>
                <a:gd name="connsiteY189" fmla="*/ 510406 h 1172439"/>
                <a:gd name="connsiteX190" fmla="*/ 1750425 w 2548234"/>
                <a:gd name="connsiteY190" fmla="*/ 516735 h 1172439"/>
                <a:gd name="connsiteX191" fmla="*/ 1743478 w 2548234"/>
                <a:gd name="connsiteY191" fmla="*/ 524109 h 1172439"/>
                <a:gd name="connsiteX192" fmla="*/ 1736531 w 2548234"/>
                <a:gd name="connsiteY192" fmla="*/ 517401 h 1172439"/>
                <a:gd name="connsiteX193" fmla="*/ 1742955 w 2548234"/>
                <a:gd name="connsiteY193" fmla="*/ 510406 h 1172439"/>
                <a:gd name="connsiteX194" fmla="*/ 2502718 w 2548234"/>
                <a:gd name="connsiteY194" fmla="*/ 223449 h 1172439"/>
                <a:gd name="connsiteX195" fmla="*/ 2495629 w 2548234"/>
                <a:gd name="connsiteY195" fmla="*/ 216597 h 1172439"/>
                <a:gd name="connsiteX196" fmla="*/ 2501814 w 2548234"/>
                <a:gd name="connsiteY196" fmla="*/ 209460 h 1172439"/>
                <a:gd name="connsiteX197" fmla="*/ 2509760 w 2548234"/>
                <a:gd name="connsiteY197" fmla="*/ 216312 h 1172439"/>
                <a:gd name="connsiteX198" fmla="*/ 2502718 w 2548234"/>
                <a:gd name="connsiteY198" fmla="*/ 223449 h 117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548234" h="1172439">
                  <a:moveTo>
                    <a:pt x="2468127" y="186717"/>
                  </a:moveTo>
                  <a:cubicBezTo>
                    <a:pt x="2461942" y="194996"/>
                    <a:pt x="2455851" y="196614"/>
                    <a:pt x="2446716" y="196614"/>
                  </a:cubicBezTo>
                  <a:cubicBezTo>
                    <a:pt x="2028437" y="196471"/>
                    <a:pt x="1610205" y="196471"/>
                    <a:pt x="1191926" y="196471"/>
                  </a:cubicBezTo>
                  <a:cubicBezTo>
                    <a:pt x="1042048" y="196471"/>
                    <a:pt x="892122" y="196566"/>
                    <a:pt x="742244" y="196233"/>
                  </a:cubicBezTo>
                  <a:cubicBezTo>
                    <a:pt x="732728" y="196233"/>
                    <a:pt x="727637" y="198517"/>
                    <a:pt x="724687" y="207985"/>
                  </a:cubicBezTo>
                  <a:cubicBezTo>
                    <a:pt x="720881" y="220071"/>
                    <a:pt x="714743" y="231348"/>
                    <a:pt x="710651" y="243338"/>
                  </a:cubicBezTo>
                  <a:cubicBezTo>
                    <a:pt x="707653" y="252093"/>
                    <a:pt x="702943" y="254614"/>
                    <a:pt x="693712" y="254519"/>
                  </a:cubicBezTo>
                  <a:cubicBezTo>
                    <a:pt x="639518" y="253996"/>
                    <a:pt x="585277" y="254329"/>
                    <a:pt x="531035" y="254234"/>
                  </a:cubicBezTo>
                  <a:cubicBezTo>
                    <a:pt x="519235" y="254234"/>
                    <a:pt x="504961" y="257802"/>
                    <a:pt x="496301" y="252473"/>
                  </a:cubicBezTo>
                  <a:cubicBezTo>
                    <a:pt x="488688" y="247763"/>
                    <a:pt x="488165" y="232442"/>
                    <a:pt x="482979" y="222640"/>
                  </a:cubicBezTo>
                  <a:cubicBezTo>
                    <a:pt x="477174" y="211697"/>
                    <a:pt x="479648" y="209365"/>
                    <a:pt x="491496" y="209460"/>
                  </a:cubicBezTo>
                  <a:cubicBezTo>
                    <a:pt x="552113" y="209936"/>
                    <a:pt x="612683" y="209460"/>
                    <a:pt x="673300" y="209889"/>
                  </a:cubicBezTo>
                  <a:cubicBezTo>
                    <a:pt x="682341" y="209936"/>
                    <a:pt x="687051" y="206939"/>
                    <a:pt x="691476" y="199326"/>
                  </a:cubicBezTo>
                  <a:cubicBezTo>
                    <a:pt x="715599" y="157693"/>
                    <a:pt x="740484" y="116536"/>
                    <a:pt x="764655" y="74903"/>
                  </a:cubicBezTo>
                  <a:cubicBezTo>
                    <a:pt x="768842" y="67719"/>
                    <a:pt x="773409" y="65244"/>
                    <a:pt x="781784" y="65292"/>
                  </a:cubicBezTo>
                  <a:cubicBezTo>
                    <a:pt x="884319" y="65625"/>
                    <a:pt x="986807" y="65577"/>
                    <a:pt x="1089343" y="65387"/>
                  </a:cubicBezTo>
                  <a:cubicBezTo>
                    <a:pt x="1096242" y="65387"/>
                    <a:pt x="1100715" y="66862"/>
                    <a:pt x="1105187" y="72905"/>
                  </a:cubicBezTo>
                  <a:cubicBezTo>
                    <a:pt x="1120889" y="94316"/>
                    <a:pt x="1152102" y="97456"/>
                    <a:pt x="1171372" y="80327"/>
                  </a:cubicBezTo>
                  <a:cubicBezTo>
                    <a:pt x="1192069" y="61914"/>
                    <a:pt x="1192735" y="31510"/>
                    <a:pt x="1172799" y="12716"/>
                  </a:cubicBezTo>
                  <a:cubicBezTo>
                    <a:pt x="1153101" y="-5936"/>
                    <a:pt x="1121745" y="-4033"/>
                    <a:pt x="1105616" y="18187"/>
                  </a:cubicBezTo>
                  <a:cubicBezTo>
                    <a:pt x="1100287" y="25467"/>
                    <a:pt x="1094958" y="26371"/>
                    <a:pt x="1087440" y="26371"/>
                  </a:cubicBezTo>
                  <a:cubicBezTo>
                    <a:pt x="978100" y="26276"/>
                    <a:pt x="868760" y="26419"/>
                    <a:pt x="759373" y="26086"/>
                  </a:cubicBezTo>
                  <a:cubicBezTo>
                    <a:pt x="750476" y="26038"/>
                    <a:pt x="745718" y="28750"/>
                    <a:pt x="741197" y="36506"/>
                  </a:cubicBezTo>
                  <a:cubicBezTo>
                    <a:pt x="717312" y="77758"/>
                    <a:pt x="692475" y="118439"/>
                    <a:pt x="668590" y="159644"/>
                  </a:cubicBezTo>
                  <a:cubicBezTo>
                    <a:pt x="664308" y="167019"/>
                    <a:pt x="659740" y="169445"/>
                    <a:pt x="651461" y="169398"/>
                  </a:cubicBezTo>
                  <a:cubicBezTo>
                    <a:pt x="588607" y="169065"/>
                    <a:pt x="525706" y="169065"/>
                    <a:pt x="462852" y="169398"/>
                  </a:cubicBezTo>
                  <a:cubicBezTo>
                    <a:pt x="455192" y="169445"/>
                    <a:pt x="450577" y="166733"/>
                    <a:pt x="445771" y="161071"/>
                  </a:cubicBezTo>
                  <a:cubicBezTo>
                    <a:pt x="386105" y="90890"/>
                    <a:pt x="309501" y="60724"/>
                    <a:pt x="218717" y="71430"/>
                  </a:cubicBezTo>
                  <a:cubicBezTo>
                    <a:pt x="95056" y="85989"/>
                    <a:pt x="2132" y="191665"/>
                    <a:pt x="38" y="316469"/>
                  </a:cubicBezTo>
                  <a:cubicBezTo>
                    <a:pt x="-1913" y="431423"/>
                    <a:pt x="71313" y="530913"/>
                    <a:pt x="181938" y="562792"/>
                  </a:cubicBezTo>
                  <a:cubicBezTo>
                    <a:pt x="191026" y="565409"/>
                    <a:pt x="192405" y="569739"/>
                    <a:pt x="192405" y="578066"/>
                  </a:cubicBezTo>
                  <a:cubicBezTo>
                    <a:pt x="192120" y="658715"/>
                    <a:pt x="192453" y="739363"/>
                    <a:pt x="191977" y="819964"/>
                  </a:cubicBezTo>
                  <a:cubicBezTo>
                    <a:pt x="191930" y="830955"/>
                    <a:pt x="193928" y="834476"/>
                    <a:pt x="205823" y="834048"/>
                  </a:cubicBezTo>
                  <a:cubicBezTo>
                    <a:pt x="295036" y="831146"/>
                    <a:pt x="384297" y="829100"/>
                    <a:pt x="473558" y="826435"/>
                  </a:cubicBezTo>
                  <a:cubicBezTo>
                    <a:pt x="481694" y="826197"/>
                    <a:pt x="485358" y="827482"/>
                    <a:pt x="484549" y="836475"/>
                  </a:cubicBezTo>
                  <a:cubicBezTo>
                    <a:pt x="483788" y="845087"/>
                    <a:pt x="484359" y="853794"/>
                    <a:pt x="484406" y="862406"/>
                  </a:cubicBezTo>
                  <a:cubicBezTo>
                    <a:pt x="484787" y="920978"/>
                    <a:pt x="526277" y="962468"/>
                    <a:pt x="585134" y="962848"/>
                  </a:cubicBezTo>
                  <a:cubicBezTo>
                    <a:pt x="626148" y="963086"/>
                    <a:pt x="667162" y="963229"/>
                    <a:pt x="708129" y="962658"/>
                  </a:cubicBezTo>
                  <a:cubicBezTo>
                    <a:pt x="717835" y="962515"/>
                    <a:pt x="720215" y="965465"/>
                    <a:pt x="720119" y="974886"/>
                  </a:cubicBezTo>
                  <a:cubicBezTo>
                    <a:pt x="719644" y="1022276"/>
                    <a:pt x="720119" y="1069666"/>
                    <a:pt x="719691" y="1117008"/>
                  </a:cubicBezTo>
                  <a:cubicBezTo>
                    <a:pt x="719596" y="1126001"/>
                    <a:pt x="721071" y="1129570"/>
                    <a:pt x="731301" y="1129427"/>
                  </a:cubicBezTo>
                  <a:cubicBezTo>
                    <a:pt x="788255" y="1128618"/>
                    <a:pt x="845208" y="1128571"/>
                    <a:pt x="902162" y="1128476"/>
                  </a:cubicBezTo>
                  <a:cubicBezTo>
                    <a:pt x="924382" y="1128428"/>
                    <a:pt x="946554" y="1126525"/>
                    <a:pt x="968774" y="1128571"/>
                  </a:cubicBezTo>
                  <a:cubicBezTo>
                    <a:pt x="976673" y="1127238"/>
                    <a:pt x="985761" y="1121862"/>
                    <a:pt x="989615" y="1134613"/>
                  </a:cubicBezTo>
                  <a:cubicBezTo>
                    <a:pt x="989615" y="1124384"/>
                    <a:pt x="997227" y="1126810"/>
                    <a:pt x="1003080" y="1126763"/>
                  </a:cubicBezTo>
                  <a:cubicBezTo>
                    <a:pt x="1104664" y="1125859"/>
                    <a:pt x="1206296" y="1124859"/>
                    <a:pt x="1307880" y="1124288"/>
                  </a:cubicBezTo>
                  <a:cubicBezTo>
                    <a:pt x="1317824" y="1124241"/>
                    <a:pt x="1321821" y="1122576"/>
                    <a:pt x="1321678" y="1111156"/>
                  </a:cubicBezTo>
                  <a:cubicBezTo>
                    <a:pt x="1320964" y="1058294"/>
                    <a:pt x="1321059" y="1005433"/>
                    <a:pt x="1321630" y="952618"/>
                  </a:cubicBezTo>
                  <a:cubicBezTo>
                    <a:pt x="1321726" y="942341"/>
                    <a:pt x="1319109" y="939819"/>
                    <a:pt x="1308879" y="939914"/>
                  </a:cubicBezTo>
                  <a:cubicBezTo>
                    <a:pt x="1235986" y="940390"/>
                    <a:pt x="1163045" y="940152"/>
                    <a:pt x="1090152" y="940200"/>
                  </a:cubicBezTo>
                  <a:cubicBezTo>
                    <a:pt x="1083681" y="940200"/>
                    <a:pt x="1078447" y="939439"/>
                    <a:pt x="1073166" y="934252"/>
                  </a:cubicBezTo>
                  <a:cubicBezTo>
                    <a:pt x="1053039" y="914411"/>
                    <a:pt x="1023587" y="915981"/>
                    <a:pt x="1005792" y="937012"/>
                  </a:cubicBezTo>
                  <a:cubicBezTo>
                    <a:pt x="989091" y="956758"/>
                    <a:pt x="993231" y="988304"/>
                    <a:pt x="1014594" y="1003339"/>
                  </a:cubicBezTo>
                  <a:cubicBezTo>
                    <a:pt x="1036672" y="1018898"/>
                    <a:pt x="1066219" y="1012475"/>
                    <a:pt x="1080541" y="988256"/>
                  </a:cubicBezTo>
                  <a:cubicBezTo>
                    <a:pt x="1084062" y="982356"/>
                    <a:pt x="1087535" y="980215"/>
                    <a:pt x="1094291" y="980215"/>
                  </a:cubicBezTo>
                  <a:cubicBezTo>
                    <a:pt x="1153053" y="980453"/>
                    <a:pt x="1211862" y="980548"/>
                    <a:pt x="1270624" y="980168"/>
                  </a:cubicBezTo>
                  <a:cubicBezTo>
                    <a:pt x="1279427" y="980120"/>
                    <a:pt x="1281187" y="983118"/>
                    <a:pt x="1281045" y="991159"/>
                  </a:cubicBezTo>
                  <a:cubicBezTo>
                    <a:pt x="1280616" y="1018945"/>
                    <a:pt x="1280569" y="1046732"/>
                    <a:pt x="1281045" y="1074519"/>
                  </a:cubicBezTo>
                  <a:cubicBezTo>
                    <a:pt x="1281187" y="1082846"/>
                    <a:pt x="1278951" y="1085177"/>
                    <a:pt x="1270434" y="1085272"/>
                  </a:cubicBezTo>
                  <a:cubicBezTo>
                    <a:pt x="1104141" y="1086557"/>
                    <a:pt x="937847" y="1088127"/>
                    <a:pt x="771554" y="1089935"/>
                  </a:cubicBezTo>
                  <a:cubicBezTo>
                    <a:pt x="762561" y="1090031"/>
                    <a:pt x="759897" y="1087747"/>
                    <a:pt x="760039" y="1078611"/>
                  </a:cubicBezTo>
                  <a:cubicBezTo>
                    <a:pt x="760563" y="1044448"/>
                    <a:pt x="760753" y="1010238"/>
                    <a:pt x="759992" y="976123"/>
                  </a:cubicBezTo>
                  <a:cubicBezTo>
                    <a:pt x="759754" y="964942"/>
                    <a:pt x="763370" y="962658"/>
                    <a:pt x="773838" y="962753"/>
                  </a:cubicBezTo>
                  <a:cubicBezTo>
                    <a:pt x="824844" y="963276"/>
                    <a:pt x="875897" y="963324"/>
                    <a:pt x="926951" y="962848"/>
                  </a:cubicBezTo>
                  <a:cubicBezTo>
                    <a:pt x="973437" y="962420"/>
                    <a:pt x="1010645" y="932635"/>
                    <a:pt x="1021969" y="887624"/>
                  </a:cubicBezTo>
                  <a:cubicBezTo>
                    <a:pt x="1026109" y="871066"/>
                    <a:pt x="1025062" y="854080"/>
                    <a:pt x="1024348" y="837331"/>
                  </a:cubicBezTo>
                  <a:cubicBezTo>
                    <a:pt x="1023872" y="826721"/>
                    <a:pt x="1027441" y="824627"/>
                    <a:pt x="1037385" y="824675"/>
                  </a:cubicBezTo>
                  <a:cubicBezTo>
                    <a:pt x="1157669" y="825008"/>
                    <a:pt x="1277999" y="825055"/>
                    <a:pt x="1398282" y="824675"/>
                  </a:cubicBezTo>
                  <a:cubicBezTo>
                    <a:pt x="1408941" y="824627"/>
                    <a:pt x="1411748" y="827339"/>
                    <a:pt x="1411652" y="838140"/>
                  </a:cubicBezTo>
                  <a:cubicBezTo>
                    <a:pt x="1410653" y="944720"/>
                    <a:pt x="1410368" y="1051348"/>
                    <a:pt x="1409416" y="1157975"/>
                  </a:cubicBezTo>
                  <a:cubicBezTo>
                    <a:pt x="1409321" y="1167396"/>
                    <a:pt x="1411462" y="1170299"/>
                    <a:pt x="1421216" y="1170204"/>
                  </a:cubicBezTo>
                  <a:cubicBezTo>
                    <a:pt x="1459043" y="1169775"/>
                    <a:pt x="1496869" y="1170251"/>
                    <a:pt x="1534648" y="1170632"/>
                  </a:cubicBezTo>
                  <a:cubicBezTo>
                    <a:pt x="1539501" y="1170679"/>
                    <a:pt x="1544687" y="1169157"/>
                    <a:pt x="1549207" y="1172440"/>
                  </a:cubicBezTo>
                  <a:cubicBezTo>
                    <a:pt x="1553204" y="1171869"/>
                    <a:pt x="1557153" y="1170870"/>
                    <a:pt x="1561150" y="1170727"/>
                  </a:cubicBezTo>
                  <a:cubicBezTo>
                    <a:pt x="1577280" y="1170156"/>
                    <a:pt x="1585035" y="1165017"/>
                    <a:pt x="1586320" y="1153645"/>
                  </a:cubicBezTo>
                  <a:cubicBezTo>
                    <a:pt x="1587652" y="1141893"/>
                    <a:pt x="1579944" y="1134042"/>
                    <a:pt x="1564338" y="1131235"/>
                  </a:cubicBezTo>
                  <a:cubicBezTo>
                    <a:pt x="1558914" y="1126715"/>
                    <a:pt x="1552348" y="1127476"/>
                    <a:pt x="1546067" y="1127429"/>
                  </a:cubicBezTo>
                  <a:cubicBezTo>
                    <a:pt x="1522848" y="1127286"/>
                    <a:pt x="1499629" y="1127381"/>
                    <a:pt x="1476362" y="1127381"/>
                  </a:cubicBezTo>
                  <a:cubicBezTo>
                    <a:pt x="1454237" y="1127334"/>
                    <a:pt x="1454142" y="1127334"/>
                    <a:pt x="1454142" y="1105589"/>
                  </a:cubicBezTo>
                  <a:cubicBezTo>
                    <a:pt x="1454094" y="1014520"/>
                    <a:pt x="1454142" y="923452"/>
                    <a:pt x="1454142" y="832335"/>
                  </a:cubicBezTo>
                  <a:cubicBezTo>
                    <a:pt x="1454142" y="825531"/>
                    <a:pt x="1454522" y="818632"/>
                    <a:pt x="1452096" y="812066"/>
                  </a:cubicBezTo>
                  <a:cubicBezTo>
                    <a:pt x="1448480" y="803644"/>
                    <a:pt x="1455950" y="807117"/>
                    <a:pt x="1458852" y="805690"/>
                  </a:cubicBezTo>
                  <a:cubicBezTo>
                    <a:pt x="1451953" y="781948"/>
                    <a:pt x="1450335" y="780187"/>
                    <a:pt x="1430780" y="780187"/>
                  </a:cubicBezTo>
                  <a:cubicBezTo>
                    <a:pt x="1301694" y="780045"/>
                    <a:pt x="1172656" y="780092"/>
                    <a:pt x="1043571" y="780187"/>
                  </a:cubicBezTo>
                  <a:cubicBezTo>
                    <a:pt x="1037528" y="780187"/>
                    <a:pt x="1031295" y="779806"/>
                    <a:pt x="1025966" y="783470"/>
                  </a:cubicBezTo>
                  <a:cubicBezTo>
                    <a:pt x="1025966" y="783803"/>
                    <a:pt x="1025966" y="784136"/>
                    <a:pt x="1025966" y="784469"/>
                  </a:cubicBezTo>
                  <a:cubicBezTo>
                    <a:pt x="1025966" y="786278"/>
                    <a:pt x="1025681" y="788133"/>
                    <a:pt x="1025966" y="789941"/>
                  </a:cubicBezTo>
                  <a:cubicBezTo>
                    <a:pt x="1028155" y="802883"/>
                    <a:pt x="1023206" y="806737"/>
                    <a:pt x="1009836" y="806689"/>
                  </a:cubicBezTo>
                  <a:cubicBezTo>
                    <a:pt x="841592" y="806214"/>
                    <a:pt x="673348" y="806404"/>
                    <a:pt x="505151" y="806404"/>
                  </a:cubicBezTo>
                  <a:cubicBezTo>
                    <a:pt x="484930" y="806404"/>
                    <a:pt x="484882" y="806404"/>
                    <a:pt x="484359" y="786420"/>
                  </a:cubicBezTo>
                  <a:cubicBezTo>
                    <a:pt x="464755" y="779569"/>
                    <a:pt x="444534" y="782994"/>
                    <a:pt x="424693" y="783756"/>
                  </a:cubicBezTo>
                  <a:cubicBezTo>
                    <a:pt x="367406" y="785849"/>
                    <a:pt x="310167" y="788133"/>
                    <a:pt x="252832" y="788323"/>
                  </a:cubicBezTo>
                  <a:cubicBezTo>
                    <a:pt x="239034" y="788371"/>
                    <a:pt x="237416" y="786468"/>
                    <a:pt x="237416" y="772098"/>
                  </a:cubicBezTo>
                  <a:cubicBezTo>
                    <a:pt x="237226" y="711576"/>
                    <a:pt x="237512" y="651006"/>
                    <a:pt x="237179" y="590484"/>
                  </a:cubicBezTo>
                  <a:cubicBezTo>
                    <a:pt x="237131" y="580920"/>
                    <a:pt x="240604" y="578304"/>
                    <a:pt x="249930" y="577971"/>
                  </a:cubicBezTo>
                  <a:cubicBezTo>
                    <a:pt x="280952" y="576733"/>
                    <a:pt x="311594" y="572404"/>
                    <a:pt x="340809" y="561175"/>
                  </a:cubicBezTo>
                  <a:cubicBezTo>
                    <a:pt x="348517" y="558225"/>
                    <a:pt x="356463" y="556607"/>
                    <a:pt x="364789" y="556464"/>
                  </a:cubicBezTo>
                  <a:cubicBezTo>
                    <a:pt x="423932" y="555560"/>
                    <a:pt x="483026" y="556892"/>
                    <a:pt x="542216" y="554276"/>
                  </a:cubicBezTo>
                  <a:cubicBezTo>
                    <a:pt x="598551" y="551801"/>
                    <a:pt x="655077" y="553752"/>
                    <a:pt x="711555" y="553752"/>
                  </a:cubicBezTo>
                  <a:cubicBezTo>
                    <a:pt x="716979" y="553752"/>
                    <a:pt x="722498" y="553372"/>
                    <a:pt x="727827" y="555275"/>
                  </a:cubicBezTo>
                  <a:cubicBezTo>
                    <a:pt x="732443" y="558034"/>
                    <a:pt x="732348" y="562555"/>
                    <a:pt x="732300" y="567075"/>
                  </a:cubicBezTo>
                  <a:cubicBezTo>
                    <a:pt x="732157" y="585869"/>
                    <a:pt x="732681" y="604663"/>
                    <a:pt x="732014" y="623457"/>
                  </a:cubicBezTo>
                  <a:cubicBezTo>
                    <a:pt x="732014" y="630023"/>
                    <a:pt x="731444" y="636685"/>
                    <a:pt x="734156" y="642918"/>
                  </a:cubicBezTo>
                  <a:cubicBezTo>
                    <a:pt x="734631" y="642585"/>
                    <a:pt x="735060" y="642252"/>
                    <a:pt x="735488" y="641776"/>
                  </a:cubicBezTo>
                  <a:cubicBezTo>
                    <a:pt x="748287" y="648675"/>
                    <a:pt x="762038" y="643346"/>
                    <a:pt x="775217" y="644916"/>
                  </a:cubicBezTo>
                  <a:cubicBezTo>
                    <a:pt x="775313" y="644916"/>
                    <a:pt x="775360" y="644916"/>
                    <a:pt x="775455" y="644916"/>
                  </a:cubicBezTo>
                  <a:cubicBezTo>
                    <a:pt x="779214" y="639206"/>
                    <a:pt x="778405" y="632640"/>
                    <a:pt x="778453" y="626312"/>
                  </a:cubicBezTo>
                  <a:cubicBezTo>
                    <a:pt x="778596" y="593957"/>
                    <a:pt x="778596" y="561603"/>
                    <a:pt x="778500" y="529248"/>
                  </a:cubicBezTo>
                  <a:cubicBezTo>
                    <a:pt x="778453" y="506505"/>
                    <a:pt x="776312" y="504269"/>
                    <a:pt x="753426" y="504316"/>
                  </a:cubicBezTo>
                  <a:cubicBezTo>
                    <a:pt x="705607" y="504411"/>
                    <a:pt x="657837" y="504744"/>
                    <a:pt x="610018" y="506505"/>
                  </a:cubicBezTo>
                  <a:cubicBezTo>
                    <a:pt x="554968" y="508551"/>
                    <a:pt x="499775" y="507028"/>
                    <a:pt x="444629" y="506885"/>
                  </a:cubicBezTo>
                  <a:cubicBezTo>
                    <a:pt x="440347" y="506885"/>
                    <a:pt x="435684" y="508408"/>
                    <a:pt x="430640" y="504602"/>
                  </a:cubicBezTo>
                  <a:cubicBezTo>
                    <a:pt x="436826" y="497179"/>
                    <a:pt x="444201" y="490946"/>
                    <a:pt x="449339" y="483095"/>
                  </a:cubicBezTo>
                  <a:cubicBezTo>
                    <a:pt x="456524" y="472057"/>
                    <a:pt x="466326" y="468488"/>
                    <a:pt x="479458" y="468536"/>
                  </a:cubicBezTo>
                  <a:cubicBezTo>
                    <a:pt x="627528" y="468869"/>
                    <a:pt x="775646" y="468916"/>
                    <a:pt x="923716" y="468536"/>
                  </a:cubicBezTo>
                  <a:cubicBezTo>
                    <a:pt x="938799" y="468488"/>
                    <a:pt x="949362" y="473769"/>
                    <a:pt x="959211" y="484760"/>
                  </a:cubicBezTo>
                  <a:cubicBezTo>
                    <a:pt x="1003556" y="534292"/>
                    <a:pt x="1050089" y="581825"/>
                    <a:pt x="1094672" y="631118"/>
                  </a:cubicBezTo>
                  <a:cubicBezTo>
                    <a:pt x="1107043" y="644773"/>
                    <a:pt x="1120984" y="649579"/>
                    <a:pt x="1139255" y="649531"/>
                  </a:cubicBezTo>
                  <a:cubicBezTo>
                    <a:pt x="1304216" y="649008"/>
                    <a:pt x="1469130" y="649341"/>
                    <a:pt x="1634091" y="649008"/>
                  </a:cubicBezTo>
                  <a:cubicBezTo>
                    <a:pt x="1648175" y="648960"/>
                    <a:pt x="1659356" y="651625"/>
                    <a:pt x="1668919" y="663044"/>
                  </a:cubicBezTo>
                  <a:cubicBezTo>
                    <a:pt x="1678721" y="674796"/>
                    <a:pt x="1692044" y="680554"/>
                    <a:pt x="1707983" y="677128"/>
                  </a:cubicBezTo>
                  <a:cubicBezTo>
                    <a:pt x="1709268" y="675891"/>
                    <a:pt x="1710267" y="674131"/>
                    <a:pt x="1711789" y="673464"/>
                  </a:cubicBezTo>
                  <a:cubicBezTo>
                    <a:pt x="1746618" y="658096"/>
                    <a:pt x="1753851" y="643441"/>
                    <a:pt x="1744335" y="606899"/>
                  </a:cubicBezTo>
                  <a:cubicBezTo>
                    <a:pt x="1743716" y="599477"/>
                    <a:pt x="1739339" y="594481"/>
                    <a:pt x="1733772" y="590151"/>
                  </a:cubicBezTo>
                  <a:cubicBezTo>
                    <a:pt x="1714977" y="575591"/>
                    <a:pt x="1689998" y="575354"/>
                    <a:pt x="1672203" y="591245"/>
                  </a:cubicBezTo>
                  <a:cubicBezTo>
                    <a:pt x="1662592" y="599810"/>
                    <a:pt x="1652599" y="602903"/>
                    <a:pt x="1640086" y="602903"/>
                  </a:cubicBezTo>
                  <a:cubicBezTo>
                    <a:pt x="1478408" y="602665"/>
                    <a:pt x="1316682" y="602665"/>
                    <a:pt x="1155004" y="602950"/>
                  </a:cubicBezTo>
                  <a:cubicBezTo>
                    <a:pt x="1141777" y="602950"/>
                    <a:pt x="1131690" y="599096"/>
                    <a:pt x="1122221" y="589675"/>
                  </a:cubicBezTo>
                  <a:cubicBezTo>
                    <a:pt x="1105378" y="572975"/>
                    <a:pt x="1090104" y="554894"/>
                    <a:pt x="1073784" y="537765"/>
                  </a:cubicBezTo>
                  <a:cubicBezTo>
                    <a:pt x="1042714" y="505125"/>
                    <a:pt x="1011597" y="472533"/>
                    <a:pt x="981669" y="438846"/>
                  </a:cubicBezTo>
                  <a:cubicBezTo>
                    <a:pt x="969726" y="425380"/>
                    <a:pt x="957450" y="419242"/>
                    <a:pt x="939370" y="419290"/>
                  </a:cubicBezTo>
                  <a:cubicBezTo>
                    <a:pt x="797723" y="419813"/>
                    <a:pt x="656076" y="419528"/>
                    <a:pt x="514382" y="419623"/>
                  </a:cubicBezTo>
                  <a:cubicBezTo>
                    <a:pt x="484121" y="419623"/>
                    <a:pt x="488117" y="419290"/>
                    <a:pt x="496063" y="395262"/>
                  </a:cubicBezTo>
                  <a:cubicBezTo>
                    <a:pt x="496920" y="392645"/>
                    <a:pt x="497871" y="390076"/>
                    <a:pt x="498538" y="387459"/>
                  </a:cubicBezTo>
                  <a:cubicBezTo>
                    <a:pt x="500631" y="378989"/>
                    <a:pt x="506198" y="375611"/>
                    <a:pt x="514572" y="375849"/>
                  </a:cubicBezTo>
                  <a:cubicBezTo>
                    <a:pt x="544167" y="376706"/>
                    <a:pt x="573619" y="372899"/>
                    <a:pt x="603262" y="372709"/>
                  </a:cubicBezTo>
                  <a:cubicBezTo>
                    <a:pt x="671540" y="372328"/>
                    <a:pt x="739770" y="374089"/>
                    <a:pt x="808095" y="370948"/>
                  </a:cubicBezTo>
                  <a:cubicBezTo>
                    <a:pt x="870378" y="368094"/>
                    <a:pt x="932851" y="370330"/>
                    <a:pt x="995277" y="370282"/>
                  </a:cubicBezTo>
                  <a:cubicBezTo>
                    <a:pt x="1004031" y="370282"/>
                    <a:pt x="1010693" y="373185"/>
                    <a:pt x="1016878" y="379703"/>
                  </a:cubicBezTo>
                  <a:cubicBezTo>
                    <a:pt x="1062317" y="427569"/>
                    <a:pt x="1106424" y="476720"/>
                    <a:pt x="1151864" y="524585"/>
                  </a:cubicBezTo>
                  <a:cubicBezTo>
                    <a:pt x="1160095" y="533292"/>
                    <a:pt x="1168755" y="537146"/>
                    <a:pt x="1180507" y="537146"/>
                  </a:cubicBezTo>
                  <a:cubicBezTo>
                    <a:pt x="1310735" y="537242"/>
                    <a:pt x="1440962" y="536147"/>
                    <a:pt x="1571190" y="539621"/>
                  </a:cubicBezTo>
                  <a:cubicBezTo>
                    <a:pt x="1604876" y="540525"/>
                    <a:pt x="1638611" y="540144"/>
                    <a:pt x="1672298" y="539573"/>
                  </a:cubicBezTo>
                  <a:cubicBezTo>
                    <a:pt x="1686953" y="539335"/>
                    <a:pt x="1699038" y="541571"/>
                    <a:pt x="1710267" y="553086"/>
                  </a:cubicBezTo>
                  <a:cubicBezTo>
                    <a:pt x="1725636" y="568835"/>
                    <a:pt x="1746095" y="570310"/>
                    <a:pt x="1761035" y="560271"/>
                  </a:cubicBezTo>
                  <a:cubicBezTo>
                    <a:pt x="1791867" y="537242"/>
                    <a:pt x="1795674" y="521588"/>
                    <a:pt x="1778925" y="486616"/>
                  </a:cubicBezTo>
                  <a:cubicBezTo>
                    <a:pt x="1764937" y="464253"/>
                    <a:pt x="1730013" y="461161"/>
                    <a:pt x="1708554" y="481763"/>
                  </a:cubicBezTo>
                  <a:cubicBezTo>
                    <a:pt x="1699419" y="490565"/>
                    <a:pt x="1689998" y="493182"/>
                    <a:pt x="1678008" y="493373"/>
                  </a:cubicBezTo>
                  <a:cubicBezTo>
                    <a:pt x="1646985" y="493801"/>
                    <a:pt x="1616105" y="490422"/>
                    <a:pt x="1585178" y="490756"/>
                  </a:cubicBezTo>
                  <a:cubicBezTo>
                    <a:pt x="1456711" y="492088"/>
                    <a:pt x="1328292" y="487092"/>
                    <a:pt x="1199825" y="487711"/>
                  </a:cubicBezTo>
                  <a:cubicBezTo>
                    <a:pt x="1198445" y="487711"/>
                    <a:pt x="1197065" y="487615"/>
                    <a:pt x="1195733" y="487663"/>
                  </a:cubicBezTo>
                  <a:cubicBezTo>
                    <a:pt x="1186930" y="488043"/>
                    <a:pt x="1180412" y="484475"/>
                    <a:pt x="1174274" y="478004"/>
                  </a:cubicBezTo>
                  <a:cubicBezTo>
                    <a:pt x="1129786" y="431090"/>
                    <a:pt x="1086441" y="383081"/>
                    <a:pt x="1042096" y="335977"/>
                  </a:cubicBezTo>
                  <a:cubicBezTo>
                    <a:pt x="1031723" y="324938"/>
                    <a:pt x="1020875" y="320941"/>
                    <a:pt x="1006220" y="320656"/>
                  </a:cubicBezTo>
                  <a:cubicBezTo>
                    <a:pt x="962446" y="319799"/>
                    <a:pt x="918815" y="323320"/>
                    <a:pt x="875136" y="323606"/>
                  </a:cubicBezTo>
                  <a:cubicBezTo>
                    <a:pt x="829554" y="323891"/>
                    <a:pt x="784020" y="323558"/>
                    <a:pt x="738438" y="323701"/>
                  </a:cubicBezTo>
                  <a:cubicBezTo>
                    <a:pt x="718406" y="323749"/>
                    <a:pt x="698328" y="322702"/>
                    <a:pt x="678296" y="324367"/>
                  </a:cubicBezTo>
                  <a:cubicBezTo>
                    <a:pt x="625958" y="328697"/>
                    <a:pt x="573572" y="325319"/>
                    <a:pt x="521186" y="326365"/>
                  </a:cubicBezTo>
                  <a:cubicBezTo>
                    <a:pt x="510908" y="326556"/>
                    <a:pt x="508054" y="321227"/>
                    <a:pt x="507768" y="311901"/>
                  </a:cubicBezTo>
                  <a:cubicBezTo>
                    <a:pt x="507483" y="302004"/>
                    <a:pt x="512288" y="299054"/>
                    <a:pt x="521091" y="299387"/>
                  </a:cubicBezTo>
                  <a:cubicBezTo>
                    <a:pt x="525658" y="299578"/>
                    <a:pt x="530178" y="299387"/>
                    <a:pt x="534746" y="299387"/>
                  </a:cubicBezTo>
                  <a:cubicBezTo>
                    <a:pt x="594460" y="299387"/>
                    <a:pt x="654125" y="299054"/>
                    <a:pt x="713839" y="299625"/>
                  </a:cubicBezTo>
                  <a:cubicBezTo>
                    <a:pt x="729445" y="299768"/>
                    <a:pt x="738676" y="294201"/>
                    <a:pt x="743339" y="279308"/>
                  </a:cubicBezTo>
                  <a:cubicBezTo>
                    <a:pt x="746289" y="269792"/>
                    <a:pt x="750618" y="260657"/>
                    <a:pt x="754472" y="251379"/>
                  </a:cubicBezTo>
                  <a:cubicBezTo>
                    <a:pt x="757851" y="243243"/>
                    <a:pt x="763560" y="239246"/>
                    <a:pt x="772363" y="239341"/>
                  </a:cubicBezTo>
                  <a:cubicBezTo>
                    <a:pt x="776930" y="239389"/>
                    <a:pt x="781450" y="239246"/>
                    <a:pt x="786018" y="239246"/>
                  </a:cubicBezTo>
                  <a:cubicBezTo>
                    <a:pt x="1335096" y="239246"/>
                    <a:pt x="1884221" y="239293"/>
                    <a:pt x="2433298" y="239056"/>
                  </a:cubicBezTo>
                  <a:cubicBezTo>
                    <a:pt x="2447620" y="239056"/>
                    <a:pt x="2459230" y="241482"/>
                    <a:pt x="2470030" y="252378"/>
                  </a:cubicBezTo>
                  <a:cubicBezTo>
                    <a:pt x="2484685" y="267128"/>
                    <a:pt x="2501433" y="268746"/>
                    <a:pt x="2515612" y="260181"/>
                  </a:cubicBezTo>
                  <a:cubicBezTo>
                    <a:pt x="2550822" y="244527"/>
                    <a:pt x="2557959" y="215884"/>
                    <a:pt x="2534930" y="182958"/>
                  </a:cubicBezTo>
                  <a:cubicBezTo>
                    <a:pt x="2510331" y="165686"/>
                    <a:pt x="2483258" y="166448"/>
                    <a:pt x="2468127" y="186717"/>
                  </a:cubicBezTo>
                  <a:close/>
                  <a:moveTo>
                    <a:pt x="1141206" y="38885"/>
                  </a:moveTo>
                  <a:cubicBezTo>
                    <a:pt x="1145250" y="38694"/>
                    <a:pt x="1148057" y="41692"/>
                    <a:pt x="1148533" y="45451"/>
                  </a:cubicBezTo>
                  <a:cubicBezTo>
                    <a:pt x="1149056" y="49781"/>
                    <a:pt x="1145678" y="51589"/>
                    <a:pt x="1141919" y="52493"/>
                  </a:cubicBezTo>
                  <a:cubicBezTo>
                    <a:pt x="1137685" y="52445"/>
                    <a:pt x="1135020" y="50637"/>
                    <a:pt x="1134925" y="46117"/>
                  </a:cubicBezTo>
                  <a:cubicBezTo>
                    <a:pt x="1134877" y="41930"/>
                    <a:pt x="1137161" y="39075"/>
                    <a:pt x="1141206" y="38885"/>
                  </a:cubicBezTo>
                  <a:close/>
                  <a:moveTo>
                    <a:pt x="1040954" y="972935"/>
                  </a:moveTo>
                  <a:cubicBezTo>
                    <a:pt x="1036672" y="972983"/>
                    <a:pt x="1034245" y="970318"/>
                    <a:pt x="1034245" y="966131"/>
                  </a:cubicBezTo>
                  <a:cubicBezTo>
                    <a:pt x="1034245" y="961849"/>
                    <a:pt x="1036767" y="959375"/>
                    <a:pt x="1041001" y="959422"/>
                  </a:cubicBezTo>
                  <a:cubicBezTo>
                    <a:pt x="1045236" y="959422"/>
                    <a:pt x="1047520" y="961897"/>
                    <a:pt x="1047853" y="966226"/>
                  </a:cubicBezTo>
                  <a:cubicBezTo>
                    <a:pt x="1047377" y="970318"/>
                    <a:pt x="1045189" y="972935"/>
                    <a:pt x="1040954" y="972935"/>
                  </a:cubicBezTo>
                  <a:close/>
                  <a:moveTo>
                    <a:pt x="735631" y="623933"/>
                  </a:moveTo>
                  <a:cubicBezTo>
                    <a:pt x="732919" y="599096"/>
                    <a:pt x="734346" y="574117"/>
                    <a:pt x="733823" y="549232"/>
                  </a:cubicBezTo>
                  <a:cubicBezTo>
                    <a:pt x="738771" y="574021"/>
                    <a:pt x="735916" y="599001"/>
                    <a:pt x="735631" y="623933"/>
                  </a:cubicBezTo>
                  <a:close/>
                  <a:moveTo>
                    <a:pt x="1703130" y="621649"/>
                  </a:moveTo>
                  <a:cubicBezTo>
                    <a:pt x="1706698" y="621507"/>
                    <a:pt x="1709934" y="623743"/>
                    <a:pt x="1709886" y="628263"/>
                  </a:cubicBezTo>
                  <a:cubicBezTo>
                    <a:pt x="1710219" y="632545"/>
                    <a:pt x="1707935" y="635448"/>
                    <a:pt x="1703986" y="635638"/>
                  </a:cubicBezTo>
                  <a:cubicBezTo>
                    <a:pt x="1699561" y="635876"/>
                    <a:pt x="1696278" y="633164"/>
                    <a:pt x="1696231" y="628453"/>
                  </a:cubicBezTo>
                  <a:cubicBezTo>
                    <a:pt x="1696136" y="624171"/>
                    <a:pt x="1699657" y="621792"/>
                    <a:pt x="1703130" y="621649"/>
                  </a:cubicBezTo>
                  <a:close/>
                  <a:moveTo>
                    <a:pt x="1742955" y="510406"/>
                  </a:moveTo>
                  <a:cubicBezTo>
                    <a:pt x="1746904" y="510454"/>
                    <a:pt x="1749758" y="512547"/>
                    <a:pt x="1750425" y="516735"/>
                  </a:cubicBezTo>
                  <a:cubicBezTo>
                    <a:pt x="1749806" y="520922"/>
                    <a:pt x="1747427" y="523872"/>
                    <a:pt x="1743478" y="524109"/>
                  </a:cubicBezTo>
                  <a:cubicBezTo>
                    <a:pt x="1739386" y="524347"/>
                    <a:pt x="1736769" y="521683"/>
                    <a:pt x="1736531" y="517401"/>
                  </a:cubicBezTo>
                  <a:cubicBezTo>
                    <a:pt x="1736293" y="513023"/>
                    <a:pt x="1738625" y="510359"/>
                    <a:pt x="1742955" y="510406"/>
                  </a:cubicBezTo>
                  <a:close/>
                  <a:moveTo>
                    <a:pt x="2502718" y="223449"/>
                  </a:moveTo>
                  <a:cubicBezTo>
                    <a:pt x="2498721" y="222878"/>
                    <a:pt x="2496104" y="220261"/>
                    <a:pt x="2495629" y="216597"/>
                  </a:cubicBezTo>
                  <a:cubicBezTo>
                    <a:pt x="2495105" y="212553"/>
                    <a:pt x="2497770" y="209746"/>
                    <a:pt x="2501814" y="209460"/>
                  </a:cubicBezTo>
                  <a:cubicBezTo>
                    <a:pt x="2506382" y="209127"/>
                    <a:pt x="2509903" y="211649"/>
                    <a:pt x="2509760" y="216312"/>
                  </a:cubicBezTo>
                  <a:cubicBezTo>
                    <a:pt x="2509665" y="220023"/>
                    <a:pt x="2506620" y="222497"/>
                    <a:pt x="2502718" y="223449"/>
                  </a:cubicBezTo>
                  <a:close/>
                </a:path>
              </a:pathLst>
            </a:custGeom>
            <a:solidFill>
              <a:srgbClr val="1C97C3"/>
            </a:solidFill>
            <a:ln w="4754" cap="flat">
              <a:noFill/>
              <a:prstDash val="solid"/>
              <a:miter/>
            </a:ln>
          </p:spPr>
          <p:txBody>
            <a:bodyPr rtlCol="0" anchor="ctr"/>
            <a:lstStyle/>
            <a:p>
              <a:endParaRPr lang="en-US"/>
            </a:p>
          </p:txBody>
        </p:sp>
        <p:sp>
          <p:nvSpPr>
            <p:cNvPr id="50" name="Freeform: Shape 199">
              <a:extLst>
                <a:ext uri="{FF2B5EF4-FFF2-40B4-BE49-F238E27FC236}">
                  <a16:creationId xmlns:a16="http://schemas.microsoft.com/office/drawing/2014/main" id="{9A5E04B2-B10F-4D4D-8608-C46F8E8C800C}"/>
                </a:ext>
              </a:extLst>
            </p:cNvPr>
            <p:cNvSpPr/>
            <p:nvPr/>
          </p:nvSpPr>
          <p:spPr>
            <a:xfrm>
              <a:off x="3858715" y="786839"/>
              <a:ext cx="1272936" cy="1136158"/>
            </a:xfrm>
            <a:custGeom>
              <a:avLst/>
              <a:gdLst>
                <a:gd name="connsiteX0" fmla="*/ 275573 w 1272936"/>
                <a:gd name="connsiteY0" fmla="*/ 664155 h 1136158"/>
                <a:gd name="connsiteX1" fmla="*/ 278428 w 1272936"/>
                <a:gd name="connsiteY1" fmla="*/ 634798 h 1136158"/>
                <a:gd name="connsiteX2" fmla="*/ 278570 w 1272936"/>
                <a:gd name="connsiteY2" fmla="*/ 376532 h 1136158"/>
                <a:gd name="connsiteX3" fmla="*/ 295509 w 1272936"/>
                <a:gd name="connsiteY3" fmla="*/ 357547 h 1136158"/>
                <a:gd name="connsiteX4" fmla="*/ 415792 w 1272936"/>
                <a:gd name="connsiteY4" fmla="*/ 357405 h 1136158"/>
                <a:gd name="connsiteX5" fmla="*/ 435300 w 1272936"/>
                <a:gd name="connsiteY5" fmla="*/ 368919 h 1136158"/>
                <a:gd name="connsiteX6" fmla="*/ 491064 w 1272936"/>
                <a:gd name="connsiteY6" fmla="*/ 401274 h 1136158"/>
                <a:gd name="connsiteX7" fmla="*/ 641371 w 1272936"/>
                <a:gd name="connsiteY7" fmla="*/ 401274 h 1136158"/>
                <a:gd name="connsiteX8" fmla="*/ 702416 w 1272936"/>
                <a:gd name="connsiteY8" fmla="*/ 367777 h 1136158"/>
                <a:gd name="connsiteX9" fmla="*/ 717452 w 1272936"/>
                <a:gd name="connsiteY9" fmla="*/ 357738 h 1136158"/>
                <a:gd name="connsiteX10" fmla="*/ 784255 w 1272936"/>
                <a:gd name="connsiteY10" fmla="*/ 360117 h 1136158"/>
                <a:gd name="connsiteX11" fmla="*/ 794627 w 1272936"/>
                <a:gd name="connsiteY11" fmla="*/ 371774 h 1136158"/>
                <a:gd name="connsiteX12" fmla="*/ 797482 w 1272936"/>
                <a:gd name="connsiteY12" fmla="*/ 431773 h 1136158"/>
                <a:gd name="connsiteX13" fmla="*/ 797577 w 1272936"/>
                <a:gd name="connsiteY13" fmla="*/ 818506 h 1136158"/>
                <a:gd name="connsiteX14" fmla="*/ 777403 w 1272936"/>
                <a:gd name="connsiteY14" fmla="*/ 838299 h 1136158"/>
                <a:gd name="connsiteX15" fmla="*/ 617533 w 1272936"/>
                <a:gd name="connsiteY15" fmla="*/ 838395 h 1136158"/>
                <a:gd name="connsiteX16" fmla="*/ 597835 w 1272936"/>
                <a:gd name="connsiteY16" fmla="*/ 841107 h 1136158"/>
                <a:gd name="connsiteX17" fmla="*/ 596883 w 1272936"/>
                <a:gd name="connsiteY17" fmla="*/ 842296 h 1136158"/>
                <a:gd name="connsiteX18" fmla="*/ 599024 w 1272936"/>
                <a:gd name="connsiteY18" fmla="*/ 877839 h 1136158"/>
                <a:gd name="connsiteX19" fmla="*/ 608064 w 1272936"/>
                <a:gd name="connsiteY19" fmla="*/ 882216 h 1136158"/>
                <a:gd name="connsiteX20" fmla="*/ 618865 w 1272936"/>
                <a:gd name="connsiteY20" fmla="*/ 882168 h 1136158"/>
                <a:gd name="connsiteX21" fmla="*/ 635471 w 1272936"/>
                <a:gd name="connsiteY21" fmla="*/ 880694 h 1136158"/>
                <a:gd name="connsiteX22" fmla="*/ 786253 w 1272936"/>
                <a:gd name="connsiteY22" fmla="*/ 881502 h 1136158"/>
                <a:gd name="connsiteX23" fmla="*/ 786253 w 1272936"/>
                <a:gd name="connsiteY23" fmla="*/ 881502 h 1136158"/>
                <a:gd name="connsiteX24" fmla="*/ 786253 w 1272936"/>
                <a:gd name="connsiteY24" fmla="*/ 881502 h 1136158"/>
                <a:gd name="connsiteX25" fmla="*/ 827219 w 1272936"/>
                <a:gd name="connsiteY25" fmla="*/ 881931 h 1136158"/>
                <a:gd name="connsiteX26" fmla="*/ 843207 w 1272936"/>
                <a:gd name="connsiteY26" fmla="*/ 866515 h 1136158"/>
                <a:gd name="connsiteX27" fmla="*/ 840304 w 1272936"/>
                <a:gd name="connsiteY27" fmla="*/ 328143 h 1136158"/>
                <a:gd name="connsiteX28" fmla="*/ 827077 w 1272936"/>
                <a:gd name="connsiteY28" fmla="*/ 315344 h 1136158"/>
                <a:gd name="connsiteX29" fmla="*/ 713645 w 1272936"/>
                <a:gd name="connsiteY29" fmla="*/ 314059 h 1136158"/>
                <a:gd name="connsiteX30" fmla="*/ 701417 w 1272936"/>
                <a:gd name="connsiteY30" fmla="*/ 306541 h 1136158"/>
                <a:gd name="connsiteX31" fmla="*/ 671251 w 1272936"/>
                <a:gd name="connsiteY31" fmla="*/ 272331 h 1136158"/>
                <a:gd name="connsiteX32" fmla="*/ 704748 w 1272936"/>
                <a:gd name="connsiteY32" fmla="*/ 240262 h 1136158"/>
                <a:gd name="connsiteX33" fmla="*/ 720402 w 1272936"/>
                <a:gd name="connsiteY33" fmla="*/ 230032 h 1136158"/>
                <a:gd name="connsiteX34" fmla="*/ 921286 w 1272936"/>
                <a:gd name="connsiteY34" fmla="*/ 228890 h 1136158"/>
                <a:gd name="connsiteX35" fmla="*/ 933181 w 1272936"/>
                <a:gd name="connsiteY35" fmla="*/ 241261 h 1136158"/>
                <a:gd name="connsiteX36" fmla="*/ 935037 w 1272936"/>
                <a:gd name="connsiteY36" fmla="*/ 356025 h 1136158"/>
                <a:gd name="connsiteX37" fmla="*/ 943791 w 1272936"/>
                <a:gd name="connsiteY37" fmla="*/ 973523 h 1136158"/>
                <a:gd name="connsiteX38" fmla="*/ 955639 w 1272936"/>
                <a:gd name="connsiteY38" fmla="*/ 991556 h 1136158"/>
                <a:gd name="connsiteX39" fmla="*/ 1170607 w 1272936"/>
                <a:gd name="connsiteY39" fmla="*/ 1090571 h 1136158"/>
                <a:gd name="connsiteX40" fmla="*/ 1184691 w 1272936"/>
                <a:gd name="connsiteY40" fmla="*/ 1105225 h 1136158"/>
                <a:gd name="connsiteX41" fmla="*/ 1245594 w 1272936"/>
                <a:gd name="connsiteY41" fmla="*/ 1132346 h 1136158"/>
                <a:gd name="connsiteX42" fmla="*/ 1267909 w 1272936"/>
                <a:gd name="connsiteY42" fmla="*/ 1069302 h 1136158"/>
                <a:gd name="connsiteX43" fmla="*/ 1203818 w 1272936"/>
                <a:gd name="connsiteY43" fmla="*/ 1051840 h 1136158"/>
                <a:gd name="connsiteX44" fmla="*/ 1183264 w 1272936"/>
                <a:gd name="connsiteY44" fmla="*/ 1052792 h 1136158"/>
                <a:gd name="connsiteX45" fmla="*/ 995559 w 1272936"/>
                <a:gd name="connsiteY45" fmla="*/ 966148 h 1136158"/>
                <a:gd name="connsiteX46" fmla="*/ 983521 w 1272936"/>
                <a:gd name="connsiteY46" fmla="*/ 947925 h 1136158"/>
                <a:gd name="connsiteX47" fmla="*/ 980428 w 1272936"/>
                <a:gd name="connsiteY47" fmla="*/ 760791 h 1136158"/>
                <a:gd name="connsiteX48" fmla="*/ 972054 w 1272936"/>
                <a:gd name="connsiteY48" fmla="*/ 203387 h 1136158"/>
                <a:gd name="connsiteX49" fmla="*/ 956971 w 1272936"/>
                <a:gd name="connsiteY49" fmla="*/ 188875 h 1136158"/>
                <a:gd name="connsiteX50" fmla="*/ 719165 w 1272936"/>
                <a:gd name="connsiteY50" fmla="*/ 189541 h 1136158"/>
                <a:gd name="connsiteX51" fmla="*/ 706508 w 1272936"/>
                <a:gd name="connsiteY51" fmla="*/ 185306 h 1136158"/>
                <a:gd name="connsiteX52" fmla="*/ 676580 w 1272936"/>
                <a:gd name="connsiteY52" fmla="*/ 149907 h 1136158"/>
                <a:gd name="connsiteX53" fmla="*/ 703511 w 1272936"/>
                <a:gd name="connsiteY53" fmla="*/ 121311 h 1136158"/>
                <a:gd name="connsiteX54" fmla="*/ 721020 w 1272936"/>
                <a:gd name="connsiteY54" fmla="*/ 109939 h 1136158"/>
                <a:gd name="connsiteX55" fmla="*/ 734676 w 1272936"/>
                <a:gd name="connsiteY55" fmla="*/ 109987 h 1136158"/>
                <a:gd name="connsiteX56" fmla="*/ 995702 w 1272936"/>
                <a:gd name="connsiteY56" fmla="*/ 109130 h 1136158"/>
                <a:gd name="connsiteX57" fmla="*/ 1012117 w 1272936"/>
                <a:gd name="connsiteY57" fmla="*/ 92525 h 1136158"/>
                <a:gd name="connsiteX58" fmla="*/ 1013735 w 1272936"/>
                <a:gd name="connsiteY58" fmla="*/ 50749 h 1136158"/>
                <a:gd name="connsiteX59" fmla="*/ 1010547 w 1272936"/>
                <a:gd name="connsiteY59" fmla="*/ 25627 h 1136158"/>
                <a:gd name="connsiteX60" fmla="*/ 1000555 w 1272936"/>
                <a:gd name="connsiteY60" fmla="*/ 2312 h 1136158"/>
                <a:gd name="connsiteX61" fmla="*/ 975480 w 1272936"/>
                <a:gd name="connsiteY61" fmla="*/ 6404 h 1136158"/>
                <a:gd name="connsiteX62" fmla="*/ 971531 w 1272936"/>
                <a:gd name="connsiteY62" fmla="*/ 58790 h 1136158"/>
                <a:gd name="connsiteX63" fmla="*/ 961967 w 1272936"/>
                <a:gd name="connsiteY63" fmla="*/ 69067 h 1136158"/>
                <a:gd name="connsiteX64" fmla="*/ 715977 w 1272936"/>
                <a:gd name="connsiteY64" fmla="*/ 70780 h 1136158"/>
                <a:gd name="connsiteX65" fmla="*/ 705319 w 1272936"/>
                <a:gd name="connsiteY65" fmla="*/ 63596 h 1136158"/>
                <a:gd name="connsiteX66" fmla="*/ 650696 w 1272936"/>
                <a:gd name="connsiteY66" fmla="*/ 27387 h 1136158"/>
                <a:gd name="connsiteX67" fmla="*/ 492159 w 1272936"/>
                <a:gd name="connsiteY67" fmla="*/ 27863 h 1136158"/>
                <a:gd name="connsiteX68" fmla="*/ 440772 w 1272936"/>
                <a:gd name="connsiteY68" fmla="*/ 62787 h 1136158"/>
                <a:gd name="connsiteX69" fmla="*/ 427021 w 1272936"/>
                <a:gd name="connsiteY69" fmla="*/ 71780 h 1136158"/>
                <a:gd name="connsiteX70" fmla="*/ 97622 w 1272936"/>
                <a:gd name="connsiteY70" fmla="*/ 72113 h 1136158"/>
                <a:gd name="connsiteX71" fmla="*/ 81873 w 1272936"/>
                <a:gd name="connsiteY71" fmla="*/ 64785 h 1136158"/>
                <a:gd name="connsiteX72" fmla="*/ 15689 w 1272936"/>
                <a:gd name="connsiteY72" fmla="*/ 57886 h 1136158"/>
                <a:gd name="connsiteX73" fmla="*/ 14690 w 1272936"/>
                <a:gd name="connsiteY73" fmla="*/ 125450 h 1136158"/>
                <a:gd name="connsiteX74" fmla="*/ 81921 w 1272936"/>
                <a:gd name="connsiteY74" fmla="*/ 119503 h 1136158"/>
                <a:gd name="connsiteX75" fmla="*/ 96385 w 1272936"/>
                <a:gd name="connsiteY75" fmla="*/ 112413 h 1136158"/>
                <a:gd name="connsiteX76" fmla="*/ 197541 w 1272936"/>
                <a:gd name="connsiteY76" fmla="*/ 112318 h 1136158"/>
                <a:gd name="connsiteX77" fmla="*/ 427164 w 1272936"/>
                <a:gd name="connsiteY77" fmla="*/ 111890 h 1136158"/>
                <a:gd name="connsiteX78" fmla="*/ 439439 w 1272936"/>
                <a:gd name="connsiteY78" fmla="*/ 117124 h 1136158"/>
                <a:gd name="connsiteX79" fmla="*/ 469272 w 1272936"/>
                <a:gd name="connsiteY79" fmla="*/ 151572 h 1136158"/>
                <a:gd name="connsiteX80" fmla="*/ 441533 w 1272936"/>
                <a:gd name="connsiteY80" fmla="*/ 181547 h 1136158"/>
                <a:gd name="connsiteX81" fmla="*/ 425879 w 1272936"/>
                <a:gd name="connsiteY81" fmla="*/ 191777 h 1136158"/>
                <a:gd name="connsiteX82" fmla="*/ 148438 w 1272936"/>
                <a:gd name="connsiteY82" fmla="*/ 191492 h 1136158"/>
                <a:gd name="connsiteX83" fmla="*/ 134307 w 1272936"/>
                <a:gd name="connsiteY83" fmla="*/ 205480 h 1136158"/>
                <a:gd name="connsiteX84" fmla="*/ 135782 w 1272936"/>
                <a:gd name="connsiteY84" fmla="*/ 454183 h 1136158"/>
                <a:gd name="connsiteX85" fmla="*/ 127645 w 1272936"/>
                <a:gd name="connsiteY85" fmla="*/ 472692 h 1136158"/>
                <a:gd name="connsiteX86" fmla="*/ 114466 w 1272936"/>
                <a:gd name="connsiteY86" fmla="*/ 522128 h 1136158"/>
                <a:gd name="connsiteX87" fmla="*/ 157050 w 1272936"/>
                <a:gd name="connsiteY87" fmla="*/ 552722 h 1136158"/>
                <a:gd name="connsiteX88" fmla="*/ 200443 w 1272936"/>
                <a:gd name="connsiteY88" fmla="*/ 521414 h 1136158"/>
                <a:gd name="connsiteX89" fmla="*/ 184552 w 1272936"/>
                <a:gd name="connsiteY89" fmla="*/ 470551 h 1136158"/>
                <a:gd name="connsiteX90" fmla="*/ 175511 w 1272936"/>
                <a:gd name="connsiteY90" fmla="*/ 454278 h 1136158"/>
                <a:gd name="connsiteX91" fmla="*/ 174560 w 1272936"/>
                <a:gd name="connsiteY91" fmla="*/ 241118 h 1136158"/>
                <a:gd name="connsiteX92" fmla="*/ 184028 w 1272936"/>
                <a:gd name="connsiteY92" fmla="*/ 230841 h 1136158"/>
                <a:gd name="connsiteX93" fmla="*/ 430019 w 1272936"/>
                <a:gd name="connsiteY93" fmla="*/ 230746 h 1136158"/>
                <a:gd name="connsiteX94" fmla="*/ 439202 w 1272936"/>
                <a:gd name="connsiteY94" fmla="*/ 234362 h 1136158"/>
                <a:gd name="connsiteX95" fmla="*/ 471176 w 1272936"/>
                <a:gd name="connsiteY95" fmla="*/ 271665 h 1136158"/>
                <a:gd name="connsiteX96" fmla="*/ 437156 w 1272936"/>
                <a:gd name="connsiteY96" fmla="*/ 303448 h 1136158"/>
                <a:gd name="connsiteX97" fmla="*/ 420455 w 1272936"/>
                <a:gd name="connsiteY97" fmla="*/ 314344 h 1136158"/>
                <a:gd name="connsiteX98" fmla="*/ 246882 w 1272936"/>
                <a:gd name="connsiteY98" fmla="*/ 314487 h 1136158"/>
                <a:gd name="connsiteX99" fmla="*/ 232893 w 1272936"/>
                <a:gd name="connsiteY99" fmla="*/ 328666 h 1136158"/>
                <a:gd name="connsiteX100" fmla="*/ 235605 w 1272936"/>
                <a:gd name="connsiteY100" fmla="*/ 664821 h 1136158"/>
                <a:gd name="connsiteX101" fmla="*/ 274621 w 1272936"/>
                <a:gd name="connsiteY101" fmla="*/ 664726 h 1136158"/>
                <a:gd name="connsiteX102" fmla="*/ 275573 w 1272936"/>
                <a:gd name="connsiteY102" fmla="*/ 664155 h 1136158"/>
                <a:gd name="connsiteX103" fmla="*/ 1227608 w 1272936"/>
                <a:gd name="connsiteY103" fmla="*/ 1083338 h 1136158"/>
                <a:gd name="connsiteX104" fmla="*/ 1234175 w 1272936"/>
                <a:gd name="connsiteY104" fmla="*/ 1090333 h 1136158"/>
                <a:gd name="connsiteX105" fmla="*/ 1227180 w 1272936"/>
                <a:gd name="connsiteY105" fmla="*/ 1096851 h 1136158"/>
                <a:gd name="connsiteX106" fmla="*/ 1220567 w 1272936"/>
                <a:gd name="connsiteY106" fmla="*/ 1090000 h 1136158"/>
                <a:gd name="connsiteX107" fmla="*/ 1227608 w 1272936"/>
                <a:gd name="connsiteY107" fmla="*/ 1083338 h 1136158"/>
                <a:gd name="connsiteX108" fmla="*/ 46140 w 1272936"/>
                <a:gd name="connsiteY108" fmla="*/ 98853 h 1136158"/>
                <a:gd name="connsiteX109" fmla="*/ 39146 w 1272936"/>
                <a:gd name="connsiteY109" fmla="*/ 92382 h 1136158"/>
                <a:gd name="connsiteX110" fmla="*/ 45617 w 1272936"/>
                <a:gd name="connsiteY110" fmla="*/ 85435 h 1136158"/>
                <a:gd name="connsiteX111" fmla="*/ 52706 w 1272936"/>
                <a:gd name="connsiteY111" fmla="*/ 91811 h 1136158"/>
                <a:gd name="connsiteX112" fmla="*/ 46140 w 1272936"/>
                <a:gd name="connsiteY112" fmla="*/ 98853 h 1136158"/>
                <a:gd name="connsiteX113" fmla="*/ 157478 w 1272936"/>
                <a:gd name="connsiteY113" fmla="*/ 514087 h 1136158"/>
                <a:gd name="connsiteX114" fmla="*/ 150912 w 1272936"/>
                <a:gd name="connsiteY114" fmla="*/ 506950 h 1136158"/>
                <a:gd name="connsiteX115" fmla="*/ 157811 w 1272936"/>
                <a:gd name="connsiteY115" fmla="*/ 500384 h 1136158"/>
                <a:gd name="connsiteX116" fmla="*/ 164568 w 1272936"/>
                <a:gd name="connsiteY116" fmla="*/ 507283 h 1136158"/>
                <a:gd name="connsiteX117" fmla="*/ 157478 w 1272936"/>
                <a:gd name="connsiteY117" fmla="*/ 514087 h 11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272936" h="1136158">
                  <a:moveTo>
                    <a:pt x="275573" y="664155"/>
                  </a:moveTo>
                  <a:cubicBezTo>
                    <a:pt x="280521" y="654829"/>
                    <a:pt x="278428" y="644600"/>
                    <a:pt x="278428" y="634798"/>
                  </a:cubicBezTo>
                  <a:cubicBezTo>
                    <a:pt x="278618" y="548725"/>
                    <a:pt x="278475" y="462605"/>
                    <a:pt x="278570" y="376532"/>
                  </a:cubicBezTo>
                  <a:cubicBezTo>
                    <a:pt x="278570" y="359070"/>
                    <a:pt x="279855" y="357642"/>
                    <a:pt x="295509" y="357547"/>
                  </a:cubicBezTo>
                  <a:cubicBezTo>
                    <a:pt x="335619" y="357357"/>
                    <a:pt x="375682" y="357595"/>
                    <a:pt x="415792" y="357405"/>
                  </a:cubicBezTo>
                  <a:cubicBezTo>
                    <a:pt x="425023" y="357357"/>
                    <a:pt x="430970" y="360402"/>
                    <a:pt x="435300" y="368919"/>
                  </a:cubicBezTo>
                  <a:cubicBezTo>
                    <a:pt x="446862" y="391424"/>
                    <a:pt x="466037" y="401321"/>
                    <a:pt x="491064" y="401274"/>
                  </a:cubicBezTo>
                  <a:cubicBezTo>
                    <a:pt x="541166" y="401131"/>
                    <a:pt x="591269" y="401083"/>
                    <a:pt x="641371" y="401274"/>
                  </a:cubicBezTo>
                  <a:cubicBezTo>
                    <a:pt x="668063" y="401369"/>
                    <a:pt x="689475" y="392471"/>
                    <a:pt x="702416" y="367777"/>
                  </a:cubicBezTo>
                  <a:cubicBezTo>
                    <a:pt x="705557" y="361734"/>
                    <a:pt x="710220" y="357785"/>
                    <a:pt x="717452" y="357738"/>
                  </a:cubicBezTo>
                  <a:cubicBezTo>
                    <a:pt x="739767" y="357500"/>
                    <a:pt x="762082" y="356596"/>
                    <a:pt x="784255" y="360117"/>
                  </a:cubicBezTo>
                  <a:cubicBezTo>
                    <a:pt x="791534" y="361259"/>
                    <a:pt x="794865" y="364780"/>
                    <a:pt x="794627" y="371774"/>
                  </a:cubicBezTo>
                  <a:cubicBezTo>
                    <a:pt x="793961" y="391853"/>
                    <a:pt x="797482" y="411741"/>
                    <a:pt x="797482" y="431773"/>
                  </a:cubicBezTo>
                  <a:cubicBezTo>
                    <a:pt x="797720" y="560668"/>
                    <a:pt x="797625" y="689563"/>
                    <a:pt x="797577" y="818506"/>
                  </a:cubicBezTo>
                  <a:cubicBezTo>
                    <a:pt x="797577" y="837538"/>
                    <a:pt x="796816" y="838299"/>
                    <a:pt x="777403" y="838299"/>
                  </a:cubicBezTo>
                  <a:cubicBezTo>
                    <a:pt x="724113" y="838395"/>
                    <a:pt x="670823" y="838252"/>
                    <a:pt x="617533" y="838395"/>
                  </a:cubicBezTo>
                  <a:cubicBezTo>
                    <a:pt x="610872" y="838395"/>
                    <a:pt x="603782" y="837300"/>
                    <a:pt x="597835" y="841107"/>
                  </a:cubicBezTo>
                  <a:cubicBezTo>
                    <a:pt x="597549" y="841535"/>
                    <a:pt x="597264" y="841916"/>
                    <a:pt x="596883" y="842296"/>
                  </a:cubicBezTo>
                  <a:cubicBezTo>
                    <a:pt x="597454" y="854429"/>
                    <a:pt x="591840" y="870036"/>
                    <a:pt x="599024" y="877839"/>
                  </a:cubicBezTo>
                  <a:cubicBezTo>
                    <a:pt x="601403" y="880408"/>
                    <a:pt x="604543" y="881693"/>
                    <a:pt x="608064" y="882216"/>
                  </a:cubicBezTo>
                  <a:cubicBezTo>
                    <a:pt x="611680" y="882168"/>
                    <a:pt x="615249" y="882168"/>
                    <a:pt x="618865" y="882168"/>
                  </a:cubicBezTo>
                  <a:cubicBezTo>
                    <a:pt x="624480" y="881598"/>
                    <a:pt x="630285" y="880598"/>
                    <a:pt x="635471" y="880694"/>
                  </a:cubicBezTo>
                  <a:cubicBezTo>
                    <a:pt x="685715" y="881264"/>
                    <a:pt x="736008" y="881264"/>
                    <a:pt x="786253" y="881502"/>
                  </a:cubicBezTo>
                  <a:cubicBezTo>
                    <a:pt x="786253" y="881502"/>
                    <a:pt x="786253" y="881502"/>
                    <a:pt x="786253" y="881502"/>
                  </a:cubicBezTo>
                  <a:cubicBezTo>
                    <a:pt x="786253" y="881502"/>
                    <a:pt x="786253" y="881502"/>
                    <a:pt x="786253" y="881502"/>
                  </a:cubicBezTo>
                  <a:cubicBezTo>
                    <a:pt x="799908" y="881598"/>
                    <a:pt x="813612" y="880979"/>
                    <a:pt x="827219" y="881931"/>
                  </a:cubicBezTo>
                  <a:cubicBezTo>
                    <a:pt x="839210" y="882787"/>
                    <a:pt x="843302" y="879647"/>
                    <a:pt x="843207" y="866515"/>
                  </a:cubicBezTo>
                  <a:cubicBezTo>
                    <a:pt x="841779" y="687089"/>
                    <a:pt x="840875" y="507616"/>
                    <a:pt x="840304" y="328143"/>
                  </a:cubicBezTo>
                  <a:cubicBezTo>
                    <a:pt x="840257" y="317437"/>
                    <a:pt x="836688" y="315344"/>
                    <a:pt x="827077" y="315344"/>
                  </a:cubicBezTo>
                  <a:cubicBezTo>
                    <a:pt x="789250" y="315296"/>
                    <a:pt x="751472" y="314392"/>
                    <a:pt x="713645" y="314059"/>
                  </a:cubicBezTo>
                  <a:cubicBezTo>
                    <a:pt x="707698" y="314011"/>
                    <a:pt x="703178" y="313393"/>
                    <a:pt x="701417" y="306541"/>
                  </a:cubicBezTo>
                  <a:cubicBezTo>
                    <a:pt x="697230" y="290507"/>
                    <a:pt x="686049" y="280229"/>
                    <a:pt x="671251" y="272331"/>
                  </a:cubicBezTo>
                  <a:cubicBezTo>
                    <a:pt x="686905" y="265812"/>
                    <a:pt x="699990" y="256391"/>
                    <a:pt x="704748" y="240262"/>
                  </a:cubicBezTo>
                  <a:cubicBezTo>
                    <a:pt x="707555" y="230793"/>
                    <a:pt x="712408" y="230032"/>
                    <a:pt x="720402" y="230032"/>
                  </a:cubicBezTo>
                  <a:cubicBezTo>
                    <a:pt x="787347" y="229937"/>
                    <a:pt x="854340" y="229699"/>
                    <a:pt x="921286" y="228890"/>
                  </a:cubicBezTo>
                  <a:cubicBezTo>
                    <a:pt x="931325" y="228747"/>
                    <a:pt x="933133" y="232173"/>
                    <a:pt x="933181" y="241261"/>
                  </a:cubicBezTo>
                  <a:cubicBezTo>
                    <a:pt x="933371" y="279516"/>
                    <a:pt x="934466" y="317770"/>
                    <a:pt x="935037" y="356025"/>
                  </a:cubicBezTo>
                  <a:cubicBezTo>
                    <a:pt x="938082" y="561857"/>
                    <a:pt x="941127" y="767690"/>
                    <a:pt x="943791" y="973523"/>
                  </a:cubicBezTo>
                  <a:cubicBezTo>
                    <a:pt x="943934" y="983229"/>
                    <a:pt x="947170" y="987702"/>
                    <a:pt x="955639" y="991556"/>
                  </a:cubicBezTo>
                  <a:cubicBezTo>
                    <a:pt x="1027390" y="1024339"/>
                    <a:pt x="1098904" y="1057645"/>
                    <a:pt x="1170607" y="1090571"/>
                  </a:cubicBezTo>
                  <a:cubicBezTo>
                    <a:pt x="1177554" y="1093758"/>
                    <a:pt x="1182074" y="1097422"/>
                    <a:pt x="1184691" y="1105225"/>
                  </a:cubicBezTo>
                  <a:cubicBezTo>
                    <a:pt x="1193351" y="1130919"/>
                    <a:pt x="1221185" y="1142861"/>
                    <a:pt x="1245594" y="1132346"/>
                  </a:cubicBezTo>
                  <a:cubicBezTo>
                    <a:pt x="1269527" y="1122021"/>
                    <a:pt x="1279947" y="1092569"/>
                    <a:pt x="1267909" y="1069302"/>
                  </a:cubicBezTo>
                  <a:cubicBezTo>
                    <a:pt x="1255776" y="1045845"/>
                    <a:pt x="1226181" y="1037043"/>
                    <a:pt x="1203818" y="1051840"/>
                  </a:cubicBezTo>
                  <a:cubicBezTo>
                    <a:pt x="1195920" y="1057074"/>
                    <a:pt x="1190496" y="1056122"/>
                    <a:pt x="1183264" y="1052792"/>
                  </a:cubicBezTo>
                  <a:cubicBezTo>
                    <a:pt x="1120790" y="1023720"/>
                    <a:pt x="1058317" y="994601"/>
                    <a:pt x="995559" y="966148"/>
                  </a:cubicBezTo>
                  <a:cubicBezTo>
                    <a:pt x="986614" y="962104"/>
                    <a:pt x="983664" y="957250"/>
                    <a:pt x="983521" y="947925"/>
                  </a:cubicBezTo>
                  <a:cubicBezTo>
                    <a:pt x="982760" y="885547"/>
                    <a:pt x="981428" y="823169"/>
                    <a:pt x="980428" y="760791"/>
                  </a:cubicBezTo>
                  <a:cubicBezTo>
                    <a:pt x="977478" y="574990"/>
                    <a:pt x="974481" y="389188"/>
                    <a:pt x="972054" y="203387"/>
                  </a:cubicBezTo>
                  <a:cubicBezTo>
                    <a:pt x="971912" y="191064"/>
                    <a:pt x="968628" y="188780"/>
                    <a:pt x="956971" y="188875"/>
                  </a:cubicBezTo>
                  <a:cubicBezTo>
                    <a:pt x="877702" y="189589"/>
                    <a:pt x="798433" y="189541"/>
                    <a:pt x="719165" y="189541"/>
                  </a:cubicBezTo>
                  <a:cubicBezTo>
                    <a:pt x="714740" y="189541"/>
                    <a:pt x="708364" y="192634"/>
                    <a:pt x="706508" y="185306"/>
                  </a:cubicBezTo>
                  <a:cubicBezTo>
                    <a:pt x="702369" y="168748"/>
                    <a:pt x="690854" y="158423"/>
                    <a:pt x="676580" y="149907"/>
                  </a:cubicBezTo>
                  <a:cubicBezTo>
                    <a:pt x="689569" y="143293"/>
                    <a:pt x="700085" y="134681"/>
                    <a:pt x="703511" y="121311"/>
                  </a:cubicBezTo>
                  <a:cubicBezTo>
                    <a:pt x="706223" y="110748"/>
                    <a:pt x="712028" y="109130"/>
                    <a:pt x="721020" y="109939"/>
                  </a:cubicBezTo>
                  <a:cubicBezTo>
                    <a:pt x="725540" y="110367"/>
                    <a:pt x="730108" y="110034"/>
                    <a:pt x="734676" y="109987"/>
                  </a:cubicBezTo>
                  <a:cubicBezTo>
                    <a:pt x="821700" y="109606"/>
                    <a:pt x="908677" y="108987"/>
                    <a:pt x="995702" y="109130"/>
                  </a:cubicBezTo>
                  <a:cubicBezTo>
                    <a:pt x="1008643" y="109130"/>
                    <a:pt x="1012593" y="105752"/>
                    <a:pt x="1012117" y="92525"/>
                  </a:cubicBezTo>
                  <a:cubicBezTo>
                    <a:pt x="1011593" y="78726"/>
                    <a:pt x="1008453" y="64452"/>
                    <a:pt x="1013735" y="50749"/>
                  </a:cubicBezTo>
                  <a:cubicBezTo>
                    <a:pt x="1010023" y="42708"/>
                    <a:pt x="1010642" y="34048"/>
                    <a:pt x="1010547" y="25627"/>
                  </a:cubicBezTo>
                  <a:cubicBezTo>
                    <a:pt x="1010404" y="16301"/>
                    <a:pt x="1010214" y="7308"/>
                    <a:pt x="1000555" y="2312"/>
                  </a:cubicBezTo>
                  <a:cubicBezTo>
                    <a:pt x="991277" y="-2493"/>
                    <a:pt x="983140" y="837"/>
                    <a:pt x="975480" y="6404"/>
                  </a:cubicBezTo>
                  <a:cubicBezTo>
                    <a:pt x="967058" y="23295"/>
                    <a:pt x="972578" y="41328"/>
                    <a:pt x="971531" y="58790"/>
                  </a:cubicBezTo>
                  <a:cubicBezTo>
                    <a:pt x="971103" y="65927"/>
                    <a:pt x="970246" y="69067"/>
                    <a:pt x="961967" y="69067"/>
                  </a:cubicBezTo>
                  <a:cubicBezTo>
                    <a:pt x="879986" y="69353"/>
                    <a:pt x="798005" y="70067"/>
                    <a:pt x="715977" y="70780"/>
                  </a:cubicBezTo>
                  <a:cubicBezTo>
                    <a:pt x="710410" y="70828"/>
                    <a:pt x="707698" y="69734"/>
                    <a:pt x="705319" y="63596"/>
                  </a:cubicBezTo>
                  <a:cubicBezTo>
                    <a:pt x="695232" y="37760"/>
                    <a:pt x="678674" y="27292"/>
                    <a:pt x="650696" y="27387"/>
                  </a:cubicBezTo>
                  <a:cubicBezTo>
                    <a:pt x="597835" y="27530"/>
                    <a:pt x="545020" y="27673"/>
                    <a:pt x="492159" y="27863"/>
                  </a:cubicBezTo>
                  <a:cubicBezTo>
                    <a:pt x="467179" y="27958"/>
                    <a:pt x="449384" y="39615"/>
                    <a:pt x="440772" y="62787"/>
                  </a:cubicBezTo>
                  <a:cubicBezTo>
                    <a:pt x="438012" y="70162"/>
                    <a:pt x="434349" y="71780"/>
                    <a:pt x="427021" y="71780"/>
                  </a:cubicBezTo>
                  <a:cubicBezTo>
                    <a:pt x="317205" y="71684"/>
                    <a:pt x="207438" y="71875"/>
                    <a:pt x="97622" y="72113"/>
                  </a:cubicBezTo>
                  <a:cubicBezTo>
                    <a:pt x="91008" y="72113"/>
                    <a:pt x="86488" y="71018"/>
                    <a:pt x="81873" y="64785"/>
                  </a:cubicBezTo>
                  <a:cubicBezTo>
                    <a:pt x="65791" y="43041"/>
                    <a:pt x="35102" y="40377"/>
                    <a:pt x="15689" y="57886"/>
                  </a:cubicBezTo>
                  <a:cubicBezTo>
                    <a:pt x="-4818" y="76395"/>
                    <a:pt x="-5294" y="106561"/>
                    <a:pt x="14690" y="125450"/>
                  </a:cubicBezTo>
                  <a:cubicBezTo>
                    <a:pt x="34197" y="143911"/>
                    <a:pt x="65125" y="141580"/>
                    <a:pt x="81921" y="119503"/>
                  </a:cubicBezTo>
                  <a:cubicBezTo>
                    <a:pt x="86108" y="113983"/>
                    <a:pt x="90009" y="112366"/>
                    <a:pt x="96385" y="112413"/>
                  </a:cubicBezTo>
                  <a:cubicBezTo>
                    <a:pt x="130072" y="112604"/>
                    <a:pt x="163806" y="112413"/>
                    <a:pt x="197541" y="112318"/>
                  </a:cubicBezTo>
                  <a:cubicBezTo>
                    <a:pt x="274098" y="112175"/>
                    <a:pt x="350607" y="111985"/>
                    <a:pt x="427164" y="111890"/>
                  </a:cubicBezTo>
                  <a:cubicBezTo>
                    <a:pt x="431874" y="111890"/>
                    <a:pt x="437441" y="110177"/>
                    <a:pt x="439439" y="117124"/>
                  </a:cubicBezTo>
                  <a:cubicBezTo>
                    <a:pt x="443912" y="132778"/>
                    <a:pt x="454665" y="143436"/>
                    <a:pt x="469272" y="151572"/>
                  </a:cubicBezTo>
                  <a:cubicBezTo>
                    <a:pt x="455617" y="158709"/>
                    <a:pt x="445387" y="168035"/>
                    <a:pt x="441533" y="181547"/>
                  </a:cubicBezTo>
                  <a:cubicBezTo>
                    <a:pt x="438868" y="190921"/>
                    <a:pt x="434015" y="191777"/>
                    <a:pt x="425879" y="191777"/>
                  </a:cubicBezTo>
                  <a:cubicBezTo>
                    <a:pt x="333383" y="191587"/>
                    <a:pt x="240934" y="191920"/>
                    <a:pt x="148438" y="191492"/>
                  </a:cubicBezTo>
                  <a:cubicBezTo>
                    <a:pt x="137209" y="191444"/>
                    <a:pt x="134164" y="193918"/>
                    <a:pt x="134307" y="205480"/>
                  </a:cubicBezTo>
                  <a:cubicBezTo>
                    <a:pt x="135211" y="288365"/>
                    <a:pt x="135211" y="371298"/>
                    <a:pt x="135782" y="454183"/>
                  </a:cubicBezTo>
                  <a:cubicBezTo>
                    <a:pt x="135829" y="461986"/>
                    <a:pt x="134212" y="467410"/>
                    <a:pt x="127645" y="472692"/>
                  </a:cubicBezTo>
                  <a:cubicBezTo>
                    <a:pt x="112896" y="484587"/>
                    <a:pt x="108138" y="504809"/>
                    <a:pt x="114466" y="522128"/>
                  </a:cubicBezTo>
                  <a:cubicBezTo>
                    <a:pt x="121175" y="540589"/>
                    <a:pt x="137875" y="552579"/>
                    <a:pt x="157050" y="552722"/>
                  </a:cubicBezTo>
                  <a:cubicBezTo>
                    <a:pt x="176558" y="552865"/>
                    <a:pt x="194115" y="540161"/>
                    <a:pt x="200443" y="521414"/>
                  </a:cubicBezTo>
                  <a:cubicBezTo>
                    <a:pt x="206867" y="502287"/>
                    <a:pt x="201300" y="482731"/>
                    <a:pt x="184552" y="470551"/>
                  </a:cubicBezTo>
                  <a:cubicBezTo>
                    <a:pt x="178461" y="466126"/>
                    <a:pt x="175511" y="462177"/>
                    <a:pt x="175511" y="454278"/>
                  </a:cubicBezTo>
                  <a:cubicBezTo>
                    <a:pt x="175511" y="383241"/>
                    <a:pt x="175178" y="312156"/>
                    <a:pt x="174560" y="241118"/>
                  </a:cubicBezTo>
                  <a:cubicBezTo>
                    <a:pt x="174512" y="233600"/>
                    <a:pt x="175797" y="230793"/>
                    <a:pt x="184028" y="230841"/>
                  </a:cubicBezTo>
                  <a:cubicBezTo>
                    <a:pt x="266009" y="231031"/>
                    <a:pt x="348038" y="230793"/>
                    <a:pt x="430019" y="230746"/>
                  </a:cubicBezTo>
                  <a:cubicBezTo>
                    <a:pt x="433540" y="230746"/>
                    <a:pt x="437964" y="229651"/>
                    <a:pt x="439202" y="234362"/>
                  </a:cubicBezTo>
                  <a:cubicBezTo>
                    <a:pt x="443769" y="251395"/>
                    <a:pt x="454856" y="263148"/>
                    <a:pt x="471176" y="271665"/>
                  </a:cubicBezTo>
                  <a:cubicBezTo>
                    <a:pt x="453856" y="277993"/>
                    <a:pt x="441866" y="287890"/>
                    <a:pt x="437156" y="303448"/>
                  </a:cubicBezTo>
                  <a:cubicBezTo>
                    <a:pt x="434158" y="313298"/>
                    <a:pt x="428972" y="314344"/>
                    <a:pt x="420455" y="314344"/>
                  </a:cubicBezTo>
                  <a:cubicBezTo>
                    <a:pt x="362597" y="314297"/>
                    <a:pt x="304739" y="314963"/>
                    <a:pt x="246882" y="314487"/>
                  </a:cubicBezTo>
                  <a:cubicBezTo>
                    <a:pt x="235367" y="314392"/>
                    <a:pt x="232798" y="317437"/>
                    <a:pt x="232893" y="328666"/>
                  </a:cubicBezTo>
                  <a:cubicBezTo>
                    <a:pt x="234130" y="440718"/>
                    <a:pt x="234796" y="552770"/>
                    <a:pt x="235605" y="664821"/>
                  </a:cubicBezTo>
                  <a:cubicBezTo>
                    <a:pt x="248595" y="664774"/>
                    <a:pt x="261632" y="664774"/>
                    <a:pt x="274621" y="664726"/>
                  </a:cubicBezTo>
                  <a:cubicBezTo>
                    <a:pt x="275049" y="664536"/>
                    <a:pt x="275287" y="664393"/>
                    <a:pt x="275573" y="664155"/>
                  </a:cubicBezTo>
                  <a:close/>
                  <a:moveTo>
                    <a:pt x="1227608" y="1083338"/>
                  </a:moveTo>
                  <a:cubicBezTo>
                    <a:pt x="1231986" y="1083338"/>
                    <a:pt x="1233841" y="1086288"/>
                    <a:pt x="1234175" y="1090333"/>
                  </a:cubicBezTo>
                  <a:cubicBezTo>
                    <a:pt x="1233794" y="1094615"/>
                    <a:pt x="1231462" y="1097041"/>
                    <a:pt x="1227180" y="1096851"/>
                  </a:cubicBezTo>
                  <a:cubicBezTo>
                    <a:pt x="1222993" y="1096661"/>
                    <a:pt x="1220329" y="1094282"/>
                    <a:pt x="1220567" y="1090000"/>
                  </a:cubicBezTo>
                  <a:cubicBezTo>
                    <a:pt x="1220757" y="1085860"/>
                    <a:pt x="1223421" y="1083338"/>
                    <a:pt x="1227608" y="1083338"/>
                  </a:cubicBezTo>
                  <a:close/>
                  <a:moveTo>
                    <a:pt x="46140" y="98853"/>
                  </a:moveTo>
                  <a:cubicBezTo>
                    <a:pt x="41811" y="98996"/>
                    <a:pt x="39289" y="96664"/>
                    <a:pt x="39146" y="92382"/>
                  </a:cubicBezTo>
                  <a:cubicBezTo>
                    <a:pt x="39003" y="88147"/>
                    <a:pt x="41239" y="85530"/>
                    <a:pt x="45617" y="85435"/>
                  </a:cubicBezTo>
                  <a:cubicBezTo>
                    <a:pt x="49899" y="85292"/>
                    <a:pt x="52231" y="87671"/>
                    <a:pt x="52706" y="91811"/>
                  </a:cubicBezTo>
                  <a:cubicBezTo>
                    <a:pt x="52516" y="96093"/>
                    <a:pt x="50470" y="98662"/>
                    <a:pt x="46140" y="98853"/>
                  </a:cubicBezTo>
                  <a:close/>
                  <a:moveTo>
                    <a:pt x="157478" y="514087"/>
                  </a:moveTo>
                  <a:cubicBezTo>
                    <a:pt x="153434" y="513992"/>
                    <a:pt x="150912" y="511184"/>
                    <a:pt x="150912" y="506950"/>
                  </a:cubicBezTo>
                  <a:cubicBezTo>
                    <a:pt x="150912" y="502477"/>
                    <a:pt x="153529" y="500479"/>
                    <a:pt x="157811" y="500384"/>
                  </a:cubicBezTo>
                  <a:cubicBezTo>
                    <a:pt x="161713" y="501050"/>
                    <a:pt x="164948" y="502858"/>
                    <a:pt x="164568" y="507283"/>
                  </a:cubicBezTo>
                  <a:cubicBezTo>
                    <a:pt x="164235" y="511232"/>
                    <a:pt x="161570" y="514182"/>
                    <a:pt x="157478" y="514087"/>
                  </a:cubicBezTo>
                  <a:close/>
                </a:path>
              </a:pathLst>
            </a:custGeom>
            <a:solidFill>
              <a:srgbClr val="1D97C3"/>
            </a:solidFill>
            <a:ln w="4754" cap="flat">
              <a:noFill/>
              <a:prstDash val="solid"/>
              <a:miter/>
            </a:ln>
          </p:spPr>
          <p:txBody>
            <a:bodyPr rtlCol="0" anchor="ctr"/>
            <a:lstStyle/>
            <a:p>
              <a:endParaRPr lang="en-US"/>
            </a:p>
          </p:txBody>
        </p:sp>
        <p:sp>
          <p:nvSpPr>
            <p:cNvPr id="51" name="Freeform: Shape 200">
              <a:extLst>
                <a:ext uri="{FF2B5EF4-FFF2-40B4-BE49-F238E27FC236}">
                  <a16:creationId xmlns:a16="http://schemas.microsoft.com/office/drawing/2014/main" id="{BF3903A1-2BEA-4A60-AB51-4C5193F871CD}"/>
                </a:ext>
              </a:extLst>
            </p:cNvPr>
            <p:cNvSpPr/>
            <p:nvPr/>
          </p:nvSpPr>
          <p:spPr>
            <a:xfrm>
              <a:off x="870845" y="1405476"/>
              <a:ext cx="560544" cy="713641"/>
            </a:xfrm>
            <a:custGeom>
              <a:avLst/>
              <a:gdLst>
                <a:gd name="connsiteX0" fmla="*/ 526715 w 560544"/>
                <a:gd name="connsiteY0" fmla="*/ 481402 h 713641"/>
                <a:gd name="connsiteX1" fmla="*/ 516913 w 560544"/>
                <a:gd name="connsiteY1" fmla="*/ 471220 h 713641"/>
                <a:gd name="connsiteX2" fmla="*/ 517104 w 560544"/>
                <a:gd name="connsiteY2" fmla="*/ 410174 h 713641"/>
                <a:gd name="connsiteX3" fmla="*/ 517246 w 560544"/>
                <a:gd name="connsiteY3" fmla="*/ 370540 h 713641"/>
                <a:gd name="connsiteX4" fmla="*/ 517151 w 560544"/>
                <a:gd name="connsiteY4" fmla="*/ 306449 h 713641"/>
                <a:gd name="connsiteX5" fmla="*/ 517199 w 560544"/>
                <a:gd name="connsiteY5" fmla="*/ 266957 h 713641"/>
                <a:gd name="connsiteX6" fmla="*/ 517199 w 560544"/>
                <a:gd name="connsiteY6" fmla="*/ 194683 h 713641"/>
                <a:gd name="connsiteX7" fmla="*/ 517104 w 560544"/>
                <a:gd name="connsiteY7" fmla="*/ 155191 h 713641"/>
                <a:gd name="connsiteX8" fmla="*/ 517056 w 560544"/>
                <a:gd name="connsiteY8" fmla="*/ 84106 h 713641"/>
                <a:gd name="connsiteX9" fmla="*/ 432315 w 560544"/>
                <a:gd name="connsiteY9" fmla="*/ 31 h 713641"/>
                <a:gd name="connsiteX10" fmla="*/ 63234 w 560544"/>
                <a:gd name="connsiteY10" fmla="*/ 79 h 713641"/>
                <a:gd name="connsiteX11" fmla="*/ 45582 w 560544"/>
                <a:gd name="connsiteY11" fmla="*/ 1411 h 713641"/>
                <a:gd name="connsiteX12" fmla="*/ 1618 w 560544"/>
                <a:gd name="connsiteY12" fmla="*/ 20063 h 713641"/>
                <a:gd name="connsiteX13" fmla="*/ 0 w 560544"/>
                <a:gd name="connsiteY13" fmla="*/ 26391 h 713641"/>
                <a:gd name="connsiteX14" fmla="*/ 0 w 560544"/>
                <a:gd name="connsiteY14" fmla="*/ 26391 h 713641"/>
                <a:gd name="connsiteX15" fmla="*/ 81933 w 560544"/>
                <a:gd name="connsiteY15" fmla="*/ 140013 h 713641"/>
                <a:gd name="connsiteX16" fmla="*/ 299756 w 560544"/>
                <a:gd name="connsiteY16" fmla="*/ 442434 h 713641"/>
                <a:gd name="connsiteX17" fmla="*/ 457247 w 560544"/>
                <a:gd name="connsiteY17" fmla="*/ 660875 h 713641"/>
                <a:gd name="connsiteX18" fmla="*/ 492695 w 560544"/>
                <a:gd name="connsiteY18" fmla="*/ 713642 h 713641"/>
                <a:gd name="connsiteX19" fmla="*/ 516961 w 560544"/>
                <a:gd name="connsiteY19" fmla="*/ 655451 h 713641"/>
                <a:gd name="connsiteX20" fmla="*/ 517056 w 560544"/>
                <a:gd name="connsiteY20" fmla="*/ 522178 h 713641"/>
                <a:gd name="connsiteX21" fmla="*/ 519197 w 560544"/>
                <a:gd name="connsiteY21" fmla="*/ 486779 h 713641"/>
                <a:gd name="connsiteX22" fmla="*/ 552361 w 560544"/>
                <a:gd name="connsiteY22" fmla="*/ 483733 h 713641"/>
                <a:gd name="connsiteX23" fmla="*/ 560544 w 560544"/>
                <a:gd name="connsiteY23" fmla="*/ 480546 h 713641"/>
                <a:gd name="connsiteX24" fmla="*/ 526715 w 560544"/>
                <a:gd name="connsiteY24" fmla="*/ 481402 h 713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60544" h="713641">
                  <a:moveTo>
                    <a:pt x="526715" y="481402"/>
                  </a:moveTo>
                  <a:cubicBezTo>
                    <a:pt x="518721" y="481925"/>
                    <a:pt x="516770" y="478690"/>
                    <a:pt x="516913" y="471220"/>
                  </a:cubicBezTo>
                  <a:cubicBezTo>
                    <a:pt x="517341" y="450855"/>
                    <a:pt x="517056" y="430491"/>
                    <a:pt x="517104" y="410174"/>
                  </a:cubicBezTo>
                  <a:cubicBezTo>
                    <a:pt x="517151" y="396947"/>
                    <a:pt x="517199" y="383767"/>
                    <a:pt x="517246" y="370540"/>
                  </a:cubicBezTo>
                  <a:cubicBezTo>
                    <a:pt x="517199" y="349176"/>
                    <a:pt x="517151" y="327812"/>
                    <a:pt x="517151" y="306449"/>
                  </a:cubicBezTo>
                  <a:cubicBezTo>
                    <a:pt x="517151" y="293269"/>
                    <a:pt x="517199" y="280137"/>
                    <a:pt x="517199" y="266957"/>
                  </a:cubicBezTo>
                  <a:cubicBezTo>
                    <a:pt x="517199" y="242881"/>
                    <a:pt x="517199" y="218758"/>
                    <a:pt x="517199" y="194683"/>
                  </a:cubicBezTo>
                  <a:cubicBezTo>
                    <a:pt x="517151" y="181503"/>
                    <a:pt x="517151" y="168371"/>
                    <a:pt x="517104" y="155191"/>
                  </a:cubicBezTo>
                  <a:cubicBezTo>
                    <a:pt x="517104" y="131496"/>
                    <a:pt x="517104" y="107801"/>
                    <a:pt x="517056" y="84106"/>
                  </a:cubicBezTo>
                  <a:cubicBezTo>
                    <a:pt x="516961" y="32529"/>
                    <a:pt x="484321" y="31"/>
                    <a:pt x="432315" y="31"/>
                  </a:cubicBezTo>
                  <a:cubicBezTo>
                    <a:pt x="309272" y="-16"/>
                    <a:pt x="186230" y="-16"/>
                    <a:pt x="63234" y="79"/>
                  </a:cubicBezTo>
                  <a:cubicBezTo>
                    <a:pt x="57334" y="79"/>
                    <a:pt x="51482" y="1221"/>
                    <a:pt x="45582" y="1411"/>
                  </a:cubicBezTo>
                  <a:cubicBezTo>
                    <a:pt x="28501" y="1982"/>
                    <a:pt x="16415" y="14115"/>
                    <a:pt x="1618" y="20063"/>
                  </a:cubicBezTo>
                  <a:cubicBezTo>
                    <a:pt x="1094" y="22156"/>
                    <a:pt x="523" y="24297"/>
                    <a:pt x="0" y="26391"/>
                  </a:cubicBezTo>
                  <a:cubicBezTo>
                    <a:pt x="0" y="26391"/>
                    <a:pt x="0" y="26391"/>
                    <a:pt x="0" y="26391"/>
                  </a:cubicBezTo>
                  <a:cubicBezTo>
                    <a:pt x="27311" y="64265"/>
                    <a:pt x="54670" y="102139"/>
                    <a:pt x="81933" y="140013"/>
                  </a:cubicBezTo>
                  <a:cubicBezTo>
                    <a:pt x="154541" y="240788"/>
                    <a:pt x="227101" y="341658"/>
                    <a:pt x="299756" y="442434"/>
                  </a:cubicBezTo>
                  <a:cubicBezTo>
                    <a:pt x="352237" y="515232"/>
                    <a:pt x="405052" y="587839"/>
                    <a:pt x="457247" y="660875"/>
                  </a:cubicBezTo>
                  <a:cubicBezTo>
                    <a:pt x="469571" y="678099"/>
                    <a:pt x="484130" y="693896"/>
                    <a:pt x="492695" y="713642"/>
                  </a:cubicBezTo>
                  <a:cubicBezTo>
                    <a:pt x="509776" y="697988"/>
                    <a:pt x="516818" y="678004"/>
                    <a:pt x="516961" y="655451"/>
                  </a:cubicBezTo>
                  <a:cubicBezTo>
                    <a:pt x="517199" y="611011"/>
                    <a:pt x="517056" y="566571"/>
                    <a:pt x="517056" y="522178"/>
                  </a:cubicBezTo>
                  <a:cubicBezTo>
                    <a:pt x="517389" y="510093"/>
                    <a:pt x="513440" y="495105"/>
                    <a:pt x="519197" y="486779"/>
                  </a:cubicBezTo>
                  <a:cubicBezTo>
                    <a:pt x="525002" y="478357"/>
                    <a:pt x="540941" y="484780"/>
                    <a:pt x="552361" y="483733"/>
                  </a:cubicBezTo>
                  <a:cubicBezTo>
                    <a:pt x="555453" y="483448"/>
                    <a:pt x="558784" y="484114"/>
                    <a:pt x="560544" y="480546"/>
                  </a:cubicBezTo>
                  <a:cubicBezTo>
                    <a:pt x="549315" y="480783"/>
                    <a:pt x="537991" y="480641"/>
                    <a:pt x="526715" y="481402"/>
                  </a:cubicBezTo>
                  <a:close/>
                </a:path>
              </a:pathLst>
            </a:custGeom>
            <a:solidFill>
              <a:srgbClr val="1D7799"/>
            </a:solidFill>
            <a:ln w="4754" cap="flat">
              <a:noFill/>
              <a:prstDash val="solid"/>
              <a:miter/>
            </a:ln>
          </p:spPr>
          <p:txBody>
            <a:bodyPr rtlCol="0" anchor="ctr"/>
            <a:lstStyle/>
            <a:p>
              <a:endParaRPr lang="en-US"/>
            </a:p>
          </p:txBody>
        </p:sp>
        <p:sp>
          <p:nvSpPr>
            <p:cNvPr id="52" name="Freeform: Shape 201">
              <a:extLst>
                <a:ext uri="{FF2B5EF4-FFF2-40B4-BE49-F238E27FC236}">
                  <a16:creationId xmlns:a16="http://schemas.microsoft.com/office/drawing/2014/main" id="{63BC7027-4954-4608-9F39-9D477195FE9D}"/>
                </a:ext>
              </a:extLst>
            </p:cNvPr>
            <p:cNvSpPr/>
            <p:nvPr/>
          </p:nvSpPr>
          <p:spPr>
            <a:xfrm>
              <a:off x="563416" y="3797133"/>
              <a:ext cx="747928" cy="621399"/>
            </a:xfrm>
            <a:custGeom>
              <a:avLst/>
              <a:gdLst>
                <a:gd name="connsiteX0" fmla="*/ 745168 w 747928"/>
                <a:gd name="connsiteY0" fmla="*/ 216303 h 621399"/>
                <a:gd name="connsiteX1" fmla="*/ 745121 w 747928"/>
                <a:gd name="connsiteY1" fmla="*/ 200363 h 621399"/>
                <a:gd name="connsiteX2" fmla="*/ 745121 w 747928"/>
                <a:gd name="connsiteY2" fmla="*/ 200363 h 621399"/>
                <a:gd name="connsiteX3" fmla="*/ 745121 w 747928"/>
                <a:gd name="connsiteY3" fmla="*/ 200363 h 621399"/>
                <a:gd name="connsiteX4" fmla="*/ 611325 w 747928"/>
                <a:gd name="connsiteY4" fmla="*/ 200221 h 621399"/>
                <a:gd name="connsiteX5" fmla="*/ 545474 w 747928"/>
                <a:gd name="connsiteY5" fmla="*/ 264026 h 621399"/>
                <a:gd name="connsiteX6" fmla="*/ 513880 w 747928"/>
                <a:gd name="connsiteY6" fmla="*/ 293002 h 621399"/>
                <a:gd name="connsiteX7" fmla="*/ 503888 w 747928"/>
                <a:gd name="connsiteY7" fmla="*/ 283105 h 621399"/>
                <a:gd name="connsiteX8" fmla="*/ 504269 w 747928"/>
                <a:gd name="connsiteY8" fmla="*/ 216207 h 621399"/>
                <a:gd name="connsiteX9" fmla="*/ 492992 w 747928"/>
                <a:gd name="connsiteY9" fmla="*/ 204741 h 621399"/>
                <a:gd name="connsiteX10" fmla="*/ 385128 w 747928"/>
                <a:gd name="connsiteY10" fmla="*/ 205216 h 621399"/>
                <a:gd name="connsiteX11" fmla="*/ 373280 w 747928"/>
                <a:gd name="connsiteY11" fmla="*/ 193036 h 621399"/>
                <a:gd name="connsiteX12" fmla="*/ 373756 w 747928"/>
                <a:gd name="connsiteY12" fmla="*/ 12801 h 621399"/>
                <a:gd name="connsiteX13" fmla="*/ 361147 w 747928"/>
                <a:gd name="connsiteY13" fmla="*/ 2 h 621399"/>
                <a:gd name="connsiteX14" fmla="*/ 22565 w 747928"/>
                <a:gd name="connsiteY14" fmla="*/ 2667 h 621399"/>
                <a:gd name="connsiteX15" fmla="*/ 4865 w 747928"/>
                <a:gd name="connsiteY15" fmla="*/ 8234 h 621399"/>
                <a:gd name="connsiteX16" fmla="*/ 17950 w 747928"/>
                <a:gd name="connsiteY16" fmla="*/ 42254 h 621399"/>
                <a:gd name="connsiteX17" fmla="*/ 40551 w 747928"/>
                <a:gd name="connsiteY17" fmla="*/ 45584 h 621399"/>
                <a:gd name="connsiteX18" fmla="*/ 304194 w 747928"/>
                <a:gd name="connsiteY18" fmla="*/ 45632 h 621399"/>
                <a:gd name="connsiteX19" fmla="*/ 330791 w 747928"/>
                <a:gd name="connsiteY19" fmla="*/ 72848 h 621399"/>
                <a:gd name="connsiteX20" fmla="*/ 330743 w 747928"/>
                <a:gd name="connsiteY20" fmla="*/ 225819 h 621399"/>
                <a:gd name="connsiteX21" fmla="*/ 352059 w 747928"/>
                <a:gd name="connsiteY21" fmla="*/ 247849 h 621399"/>
                <a:gd name="connsiteX22" fmla="*/ 436752 w 747928"/>
                <a:gd name="connsiteY22" fmla="*/ 247944 h 621399"/>
                <a:gd name="connsiteX23" fmla="*/ 459305 w 747928"/>
                <a:gd name="connsiteY23" fmla="*/ 271115 h 621399"/>
                <a:gd name="connsiteX24" fmla="*/ 459448 w 747928"/>
                <a:gd name="connsiteY24" fmla="*/ 317554 h 621399"/>
                <a:gd name="connsiteX25" fmla="*/ 479575 w 747928"/>
                <a:gd name="connsiteY25" fmla="*/ 338013 h 621399"/>
                <a:gd name="connsiteX26" fmla="*/ 528773 w 747928"/>
                <a:gd name="connsiteY26" fmla="*/ 338251 h 621399"/>
                <a:gd name="connsiteX27" fmla="*/ 541287 w 747928"/>
                <a:gd name="connsiteY27" fmla="*/ 350670 h 621399"/>
                <a:gd name="connsiteX28" fmla="*/ 541239 w 747928"/>
                <a:gd name="connsiteY28" fmla="*/ 388924 h 621399"/>
                <a:gd name="connsiteX29" fmla="*/ 529391 w 747928"/>
                <a:gd name="connsiteY29" fmla="*/ 400439 h 621399"/>
                <a:gd name="connsiteX30" fmla="*/ 420099 w 747928"/>
                <a:gd name="connsiteY30" fmla="*/ 400486 h 621399"/>
                <a:gd name="connsiteX31" fmla="*/ 407919 w 747928"/>
                <a:gd name="connsiteY31" fmla="*/ 387735 h 621399"/>
                <a:gd name="connsiteX32" fmla="*/ 407776 w 747928"/>
                <a:gd name="connsiteY32" fmla="*/ 359044 h 621399"/>
                <a:gd name="connsiteX33" fmla="*/ 384176 w 747928"/>
                <a:gd name="connsiteY33" fmla="*/ 335063 h 621399"/>
                <a:gd name="connsiteX34" fmla="*/ 276264 w 747928"/>
                <a:gd name="connsiteY34" fmla="*/ 335016 h 621399"/>
                <a:gd name="connsiteX35" fmla="*/ 249000 w 747928"/>
                <a:gd name="connsiteY35" fmla="*/ 335967 h 621399"/>
                <a:gd name="connsiteX36" fmla="*/ 228826 w 747928"/>
                <a:gd name="connsiteY36" fmla="*/ 351145 h 621399"/>
                <a:gd name="connsiteX37" fmla="*/ 258945 w 747928"/>
                <a:gd name="connsiteY37" fmla="*/ 380740 h 621399"/>
                <a:gd name="connsiteX38" fmla="*/ 353201 w 747928"/>
                <a:gd name="connsiteY38" fmla="*/ 380170 h 621399"/>
                <a:gd name="connsiteX39" fmla="*/ 362908 w 747928"/>
                <a:gd name="connsiteY39" fmla="*/ 390304 h 621399"/>
                <a:gd name="connsiteX40" fmla="*/ 362527 w 747928"/>
                <a:gd name="connsiteY40" fmla="*/ 432651 h 621399"/>
                <a:gd name="connsiteX41" fmla="*/ 374041 w 747928"/>
                <a:gd name="connsiteY41" fmla="*/ 443832 h 621399"/>
                <a:gd name="connsiteX42" fmla="*/ 527108 w 747928"/>
                <a:gd name="connsiteY42" fmla="*/ 443594 h 621399"/>
                <a:gd name="connsiteX43" fmla="*/ 573261 w 747928"/>
                <a:gd name="connsiteY43" fmla="*/ 458582 h 621399"/>
                <a:gd name="connsiteX44" fmla="*/ 580064 w 747928"/>
                <a:gd name="connsiteY44" fmla="*/ 462864 h 621399"/>
                <a:gd name="connsiteX45" fmla="*/ 606329 w 747928"/>
                <a:gd name="connsiteY45" fmla="*/ 508922 h 621399"/>
                <a:gd name="connsiteX46" fmla="*/ 606519 w 747928"/>
                <a:gd name="connsiteY46" fmla="*/ 519818 h 621399"/>
                <a:gd name="connsiteX47" fmla="*/ 596860 w 747928"/>
                <a:gd name="connsiteY47" fmla="*/ 539897 h 621399"/>
                <a:gd name="connsiteX48" fmla="*/ 588248 w 747928"/>
                <a:gd name="connsiteY48" fmla="*/ 603893 h 621399"/>
                <a:gd name="connsiteX49" fmla="*/ 651625 w 747928"/>
                <a:gd name="connsiteY49" fmla="*/ 612409 h 621399"/>
                <a:gd name="connsiteX50" fmla="*/ 659809 w 747928"/>
                <a:gd name="connsiteY50" fmla="*/ 548747 h 621399"/>
                <a:gd name="connsiteX51" fmla="*/ 646725 w 747928"/>
                <a:gd name="connsiteY51" fmla="*/ 508684 h 621399"/>
                <a:gd name="connsiteX52" fmla="*/ 646534 w 747928"/>
                <a:gd name="connsiteY52" fmla="*/ 482753 h 621399"/>
                <a:gd name="connsiteX53" fmla="*/ 657811 w 747928"/>
                <a:gd name="connsiteY53" fmla="*/ 471286 h 621399"/>
                <a:gd name="connsiteX54" fmla="*/ 747928 w 747928"/>
                <a:gd name="connsiteY54" fmla="*/ 470668 h 621399"/>
                <a:gd name="connsiteX55" fmla="*/ 747928 w 747928"/>
                <a:gd name="connsiteY55" fmla="*/ 470668 h 621399"/>
                <a:gd name="connsiteX56" fmla="*/ 745311 w 747928"/>
                <a:gd name="connsiteY56" fmla="*/ 456155 h 621399"/>
                <a:gd name="connsiteX57" fmla="*/ 745168 w 747928"/>
                <a:gd name="connsiteY57" fmla="*/ 216303 h 621399"/>
                <a:gd name="connsiteX58" fmla="*/ 623648 w 747928"/>
                <a:gd name="connsiteY58" fmla="*/ 582481 h 621399"/>
                <a:gd name="connsiteX59" fmla="*/ 617177 w 747928"/>
                <a:gd name="connsiteY59" fmla="*/ 575344 h 621399"/>
                <a:gd name="connsiteX60" fmla="*/ 624552 w 747928"/>
                <a:gd name="connsiteY60" fmla="*/ 568968 h 621399"/>
                <a:gd name="connsiteX61" fmla="*/ 631023 w 747928"/>
                <a:gd name="connsiteY61" fmla="*/ 576106 h 621399"/>
                <a:gd name="connsiteX62" fmla="*/ 623648 w 747928"/>
                <a:gd name="connsiteY62" fmla="*/ 582481 h 62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747928" h="621399">
                  <a:moveTo>
                    <a:pt x="745168" y="216303"/>
                  </a:moveTo>
                  <a:cubicBezTo>
                    <a:pt x="745168" y="211021"/>
                    <a:pt x="748071" y="205645"/>
                    <a:pt x="745121" y="200363"/>
                  </a:cubicBezTo>
                  <a:cubicBezTo>
                    <a:pt x="745121" y="200363"/>
                    <a:pt x="745121" y="200363"/>
                    <a:pt x="745121" y="200363"/>
                  </a:cubicBezTo>
                  <a:cubicBezTo>
                    <a:pt x="745121" y="200363"/>
                    <a:pt x="745121" y="200363"/>
                    <a:pt x="745121" y="200363"/>
                  </a:cubicBezTo>
                  <a:cubicBezTo>
                    <a:pt x="700538" y="200221"/>
                    <a:pt x="655908" y="199412"/>
                    <a:pt x="611325" y="200221"/>
                  </a:cubicBezTo>
                  <a:cubicBezTo>
                    <a:pt x="575592" y="200887"/>
                    <a:pt x="546473" y="230054"/>
                    <a:pt x="545474" y="264026"/>
                  </a:cubicBezTo>
                  <a:cubicBezTo>
                    <a:pt x="544570" y="293811"/>
                    <a:pt x="544570" y="293526"/>
                    <a:pt x="513880" y="293002"/>
                  </a:cubicBezTo>
                  <a:cubicBezTo>
                    <a:pt x="506267" y="292859"/>
                    <a:pt x="503698" y="290909"/>
                    <a:pt x="503888" y="283105"/>
                  </a:cubicBezTo>
                  <a:cubicBezTo>
                    <a:pt x="504364" y="260838"/>
                    <a:pt x="503650" y="238475"/>
                    <a:pt x="504269" y="216207"/>
                  </a:cubicBezTo>
                  <a:cubicBezTo>
                    <a:pt x="504507" y="207358"/>
                    <a:pt x="502128" y="204598"/>
                    <a:pt x="492992" y="204741"/>
                  </a:cubicBezTo>
                  <a:cubicBezTo>
                    <a:pt x="457022" y="205312"/>
                    <a:pt x="421051" y="204598"/>
                    <a:pt x="385128" y="205216"/>
                  </a:cubicBezTo>
                  <a:cubicBezTo>
                    <a:pt x="375326" y="205407"/>
                    <a:pt x="373185" y="202362"/>
                    <a:pt x="373280" y="193036"/>
                  </a:cubicBezTo>
                  <a:cubicBezTo>
                    <a:pt x="373708" y="132942"/>
                    <a:pt x="373233" y="72895"/>
                    <a:pt x="373756" y="12801"/>
                  </a:cubicBezTo>
                  <a:cubicBezTo>
                    <a:pt x="373851" y="2810"/>
                    <a:pt x="371615" y="-93"/>
                    <a:pt x="361147" y="2"/>
                  </a:cubicBezTo>
                  <a:cubicBezTo>
                    <a:pt x="248287" y="1239"/>
                    <a:pt x="135426" y="1953"/>
                    <a:pt x="22565" y="2667"/>
                  </a:cubicBezTo>
                  <a:cubicBezTo>
                    <a:pt x="15856" y="2714"/>
                    <a:pt x="10052" y="4047"/>
                    <a:pt x="4865" y="8234"/>
                  </a:cubicBezTo>
                  <a:cubicBezTo>
                    <a:pt x="-4318" y="26742"/>
                    <a:pt x="-797" y="35925"/>
                    <a:pt x="17950" y="42254"/>
                  </a:cubicBezTo>
                  <a:cubicBezTo>
                    <a:pt x="24992" y="46726"/>
                    <a:pt x="32890" y="45584"/>
                    <a:pt x="40551" y="45584"/>
                  </a:cubicBezTo>
                  <a:cubicBezTo>
                    <a:pt x="128432" y="45680"/>
                    <a:pt x="216313" y="45632"/>
                    <a:pt x="304194" y="45632"/>
                  </a:cubicBezTo>
                  <a:cubicBezTo>
                    <a:pt x="330743" y="45632"/>
                    <a:pt x="330791" y="45632"/>
                    <a:pt x="330791" y="72848"/>
                  </a:cubicBezTo>
                  <a:cubicBezTo>
                    <a:pt x="330791" y="123854"/>
                    <a:pt x="330839" y="174860"/>
                    <a:pt x="330743" y="225819"/>
                  </a:cubicBezTo>
                  <a:cubicBezTo>
                    <a:pt x="330696" y="246231"/>
                    <a:pt x="331933" y="247706"/>
                    <a:pt x="352059" y="247849"/>
                  </a:cubicBezTo>
                  <a:cubicBezTo>
                    <a:pt x="380274" y="248086"/>
                    <a:pt x="408537" y="247849"/>
                    <a:pt x="436752" y="247944"/>
                  </a:cubicBezTo>
                  <a:cubicBezTo>
                    <a:pt x="459020" y="247991"/>
                    <a:pt x="459210" y="248229"/>
                    <a:pt x="459305" y="271115"/>
                  </a:cubicBezTo>
                  <a:cubicBezTo>
                    <a:pt x="459353" y="286579"/>
                    <a:pt x="459020" y="302090"/>
                    <a:pt x="459448" y="317554"/>
                  </a:cubicBezTo>
                  <a:cubicBezTo>
                    <a:pt x="459876" y="334302"/>
                    <a:pt x="463064" y="337537"/>
                    <a:pt x="479575" y="338013"/>
                  </a:cubicBezTo>
                  <a:cubicBezTo>
                    <a:pt x="495942" y="338489"/>
                    <a:pt x="512358" y="338013"/>
                    <a:pt x="528773" y="338251"/>
                  </a:cubicBezTo>
                  <a:cubicBezTo>
                    <a:pt x="537195" y="338347"/>
                    <a:pt x="541287" y="342105"/>
                    <a:pt x="541287" y="350670"/>
                  </a:cubicBezTo>
                  <a:cubicBezTo>
                    <a:pt x="541287" y="363421"/>
                    <a:pt x="541382" y="376173"/>
                    <a:pt x="541239" y="388924"/>
                  </a:cubicBezTo>
                  <a:cubicBezTo>
                    <a:pt x="541144" y="396965"/>
                    <a:pt x="537147" y="400391"/>
                    <a:pt x="529391" y="400439"/>
                  </a:cubicBezTo>
                  <a:cubicBezTo>
                    <a:pt x="492945" y="400677"/>
                    <a:pt x="456546" y="400629"/>
                    <a:pt x="420099" y="400486"/>
                  </a:cubicBezTo>
                  <a:cubicBezTo>
                    <a:pt x="411344" y="400439"/>
                    <a:pt x="408014" y="395966"/>
                    <a:pt x="407919" y="387735"/>
                  </a:cubicBezTo>
                  <a:cubicBezTo>
                    <a:pt x="407824" y="378171"/>
                    <a:pt x="407919" y="368608"/>
                    <a:pt x="407776" y="359044"/>
                  </a:cubicBezTo>
                  <a:cubicBezTo>
                    <a:pt x="407443" y="338061"/>
                    <a:pt x="404874" y="335206"/>
                    <a:pt x="384176" y="335063"/>
                  </a:cubicBezTo>
                  <a:cubicBezTo>
                    <a:pt x="348205" y="334825"/>
                    <a:pt x="312235" y="334968"/>
                    <a:pt x="276264" y="335016"/>
                  </a:cubicBezTo>
                  <a:cubicBezTo>
                    <a:pt x="267176" y="335016"/>
                    <a:pt x="257993" y="334254"/>
                    <a:pt x="249000" y="335967"/>
                  </a:cubicBezTo>
                  <a:cubicBezTo>
                    <a:pt x="240008" y="337728"/>
                    <a:pt x="230825" y="339821"/>
                    <a:pt x="228826" y="351145"/>
                  </a:cubicBezTo>
                  <a:cubicBezTo>
                    <a:pt x="227494" y="374412"/>
                    <a:pt x="232490" y="379313"/>
                    <a:pt x="258945" y="380740"/>
                  </a:cubicBezTo>
                  <a:cubicBezTo>
                    <a:pt x="290395" y="380598"/>
                    <a:pt x="321798" y="380740"/>
                    <a:pt x="353201" y="380170"/>
                  </a:cubicBezTo>
                  <a:cubicBezTo>
                    <a:pt x="361242" y="380027"/>
                    <a:pt x="363193" y="382834"/>
                    <a:pt x="362908" y="390304"/>
                  </a:cubicBezTo>
                  <a:cubicBezTo>
                    <a:pt x="362384" y="404388"/>
                    <a:pt x="363336" y="418567"/>
                    <a:pt x="362527" y="432651"/>
                  </a:cubicBezTo>
                  <a:cubicBezTo>
                    <a:pt x="362004" y="441976"/>
                    <a:pt x="365334" y="443880"/>
                    <a:pt x="374041" y="443832"/>
                  </a:cubicBezTo>
                  <a:cubicBezTo>
                    <a:pt x="425048" y="443451"/>
                    <a:pt x="476101" y="443689"/>
                    <a:pt x="527108" y="443594"/>
                  </a:cubicBezTo>
                  <a:cubicBezTo>
                    <a:pt x="544189" y="443547"/>
                    <a:pt x="561936" y="440692"/>
                    <a:pt x="573261" y="458582"/>
                  </a:cubicBezTo>
                  <a:cubicBezTo>
                    <a:pt x="574593" y="460675"/>
                    <a:pt x="577638" y="462531"/>
                    <a:pt x="580064" y="462864"/>
                  </a:cubicBezTo>
                  <a:cubicBezTo>
                    <a:pt x="609279" y="466671"/>
                    <a:pt x="608137" y="487511"/>
                    <a:pt x="606329" y="508922"/>
                  </a:cubicBezTo>
                  <a:cubicBezTo>
                    <a:pt x="606043" y="512538"/>
                    <a:pt x="606186" y="516202"/>
                    <a:pt x="606519" y="519818"/>
                  </a:cubicBezTo>
                  <a:cubicBezTo>
                    <a:pt x="607376" y="528525"/>
                    <a:pt x="605187" y="534330"/>
                    <a:pt x="596860" y="539897"/>
                  </a:cubicBezTo>
                  <a:cubicBezTo>
                    <a:pt x="576068" y="553743"/>
                    <a:pt x="572832" y="583433"/>
                    <a:pt x="588248" y="603893"/>
                  </a:cubicBezTo>
                  <a:cubicBezTo>
                    <a:pt x="602855" y="623305"/>
                    <a:pt x="632117" y="627207"/>
                    <a:pt x="651625" y="612409"/>
                  </a:cubicBezTo>
                  <a:cubicBezTo>
                    <a:pt x="671990" y="596946"/>
                    <a:pt x="677699" y="566114"/>
                    <a:pt x="659809" y="548747"/>
                  </a:cubicBezTo>
                  <a:cubicBezTo>
                    <a:pt x="647058" y="536376"/>
                    <a:pt x="646344" y="523577"/>
                    <a:pt x="646725" y="508684"/>
                  </a:cubicBezTo>
                  <a:cubicBezTo>
                    <a:pt x="646915" y="500025"/>
                    <a:pt x="647343" y="491317"/>
                    <a:pt x="646534" y="482753"/>
                  </a:cubicBezTo>
                  <a:cubicBezTo>
                    <a:pt x="645678" y="473665"/>
                    <a:pt x="648818" y="471191"/>
                    <a:pt x="657811" y="471286"/>
                  </a:cubicBezTo>
                  <a:cubicBezTo>
                    <a:pt x="687834" y="471572"/>
                    <a:pt x="717905" y="470953"/>
                    <a:pt x="747928" y="470668"/>
                  </a:cubicBezTo>
                  <a:cubicBezTo>
                    <a:pt x="747928" y="470668"/>
                    <a:pt x="747928" y="470668"/>
                    <a:pt x="747928" y="470668"/>
                  </a:cubicBezTo>
                  <a:cubicBezTo>
                    <a:pt x="745454" y="466100"/>
                    <a:pt x="745311" y="461199"/>
                    <a:pt x="745311" y="456155"/>
                  </a:cubicBezTo>
                  <a:cubicBezTo>
                    <a:pt x="745359" y="376125"/>
                    <a:pt x="745406" y="296190"/>
                    <a:pt x="745168" y="216303"/>
                  </a:cubicBezTo>
                  <a:close/>
                  <a:moveTo>
                    <a:pt x="623648" y="582481"/>
                  </a:moveTo>
                  <a:cubicBezTo>
                    <a:pt x="619366" y="582101"/>
                    <a:pt x="616844" y="579389"/>
                    <a:pt x="617177" y="575344"/>
                  </a:cubicBezTo>
                  <a:cubicBezTo>
                    <a:pt x="617510" y="571443"/>
                    <a:pt x="620222" y="568826"/>
                    <a:pt x="624552" y="568968"/>
                  </a:cubicBezTo>
                  <a:cubicBezTo>
                    <a:pt x="629072" y="569159"/>
                    <a:pt x="630547" y="572252"/>
                    <a:pt x="631023" y="576106"/>
                  </a:cubicBezTo>
                  <a:cubicBezTo>
                    <a:pt x="630214" y="580245"/>
                    <a:pt x="628121" y="582862"/>
                    <a:pt x="623648" y="582481"/>
                  </a:cubicBezTo>
                  <a:close/>
                </a:path>
              </a:pathLst>
            </a:custGeom>
            <a:solidFill>
              <a:srgbClr val="1C97C3"/>
            </a:solidFill>
            <a:ln w="4754" cap="flat">
              <a:noFill/>
              <a:prstDash val="solid"/>
              <a:miter/>
            </a:ln>
          </p:spPr>
          <p:txBody>
            <a:bodyPr rtlCol="0" anchor="ctr"/>
            <a:lstStyle/>
            <a:p>
              <a:endParaRPr lang="en-US"/>
            </a:p>
          </p:txBody>
        </p:sp>
        <p:sp>
          <p:nvSpPr>
            <p:cNvPr id="53" name="Freeform: Shape 202">
              <a:extLst>
                <a:ext uri="{FF2B5EF4-FFF2-40B4-BE49-F238E27FC236}">
                  <a16:creationId xmlns:a16="http://schemas.microsoft.com/office/drawing/2014/main" id="{7B299B0C-FEAE-4F18-BDBB-35D697293E7E}"/>
                </a:ext>
              </a:extLst>
            </p:cNvPr>
            <p:cNvSpPr/>
            <p:nvPr/>
          </p:nvSpPr>
          <p:spPr>
            <a:xfrm>
              <a:off x="407002" y="3020338"/>
              <a:ext cx="1025749" cy="746530"/>
            </a:xfrm>
            <a:custGeom>
              <a:avLst/>
              <a:gdLst>
                <a:gd name="connsiteX0" fmla="*/ 620858 w 1025749"/>
                <a:gd name="connsiteY0" fmla="*/ 191 h 746530"/>
                <a:gd name="connsiteX1" fmla="*/ 34620 w 1025749"/>
                <a:gd name="connsiteY1" fmla="*/ 381 h 746530"/>
                <a:gd name="connsiteX2" fmla="*/ 18252 w 1025749"/>
                <a:gd name="connsiteY2" fmla="*/ 0 h 746530"/>
                <a:gd name="connsiteX3" fmla="*/ 5168 w 1025749"/>
                <a:gd name="connsiteY3" fmla="*/ 34496 h 746530"/>
                <a:gd name="connsiteX4" fmla="*/ 28577 w 1025749"/>
                <a:gd name="connsiteY4" fmla="*/ 39587 h 746530"/>
                <a:gd name="connsiteX5" fmla="*/ 601160 w 1025749"/>
                <a:gd name="connsiteY5" fmla="*/ 39349 h 746530"/>
                <a:gd name="connsiteX6" fmla="*/ 627281 w 1025749"/>
                <a:gd name="connsiteY6" fmla="*/ 50007 h 746530"/>
                <a:gd name="connsiteX7" fmla="*/ 957917 w 1025749"/>
                <a:gd name="connsiteY7" fmla="*/ 384117 h 746530"/>
                <a:gd name="connsiteX8" fmla="*/ 964578 w 1025749"/>
                <a:gd name="connsiteY8" fmla="*/ 402245 h 746530"/>
                <a:gd name="connsiteX9" fmla="*/ 964626 w 1025749"/>
                <a:gd name="connsiteY9" fmla="*/ 644096 h 746530"/>
                <a:gd name="connsiteX10" fmla="*/ 954587 w 1025749"/>
                <a:gd name="connsiteY10" fmla="*/ 663556 h 746530"/>
                <a:gd name="connsiteX11" fmla="*/ 944642 w 1025749"/>
                <a:gd name="connsiteY11" fmla="*/ 729169 h 746530"/>
                <a:gd name="connsiteX12" fmla="*/ 1010208 w 1025749"/>
                <a:gd name="connsiteY12" fmla="*/ 735402 h 746530"/>
                <a:gd name="connsiteX13" fmla="*/ 1012349 w 1025749"/>
                <a:gd name="connsiteY13" fmla="*/ 668647 h 746530"/>
                <a:gd name="connsiteX14" fmla="*/ 1003927 w 1025749"/>
                <a:gd name="connsiteY14" fmla="*/ 647379 h 746530"/>
                <a:gd name="connsiteX15" fmla="*/ 1004260 w 1025749"/>
                <a:gd name="connsiteY15" fmla="*/ 386400 h 746530"/>
                <a:gd name="connsiteX16" fmla="*/ 995981 w 1025749"/>
                <a:gd name="connsiteY16" fmla="*/ 366131 h 746530"/>
                <a:gd name="connsiteX17" fmla="*/ 643554 w 1025749"/>
                <a:gd name="connsiteY17" fmla="*/ 9421 h 746530"/>
                <a:gd name="connsiteX18" fmla="*/ 620858 w 1025749"/>
                <a:gd name="connsiteY18" fmla="*/ 191 h 746530"/>
                <a:gd name="connsiteX19" fmla="*/ 980137 w 1025749"/>
                <a:gd name="connsiteY19" fmla="*/ 693865 h 746530"/>
                <a:gd name="connsiteX20" fmla="*/ 986846 w 1025749"/>
                <a:gd name="connsiteY20" fmla="*/ 700478 h 746530"/>
                <a:gd name="connsiteX21" fmla="*/ 980851 w 1025749"/>
                <a:gd name="connsiteY21" fmla="*/ 707806 h 746530"/>
                <a:gd name="connsiteX22" fmla="*/ 973095 w 1025749"/>
                <a:gd name="connsiteY22" fmla="*/ 700478 h 746530"/>
                <a:gd name="connsiteX23" fmla="*/ 980137 w 1025749"/>
                <a:gd name="connsiteY23" fmla="*/ 693865 h 746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25749" h="746530">
                  <a:moveTo>
                    <a:pt x="620858" y="191"/>
                  </a:moveTo>
                  <a:cubicBezTo>
                    <a:pt x="425445" y="428"/>
                    <a:pt x="230033" y="381"/>
                    <a:pt x="34620" y="381"/>
                  </a:cubicBezTo>
                  <a:cubicBezTo>
                    <a:pt x="29148" y="381"/>
                    <a:pt x="23724" y="143"/>
                    <a:pt x="18252" y="0"/>
                  </a:cubicBezTo>
                  <a:cubicBezTo>
                    <a:pt x="-875" y="6328"/>
                    <a:pt x="-4491" y="15844"/>
                    <a:pt x="5168" y="34496"/>
                  </a:cubicBezTo>
                  <a:cubicBezTo>
                    <a:pt x="12067" y="40301"/>
                    <a:pt x="20346" y="39587"/>
                    <a:pt x="28577" y="39587"/>
                  </a:cubicBezTo>
                  <a:cubicBezTo>
                    <a:pt x="219422" y="39587"/>
                    <a:pt x="410267" y="39682"/>
                    <a:pt x="601160" y="39349"/>
                  </a:cubicBezTo>
                  <a:cubicBezTo>
                    <a:pt x="612008" y="39349"/>
                    <a:pt x="619621" y="42204"/>
                    <a:pt x="627281" y="50007"/>
                  </a:cubicBezTo>
                  <a:cubicBezTo>
                    <a:pt x="737239" y="161583"/>
                    <a:pt x="847531" y="272921"/>
                    <a:pt x="957917" y="384117"/>
                  </a:cubicBezTo>
                  <a:cubicBezTo>
                    <a:pt x="963341" y="389588"/>
                    <a:pt x="964578" y="395155"/>
                    <a:pt x="964578" y="402245"/>
                  </a:cubicBezTo>
                  <a:cubicBezTo>
                    <a:pt x="964436" y="482846"/>
                    <a:pt x="964388" y="563495"/>
                    <a:pt x="964626" y="644096"/>
                  </a:cubicBezTo>
                  <a:cubicBezTo>
                    <a:pt x="964674" y="652850"/>
                    <a:pt x="963103" y="658179"/>
                    <a:pt x="954587" y="663556"/>
                  </a:cubicBezTo>
                  <a:cubicBezTo>
                    <a:pt x="931748" y="677925"/>
                    <a:pt x="927942" y="708472"/>
                    <a:pt x="944642" y="729169"/>
                  </a:cubicBezTo>
                  <a:cubicBezTo>
                    <a:pt x="961153" y="749629"/>
                    <a:pt x="990462" y="752388"/>
                    <a:pt x="1010208" y="735402"/>
                  </a:cubicBezTo>
                  <a:cubicBezTo>
                    <a:pt x="1029668" y="718607"/>
                    <a:pt x="1031381" y="686347"/>
                    <a:pt x="1012349" y="668647"/>
                  </a:cubicBezTo>
                  <a:cubicBezTo>
                    <a:pt x="1005355" y="662176"/>
                    <a:pt x="1003927" y="655943"/>
                    <a:pt x="1003927" y="647379"/>
                  </a:cubicBezTo>
                  <a:cubicBezTo>
                    <a:pt x="1004118" y="560402"/>
                    <a:pt x="1003927" y="473377"/>
                    <a:pt x="1004260" y="386400"/>
                  </a:cubicBezTo>
                  <a:cubicBezTo>
                    <a:pt x="1004308" y="377931"/>
                    <a:pt x="1001929" y="372126"/>
                    <a:pt x="995981" y="366131"/>
                  </a:cubicBezTo>
                  <a:cubicBezTo>
                    <a:pt x="878315" y="247418"/>
                    <a:pt x="760839" y="128515"/>
                    <a:pt x="643554" y="9421"/>
                  </a:cubicBezTo>
                  <a:cubicBezTo>
                    <a:pt x="636845" y="2617"/>
                    <a:pt x="630231" y="191"/>
                    <a:pt x="620858" y="191"/>
                  </a:cubicBezTo>
                  <a:close/>
                  <a:moveTo>
                    <a:pt x="980137" y="693865"/>
                  </a:moveTo>
                  <a:cubicBezTo>
                    <a:pt x="983944" y="693722"/>
                    <a:pt x="986894" y="695958"/>
                    <a:pt x="986846" y="700478"/>
                  </a:cubicBezTo>
                  <a:cubicBezTo>
                    <a:pt x="986941" y="704666"/>
                    <a:pt x="984848" y="707615"/>
                    <a:pt x="980851" y="707806"/>
                  </a:cubicBezTo>
                  <a:cubicBezTo>
                    <a:pt x="976331" y="707996"/>
                    <a:pt x="973143" y="704999"/>
                    <a:pt x="973095" y="700478"/>
                  </a:cubicBezTo>
                  <a:cubicBezTo>
                    <a:pt x="973000" y="696339"/>
                    <a:pt x="976474" y="693960"/>
                    <a:pt x="980137" y="693865"/>
                  </a:cubicBezTo>
                  <a:close/>
                </a:path>
              </a:pathLst>
            </a:custGeom>
            <a:solidFill>
              <a:srgbClr val="1D97C3"/>
            </a:solidFill>
            <a:ln w="4754" cap="flat">
              <a:noFill/>
              <a:prstDash val="solid"/>
              <a:miter/>
            </a:ln>
          </p:spPr>
          <p:txBody>
            <a:bodyPr rtlCol="0" anchor="ctr"/>
            <a:lstStyle/>
            <a:p>
              <a:endParaRPr lang="en-US"/>
            </a:p>
          </p:txBody>
        </p:sp>
        <p:sp>
          <p:nvSpPr>
            <p:cNvPr id="54" name="Freeform: Shape 203">
              <a:extLst>
                <a:ext uri="{FF2B5EF4-FFF2-40B4-BE49-F238E27FC236}">
                  <a16:creationId xmlns:a16="http://schemas.microsoft.com/office/drawing/2014/main" id="{FD01E18A-B43F-4E8F-8168-8B622EA000C7}"/>
                </a:ext>
              </a:extLst>
            </p:cNvPr>
            <p:cNvSpPr/>
            <p:nvPr/>
          </p:nvSpPr>
          <p:spPr>
            <a:xfrm>
              <a:off x="2522163" y="376876"/>
              <a:ext cx="1021032" cy="356361"/>
            </a:xfrm>
            <a:custGeom>
              <a:avLst/>
              <a:gdLst>
                <a:gd name="connsiteX0" fmla="*/ 15184 w 1021032"/>
                <a:gd name="connsiteY0" fmla="*/ 281382 h 356361"/>
                <a:gd name="connsiteX1" fmla="*/ 624831 w 1021032"/>
                <a:gd name="connsiteY1" fmla="*/ 281049 h 356361"/>
                <a:gd name="connsiteX2" fmla="*/ 635775 w 1021032"/>
                <a:gd name="connsiteY2" fmla="*/ 281002 h 356361"/>
                <a:gd name="connsiteX3" fmla="*/ 643578 w 1021032"/>
                <a:gd name="connsiteY3" fmla="*/ 288995 h 356361"/>
                <a:gd name="connsiteX4" fmla="*/ 643293 w 1021032"/>
                <a:gd name="connsiteY4" fmla="*/ 320398 h 356361"/>
                <a:gd name="connsiteX5" fmla="*/ 656568 w 1021032"/>
                <a:gd name="connsiteY5" fmla="*/ 334149 h 356361"/>
                <a:gd name="connsiteX6" fmla="*/ 923113 w 1021032"/>
                <a:gd name="connsiteY6" fmla="*/ 333721 h 356361"/>
                <a:gd name="connsiteX7" fmla="*/ 942811 w 1021032"/>
                <a:gd name="connsiteY7" fmla="*/ 342047 h 356361"/>
                <a:gd name="connsiteX8" fmla="*/ 1009329 w 1021032"/>
                <a:gd name="connsiteY8" fmla="*/ 341001 h 356361"/>
                <a:gd name="connsiteX9" fmla="*/ 1003476 w 1021032"/>
                <a:gd name="connsiteY9" fmla="*/ 274483 h 356361"/>
                <a:gd name="connsiteX10" fmla="*/ 938529 w 1021032"/>
                <a:gd name="connsiteY10" fmla="*/ 284332 h 356361"/>
                <a:gd name="connsiteX11" fmla="*/ 921019 w 1021032"/>
                <a:gd name="connsiteY11" fmla="*/ 293515 h 356361"/>
                <a:gd name="connsiteX12" fmla="*/ 721467 w 1021032"/>
                <a:gd name="connsiteY12" fmla="*/ 293230 h 356361"/>
                <a:gd name="connsiteX13" fmla="*/ 686115 w 1021032"/>
                <a:gd name="connsiteY13" fmla="*/ 290851 h 356361"/>
                <a:gd name="connsiteX14" fmla="*/ 684307 w 1021032"/>
                <a:gd name="connsiteY14" fmla="*/ 255261 h 356361"/>
                <a:gd name="connsiteX15" fmla="*/ 669224 w 1021032"/>
                <a:gd name="connsiteY15" fmla="*/ 240654 h 356361"/>
                <a:gd name="connsiteX16" fmla="*/ 52773 w 1021032"/>
                <a:gd name="connsiteY16" fmla="*/ 241129 h 356361"/>
                <a:gd name="connsiteX17" fmla="*/ 39165 w 1021032"/>
                <a:gd name="connsiteY17" fmla="*/ 227807 h 356361"/>
                <a:gd name="connsiteX18" fmla="*/ 39070 w 1021032"/>
                <a:gd name="connsiteY18" fmla="*/ 11887 h 356361"/>
                <a:gd name="connsiteX19" fmla="*/ 2813 w 1021032"/>
                <a:gd name="connsiteY19" fmla="*/ 9032 h 356361"/>
                <a:gd name="connsiteX20" fmla="*/ 292 w 1021032"/>
                <a:gd name="connsiteY20" fmla="*/ 27731 h 356361"/>
                <a:gd name="connsiteX21" fmla="*/ 6 w 1021032"/>
                <a:gd name="connsiteY21" fmla="*/ 265538 h 356361"/>
                <a:gd name="connsiteX22" fmla="*/ 15184 w 1021032"/>
                <a:gd name="connsiteY22" fmla="*/ 281382 h 356361"/>
                <a:gd name="connsiteX23" fmla="*/ 975023 w 1021032"/>
                <a:gd name="connsiteY23" fmla="*/ 303983 h 356361"/>
                <a:gd name="connsiteX24" fmla="*/ 982160 w 1021032"/>
                <a:gd name="connsiteY24" fmla="*/ 310406 h 356361"/>
                <a:gd name="connsiteX25" fmla="*/ 975689 w 1021032"/>
                <a:gd name="connsiteY25" fmla="*/ 317401 h 356361"/>
                <a:gd name="connsiteX26" fmla="*/ 968552 w 1021032"/>
                <a:gd name="connsiteY26" fmla="*/ 310930 h 356361"/>
                <a:gd name="connsiteX27" fmla="*/ 975023 w 1021032"/>
                <a:gd name="connsiteY27" fmla="*/ 303983 h 356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21032" h="356361">
                  <a:moveTo>
                    <a:pt x="15184" y="281382"/>
                  </a:moveTo>
                  <a:cubicBezTo>
                    <a:pt x="218400" y="280907"/>
                    <a:pt x="421616" y="281049"/>
                    <a:pt x="624831" y="281049"/>
                  </a:cubicBezTo>
                  <a:cubicBezTo>
                    <a:pt x="628495" y="281049"/>
                    <a:pt x="632159" y="281287"/>
                    <a:pt x="635775" y="281002"/>
                  </a:cubicBezTo>
                  <a:cubicBezTo>
                    <a:pt x="641818" y="280526"/>
                    <a:pt x="643721" y="283238"/>
                    <a:pt x="643578" y="288995"/>
                  </a:cubicBezTo>
                  <a:cubicBezTo>
                    <a:pt x="643293" y="299463"/>
                    <a:pt x="644149" y="310026"/>
                    <a:pt x="643293" y="320398"/>
                  </a:cubicBezTo>
                  <a:cubicBezTo>
                    <a:pt x="642436" y="330866"/>
                    <a:pt x="645339" y="334244"/>
                    <a:pt x="656568" y="334149"/>
                  </a:cubicBezTo>
                  <a:cubicBezTo>
                    <a:pt x="745400" y="333626"/>
                    <a:pt x="834280" y="333959"/>
                    <a:pt x="923113" y="333721"/>
                  </a:cubicBezTo>
                  <a:cubicBezTo>
                    <a:pt x="931249" y="333721"/>
                    <a:pt x="936911" y="335529"/>
                    <a:pt x="942811" y="342047"/>
                  </a:cubicBezTo>
                  <a:cubicBezTo>
                    <a:pt x="960701" y="361793"/>
                    <a:pt x="991105" y="360794"/>
                    <a:pt x="1009329" y="341001"/>
                  </a:cubicBezTo>
                  <a:cubicBezTo>
                    <a:pt x="1027028" y="321778"/>
                    <a:pt x="1024316" y="290994"/>
                    <a:pt x="1003476" y="274483"/>
                  </a:cubicBezTo>
                  <a:cubicBezTo>
                    <a:pt x="983540" y="258639"/>
                    <a:pt x="952946" y="262731"/>
                    <a:pt x="938529" y="284332"/>
                  </a:cubicBezTo>
                  <a:cubicBezTo>
                    <a:pt x="933771" y="291469"/>
                    <a:pt x="929060" y="293515"/>
                    <a:pt x="921019" y="293515"/>
                  </a:cubicBezTo>
                  <a:cubicBezTo>
                    <a:pt x="854502" y="293230"/>
                    <a:pt x="787985" y="293468"/>
                    <a:pt x="721467" y="293230"/>
                  </a:cubicBezTo>
                  <a:cubicBezTo>
                    <a:pt x="709334" y="293182"/>
                    <a:pt x="693395" y="298559"/>
                    <a:pt x="686115" y="290851"/>
                  </a:cubicBezTo>
                  <a:cubicBezTo>
                    <a:pt x="678931" y="283238"/>
                    <a:pt x="683356" y="267346"/>
                    <a:pt x="684307" y="255261"/>
                  </a:cubicBezTo>
                  <a:cubicBezTo>
                    <a:pt x="685306" y="242652"/>
                    <a:pt x="680786" y="240606"/>
                    <a:pt x="669224" y="240654"/>
                  </a:cubicBezTo>
                  <a:cubicBezTo>
                    <a:pt x="463724" y="241034"/>
                    <a:pt x="258272" y="240844"/>
                    <a:pt x="52773" y="241129"/>
                  </a:cubicBezTo>
                  <a:cubicBezTo>
                    <a:pt x="42257" y="241129"/>
                    <a:pt x="39070" y="238798"/>
                    <a:pt x="39165" y="227807"/>
                  </a:cubicBezTo>
                  <a:cubicBezTo>
                    <a:pt x="39593" y="155818"/>
                    <a:pt x="39212" y="83829"/>
                    <a:pt x="39070" y="11887"/>
                  </a:cubicBezTo>
                  <a:cubicBezTo>
                    <a:pt x="25319" y="-3148"/>
                    <a:pt x="18134" y="-3719"/>
                    <a:pt x="2813" y="9032"/>
                  </a:cubicBezTo>
                  <a:cubicBezTo>
                    <a:pt x="-517" y="14932"/>
                    <a:pt x="292" y="21403"/>
                    <a:pt x="292" y="27731"/>
                  </a:cubicBezTo>
                  <a:cubicBezTo>
                    <a:pt x="244" y="107000"/>
                    <a:pt x="530" y="186269"/>
                    <a:pt x="6" y="265538"/>
                  </a:cubicBezTo>
                  <a:cubicBezTo>
                    <a:pt x="-137" y="277433"/>
                    <a:pt x="2147" y="281382"/>
                    <a:pt x="15184" y="281382"/>
                  </a:cubicBezTo>
                  <a:close/>
                  <a:moveTo>
                    <a:pt x="975023" y="303983"/>
                  </a:moveTo>
                  <a:cubicBezTo>
                    <a:pt x="979400" y="303698"/>
                    <a:pt x="981589" y="306172"/>
                    <a:pt x="982160" y="310406"/>
                  </a:cubicBezTo>
                  <a:cubicBezTo>
                    <a:pt x="981922" y="314498"/>
                    <a:pt x="980067" y="317306"/>
                    <a:pt x="975689" y="317401"/>
                  </a:cubicBezTo>
                  <a:cubicBezTo>
                    <a:pt x="971502" y="317496"/>
                    <a:pt x="968790" y="315069"/>
                    <a:pt x="968552" y="310930"/>
                  </a:cubicBezTo>
                  <a:cubicBezTo>
                    <a:pt x="968267" y="306695"/>
                    <a:pt x="970788" y="304221"/>
                    <a:pt x="975023" y="303983"/>
                  </a:cubicBezTo>
                  <a:close/>
                </a:path>
              </a:pathLst>
            </a:custGeom>
            <a:solidFill>
              <a:srgbClr val="1D97C3"/>
            </a:solidFill>
            <a:ln w="4754" cap="flat">
              <a:noFill/>
              <a:prstDash val="solid"/>
              <a:miter/>
            </a:ln>
          </p:spPr>
          <p:txBody>
            <a:bodyPr rtlCol="0" anchor="ctr"/>
            <a:lstStyle/>
            <a:p>
              <a:endParaRPr lang="en-US"/>
            </a:p>
          </p:txBody>
        </p:sp>
        <p:sp>
          <p:nvSpPr>
            <p:cNvPr id="55" name="Freeform: Shape 204">
              <a:extLst>
                <a:ext uri="{FF2B5EF4-FFF2-40B4-BE49-F238E27FC236}">
                  <a16:creationId xmlns:a16="http://schemas.microsoft.com/office/drawing/2014/main" id="{C63FAB34-E93D-4BFE-94BA-C5D4C6597FBE}"/>
                </a:ext>
              </a:extLst>
            </p:cNvPr>
            <p:cNvSpPr/>
            <p:nvPr/>
          </p:nvSpPr>
          <p:spPr>
            <a:xfrm>
              <a:off x="882995" y="1158107"/>
              <a:ext cx="745654" cy="183643"/>
            </a:xfrm>
            <a:custGeom>
              <a:avLst/>
              <a:gdLst>
                <a:gd name="connsiteX0" fmla="*/ 25486 w 745654"/>
                <a:gd name="connsiteY0" fmla="*/ 183453 h 183643"/>
                <a:gd name="connsiteX1" fmla="*/ 48705 w 745654"/>
                <a:gd name="connsiteY1" fmla="*/ 183358 h 183643"/>
                <a:gd name="connsiteX2" fmla="*/ 728010 w 745654"/>
                <a:gd name="connsiteY2" fmla="*/ 183643 h 183643"/>
                <a:gd name="connsiteX3" fmla="*/ 743141 w 745654"/>
                <a:gd name="connsiteY3" fmla="*/ 168893 h 183643"/>
                <a:gd name="connsiteX4" fmla="*/ 745615 w 745654"/>
                <a:gd name="connsiteY4" fmla="*/ 39142 h 183643"/>
                <a:gd name="connsiteX5" fmla="*/ 731674 w 745654"/>
                <a:gd name="connsiteY5" fmla="*/ 25058 h 183643"/>
                <a:gd name="connsiteX6" fmla="*/ 365353 w 745654"/>
                <a:gd name="connsiteY6" fmla="*/ 26010 h 183643"/>
                <a:gd name="connsiteX7" fmla="*/ 346226 w 745654"/>
                <a:gd name="connsiteY7" fmla="*/ 17064 h 183643"/>
                <a:gd name="connsiteX8" fmla="*/ 294696 w 745654"/>
                <a:gd name="connsiteY8" fmla="*/ 2981 h 183643"/>
                <a:gd name="connsiteX9" fmla="*/ 265006 w 745654"/>
                <a:gd name="connsiteY9" fmla="*/ 44851 h 183643"/>
                <a:gd name="connsiteX10" fmla="*/ 293459 w 745654"/>
                <a:gd name="connsiteY10" fmla="*/ 87769 h 183643"/>
                <a:gd name="connsiteX11" fmla="*/ 344465 w 745654"/>
                <a:gd name="connsiteY11" fmla="*/ 76064 h 183643"/>
                <a:gd name="connsiteX12" fmla="*/ 360690 w 745654"/>
                <a:gd name="connsiteY12" fmla="*/ 66167 h 183643"/>
                <a:gd name="connsiteX13" fmla="*/ 694181 w 745654"/>
                <a:gd name="connsiteY13" fmla="*/ 64359 h 183643"/>
                <a:gd name="connsiteX14" fmla="*/ 704506 w 745654"/>
                <a:gd name="connsiteY14" fmla="*/ 75350 h 183643"/>
                <a:gd name="connsiteX15" fmla="*/ 704220 w 745654"/>
                <a:gd name="connsiteY15" fmla="*/ 128640 h 183643"/>
                <a:gd name="connsiteX16" fmla="*/ 689280 w 745654"/>
                <a:gd name="connsiteY16" fmla="*/ 143628 h 183643"/>
                <a:gd name="connsiteX17" fmla="*/ 41378 w 745654"/>
                <a:gd name="connsiteY17" fmla="*/ 143295 h 183643"/>
                <a:gd name="connsiteX18" fmla="*/ 20871 w 745654"/>
                <a:gd name="connsiteY18" fmla="*/ 142867 h 183643"/>
                <a:gd name="connsiteX19" fmla="*/ 1315 w 745654"/>
                <a:gd name="connsiteY19" fmla="*/ 173318 h 183643"/>
                <a:gd name="connsiteX20" fmla="*/ 25486 w 745654"/>
                <a:gd name="connsiteY20" fmla="*/ 183453 h 183643"/>
                <a:gd name="connsiteX21" fmla="*/ 311206 w 745654"/>
                <a:gd name="connsiteY21" fmla="*/ 52797 h 183643"/>
                <a:gd name="connsiteX22" fmla="*/ 304022 w 745654"/>
                <a:gd name="connsiteY22" fmla="*/ 46088 h 183643"/>
                <a:gd name="connsiteX23" fmla="*/ 310017 w 745654"/>
                <a:gd name="connsiteY23" fmla="*/ 38856 h 183643"/>
                <a:gd name="connsiteX24" fmla="*/ 318106 w 745654"/>
                <a:gd name="connsiteY24" fmla="*/ 45517 h 183643"/>
                <a:gd name="connsiteX25" fmla="*/ 311206 w 745654"/>
                <a:gd name="connsiteY25" fmla="*/ 52797 h 183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45654" h="183643">
                  <a:moveTo>
                    <a:pt x="25486" y="183453"/>
                  </a:moveTo>
                  <a:cubicBezTo>
                    <a:pt x="33194" y="183072"/>
                    <a:pt x="40997" y="183358"/>
                    <a:pt x="48705" y="183358"/>
                  </a:cubicBezTo>
                  <a:cubicBezTo>
                    <a:pt x="275140" y="183358"/>
                    <a:pt x="501575" y="183263"/>
                    <a:pt x="728010" y="183643"/>
                  </a:cubicBezTo>
                  <a:cubicBezTo>
                    <a:pt x="739715" y="183643"/>
                    <a:pt x="743189" y="181359"/>
                    <a:pt x="743141" y="168893"/>
                  </a:cubicBezTo>
                  <a:cubicBezTo>
                    <a:pt x="742998" y="125643"/>
                    <a:pt x="744045" y="82345"/>
                    <a:pt x="745615" y="39142"/>
                  </a:cubicBezTo>
                  <a:cubicBezTo>
                    <a:pt x="746043" y="27627"/>
                    <a:pt x="743046" y="25010"/>
                    <a:pt x="731674" y="25058"/>
                  </a:cubicBezTo>
                  <a:cubicBezTo>
                    <a:pt x="609583" y="25676"/>
                    <a:pt x="487492" y="25629"/>
                    <a:pt x="365353" y="26010"/>
                  </a:cubicBezTo>
                  <a:cubicBezTo>
                    <a:pt x="357121" y="26057"/>
                    <a:pt x="351554" y="24630"/>
                    <a:pt x="346226" y="17064"/>
                  </a:cubicBezTo>
                  <a:cubicBezTo>
                    <a:pt x="335187" y="1315"/>
                    <a:pt x="312919" y="-3919"/>
                    <a:pt x="294696" y="2981"/>
                  </a:cubicBezTo>
                  <a:cubicBezTo>
                    <a:pt x="277091" y="9642"/>
                    <a:pt x="265386" y="26200"/>
                    <a:pt x="265006" y="44851"/>
                  </a:cubicBezTo>
                  <a:cubicBezTo>
                    <a:pt x="264673" y="62884"/>
                    <a:pt x="276663" y="80965"/>
                    <a:pt x="293459" y="87769"/>
                  </a:cubicBezTo>
                  <a:cubicBezTo>
                    <a:pt x="311777" y="95191"/>
                    <a:pt x="330952" y="90909"/>
                    <a:pt x="344465" y="76064"/>
                  </a:cubicBezTo>
                  <a:cubicBezTo>
                    <a:pt x="348938" y="71116"/>
                    <a:pt x="352078" y="66167"/>
                    <a:pt x="360690" y="66167"/>
                  </a:cubicBezTo>
                  <a:cubicBezTo>
                    <a:pt x="471838" y="65977"/>
                    <a:pt x="582985" y="65311"/>
                    <a:pt x="694181" y="64359"/>
                  </a:cubicBezTo>
                  <a:cubicBezTo>
                    <a:pt x="703078" y="64264"/>
                    <a:pt x="704791" y="67357"/>
                    <a:pt x="704506" y="75350"/>
                  </a:cubicBezTo>
                  <a:cubicBezTo>
                    <a:pt x="703887" y="93098"/>
                    <a:pt x="703269" y="110940"/>
                    <a:pt x="704220" y="128640"/>
                  </a:cubicBezTo>
                  <a:cubicBezTo>
                    <a:pt x="704839" y="140583"/>
                    <a:pt x="701461" y="143628"/>
                    <a:pt x="689280" y="143628"/>
                  </a:cubicBezTo>
                  <a:cubicBezTo>
                    <a:pt x="473313" y="143200"/>
                    <a:pt x="257345" y="143343"/>
                    <a:pt x="41378" y="143295"/>
                  </a:cubicBezTo>
                  <a:cubicBezTo>
                    <a:pt x="34526" y="143295"/>
                    <a:pt x="27722" y="143010"/>
                    <a:pt x="20871" y="142867"/>
                  </a:cubicBezTo>
                  <a:cubicBezTo>
                    <a:pt x="1696" y="147435"/>
                    <a:pt x="-2586" y="154096"/>
                    <a:pt x="1315" y="173318"/>
                  </a:cubicBezTo>
                  <a:cubicBezTo>
                    <a:pt x="7691" y="180884"/>
                    <a:pt x="15732" y="183929"/>
                    <a:pt x="25486" y="183453"/>
                  </a:cubicBezTo>
                  <a:close/>
                  <a:moveTo>
                    <a:pt x="311206" y="52797"/>
                  </a:moveTo>
                  <a:cubicBezTo>
                    <a:pt x="307019" y="52512"/>
                    <a:pt x="304498" y="49705"/>
                    <a:pt x="304022" y="46088"/>
                  </a:cubicBezTo>
                  <a:cubicBezTo>
                    <a:pt x="303451" y="42234"/>
                    <a:pt x="305639" y="39237"/>
                    <a:pt x="310017" y="38856"/>
                  </a:cubicBezTo>
                  <a:cubicBezTo>
                    <a:pt x="314822" y="38428"/>
                    <a:pt x="318106" y="40902"/>
                    <a:pt x="318106" y="45517"/>
                  </a:cubicBezTo>
                  <a:cubicBezTo>
                    <a:pt x="318058" y="49181"/>
                    <a:pt x="315203" y="51893"/>
                    <a:pt x="311206" y="52797"/>
                  </a:cubicBezTo>
                  <a:close/>
                </a:path>
              </a:pathLst>
            </a:custGeom>
            <a:solidFill>
              <a:srgbClr val="1E98C4"/>
            </a:solidFill>
            <a:ln w="4754" cap="flat">
              <a:noFill/>
              <a:prstDash val="solid"/>
              <a:miter/>
            </a:ln>
          </p:spPr>
          <p:txBody>
            <a:bodyPr rtlCol="0" anchor="ctr"/>
            <a:lstStyle/>
            <a:p>
              <a:endParaRPr lang="en-US"/>
            </a:p>
          </p:txBody>
        </p:sp>
        <p:sp>
          <p:nvSpPr>
            <p:cNvPr id="56" name="Freeform: Shape 205">
              <a:extLst>
                <a:ext uri="{FF2B5EF4-FFF2-40B4-BE49-F238E27FC236}">
                  <a16:creationId xmlns:a16="http://schemas.microsoft.com/office/drawing/2014/main" id="{17C39B6A-6D65-4E06-AB08-1C4D1D1F8AB1}"/>
                </a:ext>
              </a:extLst>
            </p:cNvPr>
            <p:cNvSpPr/>
            <p:nvPr/>
          </p:nvSpPr>
          <p:spPr>
            <a:xfrm>
              <a:off x="389639" y="3117545"/>
              <a:ext cx="910193" cy="481204"/>
            </a:xfrm>
            <a:custGeom>
              <a:avLst/>
              <a:gdLst>
                <a:gd name="connsiteX0" fmla="*/ 838107 w 910193"/>
                <a:gd name="connsiteY0" fmla="*/ 399057 h 481204"/>
                <a:gd name="connsiteX1" fmla="*/ 819455 w 910193"/>
                <a:gd name="connsiteY1" fmla="*/ 442830 h 481204"/>
                <a:gd name="connsiteX2" fmla="*/ 856758 w 910193"/>
                <a:gd name="connsiteY2" fmla="*/ 480704 h 481204"/>
                <a:gd name="connsiteX3" fmla="*/ 905813 w 910193"/>
                <a:gd name="connsiteY3" fmla="*/ 454678 h 481204"/>
                <a:gd name="connsiteX4" fmla="*/ 893823 w 910193"/>
                <a:gd name="connsiteY4" fmla="*/ 401721 h 481204"/>
                <a:gd name="connsiteX5" fmla="*/ 885877 w 910193"/>
                <a:gd name="connsiteY5" fmla="*/ 383117 h 481204"/>
                <a:gd name="connsiteX6" fmla="*/ 886305 w 910193"/>
                <a:gd name="connsiteY6" fmla="*/ 302468 h 481204"/>
                <a:gd name="connsiteX7" fmla="*/ 880025 w 910193"/>
                <a:gd name="connsiteY7" fmla="*/ 286910 h 481204"/>
                <a:gd name="connsiteX8" fmla="*/ 602774 w 910193"/>
                <a:gd name="connsiteY8" fmla="*/ 7423 h 481204"/>
                <a:gd name="connsiteX9" fmla="*/ 584789 w 910193"/>
                <a:gd name="connsiteY9" fmla="*/ 0 h 481204"/>
                <a:gd name="connsiteX10" fmla="*/ 27052 w 910193"/>
                <a:gd name="connsiteY10" fmla="*/ 47 h 481204"/>
                <a:gd name="connsiteX11" fmla="*/ 3214 w 910193"/>
                <a:gd name="connsiteY11" fmla="*/ 8088 h 481204"/>
                <a:gd name="connsiteX12" fmla="*/ 26 w 910193"/>
                <a:gd name="connsiteY12" fmla="*/ 25598 h 481204"/>
                <a:gd name="connsiteX13" fmla="*/ 28003 w 910193"/>
                <a:gd name="connsiteY13" fmla="*/ 40396 h 481204"/>
                <a:gd name="connsiteX14" fmla="*/ 566613 w 910193"/>
                <a:gd name="connsiteY14" fmla="*/ 40110 h 481204"/>
                <a:gd name="connsiteX15" fmla="*/ 584931 w 910193"/>
                <a:gd name="connsiteY15" fmla="*/ 46153 h 481204"/>
                <a:gd name="connsiteX16" fmla="*/ 839772 w 910193"/>
                <a:gd name="connsiteY16" fmla="*/ 303563 h 481204"/>
                <a:gd name="connsiteX17" fmla="*/ 845957 w 910193"/>
                <a:gd name="connsiteY17" fmla="*/ 319169 h 481204"/>
                <a:gd name="connsiteX18" fmla="*/ 845624 w 910193"/>
                <a:gd name="connsiteY18" fmla="*/ 383402 h 481204"/>
                <a:gd name="connsiteX19" fmla="*/ 838107 w 910193"/>
                <a:gd name="connsiteY19" fmla="*/ 399057 h 481204"/>
                <a:gd name="connsiteX20" fmla="*/ 863943 w 910193"/>
                <a:gd name="connsiteY20" fmla="*/ 428937 h 481204"/>
                <a:gd name="connsiteX21" fmla="*/ 871365 w 910193"/>
                <a:gd name="connsiteY21" fmla="*/ 436597 h 481204"/>
                <a:gd name="connsiteX22" fmla="*/ 864038 w 910193"/>
                <a:gd name="connsiteY22" fmla="*/ 442640 h 481204"/>
                <a:gd name="connsiteX23" fmla="*/ 857234 w 910193"/>
                <a:gd name="connsiteY23" fmla="*/ 436026 h 481204"/>
                <a:gd name="connsiteX24" fmla="*/ 863943 w 910193"/>
                <a:gd name="connsiteY24" fmla="*/ 428937 h 481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10193" h="481204">
                  <a:moveTo>
                    <a:pt x="838107" y="399057"/>
                  </a:moveTo>
                  <a:cubicBezTo>
                    <a:pt x="823309" y="409477"/>
                    <a:pt x="816315" y="424417"/>
                    <a:pt x="819455" y="442830"/>
                  </a:cubicBezTo>
                  <a:cubicBezTo>
                    <a:pt x="823071" y="463956"/>
                    <a:pt x="837441" y="478230"/>
                    <a:pt x="856758" y="480704"/>
                  </a:cubicBezTo>
                  <a:cubicBezTo>
                    <a:pt x="879264" y="483559"/>
                    <a:pt x="897154" y="474091"/>
                    <a:pt x="905813" y="454678"/>
                  </a:cubicBezTo>
                  <a:cubicBezTo>
                    <a:pt x="914330" y="435503"/>
                    <a:pt x="910476" y="415614"/>
                    <a:pt x="893823" y="401721"/>
                  </a:cubicBezTo>
                  <a:cubicBezTo>
                    <a:pt x="887305" y="396297"/>
                    <a:pt x="885782" y="390825"/>
                    <a:pt x="885877" y="383117"/>
                  </a:cubicBezTo>
                  <a:cubicBezTo>
                    <a:pt x="886305" y="356234"/>
                    <a:pt x="885925" y="329351"/>
                    <a:pt x="886305" y="302468"/>
                  </a:cubicBezTo>
                  <a:cubicBezTo>
                    <a:pt x="886401" y="296093"/>
                    <a:pt x="884593" y="291525"/>
                    <a:pt x="880025" y="286910"/>
                  </a:cubicBezTo>
                  <a:cubicBezTo>
                    <a:pt x="787481" y="193890"/>
                    <a:pt x="695032" y="100728"/>
                    <a:pt x="602774" y="7423"/>
                  </a:cubicBezTo>
                  <a:cubicBezTo>
                    <a:pt x="597540" y="2094"/>
                    <a:pt x="592164" y="0"/>
                    <a:pt x="584789" y="0"/>
                  </a:cubicBezTo>
                  <a:cubicBezTo>
                    <a:pt x="398892" y="143"/>
                    <a:pt x="212948" y="143"/>
                    <a:pt x="27052" y="47"/>
                  </a:cubicBezTo>
                  <a:cubicBezTo>
                    <a:pt x="17964" y="47"/>
                    <a:pt x="10018" y="2094"/>
                    <a:pt x="3214" y="8088"/>
                  </a:cubicBezTo>
                  <a:cubicBezTo>
                    <a:pt x="1215" y="13751"/>
                    <a:pt x="-212" y="19555"/>
                    <a:pt x="26" y="25598"/>
                  </a:cubicBezTo>
                  <a:cubicBezTo>
                    <a:pt x="6211" y="36542"/>
                    <a:pt x="15204" y="40396"/>
                    <a:pt x="28003" y="40396"/>
                  </a:cubicBezTo>
                  <a:cubicBezTo>
                    <a:pt x="207524" y="40063"/>
                    <a:pt x="387092" y="40158"/>
                    <a:pt x="566613" y="40110"/>
                  </a:cubicBezTo>
                  <a:cubicBezTo>
                    <a:pt x="573465" y="40110"/>
                    <a:pt x="579269" y="40396"/>
                    <a:pt x="584931" y="46153"/>
                  </a:cubicBezTo>
                  <a:cubicBezTo>
                    <a:pt x="669672" y="132178"/>
                    <a:pt x="754651" y="217918"/>
                    <a:pt x="839772" y="303563"/>
                  </a:cubicBezTo>
                  <a:cubicBezTo>
                    <a:pt x="844340" y="308178"/>
                    <a:pt x="846100" y="312793"/>
                    <a:pt x="845957" y="319169"/>
                  </a:cubicBezTo>
                  <a:cubicBezTo>
                    <a:pt x="845482" y="340580"/>
                    <a:pt x="845434" y="361991"/>
                    <a:pt x="845624" y="383402"/>
                  </a:cubicBezTo>
                  <a:cubicBezTo>
                    <a:pt x="845672" y="390159"/>
                    <a:pt x="844435" y="394584"/>
                    <a:pt x="838107" y="399057"/>
                  </a:cubicBezTo>
                  <a:close/>
                  <a:moveTo>
                    <a:pt x="863943" y="428937"/>
                  </a:moveTo>
                  <a:cubicBezTo>
                    <a:pt x="868510" y="428842"/>
                    <a:pt x="871508" y="432125"/>
                    <a:pt x="871365" y="436597"/>
                  </a:cubicBezTo>
                  <a:cubicBezTo>
                    <a:pt x="871223" y="440642"/>
                    <a:pt x="868177" y="442688"/>
                    <a:pt x="864038" y="442640"/>
                  </a:cubicBezTo>
                  <a:cubicBezTo>
                    <a:pt x="859756" y="442450"/>
                    <a:pt x="857139" y="439928"/>
                    <a:pt x="857234" y="436026"/>
                  </a:cubicBezTo>
                  <a:cubicBezTo>
                    <a:pt x="857329" y="432268"/>
                    <a:pt x="860041" y="429032"/>
                    <a:pt x="863943" y="428937"/>
                  </a:cubicBezTo>
                  <a:close/>
                </a:path>
              </a:pathLst>
            </a:custGeom>
            <a:solidFill>
              <a:srgbClr val="1D97C3"/>
            </a:solidFill>
            <a:ln w="4754" cap="flat">
              <a:noFill/>
              <a:prstDash val="solid"/>
              <a:miter/>
            </a:ln>
          </p:spPr>
          <p:txBody>
            <a:bodyPr rtlCol="0" anchor="ctr"/>
            <a:lstStyle/>
            <a:p>
              <a:endParaRPr lang="en-US"/>
            </a:p>
          </p:txBody>
        </p:sp>
        <p:sp>
          <p:nvSpPr>
            <p:cNvPr id="57" name="Freeform: Shape 206">
              <a:extLst>
                <a:ext uri="{FF2B5EF4-FFF2-40B4-BE49-F238E27FC236}">
                  <a16:creationId xmlns:a16="http://schemas.microsoft.com/office/drawing/2014/main" id="{FA912C6C-0BFE-4BBE-B503-E8070CD953D3}"/>
                </a:ext>
              </a:extLst>
            </p:cNvPr>
            <p:cNvSpPr/>
            <p:nvPr/>
          </p:nvSpPr>
          <p:spPr>
            <a:xfrm>
              <a:off x="378261" y="3207329"/>
              <a:ext cx="799328" cy="527478"/>
            </a:xfrm>
            <a:custGeom>
              <a:avLst/>
              <a:gdLst>
                <a:gd name="connsiteX0" fmla="*/ 29532 w 799328"/>
                <a:gd name="connsiteY0" fmla="*/ 40586 h 527478"/>
                <a:gd name="connsiteX1" fmla="*/ 542067 w 799328"/>
                <a:gd name="connsiteY1" fmla="*/ 40443 h 527478"/>
                <a:gd name="connsiteX2" fmla="*/ 561242 w 799328"/>
                <a:gd name="connsiteY2" fmla="*/ 47675 h 527478"/>
                <a:gd name="connsiteX3" fmla="*/ 731390 w 799328"/>
                <a:gd name="connsiteY3" fmla="*/ 225293 h 527478"/>
                <a:gd name="connsiteX4" fmla="*/ 738336 w 799328"/>
                <a:gd name="connsiteY4" fmla="*/ 242041 h 527478"/>
                <a:gd name="connsiteX5" fmla="*/ 738289 w 799328"/>
                <a:gd name="connsiteY5" fmla="*/ 427890 h 527478"/>
                <a:gd name="connsiteX6" fmla="*/ 730153 w 799328"/>
                <a:gd name="connsiteY6" fmla="*/ 442973 h 527478"/>
                <a:gd name="connsiteX7" fmla="*/ 717116 w 799328"/>
                <a:gd name="connsiteY7" fmla="*/ 509348 h 527478"/>
                <a:gd name="connsiteX8" fmla="*/ 783728 w 799328"/>
                <a:gd name="connsiteY8" fmla="*/ 516342 h 527478"/>
                <a:gd name="connsiteX9" fmla="*/ 784585 w 799328"/>
                <a:gd name="connsiteY9" fmla="*/ 448731 h 527478"/>
                <a:gd name="connsiteX10" fmla="*/ 777257 w 799328"/>
                <a:gd name="connsiteY10" fmla="*/ 431078 h 527478"/>
                <a:gd name="connsiteX11" fmla="*/ 777638 w 799328"/>
                <a:gd name="connsiteY11" fmla="*/ 228814 h 527478"/>
                <a:gd name="connsiteX12" fmla="*/ 767836 w 799328"/>
                <a:gd name="connsiteY12" fmla="*/ 204929 h 527478"/>
                <a:gd name="connsiteX13" fmla="*/ 578371 w 799328"/>
                <a:gd name="connsiteY13" fmla="*/ 7946 h 527478"/>
                <a:gd name="connsiteX14" fmla="*/ 559339 w 799328"/>
                <a:gd name="connsiteY14" fmla="*/ 0 h 527478"/>
                <a:gd name="connsiteX15" fmla="*/ 29008 w 799328"/>
                <a:gd name="connsiteY15" fmla="*/ 95 h 527478"/>
                <a:gd name="connsiteX16" fmla="*/ 6645 w 799328"/>
                <a:gd name="connsiteY16" fmla="*/ 4663 h 527478"/>
                <a:gd name="connsiteX17" fmla="*/ 9357 w 799328"/>
                <a:gd name="connsiteY17" fmla="*/ 38112 h 527478"/>
                <a:gd name="connsiteX18" fmla="*/ 29532 w 799328"/>
                <a:gd name="connsiteY18" fmla="*/ 40586 h 527478"/>
                <a:gd name="connsiteX19" fmla="*/ 754323 w 799328"/>
                <a:gd name="connsiteY19" fmla="*/ 475280 h 527478"/>
                <a:gd name="connsiteX20" fmla="*/ 760556 w 799328"/>
                <a:gd name="connsiteY20" fmla="*/ 482417 h 527478"/>
                <a:gd name="connsiteX21" fmla="*/ 753039 w 799328"/>
                <a:gd name="connsiteY21" fmla="*/ 488793 h 527478"/>
                <a:gd name="connsiteX22" fmla="*/ 747091 w 799328"/>
                <a:gd name="connsiteY22" fmla="*/ 481418 h 527478"/>
                <a:gd name="connsiteX23" fmla="*/ 754323 w 799328"/>
                <a:gd name="connsiteY23" fmla="*/ 475280 h 527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99328" h="527478">
                  <a:moveTo>
                    <a:pt x="29532" y="40586"/>
                  </a:moveTo>
                  <a:cubicBezTo>
                    <a:pt x="200393" y="40538"/>
                    <a:pt x="371206" y="40586"/>
                    <a:pt x="542067" y="40443"/>
                  </a:cubicBezTo>
                  <a:cubicBezTo>
                    <a:pt x="549680" y="40443"/>
                    <a:pt x="555580" y="41680"/>
                    <a:pt x="561242" y="47675"/>
                  </a:cubicBezTo>
                  <a:cubicBezTo>
                    <a:pt x="617720" y="107103"/>
                    <a:pt x="674484" y="166246"/>
                    <a:pt x="731390" y="225293"/>
                  </a:cubicBezTo>
                  <a:cubicBezTo>
                    <a:pt x="736148" y="230194"/>
                    <a:pt x="738384" y="235047"/>
                    <a:pt x="738336" y="242041"/>
                  </a:cubicBezTo>
                  <a:cubicBezTo>
                    <a:pt x="738051" y="303991"/>
                    <a:pt x="738099" y="365941"/>
                    <a:pt x="738289" y="427890"/>
                  </a:cubicBezTo>
                  <a:cubicBezTo>
                    <a:pt x="738289" y="434837"/>
                    <a:pt x="736766" y="438929"/>
                    <a:pt x="730153" y="442973"/>
                  </a:cubicBezTo>
                  <a:cubicBezTo>
                    <a:pt x="706458" y="457580"/>
                    <a:pt x="700891" y="488270"/>
                    <a:pt x="717116" y="509348"/>
                  </a:cubicBezTo>
                  <a:cubicBezTo>
                    <a:pt x="733388" y="530426"/>
                    <a:pt x="763602" y="533614"/>
                    <a:pt x="783728" y="516342"/>
                  </a:cubicBezTo>
                  <a:cubicBezTo>
                    <a:pt x="803997" y="498975"/>
                    <a:pt x="804759" y="467715"/>
                    <a:pt x="784585" y="448731"/>
                  </a:cubicBezTo>
                  <a:cubicBezTo>
                    <a:pt x="778970" y="443449"/>
                    <a:pt x="777210" y="438358"/>
                    <a:pt x="777257" y="431078"/>
                  </a:cubicBezTo>
                  <a:cubicBezTo>
                    <a:pt x="777447" y="363657"/>
                    <a:pt x="777162" y="296235"/>
                    <a:pt x="777638" y="228814"/>
                  </a:cubicBezTo>
                  <a:cubicBezTo>
                    <a:pt x="777733" y="218822"/>
                    <a:pt x="774593" y="211971"/>
                    <a:pt x="767836" y="204929"/>
                  </a:cubicBezTo>
                  <a:cubicBezTo>
                    <a:pt x="704459" y="139458"/>
                    <a:pt x="641320" y="73797"/>
                    <a:pt x="578371" y="7946"/>
                  </a:cubicBezTo>
                  <a:cubicBezTo>
                    <a:pt x="572852" y="2189"/>
                    <a:pt x="567285" y="0"/>
                    <a:pt x="559339" y="0"/>
                  </a:cubicBezTo>
                  <a:cubicBezTo>
                    <a:pt x="382578" y="190"/>
                    <a:pt x="205817" y="190"/>
                    <a:pt x="29008" y="95"/>
                  </a:cubicBezTo>
                  <a:cubicBezTo>
                    <a:pt x="21157" y="95"/>
                    <a:pt x="13592" y="619"/>
                    <a:pt x="6645" y="4663"/>
                  </a:cubicBezTo>
                  <a:cubicBezTo>
                    <a:pt x="-2823" y="19032"/>
                    <a:pt x="-2395" y="24409"/>
                    <a:pt x="9357" y="38112"/>
                  </a:cubicBezTo>
                  <a:cubicBezTo>
                    <a:pt x="15876" y="40919"/>
                    <a:pt x="22728" y="40586"/>
                    <a:pt x="29532" y="40586"/>
                  </a:cubicBezTo>
                  <a:close/>
                  <a:moveTo>
                    <a:pt x="754323" y="475280"/>
                  </a:moveTo>
                  <a:cubicBezTo>
                    <a:pt x="758510" y="475661"/>
                    <a:pt x="761032" y="478088"/>
                    <a:pt x="760556" y="482417"/>
                  </a:cubicBezTo>
                  <a:cubicBezTo>
                    <a:pt x="760128" y="486557"/>
                    <a:pt x="757416" y="488650"/>
                    <a:pt x="753039" y="488793"/>
                  </a:cubicBezTo>
                  <a:cubicBezTo>
                    <a:pt x="748994" y="488079"/>
                    <a:pt x="746806" y="485605"/>
                    <a:pt x="747091" y="481418"/>
                  </a:cubicBezTo>
                  <a:cubicBezTo>
                    <a:pt x="747424" y="477088"/>
                    <a:pt x="750041" y="474900"/>
                    <a:pt x="754323" y="475280"/>
                  </a:cubicBezTo>
                  <a:close/>
                </a:path>
              </a:pathLst>
            </a:custGeom>
            <a:solidFill>
              <a:srgbClr val="1D97C3"/>
            </a:solidFill>
            <a:ln w="4754" cap="flat">
              <a:noFill/>
              <a:prstDash val="solid"/>
              <a:miter/>
            </a:ln>
          </p:spPr>
          <p:txBody>
            <a:bodyPr rtlCol="0" anchor="ctr"/>
            <a:lstStyle/>
            <a:p>
              <a:endParaRPr lang="en-US"/>
            </a:p>
          </p:txBody>
        </p:sp>
        <p:sp>
          <p:nvSpPr>
            <p:cNvPr id="58" name="Freeform: Shape 207">
              <a:extLst>
                <a:ext uri="{FF2B5EF4-FFF2-40B4-BE49-F238E27FC236}">
                  <a16:creationId xmlns:a16="http://schemas.microsoft.com/office/drawing/2014/main" id="{C71D1637-B219-4FBF-8C2E-A21AB9F79347}"/>
                </a:ext>
              </a:extLst>
            </p:cNvPr>
            <p:cNvSpPr/>
            <p:nvPr/>
          </p:nvSpPr>
          <p:spPr>
            <a:xfrm>
              <a:off x="3563842" y="633634"/>
              <a:ext cx="904792" cy="143292"/>
            </a:xfrm>
            <a:custGeom>
              <a:avLst/>
              <a:gdLst>
                <a:gd name="connsiteX0" fmla="*/ 85078 w 904792"/>
                <a:gd name="connsiteY0" fmla="*/ 24053 h 143292"/>
                <a:gd name="connsiteX1" fmla="*/ 18323 w 904792"/>
                <a:gd name="connsiteY1" fmla="*/ 9018 h 143292"/>
                <a:gd name="connsiteX2" fmla="*/ 10853 w 904792"/>
                <a:gd name="connsiteY2" fmla="*/ 75440 h 143292"/>
                <a:gd name="connsiteX3" fmla="*/ 79321 w 904792"/>
                <a:gd name="connsiteY3" fmla="*/ 76249 h 143292"/>
                <a:gd name="connsiteX4" fmla="*/ 91882 w 904792"/>
                <a:gd name="connsiteY4" fmla="*/ 69588 h 143292"/>
                <a:gd name="connsiteX5" fmla="*/ 400726 w 904792"/>
                <a:gd name="connsiteY5" fmla="*/ 69112 h 143292"/>
                <a:gd name="connsiteX6" fmla="*/ 410005 w 904792"/>
                <a:gd name="connsiteY6" fmla="*/ 78485 h 143292"/>
                <a:gd name="connsiteX7" fmla="*/ 409909 w 904792"/>
                <a:gd name="connsiteY7" fmla="*/ 129016 h 143292"/>
                <a:gd name="connsiteX8" fmla="*/ 421186 w 904792"/>
                <a:gd name="connsiteY8" fmla="*/ 140292 h 143292"/>
                <a:gd name="connsiteX9" fmla="*/ 805160 w 904792"/>
                <a:gd name="connsiteY9" fmla="*/ 143290 h 143292"/>
                <a:gd name="connsiteX10" fmla="*/ 824668 w 904792"/>
                <a:gd name="connsiteY10" fmla="*/ 134107 h 143292"/>
                <a:gd name="connsiteX11" fmla="*/ 880812 w 904792"/>
                <a:gd name="connsiteY11" fmla="*/ 67161 h 143292"/>
                <a:gd name="connsiteX12" fmla="*/ 904793 w 904792"/>
                <a:gd name="connsiteY12" fmla="*/ 30191 h 143292"/>
                <a:gd name="connsiteX13" fmla="*/ 871344 w 904792"/>
                <a:gd name="connsiteY13" fmla="*/ 17487 h 143292"/>
                <a:gd name="connsiteX14" fmla="*/ 862161 w 904792"/>
                <a:gd name="connsiteY14" fmla="*/ 25576 h 143292"/>
                <a:gd name="connsiteX15" fmla="*/ 804303 w 904792"/>
                <a:gd name="connsiteY15" fmla="*/ 96138 h 143292"/>
                <a:gd name="connsiteX16" fmla="*/ 787031 w 904792"/>
                <a:gd name="connsiteY16" fmla="*/ 103941 h 143292"/>
                <a:gd name="connsiteX17" fmla="*/ 661372 w 904792"/>
                <a:gd name="connsiteY17" fmla="*/ 101990 h 143292"/>
                <a:gd name="connsiteX18" fmla="*/ 460487 w 904792"/>
                <a:gd name="connsiteY18" fmla="*/ 100943 h 143292"/>
                <a:gd name="connsiteX19" fmla="*/ 448925 w 904792"/>
                <a:gd name="connsiteY19" fmla="*/ 89572 h 143292"/>
                <a:gd name="connsiteX20" fmla="*/ 449354 w 904792"/>
                <a:gd name="connsiteY20" fmla="*/ 44513 h 143292"/>
                <a:gd name="connsiteX21" fmla="*/ 434461 w 904792"/>
                <a:gd name="connsiteY21" fmla="*/ 29811 h 143292"/>
                <a:gd name="connsiteX22" fmla="*/ 101018 w 904792"/>
                <a:gd name="connsiteY22" fmla="*/ 30477 h 143292"/>
                <a:gd name="connsiteX23" fmla="*/ 85078 w 904792"/>
                <a:gd name="connsiteY23" fmla="*/ 24053 h 143292"/>
                <a:gd name="connsiteX24" fmla="*/ 45777 w 904792"/>
                <a:gd name="connsiteY24" fmla="*/ 52554 h 143292"/>
                <a:gd name="connsiteX25" fmla="*/ 38830 w 904792"/>
                <a:gd name="connsiteY25" fmla="*/ 46083 h 143292"/>
                <a:gd name="connsiteX26" fmla="*/ 45254 w 904792"/>
                <a:gd name="connsiteY26" fmla="*/ 39089 h 143292"/>
                <a:gd name="connsiteX27" fmla="*/ 52343 w 904792"/>
                <a:gd name="connsiteY27" fmla="*/ 45417 h 143292"/>
                <a:gd name="connsiteX28" fmla="*/ 45777 w 904792"/>
                <a:gd name="connsiteY28" fmla="*/ 52554 h 14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904792" h="143292">
                  <a:moveTo>
                    <a:pt x="85078" y="24053"/>
                  </a:moveTo>
                  <a:cubicBezTo>
                    <a:pt x="70138" y="-1069"/>
                    <a:pt x="40448" y="-7255"/>
                    <a:pt x="18323" y="9018"/>
                  </a:cubicBezTo>
                  <a:cubicBezTo>
                    <a:pt x="-2707" y="24529"/>
                    <a:pt x="-6228" y="55980"/>
                    <a:pt x="10853" y="75440"/>
                  </a:cubicBezTo>
                  <a:cubicBezTo>
                    <a:pt x="29505" y="96661"/>
                    <a:pt x="58433" y="97089"/>
                    <a:pt x="79321" y="76249"/>
                  </a:cubicBezTo>
                  <a:cubicBezTo>
                    <a:pt x="82890" y="72681"/>
                    <a:pt x="85982" y="69588"/>
                    <a:pt x="91882" y="69588"/>
                  </a:cubicBezTo>
                  <a:cubicBezTo>
                    <a:pt x="194846" y="69635"/>
                    <a:pt x="297762" y="69493"/>
                    <a:pt x="400726" y="69112"/>
                  </a:cubicBezTo>
                  <a:cubicBezTo>
                    <a:pt x="407959" y="69064"/>
                    <a:pt x="410195" y="71348"/>
                    <a:pt x="410005" y="78485"/>
                  </a:cubicBezTo>
                  <a:cubicBezTo>
                    <a:pt x="409624" y="95329"/>
                    <a:pt x="410528" y="112220"/>
                    <a:pt x="409909" y="129016"/>
                  </a:cubicBezTo>
                  <a:cubicBezTo>
                    <a:pt x="409576" y="137961"/>
                    <a:pt x="412288" y="140245"/>
                    <a:pt x="421186" y="140292"/>
                  </a:cubicBezTo>
                  <a:cubicBezTo>
                    <a:pt x="549177" y="140958"/>
                    <a:pt x="677169" y="141958"/>
                    <a:pt x="805160" y="143290"/>
                  </a:cubicBezTo>
                  <a:cubicBezTo>
                    <a:pt x="813819" y="143385"/>
                    <a:pt x="819291" y="140720"/>
                    <a:pt x="824668" y="134107"/>
                  </a:cubicBezTo>
                  <a:cubicBezTo>
                    <a:pt x="843081" y="111554"/>
                    <a:pt x="862494" y="89809"/>
                    <a:pt x="880812" y="67161"/>
                  </a:cubicBezTo>
                  <a:cubicBezTo>
                    <a:pt x="890043" y="55742"/>
                    <a:pt x="902842" y="46416"/>
                    <a:pt x="904793" y="30191"/>
                  </a:cubicBezTo>
                  <a:cubicBezTo>
                    <a:pt x="895991" y="13253"/>
                    <a:pt x="883382" y="8399"/>
                    <a:pt x="871344" y="17487"/>
                  </a:cubicBezTo>
                  <a:cubicBezTo>
                    <a:pt x="868109" y="19914"/>
                    <a:pt x="865206" y="22864"/>
                    <a:pt x="862161" y="25576"/>
                  </a:cubicBezTo>
                  <a:cubicBezTo>
                    <a:pt x="844604" y="50508"/>
                    <a:pt x="823097" y="72205"/>
                    <a:pt x="804303" y="96138"/>
                  </a:cubicBezTo>
                  <a:cubicBezTo>
                    <a:pt x="799497" y="102228"/>
                    <a:pt x="794454" y="104084"/>
                    <a:pt x="787031" y="103941"/>
                  </a:cubicBezTo>
                  <a:cubicBezTo>
                    <a:pt x="745161" y="103037"/>
                    <a:pt x="703242" y="102371"/>
                    <a:pt x="661372" y="101990"/>
                  </a:cubicBezTo>
                  <a:cubicBezTo>
                    <a:pt x="594426" y="101419"/>
                    <a:pt x="527433" y="101086"/>
                    <a:pt x="460487" y="100943"/>
                  </a:cubicBezTo>
                  <a:cubicBezTo>
                    <a:pt x="451923" y="100943"/>
                    <a:pt x="448354" y="99040"/>
                    <a:pt x="448925" y="89572"/>
                  </a:cubicBezTo>
                  <a:cubicBezTo>
                    <a:pt x="449782" y="74584"/>
                    <a:pt x="448164" y="59453"/>
                    <a:pt x="449354" y="44513"/>
                  </a:cubicBezTo>
                  <a:cubicBezTo>
                    <a:pt x="450305" y="32237"/>
                    <a:pt x="446261" y="29763"/>
                    <a:pt x="434461" y="29811"/>
                  </a:cubicBezTo>
                  <a:cubicBezTo>
                    <a:pt x="323313" y="30429"/>
                    <a:pt x="212165" y="30382"/>
                    <a:pt x="101018" y="30477"/>
                  </a:cubicBezTo>
                  <a:cubicBezTo>
                    <a:pt x="94880" y="30524"/>
                    <a:pt x="89456" y="31476"/>
                    <a:pt x="85078" y="24053"/>
                  </a:cubicBezTo>
                  <a:close/>
                  <a:moveTo>
                    <a:pt x="45777" y="52554"/>
                  </a:moveTo>
                  <a:cubicBezTo>
                    <a:pt x="41542" y="52697"/>
                    <a:pt x="38925" y="50413"/>
                    <a:pt x="38830" y="46083"/>
                  </a:cubicBezTo>
                  <a:cubicBezTo>
                    <a:pt x="38687" y="41801"/>
                    <a:pt x="40924" y="39232"/>
                    <a:pt x="45254" y="39089"/>
                  </a:cubicBezTo>
                  <a:cubicBezTo>
                    <a:pt x="49536" y="38946"/>
                    <a:pt x="51819" y="41373"/>
                    <a:pt x="52343" y="45417"/>
                  </a:cubicBezTo>
                  <a:cubicBezTo>
                    <a:pt x="52200" y="49794"/>
                    <a:pt x="50107" y="52411"/>
                    <a:pt x="45777" y="52554"/>
                  </a:cubicBezTo>
                  <a:close/>
                </a:path>
              </a:pathLst>
            </a:custGeom>
            <a:solidFill>
              <a:srgbClr val="1D97C3"/>
            </a:solidFill>
            <a:ln w="4754" cap="flat">
              <a:noFill/>
              <a:prstDash val="solid"/>
              <a:miter/>
            </a:ln>
          </p:spPr>
          <p:txBody>
            <a:bodyPr rtlCol="0" anchor="ctr"/>
            <a:lstStyle/>
            <a:p>
              <a:endParaRPr lang="en-US"/>
            </a:p>
          </p:txBody>
        </p:sp>
        <p:sp>
          <p:nvSpPr>
            <p:cNvPr id="59" name="Freeform: Shape 208">
              <a:extLst>
                <a:ext uri="{FF2B5EF4-FFF2-40B4-BE49-F238E27FC236}">
                  <a16:creationId xmlns:a16="http://schemas.microsoft.com/office/drawing/2014/main" id="{73D9CBF2-DAC4-4506-BA4E-D94013303BFE}"/>
                </a:ext>
              </a:extLst>
            </p:cNvPr>
            <p:cNvSpPr/>
            <p:nvPr/>
          </p:nvSpPr>
          <p:spPr>
            <a:xfrm>
              <a:off x="4644415" y="1864202"/>
              <a:ext cx="903390" cy="199579"/>
            </a:xfrm>
            <a:custGeom>
              <a:avLst/>
              <a:gdLst>
                <a:gd name="connsiteX0" fmla="*/ 289318 w 903390"/>
                <a:gd name="connsiteY0" fmla="*/ 158994 h 199579"/>
                <a:gd name="connsiteX1" fmla="*/ 273854 w 903390"/>
                <a:gd name="connsiteY1" fmla="*/ 155092 h 199579"/>
                <a:gd name="connsiteX2" fmla="*/ 98901 w 903390"/>
                <a:gd name="connsiteY2" fmla="*/ 49511 h 199579"/>
                <a:gd name="connsiteX3" fmla="*/ 90099 w 903390"/>
                <a:gd name="connsiteY3" fmla="*/ 37045 h 199579"/>
                <a:gd name="connsiteX4" fmla="*/ 33906 w 903390"/>
                <a:gd name="connsiteY4" fmla="*/ 1741 h 199579"/>
                <a:gd name="connsiteX5" fmla="*/ 2931 w 903390"/>
                <a:gd name="connsiteY5" fmla="*/ 61882 h 199579"/>
                <a:gd name="connsiteX6" fmla="*/ 64691 w 903390"/>
                <a:gd name="connsiteY6" fmla="*/ 86767 h 199579"/>
                <a:gd name="connsiteX7" fmla="*/ 86625 w 903390"/>
                <a:gd name="connsiteY7" fmla="*/ 88527 h 199579"/>
                <a:gd name="connsiteX8" fmla="*/ 260341 w 903390"/>
                <a:gd name="connsiteY8" fmla="*/ 193490 h 199579"/>
                <a:gd name="connsiteX9" fmla="*/ 282133 w 903390"/>
                <a:gd name="connsiteY9" fmla="*/ 199485 h 199579"/>
                <a:gd name="connsiteX10" fmla="*/ 872511 w 903390"/>
                <a:gd name="connsiteY10" fmla="*/ 199580 h 199579"/>
                <a:gd name="connsiteX11" fmla="*/ 903390 w 903390"/>
                <a:gd name="connsiteY11" fmla="*/ 184497 h 199579"/>
                <a:gd name="connsiteX12" fmla="*/ 879552 w 903390"/>
                <a:gd name="connsiteY12" fmla="*/ 157709 h 199579"/>
                <a:gd name="connsiteX13" fmla="*/ 867419 w 903390"/>
                <a:gd name="connsiteY13" fmla="*/ 158851 h 199579"/>
                <a:gd name="connsiteX14" fmla="*/ 289318 w 903390"/>
                <a:gd name="connsiteY14" fmla="*/ 158994 h 199579"/>
                <a:gd name="connsiteX15" fmla="*/ 45754 w 903390"/>
                <a:gd name="connsiteY15" fmla="*/ 52366 h 199579"/>
                <a:gd name="connsiteX16" fmla="*/ 38617 w 903390"/>
                <a:gd name="connsiteY16" fmla="*/ 45848 h 199579"/>
                <a:gd name="connsiteX17" fmla="*/ 45326 w 903390"/>
                <a:gd name="connsiteY17" fmla="*/ 38615 h 199579"/>
                <a:gd name="connsiteX18" fmla="*/ 52415 w 903390"/>
                <a:gd name="connsiteY18" fmla="*/ 45467 h 199579"/>
                <a:gd name="connsiteX19" fmla="*/ 45754 w 903390"/>
                <a:gd name="connsiteY19" fmla="*/ 52366 h 199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3390" h="199579">
                  <a:moveTo>
                    <a:pt x="289318" y="158994"/>
                  </a:moveTo>
                  <a:cubicBezTo>
                    <a:pt x="283703" y="158994"/>
                    <a:pt x="278755" y="158042"/>
                    <a:pt x="273854" y="155092"/>
                  </a:cubicBezTo>
                  <a:cubicBezTo>
                    <a:pt x="215616" y="119788"/>
                    <a:pt x="157330" y="84530"/>
                    <a:pt x="98901" y="49511"/>
                  </a:cubicBezTo>
                  <a:cubicBezTo>
                    <a:pt x="93762" y="46466"/>
                    <a:pt x="91240" y="43136"/>
                    <a:pt x="90099" y="37045"/>
                  </a:cubicBezTo>
                  <a:cubicBezTo>
                    <a:pt x="85150" y="10495"/>
                    <a:pt x="59219" y="-5492"/>
                    <a:pt x="33906" y="1741"/>
                  </a:cubicBezTo>
                  <a:cubicBezTo>
                    <a:pt x="7404" y="9306"/>
                    <a:pt x="-6442" y="36236"/>
                    <a:pt x="2931" y="61882"/>
                  </a:cubicBezTo>
                  <a:cubicBezTo>
                    <a:pt x="11876" y="86243"/>
                    <a:pt x="41329" y="99138"/>
                    <a:pt x="64691" y="86767"/>
                  </a:cubicBezTo>
                  <a:cubicBezTo>
                    <a:pt x="74016" y="81818"/>
                    <a:pt x="79488" y="84245"/>
                    <a:pt x="86625" y="88527"/>
                  </a:cubicBezTo>
                  <a:cubicBezTo>
                    <a:pt x="144531" y="123546"/>
                    <a:pt x="202531" y="158375"/>
                    <a:pt x="260341" y="193490"/>
                  </a:cubicBezTo>
                  <a:cubicBezTo>
                    <a:pt x="267240" y="197677"/>
                    <a:pt x="274092" y="199485"/>
                    <a:pt x="282133" y="199485"/>
                  </a:cubicBezTo>
                  <a:cubicBezTo>
                    <a:pt x="478926" y="199342"/>
                    <a:pt x="675718" y="199247"/>
                    <a:pt x="872511" y="199580"/>
                  </a:cubicBezTo>
                  <a:cubicBezTo>
                    <a:pt x="885976" y="199580"/>
                    <a:pt x="896491" y="196439"/>
                    <a:pt x="903390" y="184497"/>
                  </a:cubicBezTo>
                  <a:cubicBezTo>
                    <a:pt x="902914" y="168891"/>
                    <a:pt x="894921" y="160041"/>
                    <a:pt x="879552" y="157709"/>
                  </a:cubicBezTo>
                  <a:cubicBezTo>
                    <a:pt x="875508" y="158090"/>
                    <a:pt x="871463" y="158851"/>
                    <a:pt x="867419" y="158851"/>
                  </a:cubicBezTo>
                  <a:cubicBezTo>
                    <a:pt x="674719" y="158899"/>
                    <a:pt x="482018" y="158899"/>
                    <a:pt x="289318" y="158994"/>
                  </a:cubicBezTo>
                  <a:close/>
                  <a:moveTo>
                    <a:pt x="45754" y="52366"/>
                  </a:moveTo>
                  <a:cubicBezTo>
                    <a:pt x="41281" y="52414"/>
                    <a:pt x="38712" y="49797"/>
                    <a:pt x="38617" y="45848"/>
                  </a:cubicBezTo>
                  <a:cubicBezTo>
                    <a:pt x="38474" y="41851"/>
                    <a:pt x="41329" y="39377"/>
                    <a:pt x="45326" y="38615"/>
                  </a:cubicBezTo>
                  <a:cubicBezTo>
                    <a:pt x="49941" y="38663"/>
                    <a:pt x="52177" y="41565"/>
                    <a:pt x="52415" y="45467"/>
                  </a:cubicBezTo>
                  <a:cubicBezTo>
                    <a:pt x="52558" y="49559"/>
                    <a:pt x="50321" y="52319"/>
                    <a:pt x="45754" y="52366"/>
                  </a:cubicBezTo>
                  <a:close/>
                </a:path>
              </a:pathLst>
            </a:custGeom>
            <a:solidFill>
              <a:srgbClr val="1D97C3"/>
            </a:solidFill>
            <a:ln w="4754" cap="flat">
              <a:noFill/>
              <a:prstDash val="solid"/>
              <a:miter/>
            </a:ln>
          </p:spPr>
          <p:txBody>
            <a:bodyPr rtlCol="0" anchor="ctr"/>
            <a:lstStyle/>
            <a:p>
              <a:endParaRPr lang="en-US"/>
            </a:p>
          </p:txBody>
        </p:sp>
        <p:sp>
          <p:nvSpPr>
            <p:cNvPr id="60" name="Freeform: Shape 209">
              <a:extLst>
                <a:ext uri="{FF2B5EF4-FFF2-40B4-BE49-F238E27FC236}">
                  <a16:creationId xmlns:a16="http://schemas.microsoft.com/office/drawing/2014/main" id="{5BBE0C1B-BAB3-4C01-AC63-2AAD549AAE49}"/>
                </a:ext>
              </a:extLst>
            </p:cNvPr>
            <p:cNvSpPr/>
            <p:nvPr/>
          </p:nvSpPr>
          <p:spPr>
            <a:xfrm>
              <a:off x="2901953" y="333122"/>
              <a:ext cx="681207" cy="304311"/>
            </a:xfrm>
            <a:custGeom>
              <a:avLst/>
              <a:gdLst>
                <a:gd name="connsiteX0" fmla="*/ 12564 w 681207"/>
                <a:gd name="connsiteY0" fmla="*/ 230308 h 304311"/>
                <a:gd name="connsiteX1" fmla="*/ 305088 w 681207"/>
                <a:gd name="connsiteY1" fmla="*/ 230261 h 304311"/>
                <a:gd name="connsiteX2" fmla="*/ 335825 w 681207"/>
                <a:gd name="connsiteY2" fmla="*/ 261378 h 304311"/>
                <a:gd name="connsiteX3" fmla="*/ 348339 w 681207"/>
                <a:gd name="connsiteY3" fmla="*/ 274225 h 304311"/>
                <a:gd name="connsiteX4" fmla="*/ 579341 w 681207"/>
                <a:gd name="connsiteY4" fmla="*/ 273844 h 304311"/>
                <a:gd name="connsiteX5" fmla="*/ 597660 w 681207"/>
                <a:gd name="connsiteY5" fmla="*/ 283313 h 304311"/>
                <a:gd name="connsiteX6" fmla="*/ 664320 w 681207"/>
                <a:gd name="connsiteY6" fmla="*/ 294209 h 304311"/>
                <a:gd name="connsiteX7" fmla="*/ 670172 w 681207"/>
                <a:gd name="connsiteY7" fmla="*/ 228500 h 304311"/>
                <a:gd name="connsiteX8" fmla="*/ 603560 w 681207"/>
                <a:gd name="connsiteY8" fmla="*/ 226740 h 304311"/>
                <a:gd name="connsiteX9" fmla="*/ 583433 w 681207"/>
                <a:gd name="connsiteY9" fmla="*/ 234828 h 304311"/>
                <a:gd name="connsiteX10" fmla="*/ 405721 w 681207"/>
                <a:gd name="connsiteY10" fmla="*/ 234733 h 304311"/>
                <a:gd name="connsiteX11" fmla="*/ 375602 w 681207"/>
                <a:gd name="connsiteY11" fmla="*/ 204377 h 304311"/>
                <a:gd name="connsiteX12" fmla="*/ 362422 w 681207"/>
                <a:gd name="connsiteY12" fmla="*/ 190769 h 304311"/>
                <a:gd name="connsiteX13" fmla="*/ 52151 w 681207"/>
                <a:gd name="connsiteY13" fmla="*/ 191292 h 304311"/>
                <a:gd name="connsiteX14" fmla="*/ 39114 w 681207"/>
                <a:gd name="connsiteY14" fmla="*/ 178588 h 304311"/>
                <a:gd name="connsiteX15" fmla="*/ 39542 w 681207"/>
                <a:gd name="connsiteY15" fmla="*/ 24143 h 304311"/>
                <a:gd name="connsiteX16" fmla="*/ 28694 w 681207"/>
                <a:gd name="connsiteY16" fmla="*/ 781 h 304311"/>
                <a:gd name="connsiteX17" fmla="*/ 621 w 681207"/>
                <a:gd name="connsiteY17" fmla="*/ 11343 h 304311"/>
                <a:gd name="connsiteX18" fmla="*/ 3 w 681207"/>
                <a:gd name="connsiteY18" fmla="*/ 220459 h 304311"/>
                <a:gd name="connsiteX19" fmla="*/ 12564 w 681207"/>
                <a:gd name="connsiteY19" fmla="*/ 230308 h 304311"/>
                <a:gd name="connsiteX20" fmla="*/ 635629 w 681207"/>
                <a:gd name="connsiteY20" fmla="*/ 252005 h 304311"/>
                <a:gd name="connsiteX21" fmla="*/ 642956 w 681207"/>
                <a:gd name="connsiteY21" fmla="*/ 258523 h 304311"/>
                <a:gd name="connsiteX22" fmla="*/ 636010 w 681207"/>
                <a:gd name="connsiteY22" fmla="*/ 265518 h 304311"/>
                <a:gd name="connsiteX23" fmla="*/ 629063 w 681207"/>
                <a:gd name="connsiteY23" fmla="*/ 258857 h 304311"/>
                <a:gd name="connsiteX24" fmla="*/ 635629 w 681207"/>
                <a:gd name="connsiteY24" fmla="*/ 252005 h 304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81207" h="304311">
                  <a:moveTo>
                    <a:pt x="12564" y="230308"/>
                  </a:moveTo>
                  <a:cubicBezTo>
                    <a:pt x="110056" y="230261"/>
                    <a:pt x="207548" y="230261"/>
                    <a:pt x="305088" y="230261"/>
                  </a:cubicBezTo>
                  <a:cubicBezTo>
                    <a:pt x="335873" y="230261"/>
                    <a:pt x="336301" y="230261"/>
                    <a:pt x="335825" y="261378"/>
                  </a:cubicBezTo>
                  <a:cubicBezTo>
                    <a:pt x="335682" y="271323"/>
                    <a:pt x="337776" y="274273"/>
                    <a:pt x="348339" y="274225"/>
                  </a:cubicBezTo>
                  <a:cubicBezTo>
                    <a:pt x="425324" y="273702"/>
                    <a:pt x="502356" y="274035"/>
                    <a:pt x="579341" y="273844"/>
                  </a:cubicBezTo>
                  <a:cubicBezTo>
                    <a:pt x="587525" y="273844"/>
                    <a:pt x="592711" y="275129"/>
                    <a:pt x="597660" y="283313"/>
                  </a:cubicBezTo>
                  <a:cubicBezTo>
                    <a:pt x="611791" y="306580"/>
                    <a:pt x="642956" y="310957"/>
                    <a:pt x="664320" y="294209"/>
                  </a:cubicBezTo>
                  <a:cubicBezTo>
                    <a:pt x="684256" y="278555"/>
                    <a:pt x="686968" y="248151"/>
                    <a:pt x="670172" y="228500"/>
                  </a:cubicBezTo>
                  <a:cubicBezTo>
                    <a:pt x="653329" y="208850"/>
                    <a:pt x="621783" y="207470"/>
                    <a:pt x="603560" y="226740"/>
                  </a:cubicBezTo>
                  <a:cubicBezTo>
                    <a:pt x="597469" y="233211"/>
                    <a:pt x="591569" y="234828"/>
                    <a:pt x="583433" y="234828"/>
                  </a:cubicBezTo>
                  <a:cubicBezTo>
                    <a:pt x="524196" y="234638"/>
                    <a:pt x="464958" y="234733"/>
                    <a:pt x="405721" y="234733"/>
                  </a:cubicBezTo>
                  <a:cubicBezTo>
                    <a:pt x="375459" y="234733"/>
                    <a:pt x="375031" y="234733"/>
                    <a:pt x="375602" y="204377"/>
                  </a:cubicBezTo>
                  <a:cubicBezTo>
                    <a:pt x="375793" y="194052"/>
                    <a:pt x="373556" y="190721"/>
                    <a:pt x="362422" y="190769"/>
                  </a:cubicBezTo>
                  <a:cubicBezTo>
                    <a:pt x="258983" y="191245"/>
                    <a:pt x="155590" y="190912"/>
                    <a:pt x="52151" y="191292"/>
                  </a:cubicBezTo>
                  <a:cubicBezTo>
                    <a:pt x="42159" y="191340"/>
                    <a:pt x="38971" y="189104"/>
                    <a:pt x="39114" y="178588"/>
                  </a:cubicBezTo>
                  <a:cubicBezTo>
                    <a:pt x="39685" y="127106"/>
                    <a:pt x="39209" y="75625"/>
                    <a:pt x="39542" y="24143"/>
                  </a:cubicBezTo>
                  <a:cubicBezTo>
                    <a:pt x="39589" y="14151"/>
                    <a:pt x="36925" y="6443"/>
                    <a:pt x="28694" y="781"/>
                  </a:cubicBezTo>
                  <a:cubicBezTo>
                    <a:pt x="17132" y="-1551"/>
                    <a:pt x="7473" y="1161"/>
                    <a:pt x="621" y="11343"/>
                  </a:cubicBezTo>
                  <a:cubicBezTo>
                    <a:pt x="526" y="81049"/>
                    <a:pt x="716" y="150754"/>
                    <a:pt x="3" y="220459"/>
                  </a:cubicBezTo>
                  <a:cubicBezTo>
                    <a:pt x="-140" y="231783"/>
                    <a:pt x="5665" y="230308"/>
                    <a:pt x="12564" y="230308"/>
                  </a:cubicBezTo>
                  <a:close/>
                  <a:moveTo>
                    <a:pt x="635629" y="252005"/>
                  </a:moveTo>
                  <a:cubicBezTo>
                    <a:pt x="640054" y="252005"/>
                    <a:pt x="641957" y="254669"/>
                    <a:pt x="642956" y="258523"/>
                  </a:cubicBezTo>
                  <a:cubicBezTo>
                    <a:pt x="642290" y="262520"/>
                    <a:pt x="640244" y="265280"/>
                    <a:pt x="636010" y="265518"/>
                  </a:cubicBezTo>
                  <a:cubicBezTo>
                    <a:pt x="631489" y="265803"/>
                    <a:pt x="629206" y="262806"/>
                    <a:pt x="629063" y="258857"/>
                  </a:cubicBezTo>
                  <a:cubicBezTo>
                    <a:pt x="628920" y="254907"/>
                    <a:pt x="631014" y="252005"/>
                    <a:pt x="635629" y="252005"/>
                  </a:cubicBezTo>
                  <a:close/>
                </a:path>
              </a:pathLst>
            </a:custGeom>
            <a:solidFill>
              <a:srgbClr val="1D97C3"/>
            </a:solidFill>
            <a:ln w="4754" cap="flat">
              <a:noFill/>
              <a:prstDash val="solid"/>
              <a:miter/>
            </a:ln>
          </p:spPr>
          <p:txBody>
            <a:bodyPr rtlCol="0" anchor="ctr"/>
            <a:lstStyle/>
            <a:p>
              <a:endParaRPr lang="en-US"/>
            </a:p>
          </p:txBody>
        </p:sp>
        <p:sp>
          <p:nvSpPr>
            <p:cNvPr id="61" name="Freeform: Shape 210">
              <a:extLst>
                <a:ext uri="{FF2B5EF4-FFF2-40B4-BE49-F238E27FC236}">
                  <a16:creationId xmlns:a16="http://schemas.microsoft.com/office/drawing/2014/main" id="{5F49509D-0A6C-45A0-90E4-7E05B7A7F6A4}"/>
                </a:ext>
              </a:extLst>
            </p:cNvPr>
            <p:cNvSpPr/>
            <p:nvPr/>
          </p:nvSpPr>
          <p:spPr>
            <a:xfrm>
              <a:off x="398078" y="3310483"/>
              <a:ext cx="627951" cy="320702"/>
            </a:xfrm>
            <a:custGeom>
              <a:avLst/>
              <a:gdLst>
                <a:gd name="connsiteX0" fmla="*/ 482902 w 627951"/>
                <a:gd name="connsiteY0" fmla="*/ 46154 h 320702"/>
                <a:gd name="connsiteX1" fmla="*/ 559792 w 627951"/>
                <a:gd name="connsiteY1" fmla="*/ 129514 h 320702"/>
                <a:gd name="connsiteX2" fmla="*/ 566358 w 627951"/>
                <a:gd name="connsiteY2" fmla="*/ 146453 h 320702"/>
                <a:gd name="connsiteX3" fmla="*/ 566406 w 627951"/>
                <a:gd name="connsiteY3" fmla="*/ 220250 h 320702"/>
                <a:gd name="connsiteX4" fmla="*/ 557318 w 627951"/>
                <a:gd name="connsiteY4" fmla="*/ 237712 h 320702"/>
                <a:gd name="connsiteX5" fmla="*/ 546898 w 627951"/>
                <a:gd name="connsiteY5" fmla="*/ 304372 h 320702"/>
                <a:gd name="connsiteX6" fmla="*/ 612796 w 627951"/>
                <a:gd name="connsiteY6" fmla="*/ 309416 h 320702"/>
                <a:gd name="connsiteX7" fmla="*/ 613653 w 627951"/>
                <a:gd name="connsiteY7" fmla="*/ 242898 h 320702"/>
                <a:gd name="connsiteX8" fmla="*/ 606658 w 627951"/>
                <a:gd name="connsiteY8" fmla="*/ 225103 h 320702"/>
                <a:gd name="connsiteX9" fmla="*/ 606896 w 627951"/>
                <a:gd name="connsiteY9" fmla="*/ 132179 h 320702"/>
                <a:gd name="connsiteX10" fmla="*/ 600616 w 627951"/>
                <a:gd name="connsiteY10" fmla="*/ 115145 h 320702"/>
                <a:gd name="connsiteX11" fmla="*/ 503599 w 627951"/>
                <a:gd name="connsiteY11" fmla="*/ 9469 h 320702"/>
                <a:gd name="connsiteX12" fmla="*/ 482664 w 627951"/>
                <a:gd name="connsiteY12" fmla="*/ 1 h 320702"/>
                <a:gd name="connsiteX13" fmla="*/ 26130 w 627951"/>
                <a:gd name="connsiteY13" fmla="*/ 191 h 320702"/>
                <a:gd name="connsiteX14" fmla="*/ 8811 w 627951"/>
                <a:gd name="connsiteY14" fmla="*/ 2760 h 320702"/>
                <a:gd name="connsiteX15" fmla="*/ 1960 w 627951"/>
                <a:gd name="connsiteY15" fmla="*/ 27978 h 320702"/>
                <a:gd name="connsiteX16" fmla="*/ 24227 w 627951"/>
                <a:gd name="connsiteY16" fmla="*/ 39445 h 320702"/>
                <a:gd name="connsiteX17" fmla="*/ 31983 w 627951"/>
                <a:gd name="connsiteY17" fmla="*/ 41205 h 320702"/>
                <a:gd name="connsiteX18" fmla="*/ 38454 w 627951"/>
                <a:gd name="connsiteY18" fmla="*/ 39682 h 320702"/>
                <a:gd name="connsiteX19" fmla="*/ 469008 w 627951"/>
                <a:gd name="connsiteY19" fmla="*/ 39492 h 320702"/>
                <a:gd name="connsiteX20" fmla="*/ 482902 w 627951"/>
                <a:gd name="connsiteY20" fmla="*/ 46154 h 320702"/>
                <a:gd name="connsiteX21" fmla="*/ 575160 w 627951"/>
                <a:gd name="connsiteY21" fmla="*/ 274872 h 320702"/>
                <a:gd name="connsiteX22" fmla="*/ 583725 w 627951"/>
                <a:gd name="connsiteY22" fmla="*/ 268544 h 320702"/>
                <a:gd name="connsiteX23" fmla="*/ 589339 w 627951"/>
                <a:gd name="connsiteY23" fmla="*/ 275729 h 320702"/>
                <a:gd name="connsiteX24" fmla="*/ 581251 w 627951"/>
                <a:gd name="connsiteY24" fmla="*/ 282057 h 320702"/>
                <a:gd name="connsiteX25" fmla="*/ 575160 w 627951"/>
                <a:gd name="connsiteY25" fmla="*/ 274872 h 320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27951" h="320702">
                  <a:moveTo>
                    <a:pt x="482902" y="46154"/>
                  </a:moveTo>
                  <a:cubicBezTo>
                    <a:pt x="508405" y="74083"/>
                    <a:pt x="533956" y="101918"/>
                    <a:pt x="559792" y="129514"/>
                  </a:cubicBezTo>
                  <a:cubicBezTo>
                    <a:pt x="564502" y="134558"/>
                    <a:pt x="566501" y="139601"/>
                    <a:pt x="566358" y="146453"/>
                  </a:cubicBezTo>
                  <a:cubicBezTo>
                    <a:pt x="565977" y="171052"/>
                    <a:pt x="565882" y="195651"/>
                    <a:pt x="566406" y="220250"/>
                  </a:cubicBezTo>
                  <a:cubicBezTo>
                    <a:pt x="566596" y="228339"/>
                    <a:pt x="564455" y="233049"/>
                    <a:pt x="557318" y="237712"/>
                  </a:cubicBezTo>
                  <a:cubicBezTo>
                    <a:pt x="534003" y="253033"/>
                    <a:pt x="529769" y="282913"/>
                    <a:pt x="546898" y="304372"/>
                  </a:cubicBezTo>
                  <a:cubicBezTo>
                    <a:pt x="562456" y="323928"/>
                    <a:pt x="593669" y="326307"/>
                    <a:pt x="612796" y="309416"/>
                  </a:cubicBezTo>
                  <a:cubicBezTo>
                    <a:pt x="632447" y="292097"/>
                    <a:pt x="633256" y="261407"/>
                    <a:pt x="613653" y="242898"/>
                  </a:cubicBezTo>
                  <a:cubicBezTo>
                    <a:pt x="607943" y="237474"/>
                    <a:pt x="606611" y="232240"/>
                    <a:pt x="606658" y="225103"/>
                  </a:cubicBezTo>
                  <a:cubicBezTo>
                    <a:pt x="606896" y="194128"/>
                    <a:pt x="606611" y="163154"/>
                    <a:pt x="606896" y="132179"/>
                  </a:cubicBezTo>
                  <a:cubicBezTo>
                    <a:pt x="606944" y="125422"/>
                    <a:pt x="605421" y="120284"/>
                    <a:pt x="600616" y="115145"/>
                  </a:cubicBezTo>
                  <a:cubicBezTo>
                    <a:pt x="568023" y="80126"/>
                    <a:pt x="535669" y="44916"/>
                    <a:pt x="503599" y="9469"/>
                  </a:cubicBezTo>
                  <a:cubicBezTo>
                    <a:pt x="497652" y="2903"/>
                    <a:pt x="491799" y="-47"/>
                    <a:pt x="482664" y="1"/>
                  </a:cubicBezTo>
                  <a:cubicBezTo>
                    <a:pt x="330502" y="286"/>
                    <a:pt x="178292" y="238"/>
                    <a:pt x="26130" y="191"/>
                  </a:cubicBezTo>
                  <a:cubicBezTo>
                    <a:pt x="20230" y="191"/>
                    <a:pt x="14283" y="-95"/>
                    <a:pt x="8811" y="2760"/>
                  </a:cubicBezTo>
                  <a:cubicBezTo>
                    <a:pt x="2102" y="9992"/>
                    <a:pt x="-2941" y="17605"/>
                    <a:pt x="1960" y="27978"/>
                  </a:cubicBezTo>
                  <a:cubicBezTo>
                    <a:pt x="6480" y="37589"/>
                    <a:pt x="14616" y="39682"/>
                    <a:pt x="24227" y="39445"/>
                  </a:cubicBezTo>
                  <a:cubicBezTo>
                    <a:pt x="26796" y="39349"/>
                    <a:pt x="29366" y="40586"/>
                    <a:pt x="31983" y="41205"/>
                  </a:cubicBezTo>
                  <a:cubicBezTo>
                    <a:pt x="34124" y="40682"/>
                    <a:pt x="36313" y="39682"/>
                    <a:pt x="38454" y="39682"/>
                  </a:cubicBezTo>
                  <a:cubicBezTo>
                    <a:pt x="181956" y="39587"/>
                    <a:pt x="325506" y="39635"/>
                    <a:pt x="469008" y="39492"/>
                  </a:cubicBezTo>
                  <a:cubicBezTo>
                    <a:pt x="475146" y="39349"/>
                    <a:pt x="479000" y="41871"/>
                    <a:pt x="482902" y="46154"/>
                  </a:cubicBezTo>
                  <a:close/>
                  <a:moveTo>
                    <a:pt x="575160" y="274872"/>
                  </a:moveTo>
                  <a:cubicBezTo>
                    <a:pt x="575874" y="270685"/>
                    <a:pt x="578729" y="267307"/>
                    <a:pt x="583725" y="268544"/>
                  </a:cubicBezTo>
                  <a:cubicBezTo>
                    <a:pt x="587579" y="269496"/>
                    <a:pt x="589339" y="272541"/>
                    <a:pt x="589339" y="275729"/>
                  </a:cubicBezTo>
                  <a:cubicBezTo>
                    <a:pt x="588102" y="280677"/>
                    <a:pt x="585438" y="282533"/>
                    <a:pt x="581251" y="282057"/>
                  </a:cubicBezTo>
                  <a:cubicBezTo>
                    <a:pt x="577016" y="281581"/>
                    <a:pt x="574447" y="278821"/>
                    <a:pt x="575160" y="274872"/>
                  </a:cubicBezTo>
                  <a:close/>
                </a:path>
              </a:pathLst>
            </a:custGeom>
            <a:solidFill>
              <a:srgbClr val="1D99C5"/>
            </a:solidFill>
            <a:ln w="4754" cap="flat">
              <a:noFill/>
              <a:prstDash val="solid"/>
              <a:miter/>
            </a:ln>
          </p:spPr>
          <p:txBody>
            <a:bodyPr rtlCol="0" anchor="ctr"/>
            <a:lstStyle/>
            <a:p>
              <a:endParaRPr lang="en-US"/>
            </a:p>
          </p:txBody>
        </p:sp>
        <p:sp>
          <p:nvSpPr>
            <p:cNvPr id="62" name="Freeform: Shape 211">
              <a:extLst>
                <a:ext uri="{FF2B5EF4-FFF2-40B4-BE49-F238E27FC236}">
                  <a16:creationId xmlns:a16="http://schemas.microsoft.com/office/drawing/2014/main" id="{22E21F40-4FD7-4489-8B34-B76E856F416F}"/>
                </a:ext>
              </a:extLst>
            </p:cNvPr>
            <p:cNvSpPr/>
            <p:nvPr/>
          </p:nvSpPr>
          <p:spPr>
            <a:xfrm>
              <a:off x="1486392" y="4225977"/>
              <a:ext cx="911356" cy="338625"/>
            </a:xfrm>
            <a:custGeom>
              <a:avLst/>
              <a:gdLst>
                <a:gd name="connsiteX0" fmla="*/ 875336 w 911356"/>
                <a:gd name="connsiteY0" fmla="*/ 248322 h 338625"/>
                <a:gd name="connsiteX1" fmla="*/ 825615 w 911356"/>
                <a:gd name="connsiteY1" fmla="*/ 272731 h 338625"/>
                <a:gd name="connsiteX2" fmla="*/ 811341 w 911356"/>
                <a:gd name="connsiteY2" fmla="*/ 281819 h 338625"/>
                <a:gd name="connsiteX3" fmla="*/ 382166 w 911356"/>
                <a:gd name="connsiteY3" fmla="*/ 284007 h 338625"/>
                <a:gd name="connsiteX4" fmla="*/ 364228 w 911356"/>
                <a:gd name="connsiteY4" fmla="*/ 276918 h 338625"/>
                <a:gd name="connsiteX5" fmla="*/ 132702 w 911356"/>
                <a:gd name="connsiteY5" fmla="*/ 18414 h 338625"/>
                <a:gd name="connsiteX6" fmla="*/ 109673 w 911356"/>
                <a:gd name="connsiteY6" fmla="*/ 6518 h 338625"/>
                <a:gd name="connsiteX7" fmla="*/ 17081 w 911356"/>
                <a:gd name="connsiteY7" fmla="*/ 0 h 338625"/>
                <a:gd name="connsiteX8" fmla="*/ 0 w 911356"/>
                <a:gd name="connsiteY8" fmla="*/ 24885 h 338625"/>
                <a:gd name="connsiteX9" fmla="*/ 100632 w 911356"/>
                <a:gd name="connsiteY9" fmla="*/ 33164 h 338625"/>
                <a:gd name="connsiteX10" fmla="*/ 116667 w 911356"/>
                <a:gd name="connsiteY10" fmla="*/ 41205 h 338625"/>
                <a:gd name="connsiteX11" fmla="*/ 296283 w 911356"/>
                <a:gd name="connsiteY11" fmla="*/ 241613 h 338625"/>
                <a:gd name="connsiteX12" fmla="*/ 354331 w 911356"/>
                <a:gd name="connsiteY12" fmla="*/ 308464 h 338625"/>
                <a:gd name="connsiteX13" fmla="*/ 377407 w 911356"/>
                <a:gd name="connsiteY13" fmla="*/ 310605 h 338625"/>
                <a:gd name="connsiteX14" fmla="*/ 814766 w 911356"/>
                <a:gd name="connsiteY14" fmla="*/ 307655 h 338625"/>
                <a:gd name="connsiteX15" fmla="*/ 826947 w 911356"/>
                <a:gd name="connsiteY15" fmla="*/ 316029 h 338625"/>
                <a:gd name="connsiteX16" fmla="*/ 879999 w 911356"/>
                <a:gd name="connsiteY16" fmla="*/ 336584 h 338625"/>
                <a:gd name="connsiteX17" fmla="*/ 911307 w 911356"/>
                <a:gd name="connsiteY17" fmla="*/ 290526 h 338625"/>
                <a:gd name="connsiteX18" fmla="*/ 875336 w 911356"/>
                <a:gd name="connsiteY18" fmla="*/ 248322 h 338625"/>
                <a:gd name="connsiteX19" fmla="*/ 865487 w 911356"/>
                <a:gd name="connsiteY19" fmla="*/ 299471 h 338625"/>
                <a:gd name="connsiteX20" fmla="*/ 859111 w 911356"/>
                <a:gd name="connsiteY20" fmla="*/ 292144 h 338625"/>
                <a:gd name="connsiteX21" fmla="*/ 866724 w 911356"/>
                <a:gd name="connsiteY21" fmla="*/ 285768 h 338625"/>
                <a:gd name="connsiteX22" fmla="*/ 872814 w 911356"/>
                <a:gd name="connsiteY22" fmla="*/ 292715 h 338625"/>
                <a:gd name="connsiteX23" fmla="*/ 865487 w 911356"/>
                <a:gd name="connsiteY23" fmla="*/ 299471 h 33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11356" h="338625">
                  <a:moveTo>
                    <a:pt x="875336" y="248322"/>
                  </a:moveTo>
                  <a:cubicBezTo>
                    <a:pt x="855447" y="243564"/>
                    <a:pt x="835559" y="252890"/>
                    <a:pt x="825615" y="272731"/>
                  </a:cubicBezTo>
                  <a:cubicBezTo>
                    <a:pt x="822332" y="279297"/>
                    <a:pt x="818953" y="281771"/>
                    <a:pt x="811341" y="281819"/>
                  </a:cubicBezTo>
                  <a:cubicBezTo>
                    <a:pt x="668266" y="282294"/>
                    <a:pt x="525240" y="283103"/>
                    <a:pt x="382166" y="284007"/>
                  </a:cubicBezTo>
                  <a:cubicBezTo>
                    <a:pt x="374981" y="284055"/>
                    <a:pt x="369509" y="282770"/>
                    <a:pt x="364228" y="276918"/>
                  </a:cubicBezTo>
                  <a:cubicBezTo>
                    <a:pt x="287148" y="190655"/>
                    <a:pt x="209639" y="104772"/>
                    <a:pt x="132702" y="18414"/>
                  </a:cubicBezTo>
                  <a:cubicBezTo>
                    <a:pt x="126040" y="10896"/>
                    <a:pt x="119094" y="7185"/>
                    <a:pt x="109673" y="6518"/>
                  </a:cubicBezTo>
                  <a:cubicBezTo>
                    <a:pt x="78793" y="4377"/>
                    <a:pt x="47961" y="2189"/>
                    <a:pt x="17081" y="0"/>
                  </a:cubicBezTo>
                  <a:cubicBezTo>
                    <a:pt x="11372" y="8279"/>
                    <a:pt x="3949" y="15416"/>
                    <a:pt x="0" y="24885"/>
                  </a:cubicBezTo>
                  <a:cubicBezTo>
                    <a:pt x="33544" y="27739"/>
                    <a:pt x="67041" y="30832"/>
                    <a:pt x="100632" y="33164"/>
                  </a:cubicBezTo>
                  <a:cubicBezTo>
                    <a:pt x="107674" y="33639"/>
                    <a:pt x="112099" y="36114"/>
                    <a:pt x="116667" y="41205"/>
                  </a:cubicBezTo>
                  <a:cubicBezTo>
                    <a:pt x="176476" y="108103"/>
                    <a:pt x="236712" y="174525"/>
                    <a:pt x="296283" y="241613"/>
                  </a:cubicBezTo>
                  <a:cubicBezTo>
                    <a:pt x="315886" y="263690"/>
                    <a:pt x="337345" y="284150"/>
                    <a:pt x="354331" y="308464"/>
                  </a:cubicBezTo>
                  <a:cubicBezTo>
                    <a:pt x="361801" y="311414"/>
                    <a:pt x="369795" y="309177"/>
                    <a:pt x="377407" y="310605"/>
                  </a:cubicBezTo>
                  <a:cubicBezTo>
                    <a:pt x="523194" y="309653"/>
                    <a:pt x="668980" y="308797"/>
                    <a:pt x="814766" y="307655"/>
                  </a:cubicBezTo>
                  <a:cubicBezTo>
                    <a:pt x="821618" y="307607"/>
                    <a:pt x="823949" y="311033"/>
                    <a:pt x="826947" y="316029"/>
                  </a:cubicBezTo>
                  <a:cubicBezTo>
                    <a:pt x="838366" y="334775"/>
                    <a:pt x="859492" y="342722"/>
                    <a:pt x="879999" y="336584"/>
                  </a:cubicBezTo>
                  <a:cubicBezTo>
                    <a:pt x="899364" y="330779"/>
                    <a:pt x="912258" y="311794"/>
                    <a:pt x="911307" y="290526"/>
                  </a:cubicBezTo>
                  <a:cubicBezTo>
                    <a:pt x="910450" y="269257"/>
                    <a:pt x="896985" y="253508"/>
                    <a:pt x="875336" y="248322"/>
                  </a:cubicBezTo>
                  <a:close/>
                  <a:moveTo>
                    <a:pt x="865487" y="299471"/>
                  </a:moveTo>
                  <a:cubicBezTo>
                    <a:pt x="861633" y="298948"/>
                    <a:pt x="858397" y="296426"/>
                    <a:pt x="859111" y="292144"/>
                  </a:cubicBezTo>
                  <a:cubicBezTo>
                    <a:pt x="859730" y="288432"/>
                    <a:pt x="862585" y="285387"/>
                    <a:pt x="866724" y="285768"/>
                  </a:cubicBezTo>
                  <a:cubicBezTo>
                    <a:pt x="870816" y="286148"/>
                    <a:pt x="872814" y="289241"/>
                    <a:pt x="872814" y="292715"/>
                  </a:cubicBezTo>
                  <a:cubicBezTo>
                    <a:pt x="872434" y="297948"/>
                    <a:pt x="869579" y="299994"/>
                    <a:pt x="865487" y="299471"/>
                  </a:cubicBezTo>
                  <a:close/>
                </a:path>
              </a:pathLst>
            </a:custGeom>
            <a:solidFill>
              <a:srgbClr val="1D98C4"/>
            </a:solidFill>
            <a:ln w="4754" cap="flat">
              <a:noFill/>
              <a:prstDash val="solid"/>
              <a:miter/>
            </a:ln>
          </p:spPr>
          <p:txBody>
            <a:bodyPr rtlCol="0" anchor="ctr"/>
            <a:lstStyle/>
            <a:p>
              <a:endParaRPr lang="en-US"/>
            </a:p>
          </p:txBody>
        </p:sp>
        <p:sp>
          <p:nvSpPr>
            <p:cNvPr id="63" name="Freeform: Shape 212">
              <a:extLst>
                <a:ext uri="{FF2B5EF4-FFF2-40B4-BE49-F238E27FC236}">
                  <a16:creationId xmlns:a16="http://schemas.microsoft.com/office/drawing/2014/main" id="{235B379F-476A-404A-91AA-5D3A739663FC}"/>
                </a:ext>
              </a:extLst>
            </p:cNvPr>
            <p:cNvSpPr/>
            <p:nvPr/>
          </p:nvSpPr>
          <p:spPr>
            <a:xfrm>
              <a:off x="548329" y="3380420"/>
              <a:ext cx="309146" cy="258749"/>
            </a:xfrm>
            <a:custGeom>
              <a:avLst/>
              <a:gdLst>
                <a:gd name="connsiteX0" fmla="*/ 296823 w 309146"/>
                <a:gd name="connsiteY0" fmla="*/ 258748 h 258749"/>
                <a:gd name="connsiteX1" fmla="*/ 309146 w 309146"/>
                <a:gd name="connsiteY1" fmla="*/ 246949 h 258749"/>
                <a:gd name="connsiteX2" fmla="*/ 309146 w 309146"/>
                <a:gd name="connsiteY2" fmla="*/ 35121 h 258749"/>
                <a:gd name="connsiteX3" fmla="*/ 297299 w 309146"/>
                <a:gd name="connsiteY3" fmla="*/ 22893 h 258749"/>
                <a:gd name="connsiteX4" fmla="*/ 152416 w 309146"/>
                <a:gd name="connsiteY4" fmla="*/ 23321 h 258749"/>
                <a:gd name="connsiteX5" fmla="*/ 128959 w 309146"/>
                <a:gd name="connsiteY5" fmla="*/ 13662 h 258749"/>
                <a:gd name="connsiteX6" fmla="*/ 80094 w 309146"/>
                <a:gd name="connsiteY6" fmla="*/ 3242 h 258749"/>
                <a:gd name="connsiteX7" fmla="*/ 51546 w 309146"/>
                <a:gd name="connsiteY7" fmla="*/ 44399 h 258749"/>
                <a:gd name="connsiteX8" fmla="*/ 68009 w 309146"/>
                <a:gd name="connsiteY8" fmla="*/ 84462 h 258749"/>
                <a:gd name="connsiteX9" fmla="*/ 109309 w 309146"/>
                <a:gd name="connsiteY9" fmla="*/ 90742 h 258749"/>
                <a:gd name="connsiteX10" fmla="*/ 135430 w 309146"/>
                <a:gd name="connsiteY10" fmla="*/ 69855 h 258749"/>
                <a:gd name="connsiteX11" fmla="*/ 149609 w 309146"/>
                <a:gd name="connsiteY11" fmla="*/ 62289 h 258749"/>
                <a:gd name="connsiteX12" fmla="*/ 257569 w 309146"/>
                <a:gd name="connsiteY12" fmla="*/ 62241 h 258749"/>
                <a:gd name="connsiteX13" fmla="*/ 268608 w 309146"/>
                <a:gd name="connsiteY13" fmla="*/ 72662 h 258749"/>
                <a:gd name="connsiteX14" fmla="*/ 268560 w 309146"/>
                <a:gd name="connsiteY14" fmla="*/ 209313 h 258749"/>
                <a:gd name="connsiteX15" fmla="*/ 258759 w 309146"/>
                <a:gd name="connsiteY15" fmla="*/ 219542 h 258749"/>
                <a:gd name="connsiteX16" fmla="*/ 10104 w 309146"/>
                <a:gd name="connsiteY16" fmla="*/ 219209 h 258749"/>
                <a:gd name="connsiteX17" fmla="*/ 2729 w 309146"/>
                <a:gd name="connsiteY17" fmla="*/ 250517 h 258749"/>
                <a:gd name="connsiteX18" fmla="*/ 24853 w 309146"/>
                <a:gd name="connsiteY18" fmla="*/ 258748 h 258749"/>
                <a:gd name="connsiteX19" fmla="*/ 296823 w 309146"/>
                <a:gd name="connsiteY19" fmla="*/ 258748 h 258749"/>
                <a:gd name="connsiteX20" fmla="*/ 103884 w 309146"/>
                <a:gd name="connsiteY20" fmla="*/ 46588 h 258749"/>
                <a:gd name="connsiteX21" fmla="*/ 96985 w 309146"/>
                <a:gd name="connsiteY21" fmla="*/ 52963 h 258749"/>
                <a:gd name="connsiteX22" fmla="*/ 90276 w 309146"/>
                <a:gd name="connsiteY22" fmla="*/ 45398 h 258749"/>
                <a:gd name="connsiteX23" fmla="*/ 96938 w 309146"/>
                <a:gd name="connsiteY23" fmla="*/ 38784 h 258749"/>
                <a:gd name="connsiteX24" fmla="*/ 103884 w 309146"/>
                <a:gd name="connsiteY24" fmla="*/ 46588 h 258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9146" h="258749">
                  <a:moveTo>
                    <a:pt x="296823" y="258748"/>
                  </a:moveTo>
                  <a:cubicBezTo>
                    <a:pt x="306006" y="258796"/>
                    <a:pt x="309194" y="256893"/>
                    <a:pt x="309146" y="246949"/>
                  </a:cubicBezTo>
                  <a:cubicBezTo>
                    <a:pt x="308718" y="176339"/>
                    <a:pt x="308718" y="105730"/>
                    <a:pt x="309146" y="35121"/>
                  </a:cubicBezTo>
                  <a:cubicBezTo>
                    <a:pt x="309194" y="25747"/>
                    <a:pt x="307100" y="22797"/>
                    <a:pt x="297299" y="22893"/>
                  </a:cubicBezTo>
                  <a:cubicBezTo>
                    <a:pt x="249005" y="23416"/>
                    <a:pt x="200711" y="22940"/>
                    <a:pt x="152416" y="23321"/>
                  </a:cubicBezTo>
                  <a:cubicBezTo>
                    <a:pt x="142805" y="23416"/>
                    <a:pt x="135763" y="21608"/>
                    <a:pt x="128959" y="13662"/>
                  </a:cubicBezTo>
                  <a:cubicBezTo>
                    <a:pt x="117397" y="149"/>
                    <a:pt x="96605" y="-3372"/>
                    <a:pt x="80094" y="3242"/>
                  </a:cubicBezTo>
                  <a:cubicBezTo>
                    <a:pt x="62632" y="10236"/>
                    <a:pt x="52878" y="25700"/>
                    <a:pt x="51546" y="44399"/>
                  </a:cubicBezTo>
                  <a:cubicBezTo>
                    <a:pt x="50357" y="60957"/>
                    <a:pt x="61110" y="71710"/>
                    <a:pt x="68009" y="84462"/>
                  </a:cubicBezTo>
                  <a:cubicBezTo>
                    <a:pt x="81427" y="88744"/>
                    <a:pt x="94892" y="92979"/>
                    <a:pt x="109309" y="90742"/>
                  </a:cubicBezTo>
                  <a:cubicBezTo>
                    <a:pt x="119491" y="85556"/>
                    <a:pt x="130006" y="80512"/>
                    <a:pt x="135430" y="69855"/>
                  </a:cubicBezTo>
                  <a:cubicBezTo>
                    <a:pt x="138713" y="63431"/>
                    <a:pt x="143091" y="62241"/>
                    <a:pt x="149609" y="62289"/>
                  </a:cubicBezTo>
                  <a:cubicBezTo>
                    <a:pt x="185580" y="62527"/>
                    <a:pt x="221598" y="62622"/>
                    <a:pt x="257569" y="62241"/>
                  </a:cubicBezTo>
                  <a:cubicBezTo>
                    <a:pt x="265610" y="62147"/>
                    <a:pt x="268703" y="63812"/>
                    <a:pt x="268608" y="72662"/>
                  </a:cubicBezTo>
                  <a:cubicBezTo>
                    <a:pt x="268180" y="118196"/>
                    <a:pt x="268275" y="163778"/>
                    <a:pt x="268560" y="209313"/>
                  </a:cubicBezTo>
                  <a:cubicBezTo>
                    <a:pt x="268608" y="216735"/>
                    <a:pt x="266895" y="219590"/>
                    <a:pt x="258759" y="219542"/>
                  </a:cubicBezTo>
                  <a:cubicBezTo>
                    <a:pt x="175874" y="219209"/>
                    <a:pt x="92989" y="219257"/>
                    <a:pt x="10104" y="219209"/>
                  </a:cubicBezTo>
                  <a:cubicBezTo>
                    <a:pt x="1254" y="228154"/>
                    <a:pt x="-3267" y="238051"/>
                    <a:pt x="2729" y="250517"/>
                  </a:cubicBezTo>
                  <a:cubicBezTo>
                    <a:pt x="8866" y="256608"/>
                    <a:pt x="16004" y="258796"/>
                    <a:pt x="24853" y="258748"/>
                  </a:cubicBezTo>
                  <a:cubicBezTo>
                    <a:pt x="115447" y="258416"/>
                    <a:pt x="206135" y="258416"/>
                    <a:pt x="296823" y="258748"/>
                  </a:cubicBezTo>
                  <a:close/>
                  <a:moveTo>
                    <a:pt x="103884" y="46588"/>
                  </a:moveTo>
                  <a:cubicBezTo>
                    <a:pt x="103361" y="50584"/>
                    <a:pt x="100078" y="52154"/>
                    <a:pt x="96985" y="52963"/>
                  </a:cubicBezTo>
                  <a:cubicBezTo>
                    <a:pt x="92656" y="51726"/>
                    <a:pt x="90181" y="49728"/>
                    <a:pt x="90276" y="45398"/>
                  </a:cubicBezTo>
                  <a:cubicBezTo>
                    <a:pt x="90372" y="40926"/>
                    <a:pt x="93084" y="38642"/>
                    <a:pt x="96938" y="38784"/>
                  </a:cubicBezTo>
                  <a:cubicBezTo>
                    <a:pt x="101268" y="38975"/>
                    <a:pt x="104551" y="41639"/>
                    <a:pt x="103884" y="46588"/>
                  </a:cubicBezTo>
                  <a:close/>
                </a:path>
              </a:pathLst>
            </a:custGeom>
            <a:solidFill>
              <a:srgbClr val="1C97C3"/>
            </a:solidFill>
            <a:ln w="4754" cap="flat">
              <a:noFill/>
              <a:prstDash val="solid"/>
              <a:miter/>
            </a:ln>
          </p:spPr>
          <p:txBody>
            <a:bodyPr rtlCol="0" anchor="ctr"/>
            <a:lstStyle/>
            <a:p>
              <a:endParaRPr lang="en-US"/>
            </a:p>
          </p:txBody>
        </p:sp>
        <p:sp>
          <p:nvSpPr>
            <p:cNvPr id="64" name="Freeform: Shape 213">
              <a:extLst>
                <a:ext uri="{FF2B5EF4-FFF2-40B4-BE49-F238E27FC236}">
                  <a16:creationId xmlns:a16="http://schemas.microsoft.com/office/drawing/2014/main" id="{B058DDBE-41E6-4EF9-9D90-89B3BCB3EFA4}"/>
                </a:ext>
              </a:extLst>
            </p:cNvPr>
            <p:cNvSpPr/>
            <p:nvPr/>
          </p:nvSpPr>
          <p:spPr>
            <a:xfrm>
              <a:off x="3228342" y="333095"/>
              <a:ext cx="568385" cy="200596"/>
            </a:xfrm>
            <a:custGeom>
              <a:avLst/>
              <a:gdLst>
                <a:gd name="connsiteX0" fmla="*/ 15241 w 568385"/>
                <a:gd name="connsiteY0" fmla="*/ 170622 h 200596"/>
                <a:gd name="connsiteX1" fmla="*/ 467540 w 568385"/>
                <a:gd name="connsiteY1" fmla="*/ 170099 h 200596"/>
                <a:gd name="connsiteX2" fmla="*/ 485858 w 568385"/>
                <a:gd name="connsiteY2" fmla="*/ 179853 h 200596"/>
                <a:gd name="connsiteX3" fmla="*/ 538149 w 568385"/>
                <a:gd name="connsiteY3" fmla="*/ 197981 h 200596"/>
                <a:gd name="connsiteX4" fmla="*/ 561892 w 568385"/>
                <a:gd name="connsiteY4" fmla="*/ 128561 h 200596"/>
                <a:gd name="connsiteX5" fmla="*/ 550139 w 568385"/>
                <a:gd name="connsiteY5" fmla="*/ 116999 h 200596"/>
                <a:gd name="connsiteX6" fmla="*/ 491330 w 568385"/>
                <a:gd name="connsiteY6" fmla="*/ 123089 h 200596"/>
                <a:gd name="connsiteX7" fmla="*/ 471346 w 568385"/>
                <a:gd name="connsiteY7" fmla="*/ 131321 h 200596"/>
                <a:gd name="connsiteX8" fmla="*/ 170686 w 568385"/>
                <a:gd name="connsiteY8" fmla="*/ 131178 h 200596"/>
                <a:gd name="connsiteX9" fmla="*/ 51783 w 568385"/>
                <a:gd name="connsiteY9" fmla="*/ 131131 h 200596"/>
                <a:gd name="connsiteX10" fmla="*/ 40601 w 568385"/>
                <a:gd name="connsiteY10" fmla="*/ 124089 h 200596"/>
                <a:gd name="connsiteX11" fmla="*/ 41838 w 568385"/>
                <a:gd name="connsiteY11" fmla="*/ 20363 h 200596"/>
                <a:gd name="connsiteX12" fmla="*/ 4678 w 568385"/>
                <a:gd name="connsiteY12" fmla="*/ 6660 h 200596"/>
                <a:gd name="connsiteX13" fmla="*/ 253 w 568385"/>
                <a:gd name="connsiteY13" fmla="*/ 29071 h 200596"/>
                <a:gd name="connsiteX14" fmla="*/ 15 w 568385"/>
                <a:gd name="connsiteY14" fmla="*/ 154778 h 200596"/>
                <a:gd name="connsiteX15" fmla="*/ 15241 w 568385"/>
                <a:gd name="connsiteY15" fmla="*/ 170622 h 200596"/>
                <a:gd name="connsiteX16" fmla="*/ 523447 w 568385"/>
                <a:gd name="connsiteY16" fmla="*/ 148117 h 200596"/>
                <a:gd name="connsiteX17" fmla="*/ 530155 w 568385"/>
                <a:gd name="connsiteY17" fmla="*/ 154968 h 200596"/>
                <a:gd name="connsiteX18" fmla="*/ 523399 w 568385"/>
                <a:gd name="connsiteY18" fmla="*/ 161630 h 200596"/>
                <a:gd name="connsiteX19" fmla="*/ 516643 w 568385"/>
                <a:gd name="connsiteY19" fmla="*/ 154873 h 200596"/>
                <a:gd name="connsiteX20" fmla="*/ 523447 w 568385"/>
                <a:gd name="connsiteY20" fmla="*/ 148117 h 200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8385" h="200596">
                  <a:moveTo>
                    <a:pt x="15241" y="170622"/>
                  </a:moveTo>
                  <a:cubicBezTo>
                    <a:pt x="166023" y="170099"/>
                    <a:pt x="316805" y="170337"/>
                    <a:pt x="467540" y="170099"/>
                  </a:cubicBezTo>
                  <a:cubicBezTo>
                    <a:pt x="476057" y="170099"/>
                    <a:pt x="481195" y="171955"/>
                    <a:pt x="485858" y="179853"/>
                  </a:cubicBezTo>
                  <a:cubicBezTo>
                    <a:pt x="496564" y="198029"/>
                    <a:pt x="518260" y="204833"/>
                    <a:pt x="538149" y="197981"/>
                  </a:cubicBezTo>
                  <a:cubicBezTo>
                    <a:pt x="566745" y="188132"/>
                    <a:pt x="575975" y="161154"/>
                    <a:pt x="561892" y="128561"/>
                  </a:cubicBezTo>
                  <a:cubicBezTo>
                    <a:pt x="558656" y="123993"/>
                    <a:pt x="555801" y="119045"/>
                    <a:pt x="550139" y="116999"/>
                  </a:cubicBezTo>
                  <a:cubicBezTo>
                    <a:pt x="525302" y="105580"/>
                    <a:pt x="506270" y="106912"/>
                    <a:pt x="491330" y="123089"/>
                  </a:cubicBezTo>
                  <a:cubicBezTo>
                    <a:pt x="485382" y="129513"/>
                    <a:pt x="479530" y="131321"/>
                    <a:pt x="471346" y="131321"/>
                  </a:cubicBezTo>
                  <a:cubicBezTo>
                    <a:pt x="371142" y="131083"/>
                    <a:pt x="270890" y="131178"/>
                    <a:pt x="170686" y="131178"/>
                  </a:cubicBezTo>
                  <a:cubicBezTo>
                    <a:pt x="131051" y="131178"/>
                    <a:pt x="91417" y="131226"/>
                    <a:pt x="51783" y="131131"/>
                  </a:cubicBezTo>
                  <a:cubicBezTo>
                    <a:pt x="46834" y="131131"/>
                    <a:pt x="40363" y="133510"/>
                    <a:pt x="40601" y="124089"/>
                  </a:cubicBezTo>
                  <a:cubicBezTo>
                    <a:pt x="41505" y="89498"/>
                    <a:pt x="39269" y="54907"/>
                    <a:pt x="41838" y="20363"/>
                  </a:cubicBezTo>
                  <a:cubicBezTo>
                    <a:pt x="33464" y="-1428"/>
                    <a:pt x="22901" y="-5282"/>
                    <a:pt x="4678" y="6660"/>
                  </a:cubicBezTo>
                  <a:cubicBezTo>
                    <a:pt x="681" y="13655"/>
                    <a:pt x="205" y="21220"/>
                    <a:pt x="253" y="29071"/>
                  </a:cubicBezTo>
                  <a:cubicBezTo>
                    <a:pt x="348" y="70989"/>
                    <a:pt x="729" y="112907"/>
                    <a:pt x="15" y="154778"/>
                  </a:cubicBezTo>
                  <a:cubicBezTo>
                    <a:pt x="-223" y="166721"/>
                    <a:pt x="2251" y="170670"/>
                    <a:pt x="15241" y="170622"/>
                  </a:cubicBezTo>
                  <a:close/>
                  <a:moveTo>
                    <a:pt x="523447" y="148117"/>
                  </a:moveTo>
                  <a:cubicBezTo>
                    <a:pt x="527919" y="148355"/>
                    <a:pt x="530203" y="150876"/>
                    <a:pt x="530155" y="154968"/>
                  </a:cubicBezTo>
                  <a:cubicBezTo>
                    <a:pt x="530108" y="159108"/>
                    <a:pt x="527776" y="161772"/>
                    <a:pt x="523399" y="161630"/>
                  </a:cubicBezTo>
                  <a:cubicBezTo>
                    <a:pt x="519212" y="161487"/>
                    <a:pt x="516595" y="159060"/>
                    <a:pt x="516643" y="154873"/>
                  </a:cubicBezTo>
                  <a:cubicBezTo>
                    <a:pt x="516690" y="150686"/>
                    <a:pt x="519402" y="148545"/>
                    <a:pt x="523447" y="148117"/>
                  </a:cubicBezTo>
                  <a:close/>
                </a:path>
              </a:pathLst>
            </a:custGeom>
            <a:solidFill>
              <a:srgbClr val="1C97C3"/>
            </a:solidFill>
            <a:ln w="4754" cap="flat">
              <a:noFill/>
              <a:prstDash val="solid"/>
              <a:miter/>
            </a:ln>
          </p:spPr>
          <p:txBody>
            <a:bodyPr rtlCol="0" anchor="ctr"/>
            <a:lstStyle/>
            <a:p>
              <a:endParaRPr lang="en-US"/>
            </a:p>
          </p:txBody>
        </p:sp>
        <p:sp>
          <p:nvSpPr>
            <p:cNvPr id="65" name="Freeform: Shape 214">
              <a:extLst>
                <a:ext uri="{FF2B5EF4-FFF2-40B4-BE49-F238E27FC236}">
                  <a16:creationId xmlns:a16="http://schemas.microsoft.com/office/drawing/2014/main" id="{0F62EC94-D5F9-4F1A-8A5A-ECB8F389A72C}"/>
                </a:ext>
              </a:extLst>
            </p:cNvPr>
            <p:cNvSpPr/>
            <p:nvPr/>
          </p:nvSpPr>
          <p:spPr>
            <a:xfrm>
              <a:off x="5210123" y="1759839"/>
              <a:ext cx="306705" cy="226098"/>
            </a:xfrm>
            <a:custGeom>
              <a:avLst/>
              <a:gdLst>
                <a:gd name="connsiteX0" fmla="*/ 4 w 306705"/>
                <a:gd name="connsiteY0" fmla="*/ 14798 h 226098"/>
                <a:gd name="connsiteX1" fmla="*/ 99 w 306705"/>
                <a:gd name="connsiteY1" fmla="*/ 188371 h 226098"/>
                <a:gd name="connsiteX2" fmla="*/ 12375 w 306705"/>
                <a:gd name="connsiteY2" fmla="*/ 200313 h 226098"/>
                <a:gd name="connsiteX3" fmla="*/ 159969 w 306705"/>
                <a:gd name="connsiteY3" fmla="*/ 199933 h 226098"/>
                <a:gd name="connsiteX4" fmla="*/ 177954 w 306705"/>
                <a:gd name="connsiteY4" fmla="*/ 208640 h 226098"/>
                <a:gd name="connsiteX5" fmla="*/ 229341 w 306705"/>
                <a:gd name="connsiteY5" fmla="*/ 223247 h 226098"/>
                <a:gd name="connsiteX6" fmla="*/ 259507 w 306705"/>
                <a:gd name="connsiteY6" fmla="*/ 181662 h 226098"/>
                <a:gd name="connsiteX7" fmla="*/ 231435 w 306705"/>
                <a:gd name="connsiteY7" fmla="*/ 138411 h 226098"/>
                <a:gd name="connsiteX8" fmla="*/ 180572 w 306705"/>
                <a:gd name="connsiteY8" fmla="*/ 149831 h 226098"/>
                <a:gd name="connsiteX9" fmla="*/ 157495 w 306705"/>
                <a:gd name="connsiteY9" fmla="*/ 159680 h 226098"/>
                <a:gd name="connsiteX10" fmla="*/ 53627 w 306705"/>
                <a:gd name="connsiteY10" fmla="*/ 159727 h 226098"/>
                <a:gd name="connsiteX11" fmla="*/ 40542 w 306705"/>
                <a:gd name="connsiteY11" fmla="*/ 147309 h 226098"/>
                <a:gd name="connsiteX12" fmla="*/ 40590 w 306705"/>
                <a:gd name="connsiteY12" fmla="*/ 54384 h 226098"/>
                <a:gd name="connsiteX13" fmla="*/ 53342 w 306705"/>
                <a:gd name="connsiteY13" fmla="*/ 41680 h 226098"/>
                <a:gd name="connsiteX14" fmla="*/ 280252 w 306705"/>
                <a:gd name="connsiteY14" fmla="*/ 42014 h 226098"/>
                <a:gd name="connsiteX15" fmla="*/ 300855 w 306705"/>
                <a:gd name="connsiteY15" fmla="*/ 36875 h 226098"/>
                <a:gd name="connsiteX16" fmla="*/ 288436 w 306705"/>
                <a:gd name="connsiteY16" fmla="*/ 0 h 226098"/>
                <a:gd name="connsiteX17" fmla="*/ 274352 w 306705"/>
                <a:gd name="connsiteY17" fmla="*/ 2617 h 226098"/>
                <a:gd name="connsiteX18" fmla="*/ 13279 w 306705"/>
                <a:gd name="connsiteY18" fmla="*/ 2522 h 226098"/>
                <a:gd name="connsiteX19" fmla="*/ 4 w 306705"/>
                <a:gd name="connsiteY19" fmla="*/ 14798 h 226098"/>
                <a:gd name="connsiteX20" fmla="*/ 214592 w 306705"/>
                <a:gd name="connsiteY20" fmla="*/ 173526 h 226098"/>
                <a:gd name="connsiteX21" fmla="*/ 220920 w 306705"/>
                <a:gd name="connsiteY21" fmla="*/ 181139 h 226098"/>
                <a:gd name="connsiteX22" fmla="*/ 213354 w 306705"/>
                <a:gd name="connsiteY22" fmla="*/ 187181 h 226098"/>
                <a:gd name="connsiteX23" fmla="*/ 206693 w 306705"/>
                <a:gd name="connsiteY23" fmla="*/ 180520 h 226098"/>
                <a:gd name="connsiteX24" fmla="*/ 214592 w 306705"/>
                <a:gd name="connsiteY24" fmla="*/ 173526 h 22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6705" h="226098">
                  <a:moveTo>
                    <a:pt x="4" y="14798"/>
                  </a:moveTo>
                  <a:cubicBezTo>
                    <a:pt x="670" y="72655"/>
                    <a:pt x="527" y="130513"/>
                    <a:pt x="99" y="188371"/>
                  </a:cubicBezTo>
                  <a:cubicBezTo>
                    <a:pt x="4" y="198172"/>
                    <a:pt x="3001" y="200409"/>
                    <a:pt x="12375" y="200313"/>
                  </a:cubicBezTo>
                  <a:cubicBezTo>
                    <a:pt x="61573" y="199838"/>
                    <a:pt x="110771" y="200266"/>
                    <a:pt x="159969" y="199933"/>
                  </a:cubicBezTo>
                  <a:cubicBezTo>
                    <a:pt x="167915" y="199885"/>
                    <a:pt x="173053" y="201693"/>
                    <a:pt x="177954" y="208640"/>
                  </a:cubicBezTo>
                  <a:cubicBezTo>
                    <a:pt x="189136" y="224484"/>
                    <a:pt x="211165" y="230051"/>
                    <a:pt x="229341" y="223247"/>
                  </a:cubicBezTo>
                  <a:cubicBezTo>
                    <a:pt x="247041" y="216633"/>
                    <a:pt x="258841" y="200361"/>
                    <a:pt x="259507" y="181662"/>
                  </a:cubicBezTo>
                  <a:cubicBezTo>
                    <a:pt x="260126" y="163867"/>
                    <a:pt x="248183" y="145453"/>
                    <a:pt x="231435" y="138411"/>
                  </a:cubicBezTo>
                  <a:cubicBezTo>
                    <a:pt x="213307" y="130799"/>
                    <a:pt x="193275" y="134319"/>
                    <a:pt x="180572" y="149831"/>
                  </a:cubicBezTo>
                  <a:cubicBezTo>
                    <a:pt x="173910" y="157919"/>
                    <a:pt x="167058" y="159822"/>
                    <a:pt x="157495" y="159680"/>
                  </a:cubicBezTo>
                  <a:cubicBezTo>
                    <a:pt x="122857" y="159252"/>
                    <a:pt x="88218" y="159156"/>
                    <a:pt x="53627" y="159727"/>
                  </a:cubicBezTo>
                  <a:cubicBezTo>
                    <a:pt x="43921" y="159870"/>
                    <a:pt x="40257" y="158110"/>
                    <a:pt x="40542" y="147309"/>
                  </a:cubicBezTo>
                  <a:cubicBezTo>
                    <a:pt x="41351" y="116334"/>
                    <a:pt x="41304" y="85359"/>
                    <a:pt x="40590" y="54384"/>
                  </a:cubicBezTo>
                  <a:cubicBezTo>
                    <a:pt x="40352" y="44107"/>
                    <a:pt x="43112" y="41585"/>
                    <a:pt x="53342" y="41680"/>
                  </a:cubicBezTo>
                  <a:cubicBezTo>
                    <a:pt x="128947" y="42156"/>
                    <a:pt x="204599" y="41871"/>
                    <a:pt x="280252" y="42014"/>
                  </a:cubicBezTo>
                  <a:cubicBezTo>
                    <a:pt x="287675" y="42014"/>
                    <a:pt x="294764" y="41680"/>
                    <a:pt x="300855" y="36875"/>
                  </a:cubicBezTo>
                  <a:cubicBezTo>
                    <a:pt x="310656" y="19603"/>
                    <a:pt x="309181" y="15178"/>
                    <a:pt x="288436" y="0"/>
                  </a:cubicBezTo>
                  <a:cubicBezTo>
                    <a:pt x="284487" y="4758"/>
                    <a:pt x="279063" y="2617"/>
                    <a:pt x="274352" y="2617"/>
                  </a:cubicBezTo>
                  <a:cubicBezTo>
                    <a:pt x="187328" y="2760"/>
                    <a:pt x="100303" y="2855"/>
                    <a:pt x="13279" y="2522"/>
                  </a:cubicBezTo>
                  <a:cubicBezTo>
                    <a:pt x="3858" y="2569"/>
                    <a:pt x="-139" y="3664"/>
                    <a:pt x="4" y="14798"/>
                  </a:cubicBezTo>
                  <a:close/>
                  <a:moveTo>
                    <a:pt x="214592" y="173526"/>
                  </a:moveTo>
                  <a:cubicBezTo>
                    <a:pt x="218207" y="174144"/>
                    <a:pt x="220539" y="177142"/>
                    <a:pt x="220920" y="181139"/>
                  </a:cubicBezTo>
                  <a:cubicBezTo>
                    <a:pt x="219825" y="184945"/>
                    <a:pt x="217589" y="187229"/>
                    <a:pt x="213354" y="187181"/>
                  </a:cubicBezTo>
                  <a:cubicBezTo>
                    <a:pt x="208929" y="187134"/>
                    <a:pt x="206407" y="184279"/>
                    <a:pt x="206693" y="180520"/>
                  </a:cubicBezTo>
                  <a:cubicBezTo>
                    <a:pt x="206978" y="176380"/>
                    <a:pt x="209691" y="172669"/>
                    <a:pt x="214592" y="173526"/>
                  </a:cubicBezTo>
                  <a:close/>
                </a:path>
              </a:pathLst>
            </a:custGeom>
            <a:solidFill>
              <a:srgbClr val="1D97C3"/>
            </a:solidFill>
            <a:ln w="4754" cap="flat">
              <a:noFill/>
              <a:prstDash val="solid"/>
              <a:miter/>
            </a:ln>
          </p:spPr>
          <p:txBody>
            <a:bodyPr rtlCol="0" anchor="ctr"/>
            <a:lstStyle/>
            <a:p>
              <a:endParaRPr lang="en-US"/>
            </a:p>
          </p:txBody>
        </p:sp>
        <p:sp>
          <p:nvSpPr>
            <p:cNvPr id="66" name="Freeform: Shape 215">
              <a:extLst>
                <a:ext uri="{FF2B5EF4-FFF2-40B4-BE49-F238E27FC236}">
                  <a16:creationId xmlns:a16="http://schemas.microsoft.com/office/drawing/2014/main" id="{397E5EE7-3449-4DCB-AB7C-61E82C24E447}"/>
                </a:ext>
              </a:extLst>
            </p:cNvPr>
            <p:cNvSpPr/>
            <p:nvPr/>
          </p:nvSpPr>
          <p:spPr>
            <a:xfrm>
              <a:off x="5143192" y="1240689"/>
              <a:ext cx="91818" cy="473566"/>
            </a:xfrm>
            <a:custGeom>
              <a:avLst/>
              <a:gdLst>
                <a:gd name="connsiteX0" fmla="*/ 21829 w 91818"/>
                <a:gd name="connsiteY0" fmla="*/ 389445 h 473566"/>
                <a:gd name="connsiteX1" fmla="*/ 5414 w 91818"/>
                <a:gd name="connsiteY1" fmla="*/ 449064 h 473566"/>
                <a:gd name="connsiteX2" fmla="*/ 49140 w 91818"/>
                <a:gd name="connsiteY2" fmla="*/ 473425 h 473566"/>
                <a:gd name="connsiteX3" fmla="*/ 88394 w 91818"/>
                <a:gd name="connsiteY3" fmla="*/ 444353 h 473566"/>
                <a:gd name="connsiteX4" fmla="*/ 77688 w 91818"/>
                <a:gd name="connsiteY4" fmla="*/ 395536 h 473566"/>
                <a:gd name="connsiteX5" fmla="*/ 69600 w 91818"/>
                <a:gd name="connsiteY5" fmla="*/ 379691 h 473566"/>
                <a:gd name="connsiteX6" fmla="*/ 67887 w 91818"/>
                <a:gd name="connsiteY6" fmla="*/ 94304 h 473566"/>
                <a:gd name="connsiteX7" fmla="*/ 72074 w 91818"/>
                <a:gd name="connsiteY7" fmla="*/ 82314 h 473566"/>
                <a:gd name="connsiteX8" fmla="*/ 86443 w 91818"/>
                <a:gd name="connsiteY8" fmla="*/ 22886 h 473566"/>
                <a:gd name="connsiteX9" fmla="*/ 55754 w 91818"/>
                <a:gd name="connsiteY9" fmla="*/ 143 h 473566"/>
                <a:gd name="connsiteX10" fmla="*/ 46190 w 91818"/>
                <a:gd name="connsiteY10" fmla="*/ 0 h 473566"/>
                <a:gd name="connsiteX11" fmla="*/ 2511 w 91818"/>
                <a:gd name="connsiteY11" fmla="*/ 30642 h 473566"/>
                <a:gd name="connsiteX12" fmla="*/ 19831 w 91818"/>
                <a:gd name="connsiteY12" fmla="*/ 82362 h 473566"/>
                <a:gd name="connsiteX13" fmla="*/ 28728 w 91818"/>
                <a:gd name="connsiteY13" fmla="*/ 99966 h 473566"/>
                <a:gd name="connsiteX14" fmla="*/ 29727 w 91818"/>
                <a:gd name="connsiteY14" fmla="*/ 374457 h 473566"/>
                <a:gd name="connsiteX15" fmla="*/ 21829 w 91818"/>
                <a:gd name="connsiteY15" fmla="*/ 389445 h 473566"/>
                <a:gd name="connsiteX16" fmla="*/ 46190 w 91818"/>
                <a:gd name="connsiteY16" fmla="*/ 434980 h 473566"/>
                <a:gd name="connsiteX17" fmla="*/ 39291 w 91818"/>
                <a:gd name="connsiteY17" fmla="*/ 428318 h 473566"/>
                <a:gd name="connsiteX18" fmla="*/ 45809 w 91818"/>
                <a:gd name="connsiteY18" fmla="*/ 421419 h 473566"/>
                <a:gd name="connsiteX19" fmla="*/ 53232 w 91818"/>
                <a:gd name="connsiteY19" fmla="*/ 427272 h 473566"/>
                <a:gd name="connsiteX20" fmla="*/ 46190 w 91818"/>
                <a:gd name="connsiteY20" fmla="*/ 434980 h 473566"/>
                <a:gd name="connsiteX21" fmla="*/ 46285 w 91818"/>
                <a:gd name="connsiteY21" fmla="*/ 38588 h 473566"/>
                <a:gd name="connsiteX22" fmla="*/ 53232 w 91818"/>
                <a:gd name="connsiteY22" fmla="*/ 45011 h 473566"/>
                <a:gd name="connsiteX23" fmla="*/ 45572 w 91818"/>
                <a:gd name="connsiteY23" fmla="*/ 52148 h 473566"/>
                <a:gd name="connsiteX24" fmla="*/ 39243 w 91818"/>
                <a:gd name="connsiteY24" fmla="*/ 44868 h 473566"/>
                <a:gd name="connsiteX25" fmla="*/ 46285 w 91818"/>
                <a:gd name="connsiteY25" fmla="*/ 38588 h 473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1818" h="473566">
                  <a:moveTo>
                    <a:pt x="21829" y="389445"/>
                  </a:moveTo>
                  <a:cubicBezTo>
                    <a:pt x="989" y="402435"/>
                    <a:pt x="-5910" y="428414"/>
                    <a:pt x="5414" y="449064"/>
                  </a:cubicBezTo>
                  <a:cubicBezTo>
                    <a:pt x="14739" y="466097"/>
                    <a:pt x="29537" y="474805"/>
                    <a:pt x="49140" y="473425"/>
                  </a:cubicBezTo>
                  <a:cubicBezTo>
                    <a:pt x="68124" y="472045"/>
                    <a:pt x="81495" y="461910"/>
                    <a:pt x="88394" y="444353"/>
                  </a:cubicBezTo>
                  <a:cubicBezTo>
                    <a:pt x="95578" y="426035"/>
                    <a:pt x="91201" y="409382"/>
                    <a:pt x="77688" y="395536"/>
                  </a:cubicBezTo>
                  <a:cubicBezTo>
                    <a:pt x="73121" y="390825"/>
                    <a:pt x="69647" y="387114"/>
                    <a:pt x="69600" y="379691"/>
                  </a:cubicBezTo>
                  <a:cubicBezTo>
                    <a:pt x="69314" y="284578"/>
                    <a:pt x="68553" y="189417"/>
                    <a:pt x="67887" y="94304"/>
                  </a:cubicBezTo>
                  <a:cubicBezTo>
                    <a:pt x="67839" y="89737"/>
                    <a:pt x="67601" y="85740"/>
                    <a:pt x="72074" y="82314"/>
                  </a:cubicBezTo>
                  <a:cubicBezTo>
                    <a:pt x="92628" y="66470"/>
                    <a:pt x="96054" y="46153"/>
                    <a:pt x="86443" y="22886"/>
                  </a:cubicBezTo>
                  <a:cubicBezTo>
                    <a:pt x="78830" y="11752"/>
                    <a:pt x="68791" y="3949"/>
                    <a:pt x="55754" y="143"/>
                  </a:cubicBezTo>
                  <a:cubicBezTo>
                    <a:pt x="52566" y="95"/>
                    <a:pt x="49378" y="0"/>
                    <a:pt x="46190" y="0"/>
                  </a:cubicBezTo>
                  <a:cubicBezTo>
                    <a:pt x="25302" y="238"/>
                    <a:pt x="8744" y="11895"/>
                    <a:pt x="2511" y="30642"/>
                  </a:cubicBezTo>
                  <a:cubicBezTo>
                    <a:pt x="-3769" y="49579"/>
                    <a:pt x="2606" y="71228"/>
                    <a:pt x="19831" y="82362"/>
                  </a:cubicBezTo>
                  <a:cubicBezTo>
                    <a:pt x="27301" y="87167"/>
                    <a:pt x="28728" y="92116"/>
                    <a:pt x="28728" y="99966"/>
                  </a:cubicBezTo>
                  <a:cubicBezTo>
                    <a:pt x="28823" y="191463"/>
                    <a:pt x="29156" y="282961"/>
                    <a:pt x="29727" y="374457"/>
                  </a:cubicBezTo>
                  <a:cubicBezTo>
                    <a:pt x="29823" y="381499"/>
                    <a:pt x="28347" y="385353"/>
                    <a:pt x="21829" y="389445"/>
                  </a:cubicBezTo>
                  <a:close/>
                  <a:moveTo>
                    <a:pt x="46190" y="434980"/>
                  </a:moveTo>
                  <a:cubicBezTo>
                    <a:pt x="41718" y="435360"/>
                    <a:pt x="39529" y="432268"/>
                    <a:pt x="39291" y="428318"/>
                  </a:cubicBezTo>
                  <a:cubicBezTo>
                    <a:pt x="39053" y="424131"/>
                    <a:pt x="41289" y="421610"/>
                    <a:pt x="45809" y="421419"/>
                  </a:cubicBezTo>
                  <a:cubicBezTo>
                    <a:pt x="50425" y="421229"/>
                    <a:pt x="51852" y="424417"/>
                    <a:pt x="53232" y="427272"/>
                  </a:cubicBezTo>
                  <a:cubicBezTo>
                    <a:pt x="52566" y="431982"/>
                    <a:pt x="50234" y="434647"/>
                    <a:pt x="46190" y="434980"/>
                  </a:cubicBezTo>
                  <a:close/>
                  <a:moveTo>
                    <a:pt x="46285" y="38588"/>
                  </a:moveTo>
                  <a:cubicBezTo>
                    <a:pt x="50758" y="38778"/>
                    <a:pt x="52137" y="41918"/>
                    <a:pt x="53232" y="45011"/>
                  </a:cubicBezTo>
                  <a:cubicBezTo>
                    <a:pt x="51995" y="49436"/>
                    <a:pt x="49711" y="52243"/>
                    <a:pt x="45572" y="52148"/>
                  </a:cubicBezTo>
                  <a:cubicBezTo>
                    <a:pt x="41194" y="52053"/>
                    <a:pt x="39243" y="48865"/>
                    <a:pt x="39243" y="44868"/>
                  </a:cubicBezTo>
                  <a:cubicBezTo>
                    <a:pt x="39291" y="40491"/>
                    <a:pt x="41908" y="38397"/>
                    <a:pt x="46285" y="38588"/>
                  </a:cubicBezTo>
                  <a:close/>
                </a:path>
              </a:pathLst>
            </a:custGeom>
            <a:solidFill>
              <a:srgbClr val="1D97C3"/>
            </a:solidFill>
            <a:ln w="4754" cap="flat">
              <a:noFill/>
              <a:prstDash val="solid"/>
              <a:miter/>
            </a:ln>
          </p:spPr>
          <p:txBody>
            <a:bodyPr rtlCol="0" anchor="ctr"/>
            <a:lstStyle/>
            <a:p>
              <a:endParaRPr lang="en-US"/>
            </a:p>
          </p:txBody>
        </p:sp>
        <p:sp>
          <p:nvSpPr>
            <p:cNvPr id="67" name="Freeform: Shape 216">
              <a:extLst>
                <a:ext uri="{FF2B5EF4-FFF2-40B4-BE49-F238E27FC236}">
                  <a16:creationId xmlns:a16="http://schemas.microsoft.com/office/drawing/2014/main" id="{CBCC97EC-7518-4D3B-9813-C2D733EC4E15}"/>
                </a:ext>
              </a:extLst>
            </p:cNvPr>
            <p:cNvSpPr/>
            <p:nvPr/>
          </p:nvSpPr>
          <p:spPr>
            <a:xfrm>
              <a:off x="2558072" y="4752355"/>
              <a:ext cx="382766" cy="91446"/>
            </a:xfrm>
            <a:custGeom>
              <a:avLst/>
              <a:gdLst>
                <a:gd name="connsiteX0" fmla="*/ 301300 w 382766"/>
                <a:gd name="connsiteY0" fmla="*/ 17608 h 91446"/>
                <a:gd name="connsiteX1" fmla="*/ 283409 w 382766"/>
                <a:gd name="connsiteY1" fmla="*/ 26410 h 91446"/>
                <a:gd name="connsiteX2" fmla="*/ 40083 w 382766"/>
                <a:gd name="connsiteY2" fmla="*/ 26173 h 91446"/>
                <a:gd name="connsiteX3" fmla="*/ 26808 w 382766"/>
                <a:gd name="connsiteY3" fmla="*/ 24793 h 91446"/>
                <a:gd name="connsiteX4" fmla="*/ 8680 w 382766"/>
                <a:gd name="connsiteY4" fmla="*/ 62762 h 91446"/>
                <a:gd name="connsiteX5" fmla="*/ 28759 w 382766"/>
                <a:gd name="connsiteY5" fmla="*/ 65331 h 91446"/>
                <a:gd name="connsiteX6" fmla="*/ 281649 w 382766"/>
                <a:gd name="connsiteY6" fmla="*/ 65236 h 91446"/>
                <a:gd name="connsiteX7" fmla="*/ 302061 w 382766"/>
                <a:gd name="connsiteY7" fmla="*/ 74609 h 91446"/>
                <a:gd name="connsiteX8" fmla="*/ 368340 w 382766"/>
                <a:gd name="connsiteY8" fmla="*/ 78606 h 91446"/>
                <a:gd name="connsiteX9" fmla="*/ 367532 w 382766"/>
                <a:gd name="connsiteY9" fmla="*/ 11946 h 91446"/>
                <a:gd name="connsiteX10" fmla="*/ 301300 w 382766"/>
                <a:gd name="connsiteY10" fmla="*/ 17608 h 91446"/>
                <a:gd name="connsiteX11" fmla="*/ 344074 w 382766"/>
                <a:gd name="connsiteY11" fmla="*/ 46632 h 91446"/>
                <a:gd name="connsiteX12" fmla="*/ 336461 w 382766"/>
                <a:gd name="connsiteY12" fmla="*/ 52913 h 91446"/>
                <a:gd name="connsiteX13" fmla="*/ 330324 w 382766"/>
                <a:gd name="connsiteY13" fmla="*/ 45395 h 91446"/>
                <a:gd name="connsiteX14" fmla="*/ 336937 w 382766"/>
                <a:gd name="connsiteY14" fmla="*/ 38686 h 91446"/>
                <a:gd name="connsiteX15" fmla="*/ 344074 w 382766"/>
                <a:gd name="connsiteY15" fmla="*/ 46632 h 91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2766" h="91446">
                  <a:moveTo>
                    <a:pt x="301300" y="17608"/>
                  </a:moveTo>
                  <a:cubicBezTo>
                    <a:pt x="296256" y="24602"/>
                    <a:pt x="291355" y="26410"/>
                    <a:pt x="283409" y="26410"/>
                  </a:cubicBezTo>
                  <a:cubicBezTo>
                    <a:pt x="202285" y="26173"/>
                    <a:pt x="121208" y="26268"/>
                    <a:pt x="40083" y="26173"/>
                  </a:cubicBezTo>
                  <a:cubicBezTo>
                    <a:pt x="35658" y="26173"/>
                    <a:pt x="30948" y="27505"/>
                    <a:pt x="26808" y="24793"/>
                  </a:cubicBezTo>
                  <a:cubicBezTo>
                    <a:pt x="-1264" y="30217"/>
                    <a:pt x="-7259" y="42731"/>
                    <a:pt x="8680" y="62762"/>
                  </a:cubicBezTo>
                  <a:cubicBezTo>
                    <a:pt x="15056" y="66188"/>
                    <a:pt x="22003" y="65331"/>
                    <a:pt x="28759" y="65331"/>
                  </a:cubicBezTo>
                  <a:cubicBezTo>
                    <a:pt x="113072" y="65379"/>
                    <a:pt x="197337" y="65426"/>
                    <a:pt x="281649" y="65236"/>
                  </a:cubicBezTo>
                  <a:cubicBezTo>
                    <a:pt x="290309" y="65236"/>
                    <a:pt x="296161" y="66711"/>
                    <a:pt x="302061" y="74609"/>
                  </a:cubicBezTo>
                  <a:cubicBezTo>
                    <a:pt x="317715" y="95687"/>
                    <a:pt x="349403" y="96925"/>
                    <a:pt x="368340" y="78606"/>
                  </a:cubicBezTo>
                  <a:cubicBezTo>
                    <a:pt x="387896" y="59717"/>
                    <a:pt x="387515" y="30312"/>
                    <a:pt x="367532" y="11946"/>
                  </a:cubicBezTo>
                  <a:cubicBezTo>
                    <a:pt x="348262" y="-5801"/>
                    <a:pt x="316716" y="-3660"/>
                    <a:pt x="301300" y="17608"/>
                  </a:cubicBezTo>
                  <a:close/>
                  <a:moveTo>
                    <a:pt x="344074" y="46632"/>
                  </a:moveTo>
                  <a:cubicBezTo>
                    <a:pt x="343456" y="50248"/>
                    <a:pt x="340411" y="52532"/>
                    <a:pt x="336461" y="52913"/>
                  </a:cubicBezTo>
                  <a:cubicBezTo>
                    <a:pt x="332417" y="51961"/>
                    <a:pt x="330228" y="49677"/>
                    <a:pt x="330324" y="45395"/>
                  </a:cubicBezTo>
                  <a:cubicBezTo>
                    <a:pt x="330419" y="40970"/>
                    <a:pt x="333131" y="38401"/>
                    <a:pt x="336937" y="38686"/>
                  </a:cubicBezTo>
                  <a:cubicBezTo>
                    <a:pt x="341124" y="39019"/>
                    <a:pt x="344883" y="41779"/>
                    <a:pt x="344074" y="46632"/>
                  </a:cubicBezTo>
                  <a:close/>
                </a:path>
              </a:pathLst>
            </a:custGeom>
            <a:solidFill>
              <a:srgbClr val="1D97C3"/>
            </a:solidFill>
            <a:ln w="4754" cap="flat">
              <a:noFill/>
              <a:prstDash val="solid"/>
              <a:miter/>
            </a:ln>
          </p:spPr>
          <p:txBody>
            <a:bodyPr rtlCol="0" anchor="ctr"/>
            <a:lstStyle/>
            <a:p>
              <a:endParaRPr lang="en-US"/>
            </a:p>
          </p:txBody>
        </p:sp>
        <p:sp>
          <p:nvSpPr>
            <p:cNvPr id="68" name="Freeform: Shape 217">
              <a:extLst>
                <a:ext uri="{FF2B5EF4-FFF2-40B4-BE49-F238E27FC236}">
                  <a16:creationId xmlns:a16="http://schemas.microsoft.com/office/drawing/2014/main" id="{98B3DEC3-18C9-4FCB-96A8-CDE36638C72B}"/>
                </a:ext>
              </a:extLst>
            </p:cNvPr>
            <p:cNvSpPr/>
            <p:nvPr/>
          </p:nvSpPr>
          <p:spPr>
            <a:xfrm>
              <a:off x="2603640" y="4521068"/>
              <a:ext cx="312943" cy="91400"/>
            </a:xfrm>
            <a:custGeom>
              <a:avLst/>
              <a:gdLst>
                <a:gd name="connsiteX0" fmla="*/ 23444 w 312943"/>
                <a:gd name="connsiteY0" fmla="*/ 60763 h 91400"/>
                <a:gd name="connsiteX1" fmla="*/ 31295 w 312943"/>
                <a:gd name="connsiteY1" fmla="*/ 59049 h 91400"/>
                <a:gd name="connsiteX2" fmla="*/ 215479 w 312943"/>
                <a:gd name="connsiteY2" fmla="*/ 58764 h 91400"/>
                <a:gd name="connsiteX3" fmla="*/ 227564 w 312943"/>
                <a:gd name="connsiteY3" fmla="*/ 67233 h 91400"/>
                <a:gd name="connsiteX4" fmla="*/ 294272 w 312943"/>
                <a:gd name="connsiteY4" fmla="*/ 82649 h 91400"/>
                <a:gd name="connsiteX5" fmla="*/ 303360 w 312943"/>
                <a:gd name="connsiteY5" fmla="*/ 17417 h 91400"/>
                <a:gd name="connsiteX6" fmla="*/ 235082 w 312943"/>
                <a:gd name="connsiteY6" fmla="*/ 13896 h 91400"/>
                <a:gd name="connsiteX7" fmla="*/ 222330 w 312943"/>
                <a:gd name="connsiteY7" fmla="*/ 19891 h 91400"/>
                <a:gd name="connsiteX8" fmla="*/ 25871 w 312943"/>
                <a:gd name="connsiteY8" fmla="*/ 19368 h 91400"/>
                <a:gd name="connsiteX9" fmla="*/ 1082 w 312943"/>
                <a:gd name="connsiteY9" fmla="*/ 45870 h 91400"/>
                <a:gd name="connsiteX10" fmla="*/ 23444 w 312943"/>
                <a:gd name="connsiteY10" fmla="*/ 60763 h 91400"/>
                <a:gd name="connsiteX11" fmla="*/ 267246 w 312943"/>
                <a:gd name="connsiteY11" fmla="*/ 39066 h 91400"/>
                <a:gd name="connsiteX12" fmla="*/ 274240 w 312943"/>
                <a:gd name="connsiteY12" fmla="*/ 45537 h 91400"/>
                <a:gd name="connsiteX13" fmla="*/ 267817 w 312943"/>
                <a:gd name="connsiteY13" fmla="*/ 52721 h 91400"/>
                <a:gd name="connsiteX14" fmla="*/ 260823 w 312943"/>
                <a:gd name="connsiteY14" fmla="*/ 46060 h 91400"/>
                <a:gd name="connsiteX15" fmla="*/ 267246 w 312943"/>
                <a:gd name="connsiteY15" fmla="*/ 39066 h 9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12943" h="91400">
                  <a:moveTo>
                    <a:pt x="23444" y="60763"/>
                  </a:moveTo>
                  <a:cubicBezTo>
                    <a:pt x="26061" y="60191"/>
                    <a:pt x="28678" y="59049"/>
                    <a:pt x="31295" y="59049"/>
                  </a:cubicBezTo>
                  <a:cubicBezTo>
                    <a:pt x="92674" y="58954"/>
                    <a:pt x="154100" y="59097"/>
                    <a:pt x="215479" y="58764"/>
                  </a:cubicBezTo>
                  <a:cubicBezTo>
                    <a:pt x="222378" y="58716"/>
                    <a:pt x="224662" y="62332"/>
                    <a:pt x="227564" y="67233"/>
                  </a:cubicBezTo>
                  <a:cubicBezTo>
                    <a:pt x="242076" y="92023"/>
                    <a:pt x="271719" y="98779"/>
                    <a:pt x="294272" y="82649"/>
                  </a:cubicBezTo>
                  <a:cubicBezTo>
                    <a:pt x="314874" y="67900"/>
                    <a:pt x="319204" y="37020"/>
                    <a:pt x="303360" y="17417"/>
                  </a:cubicBezTo>
                  <a:cubicBezTo>
                    <a:pt x="285850" y="-4280"/>
                    <a:pt x="255684" y="-5993"/>
                    <a:pt x="235082" y="13896"/>
                  </a:cubicBezTo>
                  <a:cubicBezTo>
                    <a:pt x="231323" y="17512"/>
                    <a:pt x="227992" y="19939"/>
                    <a:pt x="222330" y="19891"/>
                  </a:cubicBezTo>
                  <a:cubicBezTo>
                    <a:pt x="156860" y="19558"/>
                    <a:pt x="91389" y="19463"/>
                    <a:pt x="25871" y="19368"/>
                  </a:cubicBezTo>
                  <a:cubicBezTo>
                    <a:pt x="5982" y="20700"/>
                    <a:pt x="-3343" y="30692"/>
                    <a:pt x="1082" y="45870"/>
                  </a:cubicBezTo>
                  <a:cubicBezTo>
                    <a:pt x="4412" y="57194"/>
                    <a:pt x="14737" y="57717"/>
                    <a:pt x="23444" y="60763"/>
                  </a:cubicBezTo>
                  <a:close/>
                  <a:moveTo>
                    <a:pt x="267246" y="39066"/>
                  </a:moveTo>
                  <a:cubicBezTo>
                    <a:pt x="271481" y="38971"/>
                    <a:pt x="274098" y="41159"/>
                    <a:pt x="274240" y="45537"/>
                  </a:cubicBezTo>
                  <a:cubicBezTo>
                    <a:pt x="274383" y="49866"/>
                    <a:pt x="271814" y="52008"/>
                    <a:pt x="267817" y="52721"/>
                  </a:cubicBezTo>
                  <a:cubicBezTo>
                    <a:pt x="263630" y="52388"/>
                    <a:pt x="260966" y="50390"/>
                    <a:pt x="260823" y="46060"/>
                  </a:cubicBezTo>
                  <a:cubicBezTo>
                    <a:pt x="260632" y="41683"/>
                    <a:pt x="262964" y="39161"/>
                    <a:pt x="267246" y="39066"/>
                  </a:cubicBezTo>
                  <a:close/>
                </a:path>
              </a:pathLst>
            </a:custGeom>
            <a:solidFill>
              <a:srgbClr val="1D97C3"/>
            </a:solidFill>
            <a:ln w="4754" cap="flat">
              <a:noFill/>
              <a:prstDash val="solid"/>
              <a:miter/>
            </a:ln>
          </p:spPr>
          <p:txBody>
            <a:bodyPr rtlCol="0" anchor="ctr"/>
            <a:lstStyle/>
            <a:p>
              <a:endParaRPr lang="en-US"/>
            </a:p>
          </p:txBody>
        </p:sp>
        <p:sp>
          <p:nvSpPr>
            <p:cNvPr id="69" name="Freeform: Shape 218">
              <a:extLst>
                <a:ext uri="{FF2B5EF4-FFF2-40B4-BE49-F238E27FC236}">
                  <a16:creationId xmlns:a16="http://schemas.microsoft.com/office/drawing/2014/main" id="{FA2A4D18-421B-4902-954F-5FAFFD04FA3D}"/>
                </a:ext>
              </a:extLst>
            </p:cNvPr>
            <p:cNvSpPr/>
            <p:nvPr/>
          </p:nvSpPr>
          <p:spPr>
            <a:xfrm>
              <a:off x="617940" y="3898055"/>
              <a:ext cx="192562" cy="91881"/>
            </a:xfrm>
            <a:custGeom>
              <a:avLst/>
              <a:gdLst>
                <a:gd name="connsiteX0" fmla="*/ 182772 w 192562"/>
                <a:gd name="connsiteY0" fmla="*/ 18316 h 91881"/>
                <a:gd name="connsiteX1" fmla="*/ 119062 w 192562"/>
                <a:gd name="connsiteY1" fmla="*/ 11370 h 91881"/>
                <a:gd name="connsiteX2" fmla="*/ 79142 w 192562"/>
                <a:gd name="connsiteY2" fmla="*/ 25168 h 91881"/>
                <a:gd name="connsiteX3" fmla="*/ 7391 w 192562"/>
                <a:gd name="connsiteY3" fmla="*/ 30449 h 91881"/>
                <a:gd name="connsiteX4" fmla="*/ 2299 w 192562"/>
                <a:gd name="connsiteY4" fmla="*/ 56285 h 91881"/>
                <a:gd name="connsiteX5" fmla="*/ 23853 w 192562"/>
                <a:gd name="connsiteY5" fmla="*/ 66706 h 91881"/>
                <a:gd name="connsiteX6" fmla="*/ 30324 w 192562"/>
                <a:gd name="connsiteY6" fmla="*/ 68133 h 91881"/>
                <a:gd name="connsiteX7" fmla="*/ 91180 w 192562"/>
                <a:gd name="connsiteY7" fmla="*/ 63851 h 91881"/>
                <a:gd name="connsiteX8" fmla="*/ 110783 w 192562"/>
                <a:gd name="connsiteY8" fmla="*/ 73414 h 91881"/>
                <a:gd name="connsiteX9" fmla="*/ 174826 w 192562"/>
                <a:gd name="connsiteY9" fmla="*/ 82597 h 91881"/>
                <a:gd name="connsiteX10" fmla="*/ 182772 w 192562"/>
                <a:gd name="connsiteY10" fmla="*/ 18316 h 91881"/>
                <a:gd name="connsiteX11" fmla="*/ 146611 w 192562"/>
                <a:gd name="connsiteY11" fmla="*/ 52955 h 91881"/>
                <a:gd name="connsiteX12" fmla="*/ 141044 w 192562"/>
                <a:gd name="connsiteY12" fmla="*/ 45722 h 91881"/>
                <a:gd name="connsiteX13" fmla="*/ 147800 w 192562"/>
                <a:gd name="connsiteY13" fmla="*/ 39394 h 91881"/>
                <a:gd name="connsiteX14" fmla="*/ 154509 w 192562"/>
                <a:gd name="connsiteY14" fmla="*/ 46484 h 91881"/>
                <a:gd name="connsiteX15" fmla="*/ 146611 w 192562"/>
                <a:gd name="connsiteY15" fmla="*/ 52955 h 9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2562" h="91881">
                  <a:moveTo>
                    <a:pt x="182772" y="18316"/>
                  </a:moveTo>
                  <a:cubicBezTo>
                    <a:pt x="166642" y="-2048"/>
                    <a:pt x="136476" y="-6949"/>
                    <a:pt x="119062" y="11370"/>
                  </a:cubicBezTo>
                  <a:cubicBezTo>
                    <a:pt x="106881" y="24216"/>
                    <a:pt x="94130" y="24882"/>
                    <a:pt x="79142" y="25168"/>
                  </a:cubicBezTo>
                  <a:cubicBezTo>
                    <a:pt x="55161" y="25596"/>
                    <a:pt x="31038" y="25168"/>
                    <a:pt x="7391" y="30449"/>
                  </a:cubicBezTo>
                  <a:cubicBezTo>
                    <a:pt x="1110" y="38157"/>
                    <a:pt x="-2697" y="46579"/>
                    <a:pt x="2299" y="56285"/>
                  </a:cubicBezTo>
                  <a:cubicBezTo>
                    <a:pt x="6772" y="64945"/>
                    <a:pt x="14623" y="67277"/>
                    <a:pt x="23853" y="66706"/>
                  </a:cubicBezTo>
                  <a:cubicBezTo>
                    <a:pt x="25947" y="66563"/>
                    <a:pt x="28136" y="67610"/>
                    <a:pt x="30324" y="68133"/>
                  </a:cubicBezTo>
                  <a:cubicBezTo>
                    <a:pt x="50403" y="63946"/>
                    <a:pt x="71005" y="66848"/>
                    <a:pt x="91180" y="63851"/>
                  </a:cubicBezTo>
                  <a:cubicBezTo>
                    <a:pt x="100172" y="62518"/>
                    <a:pt x="105501" y="65563"/>
                    <a:pt x="110783" y="73414"/>
                  </a:cubicBezTo>
                  <a:cubicBezTo>
                    <a:pt x="124629" y="94017"/>
                    <a:pt x="155080" y="97823"/>
                    <a:pt x="174826" y="82597"/>
                  </a:cubicBezTo>
                  <a:cubicBezTo>
                    <a:pt x="194905" y="67181"/>
                    <a:pt x="198473" y="38157"/>
                    <a:pt x="182772" y="18316"/>
                  </a:cubicBezTo>
                  <a:close/>
                  <a:moveTo>
                    <a:pt x="146611" y="52955"/>
                  </a:moveTo>
                  <a:cubicBezTo>
                    <a:pt x="141900" y="52812"/>
                    <a:pt x="140520" y="50052"/>
                    <a:pt x="141044" y="45722"/>
                  </a:cubicBezTo>
                  <a:cubicBezTo>
                    <a:pt x="141520" y="41583"/>
                    <a:pt x="143280" y="38633"/>
                    <a:pt x="147800" y="39394"/>
                  </a:cubicBezTo>
                  <a:cubicBezTo>
                    <a:pt x="151702" y="40060"/>
                    <a:pt x="153653" y="43106"/>
                    <a:pt x="154509" y="46484"/>
                  </a:cubicBezTo>
                  <a:cubicBezTo>
                    <a:pt x="153177" y="50814"/>
                    <a:pt x="150750" y="53050"/>
                    <a:pt x="146611" y="52955"/>
                  </a:cubicBezTo>
                  <a:close/>
                </a:path>
              </a:pathLst>
            </a:custGeom>
            <a:solidFill>
              <a:srgbClr val="429DC8"/>
            </a:solidFill>
            <a:ln w="4754" cap="flat">
              <a:noFill/>
              <a:prstDash val="solid"/>
              <a:miter/>
            </a:ln>
          </p:spPr>
          <p:txBody>
            <a:bodyPr rtlCol="0" anchor="ctr"/>
            <a:lstStyle/>
            <a:p>
              <a:endParaRPr lang="en-US"/>
            </a:p>
          </p:txBody>
        </p:sp>
        <p:sp>
          <p:nvSpPr>
            <p:cNvPr id="70" name="Freeform: Shape 219">
              <a:extLst>
                <a:ext uri="{FF2B5EF4-FFF2-40B4-BE49-F238E27FC236}">
                  <a16:creationId xmlns:a16="http://schemas.microsoft.com/office/drawing/2014/main" id="{692D6545-79AB-4D92-9D8E-CAC866094ACA}"/>
                </a:ext>
              </a:extLst>
            </p:cNvPr>
            <p:cNvSpPr/>
            <p:nvPr/>
          </p:nvSpPr>
          <p:spPr>
            <a:xfrm>
              <a:off x="4811747" y="2615387"/>
              <a:ext cx="611688" cy="321304"/>
            </a:xfrm>
            <a:custGeom>
              <a:avLst/>
              <a:gdLst>
                <a:gd name="connsiteX0" fmla="*/ 598076 w 611688"/>
                <a:gd name="connsiteY0" fmla="*/ 277435 h 321304"/>
                <a:gd name="connsiteX1" fmla="*/ 576236 w 611688"/>
                <a:gd name="connsiteY1" fmla="*/ 277245 h 321304"/>
                <a:gd name="connsiteX2" fmla="*/ 207393 w 611688"/>
                <a:gd name="connsiteY2" fmla="*/ 277197 h 321304"/>
                <a:gd name="connsiteX3" fmla="*/ 191358 w 611688"/>
                <a:gd name="connsiteY3" fmla="*/ 272439 h 321304"/>
                <a:gd name="connsiteX4" fmla="*/ 67316 w 611688"/>
                <a:gd name="connsiteY4" fmla="*/ 132410 h 321304"/>
                <a:gd name="connsiteX5" fmla="*/ 62511 w 611688"/>
                <a:gd name="connsiteY5" fmla="*/ 93061 h 321304"/>
                <a:gd name="connsiteX6" fmla="*/ 73026 w 611688"/>
                <a:gd name="connsiteY6" fmla="*/ 82260 h 321304"/>
                <a:gd name="connsiteX7" fmla="*/ 81828 w 611688"/>
                <a:gd name="connsiteY7" fmla="*/ 16885 h 321304"/>
                <a:gd name="connsiteX8" fmla="*/ 17071 w 611688"/>
                <a:gd name="connsiteY8" fmla="*/ 9843 h 321304"/>
                <a:gd name="connsiteX9" fmla="*/ 10696 w 611688"/>
                <a:gd name="connsiteY9" fmla="*/ 72887 h 321304"/>
                <a:gd name="connsiteX10" fmla="*/ 23352 w 611688"/>
                <a:gd name="connsiteY10" fmla="*/ 110380 h 321304"/>
                <a:gd name="connsiteX11" fmla="*/ 23162 w 611688"/>
                <a:gd name="connsiteY11" fmla="*/ 133600 h 321304"/>
                <a:gd name="connsiteX12" fmla="*/ 29728 w 611688"/>
                <a:gd name="connsiteY12" fmla="*/ 150586 h 321304"/>
                <a:gd name="connsiteX13" fmla="*/ 169376 w 611688"/>
                <a:gd name="connsiteY13" fmla="*/ 307791 h 321304"/>
                <a:gd name="connsiteX14" fmla="*/ 191263 w 611688"/>
                <a:gd name="connsiteY14" fmla="*/ 317974 h 321304"/>
                <a:gd name="connsiteX15" fmla="*/ 497253 w 611688"/>
                <a:gd name="connsiteY15" fmla="*/ 317831 h 321304"/>
                <a:gd name="connsiteX16" fmla="*/ 512240 w 611688"/>
                <a:gd name="connsiteY16" fmla="*/ 321304 h 321304"/>
                <a:gd name="connsiteX17" fmla="*/ 524278 w 611688"/>
                <a:gd name="connsiteY17" fmla="*/ 317641 h 321304"/>
                <a:gd name="connsiteX18" fmla="*/ 584182 w 611688"/>
                <a:gd name="connsiteY18" fmla="*/ 317593 h 321304"/>
                <a:gd name="connsiteX19" fmla="*/ 610542 w 611688"/>
                <a:gd name="connsiteY19" fmla="*/ 303129 h 321304"/>
                <a:gd name="connsiteX20" fmla="*/ 598076 w 611688"/>
                <a:gd name="connsiteY20" fmla="*/ 277435 h 321304"/>
                <a:gd name="connsiteX21" fmla="*/ 46762 w 611688"/>
                <a:gd name="connsiteY21" fmla="*/ 52428 h 321304"/>
                <a:gd name="connsiteX22" fmla="*/ 39291 w 611688"/>
                <a:gd name="connsiteY22" fmla="*/ 46147 h 321304"/>
                <a:gd name="connsiteX23" fmla="*/ 45334 w 611688"/>
                <a:gd name="connsiteY23" fmla="*/ 38867 h 321304"/>
                <a:gd name="connsiteX24" fmla="*/ 53042 w 611688"/>
                <a:gd name="connsiteY24" fmla="*/ 44767 h 321304"/>
                <a:gd name="connsiteX25" fmla="*/ 46762 w 611688"/>
                <a:gd name="connsiteY25" fmla="*/ 52428 h 321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11688" h="321304">
                  <a:moveTo>
                    <a:pt x="598076" y="277435"/>
                  </a:moveTo>
                  <a:cubicBezTo>
                    <a:pt x="590796" y="277387"/>
                    <a:pt x="583516" y="277245"/>
                    <a:pt x="576236" y="277245"/>
                  </a:cubicBezTo>
                  <a:cubicBezTo>
                    <a:pt x="453288" y="277245"/>
                    <a:pt x="330341" y="277245"/>
                    <a:pt x="207393" y="277197"/>
                  </a:cubicBezTo>
                  <a:cubicBezTo>
                    <a:pt x="201683" y="277197"/>
                    <a:pt x="196259" y="278006"/>
                    <a:pt x="191358" y="272439"/>
                  </a:cubicBezTo>
                  <a:cubicBezTo>
                    <a:pt x="150201" y="225620"/>
                    <a:pt x="108568" y="179229"/>
                    <a:pt x="67316" y="132410"/>
                  </a:cubicBezTo>
                  <a:cubicBezTo>
                    <a:pt x="57039" y="120753"/>
                    <a:pt x="64366" y="106193"/>
                    <a:pt x="62511" y="93061"/>
                  </a:cubicBezTo>
                  <a:cubicBezTo>
                    <a:pt x="61464" y="85543"/>
                    <a:pt x="69029" y="85306"/>
                    <a:pt x="73026" y="82260"/>
                  </a:cubicBezTo>
                  <a:cubicBezTo>
                    <a:pt x="93819" y="66369"/>
                    <a:pt x="97815" y="37440"/>
                    <a:pt x="81828" y="16885"/>
                  </a:cubicBezTo>
                  <a:cubicBezTo>
                    <a:pt x="66793" y="-2433"/>
                    <a:pt x="36579" y="-5716"/>
                    <a:pt x="17071" y="9843"/>
                  </a:cubicBezTo>
                  <a:cubicBezTo>
                    <a:pt x="-1770" y="24879"/>
                    <a:pt x="-6623" y="56282"/>
                    <a:pt x="10696" y="72887"/>
                  </a:cubicBezTo>
                  <a:cubicBezTo>
                    <a:pt x="22781" y="84449"/>
                    <a:pt x="23875" y="96249"/>
                    <a:pt x="23352" y="110380"/>
                  </a:cubicBezTo>
                  <a:cubicBezTo>
                    <a:pt x="23067" y="118088"/>
                    <a:pt x="23685" y="125892"/>
                    <a:pt x="23162" y="133600"/>
                  </a:cubicBezTo>
                  <a:cubicBezTo>
                    <a:pt x="22734" y="140499"/>
                    <a:pt x="25160" y="145447"/>
                    <a:pt x="29728" y="150586"/>
                  </a:cubicBezTo>
                  <a:cubicBezTo>
                    <a:pt x="76499" y="202781"/>
                    <a:pt x="123128" y="255072"/>
                    <a:pt x="169376" y="307791"/>
                  </a:cubicBezTo>
                  <a:cubicBezTo>
                    <a:pt x="175657" y="314928"/>
                    <a:pt x="181652" y="318021"/>
                    <a:pt x="191263" y="317974"/>
                  </a:cubicBezTo>
                  <a:cubicBezTo>
                    <a:pt x="293275" y="317641"/>
                    <a:pt x="395240" y="317736"/>
                    <a:pt x="497253" y="317831"/>
                  </a:cubicBezTo>
                  <a:cubicBezTo>
                    <a:pt x="502391" y="317831"/>
                    <a:pt x="508291" y="315642"/>
                    <a:pt x="512240" y="321304"/>
                  </a:cubicBezTo>
                  <a:cubicBezTo>
                    <a:pt x="514952" y="315832"/>
                    <a:pt x="520044" y="317688"/>
                    <a:pt x="524278" y="317641"/>
                  </a:cubicBezTo>
                  <a:cubicBezTo>
                    <a:pt x="544262" y="317450"/>
                    <a:pt x="564245" y="317450"/>
                    <a:pt x="584182" y="317593"/>
                  </a:cubicBezTo>
                  <a:cubicBezTo>
                    <a:pt x="595791" y="317688"/>
                    <a:pt x="606307" y="315737"/>
                    <a:pt x="610542" y="303129"/>
                  </a:cubicBezTo>
                  <a:cubicBezTo>
                    <a:pt x="614729" y="290853"/>
                    <a:pt x="606735" y="283859"/>
                    <a:pt x="598076" y="277435"/>
                  </a:cubicBezTo>
                  <a:close/>
                  <a:moveTo>
                    <a:pt x="46762" y="52428"/>
                  </a:moveTo>
                  <a:cubicBezTo>
                    <a:pt x="42432" y="53236"/>
                    <a:pt x="39815" y="49858"/>
                    <a:pt x="39291" y="46147"/>
                  </a:cubicBezTo>
                  <a:cubicBezTo>
                    <a:pt x="38720" y="42198"/>
                    <a:pt x="40719" y="39153"/>
                    <a:pt x="45334" y="38867"/>
                  </a:cubicBezTo>
                  <a:cubicBezTo>
                    <a:pt x="49617" y="38582"/>
                    <a:pt x="52614" y="40628"/>
                    <a:pt x="53042" y="44767"/>
                  </a:cubicBezTo>
                  <a:cubicBezTo>
                    <a:pt x="53471" y="48907"/>
                    <a:pt x="50520" y="51761"/>
                    <a:pt x="46762" y="52428"/>
                  </a:cubicBezTo>
                  <a:close/>
                </a:path>
              </a:pathLst>
            </a:custGeom>
            <a:solidFill>
              <a:srgbClr val="1D97C3"/>
            </a:solidFill>
            <a:ln w="4754" cap="flat">
              <a:noFill/>
              <a:prstDash val="solid"/>
              <a:miter/>
            </a:ln>
          </p:spPr>
          <p:txBody>
            <a:bodyPr rtlCol="0" anchor="ctr"/>
            <a:lstStyle/>
            <a:p>
              <a:endParaRPr lang="en-US"/>
            </a:p>
          </p:txBody>
        </p:sp>
        <p:sp>
          <p:nvSpPr>
            <p:cNvPr id="71" name="Freeform: Shape 220">
              <a:extLst>
                <a:ext uri="{FF2B5EF4-FFF2-40B4-BE49-F238E27FC236}">
                  <a16:creationId xmlns:a16="http://schemas.microsoft.com/office/drawing/2014/main" id="{26F9B93F-B9F3-443D-91D5-30B845B77702}"/>
                </a:ext>
              </a:extLst>
            </p:cNvPr>
            <p:cNvSpPr/>
            <p:nvPr/>
          </p:nvSpPr>
          <p:spPr>
            <a:xfrm>
              <a:off x="4444837" y="2774353"/>
              <a:ext cx="626345" cy="379067"/>
            </a:xfrm>
            <a:custGeom>
              <a:avLst/>
              <a:gdLst>
                <a:gd name="connsiteX0" fmla="*/ 614318 w 626345"/>
                <a:gd name="connsiteY0" fmla="*/ 337387 h 379067"/>
                <a:gd name="connsiteX1" fmla="*/ 595190 w 626345"/>
                <a:gd name="connsiteY1" fmla="*/ 336816 h 379067"/>
                <a:gd name="connsiteX2" fmla="*/ 421617 w 626345"/>
                <a:gd name="connsiteY2" fmla="*/ 336863 h 379067"/>
                <a:gd name="connsiteX3" fmla="*/ 406106 w 626345"/>
                <a:gd name="connsiteY3" fmla="*/ 331106 h 379067"/>
                <a:gd name="connsiteX4" fmla="*/ 321508 w 626345"/>
                <a:gd name="connsiteY4" fmla="*/ 234518 h 379067"/>
                <a:gd name="connsiteX5" fmla="*/ 192518 w 626345"/>
                <a:gd name="connsiteY5" fmla="*/ 87875 h 379067"/>
                <a:gd name="connsiteX6" fmla="*/ 175198 w 626345"/>
                <a:gd name="connsiteY6" fmla="*/ 82023 h 379067"/>
                <a:gd name="connsiteX7" fmla="*/ 121908 w 626345"/>
                <a:gd name="connsiteY7" fmla="*/ 92871 h 379067"/>
                <a:gd name="connsiteX8" fmla="*/ 106683 w 626345"/>
                <a:gd name="connsiteY8" fmla="*/ 92015 h 379067"/>
                <a:gd name="connsiteX9" fmla="*/ 90029 w 626345"/>
                <a:gd name="connsiteY9" fmla="*/ 51714 h 379067"/>
                <a:gd name="connsiteX10" fmla="*/ 54154 w 626345"/>
                <a:gd name="connsiteY10" fmla="*/ 755 h 379067"/>
                <a:gd name="connsiteX11" fmla="*/ 864 w 626345"/>
                <a:gd name="connsiteY11" fmla="*/ 38201 h 379067"/>
                <a:gd name="connsiteX12" fmla="*/ 34551 w 626345"/>
                <a:gd name="connsiteY12" fmla="*/ 89350 h 379067"/>
                <a:gd name="connsiteX13" fmla="*/ 72377 w 626345"/>
                <a:gd name="connsiteY13" fmla="*/ 113188 h 379067"/>
                <a:gd name="connsiteX14" fmla="*/ 87365 w 626345"/>
                <a:gd name="connsiteY14" fmla="*/ 130888 h 379067"/>
                <a:gd name="connsiteX15" fmla="*/ 106350 w 626345"/>
                <a:gd name="connsiteY15" fmla="*/ 136883 h 379067"/>
                <a:gd name="connsiteX16" fmla="*/ 160972 w 626345"/>
                <a:gd name="connsiteY16" fmla="*/ 125606 h 379067"/>
                <a:gd name="connsiteX17" fmla="*/ 177149 w 626345"/>
                <a:gd name="connsiteY17" fmla="*/ 130745 h 379067"/>
                <a:gd name="connsiteX18" fmla="*/ 386217 w 626345"/>
                <a:gd name="connsiteY18" fmla="*/ 368885 h 379067"/>
                <a:gd name="connsiteX19" fmla="*/ 404821 w 626345"/>
                <a:gd name="connsiteY19" fmla="*/ 377449 h 379067"/>
                <a:gd name="connsiteX20" fmla="*/ 553795 w 626345"/>
                <a:gd name="connsiteY20" fmla="*/ 377354 h 379067"/>
                <a:gd name="connsiteX21" fmla="*/ 569830 w 626345"/>
                <a:gd name="connsiteY21" fmla="*/ 379067 h 379067"/>
                <a:gd name="connsiteX22" fmla="*/ 597855 w 626345"/>
                <a:gd name="connsiteY22" fmla="*/ 377307 h 379067"/>
                <a:gd name="connsiteX23" fmla="*/ 624833 w 626345"/>
                <a:gd name="connsiteY23" fmla="*/ 364032 h 379067"/>
                <a:gd name="connsiteX24" fmla="*/ 614318 w 626345"/>
                <a:gd name="connsiteY24" fmla="*/ 337387 h 379067"/>
                <a:gd name="connsiteX25" fmla="*/ 44876 w 626345"/>
                <a:gd name="connsiteY25" fmla="*/ 52571 h 379067"/>
                <a:gd name="connsiteX26" fmla="*/ 38881 w 626345"/>
                <a:gd name="connsiteY26" fmla="*/ 45338 h 379067"/>
                <a:gd name="connsiteX27" fmla="*/ 47445 w 626345"/>
                <a:gd name="connsiteY27" fmla="*/ 39105 h 379067"/>
                <a:gd name="connsiteX28" fmla="*/ 53012 w 626345"/>
                <a:gd name="connsiteY28" fmla="*/ 45624 h 379067"/>
                <a:gd name="connsiteX29" fmla="*/ 44876 w 626345"/>
                <a:gd name="connsiteY29" fmla="*/ 52571 h 379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6345" h="379067">
                  <a:moveTo>
                    <a:pt x="614318" y="337387"/>
                  </a:moveTo>
                  <a:cubicBezTo>
                    <a:pt x="607942" y="337196"/>
                    <a:pt x="601566" y="336863"/>
                    <a:pt x="595190" y="336816"/>
                  </a:cubicBezTo>
                  <a:cubicBezTo>
                    <a:pt x="537333" y="336768"/>
                    <a:pt x="479475" y="336768"/>
                    <a:pt x="421617" y="336863"/>
                  </a:cubicBezTo>
                  <a:cubicBezTo>
                    <a:pt x="415575" y="336863"/>
                    <a:pt x="410674" y="336435"/>
                    <a:pt x="406106" y="331106"/>
                  </a:cubicBezTo>
                  <a:cubicBezTo>
                    <a:pt x="378176" y="298656"/>
                    <a:pt x="349771" y="266682"/>
                    <a:pt x="321508" y="234518"/>
                  </a:cubicBezTo>
                  <a:cubicBezTo>
                    <a:pt x="278495" y="185653"/>
                    <a:pt x="235388" y="136835"/>
                    <a:pt x="192518" y="87875"/>
                  </a:cubicBezTo>
                  <a:cubicBezTo>
                    <a:pt x="187617" y="82261"/>
                    <a:pt x="183239" y="79929"/>
                    <a:pt x="175198" y="82023"/>
                  </a:cubicBezTo>
                  <a:cubicBezTo>
                    <a:pt x="157689" y="86590"/>
                    <a:pt x="139799" y="89873"/>
                    <a:pt x="121908" y="92871"/>
                  </a:cubicBezTo>
                  <a:cubicBezTo>
                    <a:pt x="117103" y="93680"/>
                    <a:pt x="111060" y="97820"/>
                    <a:pt x="106683" y="92015"/>
                  </a:cubicBezTo>
                  <a:cubicBezTo>
                    <a:pt x="97738" y="80167"/>
                    <a:pt x="83987" y="72174"/>
                    <a:pt x="90029" y="51714"/>
                  </a:cubicBezTo>
                  <a:cubicBezTo>
                    <a:pt x="96786" y="28780"/>
                    <a:pt x="77706" y="5038"/>
                    <a:pt x="54154" y="755"/>
                  </a:cubicBezTo>
                  <a:cubicBezTo>
                    <a:pt x="29460" y="-3765"/>
                    <a:pt x="6478" y="12413"/>
                    <a:pt x="864" y="38201"/>
                  </a:cubicBezTo>
                  <a:cubicBezTo>
                    <a:pt x="-3942" y="60136"/>
                    <a:pt x="11855" y="88065"/>
                    <a:pt x="34551" y="89350"/>
                  </a:cubicBezTo>
                  <a:cubicBezTo>
                    <a:pt x="53726" y="90444"/>
                    <a:pt x="62147" y="101674"/>
                    <a:pt x="72377" y="113188"/>
                  </a:cubicBezTo>
                  <a:cubicBezTo>
                    <a:pt x="77516" y="118945"/>
                    <a:pt x="82892" y="124607"/>
                    <a:pt x="87365" y="130888"/>
                  </a:cubicBezTo>
                  <a:cubicBezTo>
                    <a:pt x="92408" y="137977"/>
                    <a:pt x="98641" y="138548"/>
                    <a:pt x="106350" y="136883"/>
                  </a:cubicBezTo>
                  <a:cubicBezTo>
                    <a:pt x="124525" y="132981"/>
                    <a:pt x="142986" y="130222"/>
                    <a:pt x="160972" y="125606"/>
                  </a:cubicBezTo>
                  <a:cubicBezTo>
                    <a:pt x="168490" y="123703"/>
                    <a:pt x="172391" y="125321"/>
                    <a:pt x="177149" y="130745"/>
                  </a:cubicBezTo>
                  <a:cubicBezTo>
                    <a:pt x="246759" y="210204"/>
                    <a:pt x="316607" y="289426"/>
                    <a:pt x="386217" y="368885"/>
                  </a:cubicBezTo>
                  <a:cubicBezTo>
                    <a:pt x="391404" y="374832"/>
                    <a:pt x="396733" y="377497"/>
                    <a:pt x="404821" y="377449"/>
                  </a:cubicBezTo>
                  <a:cubicBezTo>
                    <a:pt x="454495" y="377069"/>
                    <a:pt x="504122" y="377211"/>
                    <a:pt x="553795" y="377354"/>
                  </a:cubicBezTo>
                  <a:cubicBezTo>
                    <a:pt x="559172" y="377354"/>
                    <a:pt x="564787" y="376070"/>
                    <a:pt x="569830" y="379067"/>
                  </a:cubicBezTo>
                  <a:cubicBezTo>
                    <a:pt x="578965" y="375308"/>
                    <a:pt x="588529" y="377497"/>
                    <a:pt x="597855" y="377307"/>
                  </a:cubicBezTo>
                  <a:cubicBezTo>
                    <a:pt x="609131" y="377069"/>
                    <a:pt x="619980" y="376355"/>
                    <a:pt x="624833" y="364032"/>
                  </a:cubicBezTo>
                  <a:cubicBezTo>
                    <a:pt x="629496" y="352232"/>
                    <a:pt x="622644" y="344428"/>
                    <a:pt x="614318" y="337387"/>
                  </a:cubicBezTo>
                  <a:close/>
                  <a:moveTo>
                    <a:pt x="44876" y="52571"/>
                  </a:moveTo>
                  <a:cubicBezTo>
                    <a:pt x="40689" y="52047"/>
                    <a:pt x="38215" y="49288"/>
                    <a:pt x="38881" y="45338"/>
                  </a:cubicBezTo>
                  <a:cubicBezTo>
                    <a:pt x="39594" y="41104"/>
                    <a:pt x="42497" y="38059"/>
                    <a:pt x="47445" y="39105"/>
                  </a:cubicBezTo>
                  <a:cubicBezTo>
                    <a:pt x="51632" y="40009"/>
                    <a:pt x="52298" y="43625"/>
                    <a:pt x="53012" y="45624"/>
                  </a:cubicBezTo>
                  <a:cubicBezTo>
                    <a:pt x="51727" y="51381"/>
                    <a:pt x="48968" y="53094"/>
                    <a:pt x="44876" y="52571"/>
                  </a:cubicBezTo>
                  <a:close/>
                </a:path>
              </a:pathLst>
            </a:custGeom>
            <a:solidFill>
              <a:srgbClr val="1D97C3"/>
            </a:solidFill>
            <a:ln w="4754" cap="flat">
              <a:noFill/>
              <a:prstDash val="solid"/>
              <a:miter/>
            </a:ln>
          </p:spPr>
          <p:txBody>
            <a:bodyPr rtlCol="0" anchor="ctr"/>
            <a:lstStyle/>
            <a:p>
              <a:endParaRPr lang="en-US"/>
            </a:p>
          </p:txBody>
        </p:sp>
        <p:sp>
          <p:nvSpPr>
            <p:cNvPr id="72" name="Freeform: Shape 221">
              <a:extLst>
                <a:ext uri="{FF2B5EF4-FFF2-40B4-BE49-F238E27FC236}">
                  <a16:creationId xmlns:a16="http://schemas.microsoft.com/office/drawing/2014/main" id="{21BC74CB-DE34-4437-9FB1-81296CF1BA7E}"/>
                </a:ext>
              </a:extLst>
            </p:cNvPr>
            <p:cNvSpPr/>
            <p:nvPr/>
          </p:nvSpPr>
          <p:spPr>
            <a:xfrm>
              <a:off x="4684305" y="2702964"/>
              <a:ext cx="635976" cy="346636"/>
            </a:xfrm>
            <a:custGeom>
              <a:avLst/>
              <a:gdLst>
                <a:gd name="connsiteX0" fmla="*/ 626502 w 635976"/>
                <a:gd name="connsiteY0" fmla="*/ 308619 h 346636"/>
                <a:gd name="connsiteX1" fmla="*/ 612228 w 635976"/>
                <a:gd name="connsiteY1" fmla="*/ 304242 h 346636"/>
                <a:gd name="connsiteX2" fmla="*/ 602712 w 635976"/>
                <a:gd name="connsiteY2" fmla="*/ 305051 h 346636"/>
                <a:gd name="connsiteX3" fmla="*/ 292583 w 635976"/>
                <a:gd name="connsiteY3" fmla="*/ 305289 h 346636"/>
                <a:gd name="connsiteX4" fmla="*/ 276548 w 635976"/>
                <a:gd name="connsiteY4" fmla="*/ 297152 h 346636"/>
                <a:gd name="connsiteX5" fmla="*/ 86369 w 635976"/>
                <a:gd name="connsiteY5" fmla="*/ 84373 h 346636"/>
                <a:gd name="connsiteX6" fmla="*/ 84942 w 635976"/>
                <a:gd name="connsiteY6" fmla="*/ 68338 h 346636"/>
                <a:gd name="connsiteX7" fmla="*/ 65910 w 635976"/>
                <a:gd name="connsiteY7" fmla="*/ 4486 h 346636"/>
                <a:gd name="connsiteX8" fmla="*/ 3913 w 635976"/>
                <a:gd name="connsiteY8" fmla="*/ 27229 h 346636"/>
                <a:gd name="connsiteX9" fmla="*/ 30558 w 635976"/>
                <a:gd name="connsiteY9" fmla="*/ 88370 h 346636"/>
                <a:gd name="connsiteX10" fmla="*/ 45974 w 635976"/>
                <a:gd name="connsiteY10" fmla="*/ 98742 h 346636"/>
                <a:gd name="connsiteX11" fmla="*/ 258610 w 635976"/>
                <a:gd name="connsiteY11" fmla="*/ 337215 h 346636"/>
                <a:gd name="connsiteX12" fmla="*/ 277262 w 635976"/>
                <a:gd name="connsiteY12" fmla="*/ 345542 h 346636"/>
                <a:gd name="connsiteX13" fmla="*/ 443936 w 635976"/>
                <a:gd name="connsiteY13" fmla="*/ 345447 h 346636"/>
                <a:gd name="connsiteX14" fmla="*/ 477956 w 635976"/>
                <a:gd name="connsiteY14" fmla="*/ 346636 h 346636"/>
                <a:gd name="connsiteX15" fmla="*/ 492801 w 635976"/>
                <a:gd name="connsiteY15" fmla="*/ 345351 h 346636"/>
                <a:gd name="connsiteX16" fmla="*/ 614369 w 635976"/>
                <a:gd name="connsiteY16" fmla="*/ 345304 h 346636"/>
                <a:gd name="connsiteX17" fmla="*/ 635019 w 635976"/>
                <a:gd name="connsiteY17" fmla="*/ 330982 h 346636"/>
                <a:gd name="connsiteX18" fmla="*/ 626502 w 635976"/>
                <a:gd name="connsiteY18" fmla="*/ 308619 h 346636"/>
                <a:gd name="connsiteX19" fmla="*/ 45498 w 635976"/>
                <a:gd name="connsiteY19" fmla="*/ 52685 h 346636"/>
                <a:gd name="connsiteX20" fmla="*/ 39170 w 635976"/>
                <a:gd name="connsiteY20" fmla="*/ 45452 h 346636"/>
                <a:gd name="connsiteX21" fmla="*/ 46164 w 635976"/>
                <a:gd name="connsiteY21" fmla="*/ 39029 h 346636"/>
                <a:gd name="connsiteX22" fmla="*/ 52635 w 635976"/>
                <a:gd name="connsiteY22" fmla="*/ 45976 h 346636"/>
                <a:gd name="connsiteX23" fmla="*/ 45498 w 635976"/>
                <a:gd name="connsiteY23" fmla="*/ 52685 h 34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35976" h="346636">
                  <a:moveTo>
                    <a:pt x="626502" y="308619"/>
                  </a:moveTo>
                  <a:cubicBezTo>
                    <a:pt x="622220" y="306288"/>
                    <a:pt x="616986" y="305669"/>
                    <a:pt x="612228" y="304242"/>
                  </a:cubicBezTo>
                  <a:cubicBezTo>
                    <a:pt x="609040" y="304528"/>
                    <a:pt x="605900" y="305051"/>
                    <a:pt x="602712" y="305051"/>
                  </a:cubicBezTo>
                  <a:cubicBezTo>
                    <a:pt x="499320" y="305098"/>
                    <a:pt x="395975" y="305003"/>
                    <a:pt x="292583" y="305289"/>
                  </a:cubicBezTo>
                  <a:cubicBezTo>
                    <a:pt x="285208" y="305289"/>
                    <a:pt x="280973" y="302101"/>
                    <a:pt x="276548" y="297152"/>
                  </a:cubicBezTo>
                  <a:cubicBezTo>
                    <a:pt x="213266" y="226115"/>
                    <a:pt x="149937" y="155173"/>
                    <a:pt x="86369" y="84373"/>
                  </a:cubicBezTo>
                  <a:cubicBezTo>
                    <a:pt x="81326" y="78759"/>
                    <a:pt x="80898" y="75190"/>
                    <a:pt x="84942" y="68338"/>
                  </a:cubicBezTo>
                  <a:cubicBezTo>
                    <a:pt x="98645" y="45024"/>
                    <a:pt x="89510" y="15952"/>
                    <a:pt x="65910" y="4486"/>
                  </a:cubicBezTo>
                  <a:cubicBezTo>
                    <a:pt x="42929" y="-6696"/>
                    <a:pt x="14142" y="3820"/>
                    <a:pt x="3913" y="27229"/>
                  </a:cubicBezTo>
                  <a:cubicBezTo>
                    <a:pt x="-6745" y="51542"/>
                    <a:pt x="5102" y="79187"/>
                    <a:pt x="30558" y="88370"/>
                  </a:cubicBezTo>
                  <a:cubicBezTo>
                    <a:pt x="36838" y="90606"/>
                    <a:pt x="41596" y="93842"/>
                    <a:pt x="45974" y="98742"/>
                  </a:cubicBezTo>
                  <a:cubicBezTo>
                    <a:pt x="116821" y="178249"/>
                    <a:pt x="187858" y="257613"/>
                    <a:pt x="258610" y="337215"/>
                  </a:cubicBezTo>
                  <a:cubicBezTo>
                    <a:pt x="263939" y="343210"/>
                    <a:pt x="269268" y="345589"/>
                    <a:pt x="277262" y="345542"/>
                  </a:cubicBezTo>
                  <a:cubicBezTo>
                    <a:pt x="332836" y="345209"/>
                    <a:pt x="388362" y="345256"/>
                    <a:pt x="443936" y="345447"/>
                  </a:cubicBezTo>
                  <a:cubicBezTo>
                    <a:pt x="455260" y="345494"/>
                    <a:pt x="466680" y="344019"/>
                    <a:pt x="477956" y="346636"/>
                  </a:cubicBezTo>
                  <a:cubicBezTo>
                    <a:pt x="482904" y="346208"/>
                    <a:pt x="487853" y="345399"/>
                    <a:pt x="492801" y="345351"/>
                  </a:cubicBezTo>
                  <a:cubicBezTo>
                    <a:pt x="533340" y="345256"/>
                    <a:pt x="573878" y="345256"/>
                    <a:pt x="614369" y="345304"/>
                  </a:cubicBezTo>
                  <a:cubicBezTo>
                    <a:pt x="624646" y="345304"/>
                    <a:pt x="632307" y="341069"/>
                    <a:pt x="635019" y="330982"/>
                  </a:cubicBezTo>
                  <a:cubicBezTo>
                    <a:pt x="637493" y="321942"/>
                    <a:pt x="635352" y="313425"/>
                    <a:pt x="626502" y="308619"/>
                  </a:cubicBezTo>
                  <a:close/>
                  <a:moveTo>
                    <a:pt x="45498" y="52685"/>
                  </a:moveTo>
                  <a:cubicBezTo>
                    <a:pt x="41549" y="51971"/>
                    <a:pt x="39027" y="49782"/>
                    <a:pt x="39170" y="45452"/>
                  </a:cubicBezTo>
                  <a:cubicBezTo>
                    <a:pt x="39313" y="41027"/>
                    <a:pt x="41977" y="38886"/>
                    <a:pt x="46164" y="39029"/>
                  </a:cubicBezTo>
                  <a:cubicBezTo>
                    <a:pt x="50304" y="39219"/>
                    <a:pt x="52968" y="41598"/>
                    <a:pt x="52635" y="45976"/>
                  </a:cubicBezTo>
                  <a:cubicBezTo>
                    <a:pt x="52397" y="50115"/>
                    <a:pt x="49780" y="52352"/>
                    <a:pt x="45498" y="52685"/>
                  </a:cubicBezTo>
                  <a:close/>
                </a:path>
              </a:pathLst>
            </a:custGeom>
            <a:solidFill>
              <a:srgbClr val="1D97C3"/>
            </a:solidFill>
            <a:ln w="4754" cap="flat">
              <a:noFill/>
              <a:prstDash val="solid"/>
              <a:miter/>
            </a:ln>
          </p:spPr>
          <p:txBody>
            <a:bodyPr rtlCol="0" anchor="ctr"/>
            <a:lstStyle/>
            <a:p>
              <a:endParaRPr lang="en-US"/>
            </a:p>
          </p:txBody>
        </p:sp>
        <p:sp>
          <p:nvSpPr>
            <p:cNvPr id="73" name="Freeform: Shape 222">
              <a:extLst>
                <a:ext uri="{FF2B5EF4-FFF2-40B4-BE49-F238E27FC236}">
                  <a16:creationId xmlns:a16="http://schemas.microsoft.com/office/drawing/2014/main" id="{6742C599-0EA4-4D03-854F-0A55EEC5E927}"/>
                </a:ext>
              </a:extLst>
            </p:cNvPr>
            <p:cNvSpPr/>
            <p:nvPr/>
          </p:nvSpPr>
          <p:spPr>
            <a:xfrm>
              <a:off x="3479537" y="3596315"/>
              <a:ext cx="634434" cy="92051"/>
            </a:xfrm>
            <a:custGeom>
              <a:avLst/>
              <a:gdLst>
                <a:gd name="connsiteX0" fmla="*/ 592516 w 634434"/>
                <a:gd name="connsiteY0" fmla="*/ 269 h 92051"/>
                <a:gd name="connsiteX1" fmla="*/ 549265 w 634434"/>
                <a:gd name="connsiteY1" fmla="*/ 22679 h 92051"/>
                <a:gd name="connsiteX2" fmla="*/ 534372 w 634434"/>
                <a:gd name="connsiteY2" fmla="*/ 28627 h 92051"/>
                <a:gd name="connsiteX3" fmla="*/ 101106 w 634434"/>
                <a:gd name="connsiteY3" fmla="*/ 28912 h 92051"/>
                <a:gd name="connsiteX4" fmla="*/ 82502 w 634434"/>
                <a:gd name="connsiteY4" fmla="*/ 19539 h 92051"/>
                <a:gd name="connsiteX5" fmla="*/ 25596 w 634434"/>
                <a:gd name="connsiteY5" fmla="*/ 4884 h 92051"/>
                <a:gd name="connsiteX6" fmla="*/ 140 w 634434"/>
                <a:gd name="connsiteY6" fmla="*/ 48278 h 92051"/>
                <a:gd name="connsiteX7" fmla="*/ 29973 w 634434"/>
                <a:gd name="connsiteY7" fmla="*/ 88721 h 92051"/>
                <a:gd name="connsiteX8" fmla="*/ 79790 w 634434"/>
                <a:gd name="connsiteY8" fmla="*/ 76493 h 92051"/>
                <a:gd name="connsiteX9" fmla="*/ 91827 w 634434"/>
                <a:gd name="connsiteY9" fmla="*/ 67928 h 92051"/>
                <a:gd name="connsiteX10" fmla="*/ 541462 w 634434"/>
                <a:gd name="connsiteY10" fmla="*/ 67833 h 92051"/>
                <a:gd name="connsiteX11" fmla="*/ 550692 w 634434"/>
                <a:gd name="connsiteY11" fmla="*/ 71116 h 92051"/>
                <a:gd name="connsiteX12" fmla="*/ 587329 w 634434"/>
                <a:gd name="connsiteY12" fmla="*/ 92052 h 92051"/>
                <a:gd name="connsiteX13" fmla="*/ 634434 w 634434"/>
                <a:gd name="connsiteY13" fmla="*/ 37572 h 92051"/>
                <a:gd name="connsiteX14" fmla="*/ 632341 w 634434"/>
                <a:gd name="connsiteY14" fmla="*/ 34051 h 92051"/>
                <a:gd name="connsiteX15" fmla="*/ 592516 w 634434"/>
                <a:gd name="connsiteY15" fmla="*/ 269 h 92051"/>
                <a:gd name="connsiteX16" fmla="*/ 46103 w 634434"/>
                <a:gd name="connsiteY16" fmla="*/ 52941 h 92051"/>
                <a:gd name="connsiteX17" fmla="*/ 38823 w 634434"/>
                <a:gd name="connsiteY17" fmla="*/ 46279 h 92051"/>
                <a:gd name="connsiteX18" fmla="*/ 45436 w 634434"/>
                <a:gd name="connsiteY18" fmla="*/ 39428 h 92051"/>
                <a:gd name="connsiteX19" fmla="*/ 52526 w 634434"/>
                <a:gd name="connsiteY19" fmla="*/ 45708 h 92051"/>
                <a:gd name="connsiteX20" fmla="*/ 46103 w 634434"/>
                <a:gd name="connsiteY20" fmla="*/ 52941 h 92051"/>
                <a:gd name="connsiteX21" fmla="*/ 587758 w 634434"/>
                <a:gd name="connsiteY21" fmla="*/ 52512 h 92051"/>
                <a:gd name="connsiteX22" fmla="*/ 581763 w 634434"/>
                <a:gd name="connsiteY22" fmla="*/ 45137 h 92051"/>
                <a:gd name="connsiteX23" fmla="*/ 588567 w 634434"/>
                <a:gd name="connsiteY23" fmla="*/ 38381 h 92051"/>
                <a:gd name="connsiteX24" fmla="*/ 595561 w 634434"/>
                <a:gd name="connsiteY24" fmla="*/ 45232 h 92051"/>
                <a:gd name="connsiteX25" fmla="*/ 587758 w 634434"/>
                <a:gd name="connsiteY25" fmla="*/ 52512 h 92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34434" h="92051">
                  <a:moveTo>
                    <a:pt x="592516" y="269"/>
                  </a:moveTo>
                  <a:cubicBezTo>
                    <a:pt x="573817" y="-1539"/>
                    <a:pt x="558400" y="5741"/>
                    <a:pt x="549265" y="22679"/>
                  </a:cubicBezTo>
                  <a:cubicBezTo>
                    <a:pt x="545459" y="29769"/>
                    <a:pt x="540035" y="28627"/>
                    <a:pt x="534372" y="28627"/>
                  </a:cubicBezTo>
                  <a:cubicBezTo>
                    <a:pt x="389966" y="28675"/>
                    <a:pt x="245512" y="28675"/>
                    <a:pt x="101106" y="28912"/>
                  </a:cubicBezTo>
                  <a:cubicBezTo>
                    <a:pt x="92779" y="28912"/>
                    <a:pt x="87498" y="27295"/>
                    <a:pt x="82502" y="19539"/>
                  </a:cubicBezTo>
                  <a:cubicBezTo>
                    <a:pt x="70559" y="888"/>
                    <a:pt x="45342" y="-4870"/>
                    <a:pt x="25596" y="4884"/>
                  </a:cubicBezTo>
                  <a:cubicBezTo>
                    <a:pt x="9656" y="12735"/>
                    <a:pt x="-1382" y="30863"/>
                    <a:pt x="140" y="48278"/>
                  </a:cubicBezTo>
                  <a:cubicBezTo>
                    <a:pt x="1853" y="67595"/>
                    <a:pt x="11797" y="81584"/>
                    <a:pt x="29973" y="88721"/>
                  </a:cubicBezTo>
                  <a:cubicBezTo>
                    <a:pt x="47816" y="95763"/>
                    <a:pt x="66087" y="90672"/>
                    <a:pt x="79790" y="76493"/>
                  </a:cubicBezTo>
                  <a:cubicBezTo>
                    <a:pt x="83120" y="73067"/>
                    <a:pt x="84167" y="67881"/>
                    <a:pt x="91827" y="67928"/>
                  </a:cubicBezTo>
                  <a:cubicBezTo>
                    <a:pt x="241706" y="68261"/>
                    <a:pt x="391584" y="67976"/>
                    <a:pt x="541462" y="67833"/>
                  </a:cubicBezTo>
                  <a:cubicBezTo>
                    <a:pt x="544983" y="67833"/>
                    <a:pt x="548076" y="66882"/>
                    <a:pt x="550692" y="71116"/>
                  </a:cubicBezTo>
                  <a:cubicBezTo>
                    <a:pt x="558972" y="84629"/>
                    <a:pt x="572580" y="89482"/>
                    <a:pt x="587329" y="92052"/>
                  </a:cubicBezTo>
                  <a:cubicBezTo>
                    <a:pt x="618352" y="85343"/>
                    <a:pt x="632769" y="68690"/>
                    <a:pt x="634434" y="37572"/>
                  </a:cubicBezTo>
                  <a:cubicBezTo>
                    <a:pt x="633720" y="36430"/>
                    <a:pt x="632721" y="35336"/>
                    <a:pt x="632341" y="34051"/>
                  </a:cubicBezTo>
                  <a:cubicBezTo>
                    <a:pt x="626631" y="13830"/>
                    <a:pt x="613071" y="2220"/>
                    <a:pt x="592516" y="269"/>
                  </a:cubicBezTo>
                  <a:close/>
                  <a:moveTo>
                    <a:pt x="46103" y="52941"/>
                  </a:moveTo>
                  <a:cubicBezTo>
                    <a:pt x="42058" y="53036"/>
                    <a:pt x="39203" y="50086"/>
                    <a:pt x="38823" y="46279"/>
                  </a:cubicBezTo>
                  <a:cubicBezTo>
                    <a:pt x="38442" y="42140"/>
                    <a:pt x="41345" y="39713"/>
                    <a:pt x="45436" y="39428"/>
                  </a:cubicBezTo>
                  <a:cubicBezTo>
                    <a:pt x="49766" y="39095"/>
                    <a:pt x="52145" y="41331"/>
                    <a:pt x="52526" y="45708"/>
                  </a:cubicBezTo>
                  <a:cubicBezTo>
                    <a:pt x="52145" y="49705"/>
                    <a:pt x="50290" y="52845"/>
                    <a:pt x="46103" y="52941"/>
                  </a:cubicBezTo>
                  <a:close/>
                  <a:moveTo>
                    <a:pt x="587758" y="52512"/>
                  </a:moveTo>
                  <a:cubicBezTo>
                    <a:pt x="583761" y="52322"/>
                    <a:pt x="581715" y="49277"/>
                    <a:pt x="581763" y="45137"/>
                  </a:cubicBezTo>
                  <a:cubicBezTo>
                    <a:pt x="581858" y="40665"/>
                    <a:pt x="584713" y="39047"/>
                    <a:pt x="588567" y="38381"/>
                  </a:cubicBezTo>
                  <a:cubicBezTo>
                    <a:pt x="592087" y="39475"/>
                    <a:pt x="595656" y="41093"/>
                    <a:pt x="595561" y="45232"/>
                  </a:cubicBezTo>
                  <a:cubicBezTo>
                    <a:pt x="595418" y="49753"/>
                    <a:pt x="592230" y="52750"/>
                    <a:pt x="587758" y="52512"/>
                  </a:cubicBezTo>
                  <a:close/>
                </a:path>
              </a:pathLst>
            </a:custGeom>
            <a:solidFill>
              <a:srgbClr val="1D97C3"/>
            </a:solidFill>
            <a:ln w="4754" cap="flat">
              <a:noFill/>
              <a:prstDash val="solid"/>
              <a:miter/>
            </a:ln>
          </p:spPr>
          <p:txBody>
            <a:bodyPr rtlCol="0" anchor="ctr"/>
            <a:lstStyle/>
            <a:p>
              <a:endParaRPr lang="en-US"/>
            </a:p>
          </p:txBody>
        </p:sp>
        <p:sp>
          <p:nvSpPr>
            <p:cNvPr id="74" name="Freeform: Shape 223">
              <a:extLst>
                <a:ext uri="{FF2B5EF4-FFF2-40B4-BE49-F238E27FC236}">
                  <a16:creationId xmlns:a16="http://schemas.microsoft.com/office/drawing/2014/main" id="{0F2C71C5-A692-40E6-BF4F-EDC8A0BD891F}"/>
                </a:ext>
              </a:extLst>
            </p:cNvPr>
            <p:cNvSpPr/>
            <p:nvPr/>
          </p:nvSpPr>
          <p:spPr>
            <a:xfrm>
              <a:off x="4971126" y="2583307"/>
              <a:ext cx="526944" cy="252085"/>
            </a:xfrm>
            <a:custGeom>
              <a:avLst/>
              <a:gdLst>
                <a:gd name="connsiteX0" fmla="*/ 517346 w 526944"/>
                <a:gd name="connsiteY0" fmla="*/ 214735 h 252085"/>
                <a:gd name="connsiteX1" fmla="*/ 501740 w 526944"/>
                <a:gd name="connsiteY1" fmla="*/ 210691 h 252085"/>
                <a:gd name="connsiteX2" fmla="*/ 484040 w 526944"/>
                <a:gd name="connsiteY2" fmla="*/ 211405 h 252085"/>
                <a:gd name="connsiteX3" fmla="*/ 176718 w 526944"/>
                <a:gd name="connsiteY3" fmla="*/ 212499 h 252085"/>
                <a:gd name="connsiteX4" fmla="*/ 86791 w 526944"/>
                <a:gd name="connsiteY4" fmla="*/ 171818 h 252085"/>
                <a:gd name="connsiteX5" fmla="*/ 61907 w 526944"/>
                <a:gd name="connsiteY5" fmla="*/ 102588 h 252085"/>
                <a:gd name="connsiteX6" fmla="*/ 71804 w 526944"/>
                <a:gd name="connsiteY6" fmla="*/ 82795 h 252085"/>
                <a:gd name="connsiteX7" fmla="*/ 82747 w 526944"/>
                <a:gd name="connsiteY7" fmla="*/ 18086 h 252085"/>
                <a:gd name="connsiteX8" fmla="*/ 19370 w 526944"/>
                <a:gd name="connsiteY8" fmla="*/ 8332 h 252085"/>
                <a:gd name="connsiteX9" fmla="*/ 9949 w 526944"/>
                <a:gd name="connsiteY9" fmla="*/ 71994 h 252085"/>
                <a:gd name="connsiteX10" fmla="*/ 22938 w 526944"/>
                <a:gd name="connsiteY10" fmla="*/ 113484 h 252085"/>
                <a:gd name="connsiteX11" fmla="*/ 22701 w 526944"/>
                <a:gd name="connsiteY11" fmla="*/ 148979 h 252085"/>
                <a:gd name="connsiteX12" fmla="*/ 29838 w 526944"/>
                <a:gd name="connsiteY12" fmla="*/ 167107 h 252085"/>
                <a:gd name="connsiteX13" fmla="*/ 95832 w 526944"/>
                <a:gd name="connsiteY13" fmla="*/ 239953 h 252085"/>
                <a:gd name="connsiteX14" fmla="*/ 122429 w 526944"/>
                <a:gd name="connsiteY14" fmla="*/ 251991 h 252085"/>
                <a:gd name="connsiteX15" fmla="*/ 481661 w 526944"/>
                <a:gd name="connsiteY15" fmla="*/ 252086 h 252085"/>
                <a:gd name="connsiteX16" fmla="*/ 508829 w 526944"/>
                <a:gd name="connsiteY16" fmla="*/ 251372 h 252085"/>
                <a:gd name="connsiteX17" fmla="*/ 526196 w 526944"/>
                <a:gd name="connsiteY17" fmla="*/ 236813 h 252085"/>
                <a:gd name="connsiteX18" fmla="*/ 517346 w 526944"/>
                <a:gd name="connsiteY18" fmla="*/ 214735 h 252085"/>
                <a:gd name="connsiteX19" fmla="*/ 45730 w 526944"/>
                <a:gd name="connsiteY19" fmla="*/ 52153 h 252085"/>
                <a:gd name="connsiteX20" fmla="*/ 39592 w 526944"/>
                <a:gd name="connsiteY20" fmla="*/ 44921 h 252085"/>
                <a:gd name="connsiteX21" fmla="*/ 46776 w 526944"/>
                <a:gd name="connsiteY21" fmla="*/ 38688 h 252085"/>
                <a:gd name="connsiteX22" fmla="*/ 53104 w 526944"/>
                <a:gd name="connsiteY22" fmla="*/ 46158 h 252085"/>
                <a:gd name="connsiteX23" fmla="*/ 45730 w 526944"/>
                <a:gd name="connsiteY23" fmla="*/ 52153 h 252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6944" h="252085">
                  <a:moveTo>
                    <a:pt x="517346" y="214735"/>
                  </a:moveTo>
                  <a:cubicBezTo>
                    <a:pt x="512683" y="212356"/>
                    <a:pt x="506974" y="211976"/>
                    <a:pt x="501740" y="210691"/>
                  </a:cubicBezTo>
                  <a:cubicBezTo>
                    <a:pt x="495840" y="210929"/>
                    <a:pt x="489940" y="211405"/>
                    <a:pt x="484040" y="211405"/>
                  </a:cubicBezTo>
                  <a:cubicBezTo>
                    <a:pt x="381600" y="211452"/>
                    <a:pt x="279064" y="209311"/>
                    <a:pt x="176718" y="212499"/>
                  </a:cubicBezTo>
                  <a:cubicBezTo>
                    <a:pt x="137179" y="213736"/>
                    <a:pt x="111533" y="201698"/>
                    <a:pt x="86791" y="171818"/>
                  </a:cubicBezTo>
                  <a:cubicBezTo>
                    <a:pt x="68806" y="150169"/>
                    <a:pt x="58624" y="130233"/>
                    <a:pt x="61907" y="102588"/>
                  </a:cubicBezTo>
                  <a:cubicBezTo>
                    <a:pt x="62906" y="94167"/>
                    <a:pt x="63334" y="88219"/>
                    <a:pt x="71804" y="82795"/>
                  </a:cubicBezTo>
                  <a:cubicBezTo>
                    <a:pt x="93786" y="68711"/>
                    <a:pt x="98115" y="38878"/>
                    <a:pt x="82747" y="18086"/>
                  </a:cubicBezTo>
                  <a:cubicBezTo>
                    <a:pt x="68378" y="-1422"/>
                    <a:pt x="39163" y="-5895"/>
                    <a:pt x="19370" y="8332"/>
                  </a:cubicBezTo>
                  <a:cubicBezTo>
                    <a:pt x="-852" y="22891"/>
                    <a:pt x="-7275" y="54627"/>
                    <a:pt x="9949" y="71994"/>
                  </a:cubicBezTo>
                  <a:cubicBezTo>
                    <a:pt x="22701" y="84888"/>
                    <a:pt x="23367" y="98116"/>
                    <a:pt x="22938" y="113484"/>
                  </a:cubicBezTo>
                  <a:cubicBezTo>
                    <a:pt x="22605" y="125332"/>
                    <a:pt x="23319" y="137179"/>
                    <a:pt x="22701" y="148979"/>
                  </a:cubicBezTo>
                  <a:cubicBezTo>
                    <a:pt x="22320" y="156449"/>
                    <a:pt x="24889" y="161731"/>
                    <a:pt x="29838" y="167107"/>
                  </a:cubicBezTo>
                  <a:cubicBezTo>
                    <a:pt x="52105" y="191135"/>
                    <a:pt x="74563" y="215068"/>
                    <a:pt x="95832" y="239953"/>
                  </a:cubicBezTo>
                  <a:cubicBezTo>
                    <a:pt x="103397" y="248803"/>
                    <a:pt x="110914" y="251991"/>
                    <a:pt x="122429" y="251991"/>
                  </a:cubicBezTo>
                  <a:cubicBezTo>
                    <a:pt x="242189" y="251705"/>
                    <a:pt x="361901" y="251991"/>
                    <a:pt x="481661" y="252086"/>
                  </a:cubicBezTo>
                  <a:cubicBezTo>
                    <a:pt x="490701" y="251896"/>
                    <a:pt x="499837" y="252181"/>
                    <a:pt x="508829" y="251372"/>
                  </a:cubicBezTo>
                  <a:cubicBezTo>
                    <a:pt x="517679" y="250611"/>
                    <a:pt x="524245" y="246043"/>
                    <a:pt x="526196" y="236813"/>
                  </a:cubicBezTo>
                  <a:cubicBezTo>
                    <a:pt x="528290" y="227582"/>
                    <a:pt x="526196" y="219303"/>
                    <a:pt x="517346" y="214735"/>
                  </a:cubicBezTo>
                  <a:close/>
                  <a:moveTo>
                    <a:pt x="45730" y="52153"/>
                  </a:moveTo>
                  <a:cubicBezTo>
                    <a:pt x="41400" y="51820"/>
                    <a:pt x="39211" y="49203"/>
                    <a:pt x="39592" y="44921"/>
                  </a:cubicBezTo>
                  <a:cubicBezTo>
                    <a:pt x="39972" y="40686"/>
                    <a:pt x="42447" y="38307"/>
                    <a:pt x="46776" y="38688"/>
                  </a:cubicBezTo>
                  <a:cubicBezTo>
                    <a:pt x="50963" y="39116"/>
                    <a:pt x="53009" y="41781"/>
                    <a:pt x="53104" y="46158"/>
                  </a:cubicBezTo>
                  <a:cubicBezTo>
                    <a:pt x="52438" y="50250"/>
                    <a:pt x="49964" y="52486"/>
                    <a:pt x="45730" y="52153"/>
                  </a:cubicBezTo>
                  <a:close/>
                </a:path>
              </a:pathLst>
            </a:custGeom>
            <a:solidFill>
              <a:srgbClr val="1D97C3"/>
            </a:solidFill>
            <a:ln w="4754" cap="flat">
              <a:noFill/>
              <a:prstDash val="solid"/>
              <a:miter/>
            </a:ln>
          </p:spPr>
          <p:txBody>
            <a:bodyPr rtlCol="0" anchor="ctr"/>
            <a:lstStyle/>
            <a:p>
              <a:endParaRPr lang="en-US"/>
            </a:p>
          </p:txBody>
        </p:sp>
        <p:sp>
          <p:nvSpPr>
            <p:cNvPr id="75" name="Freeform: Shape 224">
              <a:extLst>
                <a:ext uri="{FF2B5EF4-FFF2-40B4-BE49-F238E27FC236}">
                  <a16:creationId xmlns:a16="http://schemas.microsoft.com/office/drawing/2014/main" id="{BCFEDE59-4C93-4472-9195-38828CDD80FD}"/>
                </a:ext>
              </a:extLst>
            </p:cNvPr>
            <p:cNvSpPr/>
            <p:nvPr/>
          </p:nvSpPr>
          <p:spPr>
            <a:xfrm>
              <a:off x="2785228" y="4632833"/>
              <a:ext cx="319091" cy="91276"/>
            </a:xfrm>
            <a:custGeom>
              <a:avLst/>
              <a:gdLst>
                <a:gd name="connsiteX0" fmla="*/ 299912 w 319091"/>
                <a:gd name="connsiteY0" fmla="*/ 22653 h 91276"/>
                <a:gd name="connsiteX1" fmla="*/ 92224 w 319091"/>
                <a:gd name="connsiteY1" fmla="*/ 23271 h 91276"/>
                <a:gd name="connsiteX2" fmla="*/ 81423 w 319091"/>
                <a:gd name="connsiteY2" fmla="*/ 16895 h 91276"/>
                <a:gd name="connsiteX3" fmla="*/ 29704 w 319091"/>
                <a:gd name="connsiteY3" fmla="*/ 3097 h 91276"/>
                <a:gd name="connsiteX4" fmla="*/ 13 w 319091"/>
                <a:gd name="connsiteY4" fmla="*/ 46348 h 91276"/>
                <a:gd name="connsiteX5" fmla="*/ 31274 w 319091"/>
                <a:gd name="connsiteY5" fmla="*/ 88694 h 91276"/>
                <a:gd name="connsiteX6" fmla="*/ 82375 w 319091"/>
                <a:gd name="connsiteY6" fmla="*/ 72945 h 91276"/>
                <a:gd name="connsiteX7" fmla="*/ 95507 w 319091"/>
                <a:gd name="connsiteY7" fmla="*/ 63429 h 91276"/>
                <a:gd name="connsiteX8" fmla="*/ 281309 w 319091"/>
                <a:gd name="connsiteY8" fmla="*/ 64238 h 91276"/>
                <a:gd name="connsiteX9" fmla="*/ 292062 w 319091"/>
                <a:gd name="connsiteY9" fmla="*/ 63524 h 91276"/>
                <a:gd name="connsiteX10" fmla="*/ 318850 w 319091"/>
                <a:gd name="connsiteY10" fmla="*/ 46538 h 91276"/>
                <a:gd name="connsiteX11" fmla="*/ 299912 w 319091"/>
                <a:gd name="connsiteY11" fmla="*/ 22653 h 91276"/>
                <a:gd name="connsiteX12" fmla="*/ 45738 w 319091"/>
                <a:gd name="connsiteY12" fmla="*/ 52771 h 91276"/>
                <a:gd name="connsiteX13" fmla="*/ 38887 w 319091"/>
                <a:gd name="connsiteY13" fmla="*/ 45444 h 91276"/>
                <a:gd name="connsiteX14" fmla="*/ 46071 w 319091"/>
                <a:gd name="connsiteY14" fmla="*/ 38973 h 91276"/>
                <a:gd name="connsiteX15" fmla="*/ 52780 w 319091"/>
                <a:gd name="connsiteY15" fmla="*/ 45777 h 91276"/>
                <a:gd name="connsiteX16" fmla="*/ 45738 w 319091"/>
                <a:gd name="connsiteY16" fmla="*/ 52771 h 9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9091" h="91276">
                  <a:moveTo>
                    <a:pt x="299912" y="22653"/>
                  </a:moveTo>
                  <a:cubicBezTo>
                    <a:pt x="230683" y="22795"/>
                    <a:pt x="161454" y="22938"/>
                    <a:pt x="92224" y="23271"/>
                  </a:cubicBezTo>
                  <a:cubicBezTo>
                    <a:pt x="86848" y="23319"/>
                    <a:pt x="84469" y="20559"/>
                    <a:pt x="81423" y="16895"/>
                  </a:cubicBezTo>
                  <a:cubicBezTo>
                    <a:pt x="68482" y="1289"/>
                    <a:pt x="47927" y="-3993"/>
                    <a:pt x="29704" y="3097"/>
                  </a:cubicBezTo>
                  <a:cubicBezTo>
                    <a:pt x="11718" y="10044"/>
                    <a:pt x="-462" y="27791"/>
                    <a:pt x="13" y="46348"/>
                  </a:cubicBezTo>
                  <a:cubicBezTo>
                    <a:pt x="489" y="65237"/>
                    <a:pt x="13336" y="82651"/>
                    <a:pt x="31274" y="88694"/>
                  </a:cubicBezTo>
                  <a:cubicBezTo>
                    <a:pt x="50449" y="95165"/>
                    <a:pt x="69576" y="89313"/>
                    <a:pt x="82375" y="72945"/>
                  </a:cubicBezTo>
                  <a:cubicBezTo>
                    <a:pt x="85848" y="68520"/>
                    <a:pt x="87656" y="63334"/>
                    <a:pt x="95507" y="63429"/>
                  </a:cubicBezTo>
                  <a:cubicBezTo>
                    <a:pt x="157457" y="64048"/>
                    <a:pt x="219359" y="64048"/>
                    <a:pt x="281309" y="64238"/>
                  </a:cubicBezTo>
                  <a:cubicBezTo>
                    <a:pt x="284877" y="64000"/>
                    <a:pt x="288493" y="63572"/>
                    <a:pt x="292062" y="63524"/>
                  </a:cubicBezTo>
                  <a:cubicBezTo>
                    <a:pt x="308715" y="63144"/>
                    <a:pt x="317422" y="57957"/>
                    <a:pt x="318850" y="46538"/>
                  </a:cubicBezTo>
                  <a:cubicBezTo>
                    <a:pt x="320705" y="32454"/>
                    <a:pt x="311665" y="26316"/>
                    <a:pt x="299912" y="22653"/>
                  </a:cubicBezTo>
                  <a:close/>
                  <a:moveTo>
                    <a:pt x="45738" y="52771"/>
                  </a:moveTo>
                  <a:cubicBezTo>
                    <a:pt x="41789" y="51819"/>
                    <a:pt x="38887" y="49298"/>
                    <a:pt x="38887" y="45444"/>
                  </a:cubicBezTo>
                  <a:cubicBezTo>
                    <a:pt x="38887" y="41399"/>
                    <a:pt x="41742" y="39068"/>
                    <a:pt x="46071" y="38973"/>
                  </a:cubicBezTo>
                  <a:cubicBezTo>
                    <a:pt x="50734" y="38877"/>
                    <a:pt x="52970" y="41923"/>
                    <a:pt x="52780" y="45777"/>
                  </a:cubicBezTo>
                  <a:cubicBezTo>
                    <a:pt x="52590" y="49488"/>
                    <a:pt x="50115" y="52438"/>
                    <a:pt x="45738" y="52771"/>
                  </a:cubicBezTo>
                  <a:close/>
                </a:path>
              </a:pathLst>
            </a:custGeom>
            <a:solidFill>
              <a:srgbClr val="1D97C3"/>
            </a:solidFill>
            <a:ln w="4754" cap="flat">
              <a:noFill/>
              <a:prstDash val="solid"/>
              <a:miter/>
            </a:ln>
          </p:spPr>
          <p:txBody>
            <a:bodyPr rtlCol="0" anchor="ctr"/>
            <a:lstStyle/>
            <a:p>
              <a:endParaRPr lang="en-US"/>
            </a:p>
          </p:txBody>
        </p:sp>
        <p:sp>
          <p:nvSpPr>
            <p:cNvPr id="76" name="Freeform: Shape 225">
              <a:extLst>
                <a:ext uri="{FF2B5EF4-FFF2-40B4-BE49-F238E27FC236}">
                  <a16:creationId xmlns:a16="http://schemas.microsoft.com/office/drawing/2014/main" id="{B2DFE1E2-2593-4B32-BDA7-B48522814CD6}"/>
                </a:ext>
              </a:extLst>
            </p:cNvPr>
            <p:cNvSpPr/>
            <p:nvPr/>
          </p:nvSpPr>
          <p:spPr>
            <a:xfrm>
              <a:off x="3124061" y="923423"/>
              <a:ext cx="1521049" cy="1917156"/>
            </a:xfrm>
            <a:custGeom>
              <a:avLst/>
              <a:gdLst>
                <a:gd name="connsiteX0" fmla="*/ 1353566 w 1521049"/>
                <a:gd name="connsiteY0" fmla="*/ 745584 h 1917156"/>
                <a:gd name="connsiteX1" fmla="*/ 1342766 w 1521049"/>
                <a:gd name="connsiteY1" fmla="*/ 745632 h 1917156"/>
                <a:gd name="connsiteX2" fmla="*/ 1338198 w 1521049"/>
                <a:gd name="connsiteY2" fmla="*/ 745680 h 1917156"/>
                <a:gd name="connsiteX3" fmla="*/ 1328016 w 1521049"/>
                <a:gd name="connsiteY3" fmla="*/ 737210 h 1917156"/>
                <a:gd name="connsiteX4" fmla="*/ 1330109 w 1521049"/>
                <a:gd name="connsiteY4" fmla="*/ 706378 h 1917156"/>
                <a:gd name="connsiteX5" fmla="*/ 1332488 w 1521049"/>
                <a:gd name="connsiteY5" fmla="*/ 704523 h 1917156"/>
                <a:gd name="connsiteX6" fmla="*/ 1335438 w 1521049"/>
                <a:gd name="connsiteY6" fmla="*/ 690248 h 1917156"/>
                <a:gd name="connsiteX7" fmla="*/ 1335438 w 1521049"/>
                <a:gd name="connsiteY7" fmla="*/ 653326 h 1917156"/>
                <a:gd name="connsiteX8" fmla="*/ 1317025 w 1521049"/>
                <a:gd name="connsiteY8" fmla="*/ 591139 h 1917156"/>
                <a:gd name="connsiteX9" fmla="*/ 1193030 w 1521049"/>
                <a:gd name="connsiteY9" fmla="*/ 524336 h 1917156"/>
                <a:gd name="connsiteX10" fmla="*/ 1026261 w 1521049"/>
                <a:gd name="connsiteY10" fmla="*/ 524288 h 1917156"/>
                <a:gd name="connsiteX11" fmla="*/ 1010179 w 1521049"/>
                <a:gd name="connsiteY11" fmla="*/ 527524 h 1917156"/>
                <a:gd name="connsiteX12" fmla="*/ 1009513 w 1521049"/>
                <a:gd name="connsiteY12" fmla="*/ 528856 h 1917156"/>
                <a:gd name="connsiteX13" fmla="*/ 970449 w 1521049"/>
                <a:gd name="connsiteY13" fmla="*/ 528190 h 1917156"/>
                <a:gd name="connsiteX14" fmla="*/ 954081 w 1521049"/>
                <a:gd name="connsiteY14" fmla="*/ 528808 h 1917156"/>
                <a:gd name="connsiteX15" fmla="*/ 620638 w 1521049"/>
                <a:gd name="connsiteY15" fmla="*/ 529237 h 1917156"/>
                <a:gd name="connsiteX16" fmla="*/ 603938 w 1521049"/>
                <a:gd name="connsiteY16" fmla="*/ 511679 h 1917156"/>
                <a:gd name="connsiteX17" fmla="*/ 604128 w 1521049"/>
                <a:gd name="connsiteY17" fmla="*/ 15654 h 1917156"/>
                <a:gd name="connsiteX18" fmla="*/ 601987 w 1521049"/>
                <a:gd name="connsiteY18" fmla="*/ 0 h 1917156"/>
                <a:gd name="connsiteX19" fmla="*/ 601654 w 1521049"/>
                <a:gd name="connsiteY19" fmla="*/ 284102 h 1917156"/>
                <a:gd name="connsiteX20" fmla="*/ 601939 w 1521049"/>
                <a:gd name="connsiteY20" fmla="*/ 513583 h 1917156"/>
                <a:gd name="connsiteX21" fmla="*/ 586523 w 1521049"/>
                <a:gd name="connsiteY21" fmla="*/ 528475 h 1917156"/>
                <a:gd name="connsiteX22" fmla="*/ 563304 w 1521049"/>
                <a:gd name="connsiteY22" fmla="*/ 528190 h 1917156"/>
                <a:gd name="connsiteX23" fmla="*/ 449920 w 1521049"/>
                <a:gd name="connsiteY23" fmla="*/ 529094 h 1917156"/>
                <a:gd name="connsiteX24" fmla="*/ 437359 w 1521049"/>
                <a:gd name="connsiteY24" fmla="*/ 515866 h 1917156"/>
                <a:gd name="connsiteX25" fmla="*/ 437406 w 1521049"/>
                <a:gd name="connsiteY25" fmla="*/ 334062 h 1917156"/>
                <a:gd name="connsiteX26" fmla="*/ 435027 w 1521049"/>
                <a:gd name="connsiteY26" fmla="*/ 348336 h 1917156"/>
                <a:gd name="connsiteX27" fmla="*/ 435218 w 1521049"/>
                <a:gd name="connsiteY27" fmla="*/ 514867 h 1917156"/>
                <a:gd name="connsiteX28" fmla="*/ 421229 w 1521049"/>
                <a:gd name="connsiteY28" fmla="*/ 528666 h 1917156"/>
                <a:gd name="connsiteX29" fmla="*/ 407288 w 1521049"/>
                <a:gd name="connsiteY29" fmla="*/ 515058 h 1917156"/>
                <a:gd name="connsiteX30" fmla="*/ 407478 w 1521049"/>
                <a:gd name="connsiteY30" fmla="*/ 348526 h 1917156"/>
                <a:gd name="connsiteX31" fmla="*/ 405527 w 1521049"/>
                <a:gd name="connsiteY31" fmla="*/ 334109 h 1917156"/>
                <a:gd name="connsiteX32" fmla="*/ 405527 w 1521049"/>
                <a:gd name="connsiteY32" fmla="*/ 516770 h 1917156"/>
                <a:gd name="connsiteX33" fmla="*/ 393347 w 1521049"/>
                <a:gd name="connsiteY33" fmla="*/ 529094 h 1917156"/>
                <a:gd name="connsiteX34" fmla="*/ 336155 w 1521049"/>
                <a:gd name="connsiteY34" fmla="*/ 528285 h 1917156"/>
                <a:gd name="connsiteX35" fmla="*/ 297853 w 1521049"/>
                <a:gd name="connsiteY35" fmla="*/ 490363 h 1917156"/>
                <a:gd name="connsiteX36" fmla="*/ 297758 w 1521049"/>
                <a:gd name="connsiteY36" fmla="*/ 106628 h 1917156"/>
                <a:gd name="connsiteX37" fmla="*/ 295712 w 1521049"/>
                <a:gd name="connsiteY37" fmla="*/ 90831 h 1917156"/>
                <a:gd name="connsiteX38" fmla="*/ 295236 w 1521049"/>
                <a:gd name="connsiteY38" fmla="*/ 107199 h 1917156"/>
                <a:gd name="connsiteX39" fmla="*/ 295236 w 1521049"/>
                <a:gd name="connsiteY39" fmla="*/ 440689 h 1917156"/>
                <a:gd name="connsiteX40" fmla="*/ 295379 w 1521049"/>
                <a:gd name="connsiteY40" fmla="*/ 517246 h 1917156"/>
                <a:gd name="connsiteX41" fmla="*/ 284293 w 1521049"/>
                <a:gd name="connsiteY41" fmla="*/ 529094 h 1917156"/>
                <a:gd name="connsiteX42" fmla="*/ 226958 w 1521049"/>
                <a:gd name="connsiteY42" fmla="*/ 528237 h 1917156"/>
                <a:gd name="connsiteX43" fmla="*/ 226958 w 1521049"/>
                <a:gd name="connsiteY43" fmla="*/ 528237 h 1917156"/>
                <a:gd name="connsiteX44" fmla="*/ 191416 w 1521049"/>
                <a:gd name="connsiteY44" fmla="*/ 525858 h 1917156"/>
                <a:gd name="connsiteX45" fmla="*/ 188847 w 1521049"/>
                <a:gd name="connsiteY45" fmla="*/ 490411 h 1917156"/>
                <a:gd name="connsiteX46" fmla="*/ 188656 w 1521049"/>
                <a:gd name="connsiteY46" fmla="*/ 187276 h 1917156"/>
                <a:gd name="connsiteX47" fmla="*/ 186753 w 1521049"/>
                <a:gd name="connsiteY47" fmla="*/ 172812 h 1917156"/>
                <a:gd name="connsiteX48" fmla="*/ 186277 w 1521049"/>
                <a:gd name="connsiteY48" fmla="*/ 185088 h 1917156"/>
                <a:gd name="connsiteX49" fmla="*/ 186467 w 1521049"/>
                <a:gd name="connsiteY49" fmla="*/ 515295 h 1917156"/>
                <a:gd name="connsiteX50" fmla="*/ 173097 w 1521049"/>
                <a:gd name="connsiteY50" fmla="*/ 529094 h 1917156"/>
                <a:gd name="connsiteX51" fmla="*/ 149926 w 1521049"/>
                <a:gd name="connsiteY51" fmla="*/ 529094 h 1917156"/>
                <a:gd name="connsiteX52" fmla="*/ 136698 w 1521049"/>
                <a:gd name="connsiteY52" fmla="*/ 515295 h 1917156"/>
                <a:gd name="connsiteX53" fmla="*/ 136841 w 1521049"/>
                <a:gd name="connsiteY53" fmla="*/ 268353 h 1917156"/>
                <a:gd name="connsiteX54" fmla="*/ 134843 w 1521049"/>
                <a:gd name="connsiteY54" fmla="*/ 253984 h 1917156"/>
                <a:gd name="connsiteX55" fmla="*/ 134176 w 1521049"/>
                <a:gd name="connsiteY55" fmla="*/ 506731 h 1917156"/>
                <a:gd name="connsiteX56" fmla="*/ 131131 w 1521049"/>
                <a:gd name="connsiteY56" fmla="*/ 526857 h 1917156"/>
                <a:gd name="connsiteX57" fmla="*/ 102869 w 1521049"/>
                <a:gd name="connsiteY57" fmla="*/ 527714 h 1917156"/>
                <a:gd name="connsiteX58" fmla="*/ 98396 w 1521049"/>
                <a:gd name="connsiteY58" fmla="*/ 515248 h 1917156"/>
                <a:gd name="connsiteX59" fmla="*/ 98301 w 1521049"/>
                <a:gd name="connsiteY59" fmla="*/ 348526 h 1917156"/>
                <a:gd name="connsiteX60" fmla="*/ 98253 w 1521049"/>
                <a:gd name="connsiteY60" fmla="*/ 281581 h 1917156"/>
                <a:gd name="connsiteX61" fmla="*/ 96112 w 1521049"/>
                <a:gd name="connsiteY61" fmla="*/ 268496 h 1917156"/>
                <a:gd name="connsiteX62" fmla="*/ 96112 w 1521049"/>
                <a:gd name="connsiteY62" fmla="*/ 268496 h 1917156"/>
                <a:gd name="connsiteX63" fmla="*/ 95636 w 1521049"/>
                <a:gd name="connsiteY63" fmla="*/ 507159 h 1917156"/>
                <a:gd name="connsiteX64" fmla="*/ 74701 w 1521049"/>
                <a:gd name="connsiteY64" fmla="*/ 530902 h 1917156"/>
                <a:gd name="connsiteX65" fmla="*/ 0 w 1521049"/>
                <a:gd name="connsiteY65" fmla="*/ 568633 h 1917156"/>
                <a:gd name="connsiteX66" fmla="*/ 3854 w 1521049"/>
                <a:gd name="connsiteY66" fmla="*/ 574200 h 1917156"/>
                <a:gd name="connsiteX67" fmla="*/ 121853 w 1521049"/>
                <a:gd name="connsiteY67" fmla="*/ 697433 h 1917156"/>
                <a:gd name="connsiteX68" fmla="*/ 257267 w 1521049"/>
                <a:gd name="connsiteY68" fmla="*/ 838081 h 1917156"/>
                <a:gd name="connsiteX69" fmla="*/ 399294 w 1521049"/>
                <a:gd name="connsiteY69" fmla="*/ 985628 h 1917156"/>
                <a:gd name="connsiteX70" fmla="*/ 536516 w 1521049"/>
                <a:gd name="connsiteY70" fmla="*/ 1128273 h 1917156"/>
                <a:gd name="connsiteX71" fmla="*/ 677592 w 1521049"/>
                <a:gd name="connsiteY71" fmla="*/ 1274821 h 1917156"/>
                <a:gd name="connsiteX72" fmla="*/ 812911 w 1521049"/>
                <a:gd name="connsiteY72" fmla="*/ 1415516 h 1917156"/>
                <a:gd name="connsiteX73" fmla="*/ 953035 w 1521049"/>
                <a:gd name="connsiteY73" fmla="*/ 1561112 h 1917156"/>
                <a:gd name="connsiteX74" fmla="*/ 1092112 w 1521049"/>
                <a:gd name="connsiteY74" fmla="*/ 1705757 h 1917156"/>
                <a:gd name="connsiteX75" fmla="*/ 1210968 w 1521049"/>
                <a:gd name="connsiteY75" fmla="*/ 1828324 h 1917156"/>
                <a:gd name="connsiteX76" fmla="*/ 1285051 w 1521049"/>
                <a:gd name="connsiteY76" fmla="*/ 1904833 h 1917156"/>
                <a:gd name="connsiteX77" fmla="*/ 1293425 w 1521049"/>
                <a:gd name="connsiteY77" fmla="*/ 1917156 h 1917156"/>
                <a:gd name="connsiteX78" fmla="*/ 1293425 w 1521049"/>
                <a:gd name="connsiteY78" fmla="*/ 1917156 h 1917156"/>
                <a:gd name="connsiteX79" fmla="*/ 1331774 w 1521049"/>
                <a:gd name="connsiteY79" fmla="*/ 1823090 h 1917156"/>
                <a:gd name="connsiteX80" fmla="*/ 1331774 w 1521049"/>
                <a:gd name="connsiteY80" fmla="*/ 1029211 h 1917156"/>
                <a:gd name="connsiteX81" fmla="*/ 1331537 w 1521049"/>
                <a:gd name="connsiteY81" fmla="*/ 758669 h 1917156"/>
                <a:gd name="connsiteX82" fmla="*/ 1343670 w 1521049"/>
                <a:gd name="connsiteY82" fmla="*/ 746536 h 1917156"/>
                <a:gd name="connsiteX83" fmla="*/ 1436594 w 1521049"/>
                <a:gd name="connsiteY83" fmla="*/ 746346 h 1917156"/>
                <a:gd name="connsiteX84" fmla="*/ 1521049 w 1521049"/>
                <a:gd name="connsiteY84" fmla="*/ 744871 h 1917156"/>
                <a:gd name="connsiteX85" fmla="*/ 1353566 w 1521049"/>
                <a:gd name="connsiteY85" fmla="*/ 745584 h 1917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521049" h="1917156">
                  <a:moveTo>
                    <a:pt x="1353566" y="745584"/>
                  </a:moveTo>
                  <a:cubicBezTo>
                    <a:pt x="1349760" y="745965"/>
                    <a:pt x="1346096" y="746108"/>
                    <a:pt x="1342766" y="745632"/>
                  </a:cubicBezTo>
                  <a:cubicBezTo>
                    <a:pt x="1341243" y="745632"/>
                    <a:pt x="1339720" y="745632"/>
                    <a:pt x="1338198" y="745680"/>
                  </a:cubicBezTo>
                  <a:cubicBezTo>
                    <a:pt x="1331965" y="745727"/>
                    <a:pt x="1328634" y="743015"/>
                    <a:pt x="1328016" y="737210"/>
                  </a:cubicBezTo>
                  <a:cubicBezTo>
                    <a:pt x="1326921" y="726838"/>
                    <a:pt x="1325399" y="716370"/>
                    <a:pt x="1330109" y="706378"/>
                  </a:cubicBezTo>
                  <a:cubicBezTo>
                    <a:pt x="1330870" y="705665"/>
                    <a:pt x="1331680" y="705046"/>
                    <a:pt x="1332488" y="704523"/>
                  </a:cubicBezTo>
                  <a:cubicBezTo>
                    <a:pt x="1335581" y="700288"/>
                    <a:pt x="1335391" y="695197"/>
                    <a:pt x="1335438" y="690248"/>
                  </a:cubicBezTo>
                  <a:cubicBezTo>
                    <a:pt x="1335581" y="677925"/>
                    <a:pt x="1335724" y="665649"/>
                    <a:pt x="1335438" y="653326"/>
                  </a:cubicBezTo>
                  <a:cubicBezTo>
                    <a:pt x="1334867" y="631011"/>
                    <a:pt x="1328777" y="610076"/>
                    <a:pt x="1317025" y="591139"/>
                  </a:cubicBezTo>
                  <a:cubicBezTo>
                    <a:pt x="1288524" y="545319"/>
                    <a:pt x="1246082" y="524621"/>
                    <a:pt x="1193030" y="524336"/>
                  </a:cubicBezTo>
                  <a:cubicBezTo>
                    <a:pt x="1137456" y="524050"/>
                    <a:pt x="1081835" y="524241"/>
                    <a:pt x="1026261" y="524288"/>
                  </a:cubicBezTo>
                  <a:cubicBezTo>
                    <a:pt x="1020742" y="524288"/>
                    <a:pt x="1014937" y="523670"/>
                    <a:pt x="1010179" y="527524"/>
                  </a:cubicBezTo>
                  <a:cubicBezTo>
                    <a:pt x="1009941" y="527952"/>
                    <a:pt x="1009751" y="528428"/>
                    <a:pt x="1009513" y="528856"/>
                  </a:cubicBezTo>
                  <a:cubicBezTo>
                    <a:pt x="996380" y="533995"/>
                    <a:pt x="983343" y="535136"/>
                    <a:pt x="970449" y="528190"/>
                  </a:cubicBezTo>
                  <a:cubicBezTo>
                    <a:pt x="964978" y="528428"/>
                    <a:pt x="959553" y="528808"/>
                    <a:pt x="954081" y="528808"/>
                  </a:cubicBezTo>
                  <a:cubicBezTo>
                    <a:pt x="842934" y="528856"/>
                    <a:pt x="731786" y="528523"/>
                    <a:pt x="620638" y="529237"/>
                  </a:cubicBezTo>
                  <a:cubicBezTo>
                    <a:pt x="606031" y="529332"/>
                    <a:pt x="603890" y="524716"/>
                    <a:pt x="603938" y="511679"/>
                  </a:cubicBezTo>
                  <a:cubicBezTo>
                    <a:pt x="604366" y="346338"/>
                    <a:pt x="604223" y="180996"/>
                    <a:pt x="604128" y="15654"/>
                  </a:cubicBezTo>
                  <a:cubicBezTo>
                    <a:pt x="604128" y="10468"/>
                    <a:pt x="606269" y="4710"/>
                    <a:pt x="601987" y="0"/>
                  </a:cubicBezTo>
                  <a:cubicBezTo>
                    <a:pt x="601892" y="94685"/>
                    <a:pt x="601701" y="189417"/>
                    <a:pt x="601654" y="284102"/>
                  </a:cubicBezTo>
                  <a:cubicBezTo>
                    <a:pt x="601606" y="360612"/>
                    <a:pt x="601368" y="437073"/>
                    <a:pt x="601939" y="513583"/>
                  </a:cubicBezTo>
                  <a:cubicBezTo>
                    <a:pt x="602034" y="525954"/>
                    <a:pt x="598371" y="529855"/>
                    <a:pt x="586523" y="528475"/>
                  </a:cubicBezTo>
                  <a:cubicBezTo>
                    <a:pt x="578863" y="527571"/>
                    <a:pt x="571059" y="528237"/>
                    <a:pt x="563304" y="528190"/>
                  </a:cubicBezTo>
                  <a:cubicBezTo>
                    <a:pt x="525525" y="528380"/>
                    <a:pt x="487699" y="528190"/>
                    <a:pt x="449920" y="529094"/>
                  </a:cubicBezTo>
                  <a:cubicBezTo>
                    <a:pt x="439119" y="529332"/>
                    <a:pt x="437311" y="525573"/>
                    <a:pt x="437359" y="515866"/>
                  </a:cubicBezTo>
                  <a:cubicBezTo>
                    <a:pt x="437692" y="455249"/>
                    <a:pt x="437454" y="394679"/>
                    <a:pt x="437406" y="334062"/>
                  </a:cubicBezTo>
                  <a:cubicBezTo>
                    <a:pt x="433172" y="338249"/>
                    <a:pt x="435027" y="343530"/>
                    <a:pt x="435027" y="348336"/>
                  </a:cubicBezTo>
                  <a:cubicBezTo>
                    <a:pt x="434884" y="403862"/>
                    <a:pt x="434647" y="459389"/>
                    <a:pt x="435218" y="514867"/>
                  </a:cubicBezTo>
                  <a:cubicBezTo>
                    <a:pt x="435313" y="525954"/>
                    <a:pt x="431792" y="528666"/>
                    <a:pt x="421229" y="528666"/>
                  </a:cubicBezTo>
                  <a:cubicBezTo>
                    <a:pt x="410856" y="528666"/>
                    <a:pt x="407145" y="526191"/>
                    <a:pt x="407288" y="515058"/>
                  </a:cubicBezTo>
                  <a:cubicBezTo>
                    <a:pt x="407859" y="459531"/>
                    <a:pt x="407621" y="404053"/>
                    <a:pt x="407478" y="348526"/>
                  </a:cubicBezTo>
                  <a:cubicBezTo>
                    <a:pt x="407478" y="343721"/>
                    <a:pt x="409239" y="338487"/>
                    <a:pt x="405527" y="334109"/>
                  </a:cubicBezTo>
                  <a:cubicBezTo>
                    <a:pt x="405480" y="395012"/>
                    <a:pt x="405194" y="455868"/>
                    <a:pt x="405527" y="516770"/>
                  </a:cubicBezTo>
                  <a:cubicBezTo>
                    <a:pt x="405575" y="526239"/>
                    <a:pt x="403053" y="529522"/>
                    <a:pt x="393347" y="529094"/>
                  </a:cubicBezTo>
                  <a:cubicBezTo>
                    <a:pt x="374315" y="528237"/>
                    <a:pt x="355235" y="528475"/>
                    <a:pt x="336155" y="528285"/>
                  </a:cubicBezTo>
                  <a:cubicBezTo>
                    <a:pt x="297853" y="528808"/>
                    <a:pt x="297853" y="528808"/>
                    <a:pt x="297853" y="490363"/>
                  </a:cubicBezTo>
                  <a:cubicBezTo>
                    <a:pt x="297853" y="362467"/>
                    <a:pt x="297901" y="234524"/>
                    <a:pt x="297758" y="106628"/>
                  </a:cubicBezTo>
                  <a:cubicBezTo>
                    <a:pt x="297758" y="101346"/>
                    <a:pt x="299566" y="95637"/>
                    <a:pt x="295712" y="90831"/>
                  </a:cubicBezTo>
                  <a:cubicBezTo>
                    <a:pt x="295569" y="96303"/>
                    <a:pt x="295236" y="101727"/>
                    <a:pt x="295236" y="107199"/>
                  </a:cubicBezTo>
                  <a:cubicBezTo>
                    <a:pt x="295189" y="218346"/>
                    <a:pt x="295236" y="329542"/>
                    <a:pt x="295236" y="440689"/>
                  </a:cubicBezTo>
                  <a:cubicBezTo>
                    <a:pt x="295236" y="466192"/>
                    <a:pt x="294951" y="491743"/>
                    <a:pt x="295379" y="517246"/>
                  </a:cubicBezTo>
                  <a:cubicBezTo>
                    <a:pt x="295522" y="525620"/>
                    <a:pt x="293856" y="529570"/>
                    <a:pt x="284293" y="529094"/>
                  </a:cubicBezTo>
                  <a:cubicBezTo>
                    <a:pt x="265213" y="528190"/>
                    <a:pt x="246086" y="528475"/>
                    <a:pt x="226958" y="528237"/>
                  </a:cubicBezTo>
                  <a:lnTo>
                    <a:pt x="226958" y="528237"/>
                  </a:lnTo>
                  <a:cubicBezTo>
                    <a:pt x="214825" y="527666"/>
                    <a:pt x="199267" y="533471"/>
                    <a:pt x="191416" y="525858"/>
                  </a:cubicBezTo>
                  <a:cubicBezTo>
                    <a:pt x="183470" y="518198"/>
                    <a:pt x="188894" y="502544"/>
                    <a:pt x="188847" y="490411"/>
                  </a:cubicBezTo>
                  <a:cubicBezTo>
                    <a:pt x="188608" y="389350"/>
                    <a:pt x="188751" y="288337"/>
                    <a:pt x="188656" y="187276"/>
                  </a:cubicBezTo>
                  <a:cubicBezTo>
                    <a:pt x="188656" y="182423"/>
                    <a:pt x="190321" y="177237"/>
                    <a:pt x="186753" y="172812"/>
                  </a:cubicBezTo>
                  <a:cubicBezTo>
                    <a:pt x="186610" y="176904"/>
                    <a:pt x="186277" y="180996"/>
                    <a:pt x="186277" y="185088"/>
                  </a:cubicBezTo>
                  <a:cubicBezTo>
                    <a:pt x="186229" y="295141"/>
                    <a:pt x="186134" y="405242"/>
                    <a:pt x="186467" y="515295"/>
                  </a:cubicBezTo>
                  <a:cubicBezTo>
                    <a:pt x="186515" y="525620"/>
                    <a:pt x="184374" y="530474"/>
                    <a:pt x="173097" y="529094"/>
                  </a:cubicBezTo>
                  <a:cubicBezTo>
                    <a:pt x="165484" y="528190"/>
                    <a:pt x="157539" y="528142"/>
                    <a:pt x="149926" y="529094"/>
                  </a:cubicBezTo>
                  <a:cubicBezTo>
                    <a:pt x="138506" y="530521"/>
                    <a:pt x="136651" y="525478"/>
                    <a:pt x="136698" y="515295"/>
                  </a:cubicBezTo>
                  <a:cubicBezTo>
                    <a:pt x="137079" y="432981"/>
                    <a:pt x="136936" y="350667"/>
                    <a:pt x="136841" y="268353"/>
                  </a:cubicBezTo>
                  <a:cubicBezTo>
                    <a:pt x="136841" y="263548"/>
                    <a:pt x="138697" y="258314"/>
                    <a:pt x="134843" y="253984"/>
                  </a:cubicBezTo>
                  <a:cubicBezTo>
                    <a:pt x="134652" y="338249"/>
                    <a:pt x="134557" y="422514"/>
                    <a:pt x="134176" y="506731"/>
                  </a:cubicBezTo>
                  <a:cubicBezTo>
                    <a:pt x="134129" y="513678"/>
                    <a:pt x="137983" y="524145"/>
                    <a:pt x="131131" y="526857"/>
                  </a:cubicBezTo>
                  <a:cubicBezTo>
                    <a:pt x="122852" y="530141"/>
                    <a:pt x="112242" y="528808"/>
                    <a:pt x="102869" y="527714"/>
                  </a:cubicBezTo>
                  <a:cubicBezTo>
                    <a:pt x="95732" y="526905"/>
                    <a:pt x="98444" y="519720"/>
                    <a:pt x="98396" y="515248"/>
                  </a:cubicBezTo>
                  <a:cubicBezTo>
                    <a:pt x="98206" y="459674"/>
                    <a:pt x="98301" y="404100"/>
                    <a:pt x="98301" y="348526"/>
                  </a:cubicBezTo>
                  <a:cubicBezTo>
                    <a:pt x="98301" y="326211"/>
                    <a:pt x="98396" y="303896"/>
                    <a:pt x="98253" y="281581"/>
                  </a:cubicBezTo>
                  <a:cubicBezTo>
                    <a:pt x="98206" y="277156"/>
                    <a:pt x="99681" y="272398"/>
                    <a:pt x="96112" y="268496"/>
                  </a:cubicBezTo>
                  <a:lnTo>
                    <a:pt x="96112" y="268496"/>
                  </a:lnTo>
                  <a:cubicBezTo>
                    <a:pt x="95970" y="348050"/>
                    <a:pt x="95779" y="427605"/>
                    <a:pt x="95636" y="507159"/>
                  </a:cubicBezTo>
                  <a:cubicBezTo>
                    <a:pt x="95589" y="528666"/>
                    <a:pt x="95541" y="528047"/>
                    <a:pt x="74701" y="530902"/>
                  </a:cubicBezTo>
                  <a:cubicBezTo>
                    <a:pt x="45629" y="534851"/>
                    <a:pt x="20031" y="546413"/>
                    <a:pt x="0" y="568633"/>
                  </a:cubicBezTo>
                  <a:cubicBezTo>
                    <a:pt x="1284" y="570489"/>
                    <a:pt x="2284" y="572582"/>
                    <a:pt x="3854" y="574200"/>
                  </a:cubicBezTo>
                  <a:cubicBezTo>
                    <a:pt x="43108" y="615309"/>
                    <a:pt x="82123" y="656752"/>
                    <a:pt x="121853" y="697433"/>
                  </a:cubicBezTo>
                  <a:cubicBezTo>
                    <a:pt x="167340" y="743967"/>
                    <a:pt x="212161" y="791167"/>
                    <a:pt x="257267" y="838081"/>
                  </a:cubicBezTo>
                  <a:cubicBezTo>
                    <a:pt x="304562" y="887279"/>
                    <a:pt x="352000" y="936382"/>
                    <a:pt x="399294" y="985628"/>
                  </a:cubicBezTo>
                  <a:cubicBezTo>
                    <a:pt x="444971" y="1033208"/>
                    <a:pt x="490839" y="1080693"/>
                    <a:pt x="536516" y="1128273"/>
                  </a:cubicBezTo>
                  <a:cubicBezTo>
                    <a:pt x="583478" y="1177186"/>
                    <a:pt x="630630" y="1225908"/>
                    <a:pt x="677592" y="1274821"/>
                  </a:cubicBezTo>
                  <a:cubicBezTo>
                    <a:pt x="722651" y="1321783"/>
                    <a:pt x="767852" y="1368602"/>
                    <a:pt x="812911" y="1415516"/>
                  </a:cubicBezTo>
                  <a:cubicBezTo>
                    <a:pt x="859539" y="1464096"/>
                    <a:pt x="906406" y="1512485"/>
                    <a:pt x="953035" y="1561112"/>
                  </a:cubicBezTo>
                  <a:cubicBezTo>
                    <a:pt x="999330" y="1609406"/>
                    <a:pt x="1046150" y="1657177"/>
                    <a:pt x="1092112" y="1705757"/>
                  </a:cubicBezTo>
                  <a:cubicBezTo>
                    <a:pt x="1131223" y="1747104"/>
                    <a:pt x="1171952" y="1786881"/>
                    <a:pt x="1210968" y="1828324"/>
                  </a:cubicBezTo>
                  <a:cubicBezTo>
                    <a:pt x="1235329" y="1854160"/>
                    <a:pt x="1260166" y="1879520"/>
                    <a:pt x="1285051" y="1904833"/>
                  </a:cubicBezTo>
                  <a:cubicBezTo>
                    <a:pt x="1288619" y="1908449"/>
                    <a:pt x="1291664" y="1912350"/>
                    <a:pt x="1293425" y="1917156"/>
                  </a:cubicBezTo>
                  <a:cubicBezTo>
                    <a:pt x="1293425" y="1917156"/>
                    <a:pt x="1293425" y="1917156"/>
                    <a:pt x="1293425" y="1917156"/>
                  </a:cubicBezTo>
                  <a:cubicBezTo>
                    <a:pt x="1320641" y="1891701"/>
                    <a:pt x="1331774" y="1859679"/>
                    <a:pt x="1331774" y="1823090"/>
                  </a:cubicBezTo>
                  <a:cubicBezTo>
                    <a:pt x="1331774" y="1558448"/>
                    <a:pt x="1331774" y="1293853"/>
                    <a:pt x="1331774" y="1029211"/>
                  </a:cubicBezTo>
                  <a:cubicBezTo>
                    <a:pt x="1331774" y="939046"/>
                    <a:pt x="1331917" y="848834"/>
                    <a:pt x="1331537" y="758669"/>
                  </a:cubicBezTo>
                  <a:cubicBezTo>
                    <a:pt x="1331489" y="749058"/>
                    <a:pt x="1334059" y="746346"/>
                    <a:pt x="1343670" y="746536"/>
                  </a:cubicBezTo>
                  <a:cubicBezTo>
                    <a:pt x="1374644" y="747059"/>
                    <a:pt x="1405619" y="746964"/>
                    <a:pt x="1436594" y="746346"/>
                  </a:cubicBezTo>
                  <a:cubicBezTo>
                    <a:pt x="1464762" y="745775"/>
                    <a:pt x="1492977" y="748059"/>
                    <a:pt x="1521049" y="744871"/>
                  </a:cubicBezTo>
                  <a:cubicBezTo>
                    <a:pt x="1465190" y="746346"/>
                    <a:pt x="1409378" y="745347"/>
                    <a:pt x="1353566" y="745584"/>
                  </a:cubicBezTo>
                  <a:close/>
                </a:path>
              </a:pathLst>
            </a:custGeom>
            <a:solidFill>
              <a:srgbClr val="1D7799"/>
            </a:solidFill>
            <a:ln w="4754" cap="flat">
              <a:noFill/>
              <a:prstDash val="solid"/>
              <a:miter/>
            </a:ln>
          </p:spPr>
          <p:txBody>
            <a:bodyPr rtlCol="0" anchor="ctr"/>
            <a:lstStyle/>
            <a:p>
              <a:endParaRPr lang="en-US"/>
            </a:p>
          </p:txBody>
        </p:sp>
        <p:sp>
          <p:nvSpPr>
            <p:cNvPr id="77" name="Freeform: Shape 226">
              <a:extLst>
                <a:ext uri="{FF2B5EF4-FFF2-40B4-BE49-F238E27FC236}">
                  <a16:creationId xmlns:a16="http://schemas.microsoft.com/office/drawing/2014/main" id="{472F8D69-497C-47A4-B4C8-76BFCA1B030F}"/>
                </a:ext>
              </a:extLst>
            </p:cNvPr>
            <p:cNvSpPr/>
            <p:nvPr/>
          </p:nvSpPr>
          <p:spPr>
            <a:xfrm>
              <a:off x="4477627" y="1667484"/>
              <a:ext cx="167387" cy="1597"/>
            </a:xfrm>
            <a:custGeom>
              <a:avLst/>
              <a:gdLst>
                <a:gd name="connsiteX0" fmla="*/ 16606 w 167387"/>
                <a:gd name="connsiteY0" fmla="*/ 2 h 1597"/>
                <a:gd name="connsiteX1" fmla="*/ 0 w 167387"/>
                <a:gd name="connsiteY1" fmla="*/ 1477 h 1597"/>
                <a:gd name="connsiteX2" fmla="*/ 167388 w 167387"/>
                <a:gd name="connsiteY2" fmla="*/ 811 h 1597"/>
                <a:gd name="connsiteX3" fmla="*/ 167388 w 167387"/>
                <a:gd name="connsiteY3" fmla="*/ 811 h 1597"/>
                <a:gd name="connsiteX4" fmla="*/ 16606 w 167387"/>
                <a:gd name="connsiteY4" fmla="*/ 2 h 1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387" h="1597">
                  <a:moveTo>
                    <a:pt x="16606" y="2"/>
                  </a:moveTo>
                  <a:cubicBezTo>
                    <a:pt x="11419" y="-46"/>
                    <a:pt x="5614" y="953"/>
                    <a:pt x="0" y="1477"/>
                  </a:cubicBezTo>
                  <a:cubicBezTo>
                    <a:pt x="55812" y="1239"/>
                    <a:pt x="111576" y="2238"/>
                    <a:pt x="167388" y="811"/>
                  </a:cubicBezTo>
                  <a:cubicBezTo>
                    <a:pt x="167388" y="811"/>
                    <a:pt x="167388" y="811"/>
                    <a:pt x="167388" y="811"/>
                  </a:cubicBezTo>
                  <a:cubicBezTo>
                    <a:pt x="117143" y="620"/>
                    <a:pt x="66898" y="573"/>
                    <a:pt x="16606" y="2"/>
                  </a:cubicBezTo>
                  <a:close/>
                </a:path>
              </a:pathLst>
            </a:custGeom>
            <a:solidFill>
              <a:srgbClr val="1D7799"/>
            </a:solidFill>
            <a:ln w="4754" cap="flat">
              <a:noFill/>
              <a:prstDash val="solid"/>
              <a:miter/>
            </a:ln>
          </p:spPr>
          <p:txBody>
            <a:bodyPr rtlCol="0" anchor="ctr"/>
            <a:lstStyle/>
            <a:p>
              <a:endParaRPr lang="en-US"/>
            </a:p>
          </p:txBody>
        </p:sp>
        <p:sp>
          <p:nvSpPr>
            <p:cNvPr id="78" name="Freeform: Shape 227">
              <a:extLst>
                <a:ext uri="{FF2B5EF4-FFF2-40B4-BE49-F238E27FC236}">
                  <a16:creationId xmlns:a16="http://schemas.microsoft.com/office/drawing/2014/main" id="{25A686CF-0F87-4AAB-91BF-5C170E208F4E}"/>
                </a:ext>
              </a:extLst>
            </p:cNvPr>
            <p:cNvSpPr/>
            <p:nvPr/>
          </p:nvSpPr>
          <p:spPr>
            <a:xfrm>
              <a:off x="4094463" y="1451042"/>
              <a:ext cx="39777" cy="5521"/>
            </a:xfrm>
            <a:custGeom>
              <a:avLst/>
              <a:gdLst>
                <a:gd name="connsiteX0" fmla="*/ 39111 w 39777"/>
                <a:gd name="connsiteY0" fmla="*/ 1332 h 5521"/>
                <a:gd name="connsiteX1" fmla="*/ 39777 w 39777"/>
                <a:gd name="connsiteY1" fmla="*/ 0 h 5521"/>
                <a:gd name="connsiteX2" fmla="*/ 39016 w 39777"/>
                <a:gd name="connsiteY2" fmla="*/ 619 h 5521"/>
                <a:gd name="connsiteX3" fmla="*/ 0 w 39777"/>
                <a:gd name="connsiteY3" fmla="*/ 714 h 5521"/>
                <a:gd name="connsiteX4" fmla="*/ 39111 w 39777"/>
                <a:gd name="connsiteY4" fmla="*/ 1332 h 5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77" h="5521">
                  <a:moveTo>
                    <a:pt x="39111" y="1332"/>
                  </a:moveTo>
                  <a:cubicBezTo>
                    <a:pt x="39397" y="904"/>
                    <a:pt x="39539" y="428"/>
                    <a:pt x="39777" y="0"/>
                  </a:cubicBezTo>
                  <a:cubicBezTo>
                    <a:pt x="39539" y="190"/>
                    <a:pt x="39254" y="381"/>
                    <a:pt x="39016" y="619"/>
                  </a:cubicBezTo>
                  <a:cubicBezTo>
                    <a:pt x="26027" y="666"/>
                    <a:pt x="12990" y="666"/>
                    <a:pt x="0" y="714"/>
                  </a:cubicBezTo>
                  <a:cubicBezTo>
                    <a:pt x="12942" y="7565"/>
                    <a:pt x="25979" y="6471"/>
                    <a:pt x="39111" y="1332"/>
                  </a:cubicBezTo>
                  <a:close/>
                </a:path>
              </a:pathLst>
            </a:custGeom>
            <a:solidFill>
              <a:srgbClr val="1D7799"/>
            </a:solidFill>
            <a:ln w="4754" cap="flat">
              <a:noFill/>
              <a:prstDash val="solid"/>
              <a:miter/>
            </a:ln>
          </p:spPr>
          <p:txBody>
            <a:bodyPr rtlCol="0" anchor="ctr"/>
            <a:lstStyle/>
            <a:p>
              <a:endParaRPr lang="en-US"/>
            </a:p>
          </p:txBody>
        </p:sp>
        <p:sp>
          <p:nvSpPr>
            <p:cNvPr id="79" name="Freeform: Shape 228">
              <a:extLst>
                <a:ext uri="{FF2B5EF4-FFF2-40B4-BE49-F238E27FC236}">
                  <a16:creationId xmlns:a16="http://schemas.microsoft.com/office/drawing/2014/main" id="{1A9EBC9A-57C8-459F-A4B7-C1BB35BED5C6}"/>
                </a:ext>
              </a:extLst>
            </p:cNvPr>
            <p:cNvSpPr/>
            <p:nvPr/>
          </p:nvSpPr>
          <p:spPr>
            <a:xfrm>
              <a:off x="4450970" y="1627946"/>
              <a:ext cx="15903" cy="41157"/>
            </a:xfrm>
            <a:custGeom>
              <a:avLst/>
              <a:gdLst>
                <a:gd name="connsiteX0" fmla="*/ 4675 w 15903"/>
                <a:gd name="connsiteY0" fmla="*/ 1190 h 41157"/>
                <a:gd name="connsiteX1" fmla="*/ 5627 w 15903"/>
                <a:gd name="connsiteY1" fmla="*/ 0 h 41157"/>
                <a:gd name="connsiteX2" fmla="*/ 3248 w 15903"/>
                <a:gd name="connsiteY2" fmla="*/ 1856 h 41157"/>
                <a:gd name="connsiteX3" fmla="*/ 1154 w 15903"/>
                <a:gd name="connsiteY3" fmla="*/ 32688 h 41157"/>
                <a:gd name="connsiteX4" fmla="*/ 11336 w 15903"/>
                <a:gd name="connsiteY4" fmla="*/ 41157 h 41157"/>
                <a:gd name="connsiteX5" fmla="*/ 15904 w 15903"/>
                <a:gd name="connsiteY5" fmla="*/ 41110 h 41157"/>
                <a:gd name="connsiteX6" fmla="*/ 6864 w 15903"/>
                <a:gd name="connsiteY6" fmla="*/ 36732 h 41157"/>
                <a:gd name="connsiteX7" fmla="*/ 4675 w 15903"/>
                <a:gd name="connsiteY7" fmla="*/ 1190 h 4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03" h="41157">
                  <a:moveTo>
                    <a:pt x="4675" y="1190"/>
                  </a:moveTo>
                  <a:cubicBezTo>
                    <a:pt x="5056" y="809"/>
                    <a:pt x="5341" y="381"/>
                    <a:pt x="5627" y="0"/>
                  </a:cubicBezTo>
                  <a:cubicBezTo>
                    <a:pt x="4818" y="523"/>
                    <a:pt x="4009" y="1142"/>
                    <a:pt x="3248" y="1856"/>
                  </a:cubicBezTo>
                  <a:cubicBezTo>
                    <a:pt x="-1463" y="11848"/>
                    <a:pt x="12" y="22315"/>
                    <a:pt x="1154" y="32688"/>
                  </a:cubicBezTo>
                  <a:cubicBezTo>
                    <a:pt x="1773" y="38493"/>
                    <a:pt x="5103" y="41205"/>
                    <a:pt x="11336" y="41157"/>
                  </a:cubicBezTo>
                  <a:cubicBezTo>
                    <a:pt x="12859" y="41157"/>
                    <a:pt x="14381" y="41157"/>
                    <a:pt x="15904" y="41110"/>
                  </a:cubicBezTo>
                  <a:cubicBezTo>
                    <a:pt x="12383" y="40586"/>
                    <a:pt x="9243" y="39349"/>
                    <a:pt x="6864" y="36732"/>
                  </a:cubicBezTo>
                  <a:cubicBezTo>
                    <a:pt x="-368" y="28976"/>
                    <a:pt x="5246" y="13370"/>
                    <a:pt x="4675" y="1190"/>
                  </a:cubicBezTo>
                  <a:close/>
                </a:path>
              </a:pathLst>
            </a:custGeom>
            <a:solidFill>
              <a:srgbClr val="1D7799"/>
            </a:solidFill>
            <a:ln w="4754" cap="flat">
              <a:noFill/>
              <a:prstDash val="solid"/>
              <a:miter/>
            </a:ln>
          </p:spPr>
          <p:txBody>
            <a:bodyPr rtlCol="0" anchor="ctr"/>
            <a:lstStyle/>
            <a:p>
              <a:endParaRPr lang="en-US"/>
            </a:p>
          </p:txBody>
        </p:sp>
        <p:sp>
          <p:nvSpPr>
            <p:cNvPr id="80" name="Freeform: Shape 229">
              <a:extLst>
                <a:ext uri="{FF2B5EF4-FFF2-40B4-BE49-F238E27FC236}">
                  <a16:creationId xmlns:a16="http://schemas.microsoft.com/office/drawing/2014/main" id="{DCC4F054-B6C1-4780-8A2C-10C8C1105BE9}"/>
                </a:ext>
              </a:extLst>
            </p:cNvPr>
            <p:cNvSpPr/>
            <p:nvPr/>
          </p:nvSpPr>
          <p:spPr>
            <a:xfrm>
              <a:off x="4504320" y="2151091"/>
              <a:ext cx="419567" cy="384547"/>
            </a:xfrm>
            <a:custGeom>
              <a:avLst/>
              <a:gdLst>
                <a:gd name="connsiteX0" fmla="*/ 397962 w 419567"/>
                <a:gd name="connsiteY0" fmla="*/ 83600 h 384547"/>
                <a:gd name="connsiteX1" fmla="*/ 417756 w 419567"/>
                <a:gd name="connsiteY1" fmla="*/ 32784 h 384547"/>
                <a:gd name="connsiteX2" fmla="*/ 374267 w 419567"/>
                <a:gd name="connsiteY2" fmla="*/ 1 h 384547"/>
                <a:gd name="connsiteX3" fmla="*/ 329780 w 419567"/>
                <a:gd name="connsiteY3" fmla="*/ 33260 h 384547"/>
                <a:gd name="connsiteX4" fmla="*/ 350049 w 419567"/>
                <a:gd name="connsiteY4" fmla="*/ 83790 h 384547"/>
                <a:gd name="connsiteX5" fmla="*/ 358709 w 419567"/>
                <a:gd name="connsiteY5" fmla="*/ 99872 h 384547"/>
                <a:gd name="connsiteX6" fmla="*/ 358804 w 419567"/>
                <a:gd name="connsiteY6" fmla="*/ 310368 h 384547"/>
                <a:gd name="connsiteX7" fmla="*/ 346385 w 419567"/>
                <a:gd name="connsiteY7" fmla="*/ 323357 h 384547"/>
                <a:gd name="connsiteX8" fmla="*/ 98967 w 419567"/>
                <a:gd name="connsiteY8" fmla="*/ 323215 h 384547"/>
                <a:gd name="connsiteX9" fmla="*/ 83884 w 419567"/>
                <a:gd name="connsiteY9" fmla="*/ 315078 h 384547"/>
                <a:gd name="connsiteX10" fmla="*/ 32164 w 419567"/>
                <a:gd name="connsiteY10" fmla="*/ 295333 h 384547"/>
                <a:gd name="connsiteX11" fmla="*/ 0 w 419567"/>
                <a:gd name="connsiteY11" fmla="*/ 339059 h 384547"/>
                <a:gd name="connsiteX12" fmla="*/ 32497 w 419567"/>
                <a:gd name="connsiteY12" fmla="*/ 382833 h 384547"/>
                <a:gd name="connsiteX13" fmla="*/ 84265 w 419567"/>
                <a:gd name="connsiteY13" fmla="*/ 361945 h 384547"/>
                <a:gd name="connsiteX14" fmla="*/ 99110 w 419567"/>
                <a:gd name="connsiteY14" fmla="*/ 353619 h 384547"/>
                <a:gd name="connsiteX15" fmla="*/ 237141 w 419567"/>
                <a:gd name="connsiteY15" fmla="*/ 353761 h 384547"/>
                <a:gd name="connsiteX16" fmla="*/ 376551 w 419567"/>
                <a:gd name="connsiteY16" fmla="*/ 354047 h 384547"/>
                <a:gd name="connsiteX17" fmla="*/ 389160 w 419567"/>
                <a:gd name="connsiteY17" fmla="*/ 341295 h 384547"/>
                <a:gd name="connsiteX18" fmla="*/ 388732 w 419567"/>
                <a:gd name="connsiteY18" fmla="*/ 100776 h 384547"/>
                <a:gd name="connsiteX19" fmla="*/ 397962 w 419567"/>
                <a:gd name="connsiteY19" fmla="*/ 83600 h 384547"/>
                <a:gd name="connsiteX20" fmla="*/ 45630 w 419567"/>
                <a:gd name="connsiteY20" fmla="*/ 345339 h 384547"/>
                <a:gd name="connsiteX21" fmla="*/ 38635 w 419567"/>
                <a:gd name="connsiteY21" fmla="*/ 338964 h 384547"/>
                <a:gd name="connsiteX22" fmla="*/ 45011 w 419567"/>
                <a:gd name="connsiteY22" fmla="*/ 331779 h 384547"/>
                <a:gd name="connsiteX23" fmla="*/ 52291 w 419567"/>
                <a:gd name="connsiteY23" fmla="*/ 338298 h 384547"/>
                <a:gd name="connsiteX24" fmla="*/ 45630 w 419567"/>
                <a:gd name="connsiteY24" fmla="*/ 345339 h 384547"/>
                <a:gd name="connsiteX25" fmla="*/ 374077 w 419567"/>
                <a:gd name="connsiteY25" fmla="*/ 52197 h 384547"/>
                <a:gd name="connsiteX26" fmla="*/ 367035 w 419567"/>
                <a:gd name="connsiteY26" fmla="*/ 45678 h 384547"/>
                <a:gd name="connsiteX27" fmla="*/ 373411 w 419567"/>
                <a:gd name="connsiteY27" fmla="*/ 38636 h 384547"/>
                <a:gd name="connsiteX28" fmla="*/ 380500 w 419567"/>
                <a:gd name="connsiteY28" fmla="*/ 45155 h 384547"/>
                <a:gd name="connsiteX29" fmla="*/ 374077 w 419567"/>
                <a:gd name="connsiteY29" fmla="*/ 52197 h 384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9567" h="384547">
                  <a:moveTo>
                    <a:pt x="397962" y="83600"/>
                  </a:moveTo>
                  <a:cubicBezTo>
                    <a:pt x="415710" y="73180"/>
                    <a:pt x="423370" y="51911"/>
                    <a:pt x="417756" y="32784"/>
                  </a:cubicBezTo>
                  <a:cubicBezTo>
                    <a:pt x="411903" y="12943"/>
                    <a:pt x="394917" y="144"/>
                    <a:pt x="374267" y="1"/>
                  </a:cubicBezTo>
                  <a:cubicBezTo>
                    <a:pt x="352761" y="-142"/>
                    <a:pt x="335775" y="12562"/>
                    <a:pt x="329780" y="33260"/>
                  </a:cubicBezTo>
                  <a:cubicBezTo>
                    <a:pt x="324260" y="52340"/>
                    <a:pt x="332064" y="73465"/>
                    <a:pt x="350049" y="83790"/>
                  </a:cubicBezTo>
                  <a:cubicBezTo>
                    <a:pt x="357186" y="87882"/>
                    <a:pt x="358756" y="92450"/>
                    <a:pt x="358709" y="99872"/>
                  </a:cubicBezTo>
                  <a:cubicBezTo>
                    <a:pt x="358471" y="170053"/>
                    <a:pt x="358375" y="240187"/>
                    <a:pt x="358804" y="310368"/>
                  </a:cubicBezTo>
                  <a:cubicBezTo>
                    <a:pt x="358851" y="320170"/>
                    <a:pt x="357043" y="323405"/>
                    <a:pt x="346385" y="323357"/>
                  </a:cubicBezTo>
                  <a:cubicBezTo>
                    <a:pt x="263928" y="322834"/>
                    <a:pt x="181472" y="323024"/>
                    <a:pt x="98967" y="323215"/>
                  </a:cubicBezTo>
                  <a:cubicBezTo>
                    <a:pt x="91973" y="323215"/>
                    <a:pt x="87833" y="321692"/>
                    <a:pt x="83884" y="315078"/>
                  </a:cubicBezTo>
                  <a:cubicBezTo>
                    <a:pt x="72608" y="296237"/>
                    <a:pt x="52434" y="289147"/>
                    <a:pt x="32164" y="295333"/>
                  </a:cubicBezTo>
                  <a:cubicBezTo>
                    <a:pt x="11895" y="301518"/>
                    <a:pt x="0" y="317743"/>
                    <a:pt x="0" y="339059"/>
                  </a:cubicBezTo>
                  <a:cubicBezTo>
                    <a:pt x="0" y="359423"/>
                    <a:pt x="13608" y="377742"/>
                    <a:pt x="32497" y="382833"/>
                  </a:cubicBezTo>
                  <a:cubicBezTo>
                    <a:pt x="52672" y="388305"/>
                    <a:pt x="73559" y="380501"/>
                    <a:pt x="84265" y="361945"/>
                  </a:cubicBezTo>
                  <a:cubicBezTo>
                    <a:pt x="88071" y="355331"/>
                    <a:pt x="92021" y="353571"/>
                    <a:pt x="99110" y="353619"/>
                  </a:cubicBezTo>
                  <a:cubicBezTo>
                    <a:pt x="145120" y="353904"/>
                    <a:pt x="191130" y="353761"/>
                    <a:pt x="237141" y="353761"/>
                  </a:cubicBezTo>
                  <a:cubicBezTo>
                    <a:pt x="283627" y="353761"/>
                    <a:pt x="330113" y="353428"/>
                    <a:pt x="376551" y="354047"/>
                  </a:cubicBezTo>
                  <a:cubicBezTo>
                    <a:pt x="386924" y="354190"/>
                    <a:pt x="389207" y="351382"/>
                    <a:pt x="389160" y="341295"/>
                  </a:cubicBezTo>
                  <a:cubicBezTo>
                    <a:pt x="388732" y="261122"/>
                    <a:pt x="389065" y="180949"/>
                    <a:pt x="388732" y="100776"/>
                  </a:cubicBezTo>
                  <a:cubicBezTo>
                    <a:pt x="388684" y="92593"/>
                    <a:pt x="390587" y="87930"/>
                    <a:pt x="397962" y="83600"/>
                  </a:cubicBezTo>
                  <a:close/>
                  <a:moveTo>
                    <a:pt x="45630" y="345339"/>
                  </a:moveTo>
                  <a:cubicBezTo>
                    <a:pt x="41443" y="345625"/>
                    <a:pt x="38778" y="343436"/>
                    <a:pt x="38635" y="338964"/>
                  </a:cubicBezTo>
                  <a:cubicBezTo>
                    <a:pt x="38493" y="334586"/>
                    <a:pt x="41062" y="332017"/>
                    <a:pt x="45011" y="331779"/>
                  </a:cubicBezTo>
                  <a:cubicBezTo>
                    <a:pt x="49198" y="331494"/>
                    <a:pt x="51387" y="334491"/>
                    <a:pt x="52291" y="338298"/>
                  </a:cubicBezTo>
                  <a:cubicBezTo>
                    <a:pt x="52291" y="342818"/>
                    <a:pt x="49626" y="345054"/>
                    <a:pt x="45630" y="345339"/>
                  </a:cubicBezTo>
                  <a:close/>
                  <a:moveTo>
                    <a:pt x="374077" y="52197"/>
                  </a:moveTo>
                  <a:cubicBezTo>
                    <a:pt x="369842" y="52387"/>
                    <a:pt x="367321" y="49818"/>
                    <a:pt x="367035" y="45678"/>
                  </a:cubicBezTo>
                  <a:cubicBezTo>
                    <a:pt x="366750" y="41349"/>
                    <a:pt x="369319" y="39160"/>
                    <a:pt x="373411" y="38636"/>
                  </a:cubicBezTo>
                  <a:cubicBezTo>
                    <a:pt x="377693" y="38827"/>
                    <a:pt x="380358" y="40730"/>
                    <a:pt x="380500" y="45155"/>
                  </a:cubicBezTo>
                  <a:cubicBezTo>
                    <a:pt x="380643" y="49437"/>
                    <a:pt x="378216" y="52007"/>
                    <a:pt x="374077" y="52197"/>
                  </a:cubicBezTo>
                  <a:close/>
                </a:path>
              </a:pathLst>
            </a:custGeom>
            <a:solidFill>
              <a:srgbClr val="1D97C3"/>
            </a:solidFill>
            <a:ln w="4754" cap="flat">
              <a:noFill/>
              <a:prstDash val="solid"/>
              <a:miter/>
            </a:ln>
          </p:spPr>
          <p:txBody>
            <a:bodyPr rtlCol="0" anchor="ctr"/>
            <a:lstStyle/>
            <a:p>
              <a:endParaRPr lang="en-US"/>
            </a:p>
          </p:txBody>
        </p:sp>
        <p:sp>
          <p:nvSpPr>
            <p:cNvPr id="81" name="Freeform: Shape 230">
              <a:extLst>
                <a:ext uri="{FF2B5EF4-FFF2-40B4-BE49-F238E27FC236}">
                  <a16:creationId xmlns:a16="http://schemas.microsoft.com/office/drawing/2014/main" id="{BE80E974-CC71-4AB2-B7F4-333D122101A7}"/>
                </a:ext>
              </a:extLst>
            </p:cNvPr>
            <p:cNvSpPr/>
            <p:nvPr/>
          </p:nvSpPr>
          <p:spPr>
            <a:xfrm>
              <a:off x="5031500" y="1314130"/>
              <a:ext cx="93553" cy="471545"/>
            </a:xfrm>
            <a:custGeom>
              <a:avLst/>
              <a:gdLst>
                <a:gd name="connsiteX0" fmla="*/ 20803 w 93553"/>
                <a:gd name="connsiteY0" fmla="*/ 388565 h 471545"/>
                <a:gd name="connsiteX1" fmla="*/ 2009 w 93553"/>
                <a:gd name="connsiteY1" fmla="*/ 439762 h 471545"/>
                <a:gd name="connsiteX2" fmla="*/ 46163 w 93553"/>
                <a:gd name="connsiteY2" fmla="*/ 471545 h 471545"/>
                <a:gd name="connsiteX3" fmla="*/ 88367 w 93553"/>
                <a:gd name="connsiteY3" fmla="*/ 442807 h 471545"/>
                <a:gd name="connsiteX4" fmla="*/ 76662 w 93553"/>
                <a:gd name="connsiteY4" fmla="*/ 392990 h 471545"/>
                <a:gd name="connsiteX5" fmla="*/ 69240 w 93553"/>
                <a:gd name="connsiteY5" fmla="*/ 377051 h 471545"/>
                <a:gd name="connsiteX6" fmla="*/ 67574 w 93553"/>
                <a:gd name="connsiteY6" fmla="*/ 99895 h 471545"/>
                <a:gd name="connsiteX7" fmla="*/ 76044 w 93553"/>
                <a:gd name="connsiteY7" fmla="*/ 80387 h 471545"/>
                <a:gd name="connsiteX8" fmla="*/ 81182 w 93553"/>
                <a:gd name="connsiteY8" fmla="*/ 14155 h 471545"/>
                <a:gd name="connsiteX9" fmla="*/ 14189 w 93553"/>
                <a:gd name="connsiteY9" fmla="*/ 14108 h 471545"/>
                <a:gd name="connsiteX10" fmla="*/ 19328 w 93553"/>
                <a:gd name="connsiteY10" fmla="*/ 80387 h 471545"/>
                <a:gd name="connsiteX11" fmla="*/ 28416 w 93553"/>
                <a:gd name="connsiteY11" fmla="*/ 100847 h 471545"/>
                <a:gd name="connsiteX12" fmla="*/ 29558 w 93553"/>
                <a:gd name="connsiteY12" fmla="*/ 371198 h 471545"/>
                <a:gd name="connsiteX13" fmla="*/ 20803 w 93553"/>
                <a:gd name="connsiteY13" fmla="*/ 388565 h 471545"/>
                <a:gd name="connsiteX14" fmla="*/ 47353 w 93553"/>
                <a:gd name="connsiteY14" fmla="*/ 38707 h 471545"/>
                <a:gd name="connsiteX15" fmla="*/ 54633 w 93553"/>
                <a:gd name="connsiteY15" fmla="*/ 45986 h 471545"/>
                <a:gd name="connsiteX16" fmla="*/ 47448 w 93553"/>
                <a:gd name="connsiteY16" fmla="*/ 52600 h 471545"/>
                <a:gd name="connsiteX17" fmla="*/ 40644 w 93553"/>
                <a:gd name="connsiteY17" fmla="*/ 45320 h 471545"/>
                <a:gd name="connsiteX18" fmla="*/ 47353 w 93553"/>
                <a:gd name="connsiteY18" fmla="*/ 38707 h 471545"/>
                <a:gd name="connsiteX19" fmla="*/ 46211 w 93553"/>
                <a:gd name="connsiteY19" fmla="*/ 419445 h 471545"/>
                <a:gd name="connsiteX20" fmla="*/ 52872 w 93553"/>
                <a:gd name="connsiteY20" fmla="*/ 426725 h 471545"/>
                <a:gd name="connsiteX21" fmla="*/ 45592 w 93553"/>
                <a:gd name="connsiteY21" fmla="*/ 432910 h 471545"/>
                <a:gd name="connsiteX22" fmla="*/ 39217 w 93553"/>
                <a:gd name="connsiteY22" fmla="*/ 425916 h 471545"/>
                <a:gd name="connsiteX23" fmla="*/ 46211 w 93553"/>
                <a:gd name="connsiteY23" fmla="*/ 419445 h 47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553" h="471545">
                  <a:moveTo>
                    <a:pt x="20803" y="388565"/>
                  </a:moveTo>
                  <a:cubicBezTo>
                    <a:pt x="3293" y="399176"/>
                    <a:pt x="-3844" y="420634"/>
                    <a:pt x="2009" y="439762"/>
                  </a:cubicBezTo>
                  <a:cubicBezTo>
                    <a:pt x="7956" y="459127"/>
                    <a:pt x="25371" y="471640"/>
                    <a:pt x="46163" y="471545"/>
                  </a:cubicBezTo>
                  <a:cubicBezTo>
                    <a:pt x="65624" y="471450"/>
                    <a:pt x="81515" y="460649"/>
                    <a:pt x="88367" y="442807"/>
                  </a:cubicBezTo>
                  <a:cubicBezTo>
                    <a:pt x="95028" y="425535"/>
                    <a:pt x="90841" y="405313"/>
                    <a:pt x="76662" y="392990"/>
                  </a:cubicBezTo>
                  <a:cubicBezTo>
                    <a:pt x="71286" y="388327"/>
                    <a:pt x="69240" y="383997"/>
                    <a:pt x="69240" y="377051"/>
                  </a:cubicBezTo>
                  <a:cubicBezTo>
                    <a:pt x="68907" y="284650"/>
                    <a:pt x="68336" y="192296"/>
                    <a:pt x="67574" y="99895"/>
                  </a:cubicBezTo>
                  <a:cubicBezTo>
                    <a:pt x="67527" y="91759"/>
                    <a:pt x="68907" y="86049"/>
                    <a:pt x="76044" y="80387"/>
                  </a:cubicBezTo>
                  <a:cubicBezTo>
                    <a:pt x="97503" y="63401"/>
                    <a:pt x="99263" y="33663"/>
                    <a:pt x="81182" y="14155"/>
                  </a:cubicBezTo>
                  <a:cubicBezTo>
                    <a:pt x="63673" y="-4687"/>
                    <a:pt x="31556" y="-4734"/>
                    <a:pt x="14189" y="14108"/>
                  </a:cubicBezTo>
                  <a:cubicBezTo>
                    <a:pt x="-3844" y="33663"/>
                    <a:pt x="-2178" y="63829"/>
                    <a:pt x="19328" y="80387"/>
                  </a:cubicBezTo>
                  <a:cubicBezTo>
                    <a:pt x="27036" y="86335"/>
                    <a:pt x="28368" y="92235"/>
                    <a:pt x="28416" y="100847"/>
                  </a:cubicBezTo>
                  <a:cubicBezTo>
                    <a:pt x="28511" y="190964"/>
                    <a:pt x="28844" y="281081"/>
                    <a:pt x="29558" y="371198"/>
                  </a:cubicBezTo>
                  <a:cubicBezTo>
                    <a:pt x="29605" y="379192"/>
                    <a:pt x="28368" y="383997"/>
                    <a:pt x="20803" y="388565"/>
                  </a:cubicBezTo>
                  <a:close/>
                  <a:moveTo>
                    <a:pt x="47353" y="38707"/>
                  </a:moveTo>
                  <a:cubicBezTo>
                    <a:pt x="52111" y="38802"/>
                    <a:pt x="55251" y="41181"/>
                    <a:pt x="54633" y="45986"/>
                  </a:cubicBezTo>
                  <a:cubicBezTo>
                    <a:pt x="54157" y="49603"/>
                    <a:pt x="51397" y="52172"/>
                    <a:pt x="47448" y="52600"/>
                  </a:cubicBezTo>
                  <a:cubicBezTo>
                    <a:pt x="43261" y="51791"/>
                    <a:pt x="40787" y="48936"/>
                    <a:pt x="40644" y="45320"/>
                  </a:cubicBezTo>
                  <a:cubicBezTo>
                    <a:pt x="40549" y="41514"/>
                    <a:pt x="42928" y="38611"/>
                    <a:pt x="47353" y="38707"/>
                  </a:cubicBezTo>
                  <a:close/>
                  <a:moveTo>
                    <a:pt x="46211" y="419445"/>
                  </a:moveTo>
                  <a:cubicBezTo>
                    <a:pt x="50350" y="419730"/>
                    <a:pt x="52491" y="422490"/>
                    <a:pt x="52872" y="426725"/>
                  </a:cubicBezTo>
                  <a:cubicBezTo>
                    <a:pt x="52301" y="430864"/>
                    <a:pt x="49827" y="433053"/>
                    <a:pt x="45592" y="432910"/>
                  </a:cubicBezTo>
                  <a:cubicBezTo>
                    <a:pt x="41215" y="432767"/>
                    <a:pt x="38978" y="430150"/>
                    <a:pt x="39217" y="425916"/>
                  </a:cubicBezTo>
                  <a:cubicBezTo>
                    <a:pt x="39407" y="421681"/>
                    <a:pt x="41928" y="419159"/>
                    <a:pt x="46211" y="419445"/>
                  </a:cubicBezTo>
                  <a:close/>
                </a:path>
              </a:pathLst>
            </a:custGeom>
            <a:solidFill>
              <a:srgbClr val="1D97C3"/>
            </a:solidFill>
            <a:ln w="4754" cap="flat">
              <a:noFill/>
              <a:prstDash val="solid"/>
              <a:miter/>
            </a:ln>
          </p:spPr>
          <p:txBody>
            <a:bodyPr rtlCol="0" anchor="ctr"/>
            <a:lstStyle/>
            <a:p>
              <a:endParaRPr lang="en-US"/>
            </a:p>
          </p:txBody>
        </p:sp>
        <p:sp>
          <p:nvSpPr>
            <p:cNvPr id="82" name="Freeform: Shape 231">
              <a:extLst>
                <a:ext uri="{FF2B5EF4-FFF2-40B4-BE49-F238E27FC236}">
                  <a16:creationId xmlns:a16="http://schemas.microsoft.com/office/drawing/2014/main" id="{D9411E96-B828-457F-8B5A-F05A45986C1E}"/>
                </a:ext>
              </a:extLst>
            </p:cNvPr>
            <p:cNvSpPr/>
            <p:nvPr/>
          </p:nvSpPr>
          <p:spPr>
            <a:xfrm>
              <a:off x="4911880" y="1240736"/>
              <a:ext cx="93579" cy="473491"/>
            </a:xfrm>
            <a:custGeom>
              <a:avLst/>
              <a:gdLst>
                <a:gd name="connsiteX0" fmla="*/ 21329 w 93579"/>
                <a:gd name="connsiteY0" fmla="*/ 389731 h 473491"/>
                <a:gd name="connsiteX1" fmla="*/ 9815 w 93579"/>
                <a:gd name="connsiteY1" fmla="*/ 456296 h 473491"/>
                <a:gd name="connsiteX2" fmla="*/ 75380 w 93579"/>
                <a:gd name="connsiteY2" fmla="*/ 462625 h 473491"/>
                <a:gd name="connsiteX3" fmla="*/ 76903 w 93579"/>
                <a:gd name="connsiteY3" fmla="*/ 395203 h 473491"/>
                <a:gd name="connsiteX4" fmla="*/ 69100 w 93579"/>
                <a:gd name="connsiteY4" fmla="*/ 376361 h 473491"/>
                <a:gd name="connsiteX5" fmla="*/ 68339 w 93579"/>
                <a:gd name="connsiteY5" fmla="*/ 97778 h 473491"/>
                <a:gd name="connsiteX6" fmla="*/ 76142 w 93579"/>
                <a:gd name="connsiteY6" fmla="*/ 80840 h 473491"/>
                <a:gd name="connsiteX7" fmla="*/ 91082 w 93579"/>
                <a:gd name="connsiteY7" fmla="*/ 30880 h 473491"/>
                <a:gd name="connsiteX8" fmla="*/ 47736 w 93579"/>
                <a:gd name="connsiteY8" fmla="*/ 1 h 473491"/>
                <a:gd name="connsiteX9" fmla="*/ 5199 w 93579"/>
                <a:gd name="connsiteY9" fmla="*/ 30024 h 473491"/>
                <a:gd name="connsiteX10" fmla="*/ 19140 w 93579"/>
                <a:gd name="connsiteY10" fmla="*/ 80221 h 473491"/>
                <a:gd name="connsiteX11" fmla="*/ 27990 w 93579"/>
                <a:gd name="connsiteY11" fmla="*/ 99396 h 473491"/>
                <a:gd name="connsiteX12" fmla="*/ 30131 w 93579"/>
                <a:gd name="connsiteY12" fmla="*/ 372507 h 473491"/>
                <a:gd name="connsiteX13" fmla="*/ 21329 w 93579"/>
                <a:gd name="connsiteY13" fmla="*/ 389731 h 473491"/>
                <a:gd name="connsiteX14" fmla="*/ 48640 w 93579"/>
                <a:gd name="connsiteY14" fmla="*/ 38731 h 473491"/>
                <a:gd name="connsiteX15" fmla="*/ 54826 w 93579"/>
                <a:gd name="connsiteY15" fmla="*/ 45916 h 473491"/>
                <a:gd name="connsiteX16" fmla="*/ 47355 w 93579"/>
                <a:gd name="connsiteY16" fmla="*/ 52291 h 473491"/>
                <a:gd name="connsiteX17" fmla="*/ 41408 w 93579"/>
                <a:gd name="connsiteY17" fmla="*/ 44821 h 473491"/>
                <a:gd name="connsiteX18" fmla="*/ 48640 w 93579"/>
                <a:gd name="connsiteY18" fmla="*/ 38731 h 473491"/>
                <a:gd name="connsiteX19" fmla="*/ 45357 w 93579"/>
                <a:gd name="connsiteY19" fmla="*/ 421420 h 473491"/>
                <a:gd name="connsiteX20" fmla="*/ 52447 w 93579"/>
                <a:gd name="connsiteY20" fmla="*/ 427986 h 473491"/>
                <a:gd name="connsiteX21" fmla="*/ 45928 w 93579"/>
                <a:gd name="connsiteY21" fmla="*/ 434885 h 473491"/>
                <a:gd name="connsiteX22" fmla="*/ 38839 w 93579"/>
                <a:gd name="connsiteY22" fmla="*/ 428319 h 473491"/>
                <a:gd name="connsiteX23" fmla="*/ 45357 w 93579"/>
                <a:gd name="connsiteY23" fmla="*/ 421420 h 473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3579" h="473491">
                  <a:moveTo>
                    <a:pt x="21329" y="389731"/>
                  </a:moveTo>
                  <a:cubicBezTo>
                    <a:pt x="-1985" y="404101"/>
                    <a:pt x="-6743" y="434552"/>
                    <a:pt x="9815" y="456296"/>
                  </a:cubicBezTo>
                  <a:cubicBezTo>
                    <a:pt x="25088" y="476375"/>
                    <a:pt x="56253" y="479373"/>
                    <a:pt x="75380" y="462625"/>
                  </a:cubicBezTo>
                  <a:cubicBezTo>
                    <a:pt x="95887" y="444687"/>
                    <a:pt x="96982" y="414045"/>
                    <a:pt x="76903" y="395203"/>
                  </a:cubicBezTo>
                  <a:cubicBezTo>
                    <a:pt x="70860" y="389541"/>
                    <a:pt x="69147" y="384117"/>
                    <a:pt x="69100" y="376361"/>
                  </a:cubicBezTo>
                  <a:cubicBezTo>
                    <a:pt x="69052" y="283484"/>
                    <a:pt x="68767" y="190608"/>
                    <a:pt x="68339" y="97778"/>
                  </a:cubicBezTo>
                  <a:cubicBezTo>
                    <a:pt x="68291" y="90594"/>
                    <a:pt x="69433" y="85645"/>
                    <a:pt x="76142" y="80840"/>
                  </a:cubicBezTo>
                  <a:cubicBezTo>
                    <a:pt x="91843" y="69611"/>
                    <a:pt x="97268" y="48818"/>
                    <a:pt x="91082" y="30880"/>
                  </a:cubicBezTo>
                  <a:cubicBezTo>
                    <a:pt x="84373" y="11372"/>
                    <a:pt x="68339" y="-95"/>
                    <a:pt x="47736" y="1"/>
                  </a:cubicBezTo>
                  <a:cubicBezTo>
                    <a:pt x="27752" y="48"/>
                    <a:pt x="12051" y="11134"/>
                    <a:pt x="5199" y="30024"/>
                  </a:cubicBezTo>
                  <a:cubicBezTo>
                    <a:pt x="-1367" y="48104"/>
                    <a:pt x="3534" y="68754"/>
                    <a:pt x="19140" y="80221"/>
                  </a:cubicBezTo>
                  <a:cubicBezTo>
                    <a:pt x="26515" y="85645"/>
                    <a:pt x="27943" y="91212"/>
                    <a:pt x="27990" y="99396"/>
                  </a:cubicBezTo>
                  <a:cubicBezTo>
                    <a:pt x="28466" y="190417"/>
                    <a:pt x="29180" y="281486"/>
                    <a:pt x="30131" y="372507"/>
                  </a:cubicBezTo>
                  <a:cubicBezTo>
                    <a:pt x="30322" y="380501"/>
                    <a:pt x="28752" y="385164"/>
                    <a:pt x="21329" y="389731"/>
                  </a:cubicBezTo>
                  <a:close/>
                  <a:moveTo>
                    <a:pt x="48640" y="38731"/>
                  </a:moveTo>
                  <a:cubicBezTo>
                    <a:pt x="52875" y="39064"/>
                    <a:pt x="55302" y="41586"/>
                    <a:pt x="54826" y="45916"/>
                  </a:cubicBezTo>
                  <a:cubicBezTo>
                    <a:pt x="54398" y="50055"/>
                    <a:pt x="51781" y="52196"/>
                    <a:pt x="47355" y="52291"/>
                  </a:cubicBezTo>
                  <a:cubicBezTo>
                    <a:pt x="43501" y="51435"/>
                    <a:pt x="41122" y="49151"/>
                    <a:pt x="41408" y="44821"/>
                  </a:cubicBezTo>
                  <a:cubicBezTo>
                    <a:pt x="41693" y="40444"/>
                    <a:pt x="44405" y="38398"/>
                    <a:pt x="48640" y="38731"/>
                  </a:cubicBezTo>
                  <a:close/>
                  <a:moveTo>
                    <a:pt x="45357" y="421420"/>
                  </a:moveTo>
                  <a:cubicBezTo>
                    <a:pt x="49640" y="421230"/>
                    <a:pt x="52066" y="423513"/>
                    <a:pt x="52447" y="427986"/>
                  </a:cubicBezTo>
                  <a:cubicBezTo>
                    <a:pt x="52209" y="431983"/>
                    <a:pt x="50258" y="434790"/>
                    <a:pt x="45928" y="434885"/>
                  </a:cubicBezTo>
                  <a:cubicBezTo>
                    <a:pt x="41693" y="434980"/>
                    <a:pt x="39124" y="432411"/>
                    <a:pt x="38839" y="428319"/>
                  </a:cubicBezTo>
                  <a:cubicBezTo>
                    <a:pt x="38506" y="423989"/>
                    <a:pt x="41122" y="421610"/>
                    <a:pt x="45357" y="421420"/>
                  </a:cubicBezTo>
                  <a:close/>
                </a:path>
              </a:pathLst>
            </a:custGeom>
            <a:solidFill>
              <a:srgbClr val="1D97C3"/>
            </a:solidFill>
            <a:ln w="4754" cap="flat">
              <a:noFill/>
              <a:prstDash val="solid"/>
              <a:miter/>
            </a:ln>
          </p:spPr>
          <p:txBody>
            <a:bodyPr rtlCol="0" anchor="ctr"/>
            <a:lstStyle/>
            <a:p>
              <a:endParaRPr lang="en-US"/>
            </a:p>
          </p:txBody>
        </p:sp>
        <p:sp>
          <p:nvSpPr>
            <p:cNvPr id="83" name="Freeform: Shape 232">
              <a:extLst>
                <a:ext uri="{FF2B5EF4-FFF2-40B4-BE49-F238E27FC236}">
                  <a16:creationId xmlns:a16="http://schemas.microsoft.com/office/drawing/2014/main" id="{2E2E37F0-4709-4CD0-A4FF-846D818AE298}"/>
                </a:ext>
              </a:extLst>
            </p:cNvPr>
            <p:cNvSpPr/>
            <p:nvPr/>
          </p:nvSpPr>
          <p:spPr>
            <a:xfrm>
              <a:off x="4576419" y="1694845"/>
              <a:ext cx="92016" cy="457945"/>
            </a:xfrm>
            <a:custGeom>
              <a:avLst/>
              <a:gdLst>
                <a:gd name="connsiteX0" fmla="*/ 72260 w 92016"/>
                <a:gd name="connsiteY0" fmla="*/ 82456 h 457945"/>
                <a:gd name="connsiteX1" fmla="*/ 79920 w 92016"/>
                <a:gd name="connsiteY1" fmla="*/ 15462 h 457945"/>
                <a:gd name="connsiteX2" fmla="*/ 13260 w 92016"/>
                <a:gd name="connsiteY2" fmla="*/ 13654 h 457945"/>
                <a:gd name="connsiteX3" fmla="*/ 17209 w 92016"/>
                <a:gd name="connsiteY3" fmla="*/ 80981 h 457945"/>
                <a:gd name="connsiteX4" fmla="*/ 24156 w 92016"/>
                <a:gd name="connsiteY4" fmla="*/ 95635 h 457945"/>
                <a:gd name="connsiteX5" fmla="*/ 26154 w 92016"/>
                <a:gd name="connsiteY5" fmla="*/ 360515 h 457945"/>
                <a:gd name="connsiteX6" fmla="*/ 18827 w 92016"/>
                <a:gd name="connsiteY6" fmla="*/ 376312 h 457945"/>
                <a:gd name="connsiteX7" fmla="*/ 13403 w 92016"/>
                <a:gd name="connsiteY7" fmla="*/ 444590 h 457945"/>
                <a:gd name="connsiteX8" fmla="*/ 79397 w 92016"/>
                <a:gd name="connsiteY8" fmla="*/ 443781 h 457945"/>
                <a:gd name="connsiteX9" fmla="*/ 72593 w 92016"/>
                <a:gd name="connsiteY9" fmla="*/ 375788 h 457945"/>
                <a:gd name="connsiteX10" fmla="*/ 65123 w 92016"/>
                <a:gd name="connsiteY10" fmla="*/ 360182 h 457945"/>
                <a:gd name="connsiteX11" fmla="*/ 65217 w 92016"/>
                <a:gd name="connsiteY11" fmla="*/ 229098 h 457945"/>
                <a:gd name="connsiteX12" fmla="*/ 64313 w 92016"/>
                <a:gd name="connsiteY12" fmla="*/ 229098 h 457945"/>
                <a:gd name="connsiteX13" fmla="*/ 64123 w 92016"/>
                <a:gd name="connsiteY13" fmla="*/ 98014 h 457945"/>
                <a:gd name="connsiteX14" fmla="*/ 72260 w 92016"/>
                <a:gd name="connsiteY14" fmla="*/ 82456 h 457945"/>
                <a:gd name="connsiteX15" fmla="*/ 46614 w 92016"/>
                <a:gd name="connsiteY15" fmla="*/ 38682 h 457945"/>
                <a:gd name="connsiteX16" fmla="*/ 52751 w 92016"/>
                <a:gd name="connsiteY16" fmla="*/ 46199 h 457945"/>
                <a:gd name="connsiteX17" fmla="*/ 45519 w 92016"/>
                <a:gd name="connsiteY17" fmla="*/ 52337 h 457945"/>
                <a:gd name="connsiteX18" fmla="*/ 38668 w 92016"/>
                <a:gd name="connsiteY18" fmla="*/ 45771 h 457945"/>
                <a:gd name="connsiteX19" fmla="*/ 46614 w 92016"/>
                <a:gd name="connsiteY19" fmla="*/ 38682 h 457945"/>
                <a:gd name="connsiteX20" fmla="*/ 45281 w 92016"/>
                <a:gd name="connsiteY20" fmla="*/ 419277 h 457945"/>
                <a:gd name="connsiteX21" fmla="*/ 39191 w 92016"/>
                <a:gd name="connsiteY21" fmla="*/ 412092 h 457945"/>
                <a:gd name="connsiteX22" fmla="*/ 47565 w 92016"/>
                <a:gd name="connsiteY22" fmla="*/ 405717 h 457945"/>
                <a:gd name="connsiteX23" fmla="*/ 53418 w 92016"/>
                <a:gd name="connsiteY23" fmla="*/ 413520 h 457945"/>
                <a:gd name="connsiteX24" fmla="*/ 45281 w 92016"/>
                <a:gd name="connsiteY24" fmla="*/ 419277 h 45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2016" h="457945">
                  <a:moveTo>
                    <a:pt x="72260" y="82456"/>
                  </a:moveTo>
                  <a:cubicBezTo>
                    <a:pt x="94670" y="66231"/>
                    <a:pt x="97905" y="35541"/>
                    <a:pt x="79920" y="15462"/>
                  </a:cubicBezTo>
                  <a:cubicBezTo>
                    <a:pt x="62125" y="-4426"/>
                    <a:pt x="31959" y="-5235"/>
                    <a:pt x="13260" y="13654"/>
                  </a:cubicBezTo>
                  <a:cubicBezTo>
                    <a:pt x="-5725" y="32829"/>
                    <a:pt x="-4250" y="64042"/>
                    <a:pt x="17209" y="80981"/>
                  </a:cubicBezTo>
                  <a:cubicBezTo>
                    <a:pt x="22633" y="85263"/>
                    <a:pt x="24108" y="89259"/>
                    <a:pt x="24156" y="95635"/>
                  </a:cubicBezTo>
                  <a:cubicBezTo>
                    <a:pt x="24632" y="183944"/>
                    <a:pt x="25345" y="272254"/>
                    <a:pt x="26154" y="360515"/>
                  </a:cubicBezTo>
                  <a:cubicBezTo>
                    <a:pt x="26202" y="367319"/>
                    <a:pt x="24727" y="371697"/>
                    <a:pt x="18827" y="376312"/>
                  </a:cubicBezTo>
                  <a:cubicBezTo>
                    <a:pt x="-3679" y="393917"/>
                    <a:pt x="-5677" y="425034"/>
                    <a:pt x="13403" y="444590"/>
                  </a:cubicBezTo>
                  <a:cubicBezTo>
                    <a:pt x="31055" y="462718"/>
                    <a:pt x="62030" y="462337"/>
                    <a:pt x="79397" y="443781"/>
                  </a:cubicBezTo>
                  <a:cubicBezTo>
                    <a:pt x="98381" y="423512"/>
                    <a:pt x="95812" y="393155"/>
                    <a:pt x="72593" y="375788"/>
                  </a:cubicBezTo>
                  <a:cubicBezTo>
                    <a:pt x="66502" y="371221"/>
                    <a:pt x="65123" y="366891"/>
                    <a:pt x="65123" y="360182"/>
                  </a:cubicBezTo>
                  <a:cubicBezTo>
                    <a:pt x="65313" y="316503"/>
                    <a:pt x="65217" y="272777"/>
                    <a:pt x="65217" y="229098"/>
                  </a:cubicBezTo>
                  <a:cubicBezTo>
                    <a:pt x="64932" y="229098"/>
                    <a:pt x="64647" y="229098"/>
                    <a:pt x="64313" y="229098"/>
                  </a:cubicBezTo>
                  <a:cubicBezTo>
                    <a:pt x="64313" y="185419"/>
                    <a:pt x="64504" y="141693"/>
                    <a:pt x="64123" y="98014"/>
                  </a:cubicBezTo>
                  <a:cubicBezTo>
                    <a:pt x="64123" y="90687"/>
                    <a:pt x="66502" y="86643"/>
                    <a:pt x="72260" y="82456"/>
                  </a:cubicBezTo>
                  <a:close/>
                  <a:moveTo>
                    <a:pt x="46614" y="38682"/>
                  </a:moveTo>
                  <a:cubicBezTo>
                    <a:pt x="50611" y="39205"/>
                    <a:pt x="52990" y="42345"/>
                    <a:pt x="52751" y="46199"/>
                  </a:cubicBezTo>
                  <a:cubicBezTo>
                    <a:pt x="52466" y="50053"/>
                    <a:pt x="49992" y="52718"/>
                    <a:pt x="45519" y="52337"/>
                  </a:cubicBezTo>
                  <a:cubicBezTo>
                    <a:pt x="41142" y="52337"/>
                    <a:pt x="38477" y="49435"/>
                    <a:pt x="38668" y="45771"/>
                  </a:cubicBezTo>
                  <a:cubicBezTo>
                    <a:pt x="38810" y="41584"/>
                    <a:pt x="41618" y="38015"/>
                    <a:pt x="46614" y="38682"/>
                  </a:cubicBezTo>
                  <a:close/>
                  <a:moveTo>
                    <a:pt x="45281" y="419277"/>
                  </a:moveTo>
                  <a:cubicBezTo>
                    <a:pt x="41142" y="418849"/>
                    <a:pt x="38477" y="416089"/>
                    <a:pt x="39191" y="412092"/>
                  </a:cubicBezTo>
                  <a:cubicBezTo>
                    <a:pt x="39952" y="408048"/>
                    <a:pt x="42617" y="404289"/>
                    <a:pt x="47565" y="405717"/>
                  </a:cubicBezTo>
                  <a:cubicBezTo>
                    <a:pt x="50991" y="406716"/>
                    <a:pt x="53561" y="409475"/>
                    <a:pt x="53418" y="413520"/>
                  </a:cubicBezTo>
                  <a:cubicBezTo>
                    <a:pt x="51847" y="417374"/>
                    <a:pt x="49326" y="419705"/>
                    <a:pt x="45281" y="419277"/>
                  </a:cubicBezTo>
                  <a:close/>
                </a:path>
              </a:pathLst>
            </a:custGeom>
            <a:solidFill>
              <a:srgbClr val="1D97C3"/>
            </a:solidFill>
            <a:ln w="4754" cap="flat">
              <a:noFill/>
              <a:prstDash val="solid"/>
              <a:miter/>
            </a:ln>
          </p:spPr>
          <p:txBody>
            <a:bodyPr rtlCol="0" anchor="ctr"/>
            <a:lstStyle/>
            <a:p>
              <a:endParaRPr lang="en-US"/>
            </a:p>
          </p:txBody>
        </p:sp>
        <p:sp>
          <p:nvSpPr>
            <p:cNvPr id="84" name="Freeform: Shape 233">
              <a:extLst>
                <a:ext uri="{FF2B5EF4-FFF2-40B4-BE49-F238E27FC236}">
                  <a16:creationId xmlns:a16="http://schemas.microsoft.com/office/drawing/2014/main" id="{311AC564-FC47-4E44-9597-DD7C3979E149}"/>
                </a:ext>
              </a:extLst>
            </p:cNvPr>
            <p:cNvSpPr/>
            <p:nvPr/>
          </p:nvSpPr>
          <p:spPr>
            <a:xfrm>
              <a:off x="4481014" y="2270189"/>
              <a:ext cx="365507" cy="96027"/>
            </a:xfrm>
            <a:custGeom>
              <a:avLst/>
              <a:gdLst>
                <a:gd name="connsiteX0" fmla="*/ 78642 w 365507"/>
                <a:gd name="connsiteY0" fmla="*/ 19458 h 96027"/>
                <a:gd name="connsiteX1" fmla="*/ 11315 w 365507"/>
                <a:gd name="connsiteY1" fmla="*/ 20267 h 96027"/>
                <a:gd name="connsiteX2" fmla="*/ 17739 w 365507"/>
                <a:gd name="connsiteY2" fmla="*/ 86689 h 96027"/>
                <a:gd name="connsiteX3" fmla="*/ 84114 w 365507"/>
                <a:gd name="connsiteY3" fmla="*/ 74128 h 96027"/>
                <a:gd name="connsiteX4" fmla="*/ 98197 w 365507"/>
                <a:gd name="connsiteY4" fmla="*/ 66657 h 96027"/>
                <a:gd name="connsiteX5" fmla="*/ 268821 w 365507"/>
                <a:gd name="connsiteY5" fmla="*/ 66705 h 96027"/>
                <a:gd name="connsiteX6" fmla="*/ 284475 w 365507"/>
                <a:gd name="connsiteY6" fmla="*/ 74365 h 96027"/>
                <a:gd name="connsiteX7" fmla="*/ 335909 w 365507"/>
                <a:gd name="connsiteY7" fmla="*/ 88497 h 96027"/>
                <a:gd name="connsiteX8" fmla="*/ 365504 w 365507"/>
                <a:gd name="connsiteY8" fmla="*/ 45104 h 96027"/>
                <a:gd name="connsiteX9" fmla="*/ 334767 w 365507"/>
                <a:gd name="connsiteY9" fmla="*/ 2471 h 96027"/>
                <a:gd name="connsiteX10" fmla="*/ 283713 w 365507"/>
                <a:gd name="connsiteY10" fmla="*/ 18173 h 96027"/>
                <a:gd name="connsiteX11" fmla="*/ 267013 w 365507"/>
                <a:gd name="connsiteY11" fmla="*/ 26547 h 96027"/>
                <a:gd name="connsiteX12" fmla="*/ 95009 w 365507"/>
                <a:gd name="connsiteY12" fmla="*/ 26547 h 96027"/>
                <a:gd name="connsiteX13" fmla="*/ 78642 w 365507"/>
                <a:gd name="connsiteY13" fmla="*/ 19458 h 96027"/>
                <a:gd name="connsiteX14" fmla="*/ 46240 w 365507"/>
                <a:gd name="connsiteY14" fmla="*/ 56951 h 96027"/>
                <a:gd name="connsiteX15" fmla="*/ 38532 w 365507"/>
                <a:gd name="connsiteY15" fmla="*/ 51337 h 96027"/>
                <a:gd name="connsiteX16" fmla="*/ 44241 w 365507"/>
                <a:gd name="connsiteY16" fmla="*/ 43533 h 96027"/>
                <a:gd name="connsiteX17" fmla="*/ 49713 w 365507"/>
                <a:gd name="connsiteY17" fmla="*/ 51527 h 96027"/>
                <a:gd name="connsiteX18" fmla="*/ 46240 w 365507"/>
                <a:gd name="connsiteY18" fmla="*/ 56951 h 96027"/>
                <a:gd name="connsiteX19" fmla="*/ 320350 w 365507"/>
                <a:gd name="connsiteY19" fmla="*/ 38918 h 96027"/>
                <a:gd name="connsiteX20" fmla="*/ 327059 w 365507"/>
                <a:gd name="connsiteY20" fmla="*/ 46293 h 96027"/>
                <a:gd name="connsiteX21" fmla="*/ 319351 w 365507"/>
                <a:gd name="connsiteY21" fmla="*/ 52716 h 96027"/>
                <a:gd name="connsiteX22" fmla="*/ 313261 w 365507"/>
                <a:gd name="connsiteY22" fmla="*/ 45199 h 96027"/>
                <a:gd name="connsiteX23" fmla="*/ 320350 w 365507"/>
                <a:gd name="connsiteY23" fmla="*/ 38918 h 96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5507" h="96027">
                  <a:moveTo>
                    <a:pt x="78642" y="19458"/>
                  </a:moveTo>
                  <a:cubicBezTo>
                    <a:pt x="58991" y="-1049"/>
                    <a:pt x="29682" y="-431"/>
                    <a:pt x="11315" y="20267"/>
                  </a:cubicBezTo>
                  <a:cubicBezTo>
                    <a:pt x="-6051" y="39822"/>
                    <a:pt x="-3054" y="71082"/>
                    <a:pt x="17739" y="86689"/>
                  </a:cubicBezTo>
                  <a:cubicBezTo>
                    <a:pt x="39340" y="102914"/>
                    <a:pt x="69269" y="97537"/>
                    <a:pt x="84114" y="74128"/>
                  </a:cubicBezTo>
                  <a:cubicBezTo>
                    <a:pt x="87825" y="68275"/>
                    <a:pt x="91631" y="66657"/>
                    <a:pt x="98197" y="66657"/>
                  </a:cubicBezTo>
                  <a:cubicBezTo>
                    <a:pt x="155056" y="66895"/>
                    <a:pt x="211962" y="66895"/>
                    <a:pt x="268821" y="66705"/>
                  </a:cubicBezTo>
                  <a:cubicBezTo>
                    <a:pt x="275720" y="66657"/>
                    <a:pt x="280002" y="68418"/>
                    <a:pt x="284475" y="74365"/>
                  </a:cubicBezTo>
                  <a:cubicBezTo>
                    <a:pt x="296512" y="90305"/>
                    <a:pt x="317305" y="95396"/>
                    <a:pt x="335909" y="88497"/>
                  </a:cubicBezTo>
                  <a:cubicBezTo>
                    <a:pt x="353323" y="82073"/>
                    <a:pt x="365742" y="63803"/>
                    <a:pt x="365504" y="45104"/>
                  </a:cubicBezTo>
                  <a:cubicBezTo>
                    <a:pt x="365266" y="26547"/>
                    <a:pt x="352134" y="8324"/>
                    <a:pt x="334767" y="2471"/>
                  </a:cubicBezTo>
                  <a:cubicBezTo>
                    <a:pt x="316116" y="-3809"/>
                    <a:pt x="294942" y="2043"/>
                    <a:pt x="283713" y="18173"/>
                  </a:cubicBezTo>
                  <a:cubicBezTo>
                    <a:pt x="279146" y="24739"/>
                    <a:pt x="274435" y="26547"/>
                    <a:pt x="267013" y="26547"/>
                  </a:cubicBezTo>
                  <a:cubicBezTo>
                    <a:pt x="209678" y="26309"/>
                    <a:pt x="152344" y="26309"/>
                    <a:pt x="95009" y="26547"/>
                  </a:cubicBezTo>
                  <a:cubicBezTo>
                    <a:pt x="88158" y="26500"/>
                    <a:pt x="83543" y="24549"/>
                    <a:pt x="78642" y="19458"/>
                  </a:cubicBezTo>
                  <a:close/>
                  <a:moveTo>
                    <a:pt x="46240" y="56951"/>
                  </a:moveTo>
                  <a:cubicBezTo>
                    <a:pt x="42100" y="57379"/>
                    <a:pt x="39198" y="55238"/>
                    <a:pt x="38532" y="51337"/>
                  </a:cubicBezTo>
                  <a:cubicBezTo>
                    <a:pt x="37865" y="47245"/>
                    <a:pt x="40720" y="44152"/>
                    <a:pt x="44241" y="43533"/>
                  </a:cubicBezTo>
                  <a:cubicBezTo>
                    <a:pt x="51235" y="42296"/>
                    <a:pt x="47239" y="49481"/>
                    <a:pt x="49713" y="51527"/>
                  </a:cubicBezTo>
                  <a:cubicBezTo>
                    <a:pt x="51426" y="55428"/>
                    <a:pt x="49237" y="56618"/>
                    <a:pt x="46240" y="56951"/>
                  </a:cubicBezTo>
                  <a:close/>
                  <a:moveTo>
                    <a:pt x="320350" y="38918"/>
                  </a:moveTo>
                  <a:cubicBezTo>
                    <a:pt x="324061" y="39346"/>
                    <a:pt x="326964" y="41821"/>
                    <a:pt x="327059" y="46293"/>
                  </a:cubicBezTo>
                  <a:cubicBezTo>
                    <a:pt x="325727" y="49909"/>
                    <a:pt x="323395" y="52954"/>
                    <a:pt x="319351" y="52716"/>
                  </a:cubicBezTo>
                  <a:cubicBezTo>
                    <a:pt x="315212" y="52431"/>
                    <a:pt x="313070" y="49529"/>
                    <a:pt x="313261" y="45199"/>
                  </a:cubicBezTo>
                  <a:cubicBezTo>
                    <a:pt x="313403" y="40583"/>
                    <a:pt x="316448" y="38490"/>
                    <a:pt x="320350" y="38918"/>
                  </a:cubicBezTo>
                  <a:close/>
                </a:path>
              </a:pathLst>
            </a:custGeom>
            <a:solidFill>
              <a:srgbClr val="1D97C3"/>
            </a:solidFill>
            <a:ln w="4754" cap="flat">
              <a:noFill/>
              <a:prstDash val="solid"/>
              <a:miter/>
            </a:ln>
          </p:spPr>
          <p:txBody>
            <a:bodyPr rtlCol="0" anchor="ctr"/>
            <a:lstStyle/>
            <a:p>
              <a:endParaRPr lang="en-US"/>
            </a:p>
          </p:txBody>
        </p:sp>
        <p:sp>
          <p:nvSpPr>
            <p:cNvPr id="85" name="Freeform: Shape 234">
              <a:extLst>
                <a:ext uri="{FF2B5EF4-FFF2-40B4-BE49-F238E27FC236}">
                  <a16:creationId xmlns:a16="http://schemas.microsoft.com/office/drawing/2014/main" id="{DC8DE84F-C788-47D1-972C-BA3FA7861389}"/>
                </a:ext>
              </a:extLst>
            </p:cNvPr>
            <p:cNvSpPr/>
            <p:nvPr/>
          </p:nvSpPr>
          <p:spPr>
            <a:xfrm>
              <a:off x="5346627" y="2282604"/>
              <a:ext cx="91468" cy="344387"/>
            </a:xfrm>
            <a:custGeom>
              <a:avLst/>
              <a:gdLst>
                <a:gd name="connsiteX0" fmla="*/ 21087 w 91468"/>
                <a:gd name="connsiteY0" fmla="*/ 260408 h 344387"/>
                <a:gd name="connsiteX1" fmla="*/ 2054 w 91468"/>
                <a:gd name="connsiteY1" fmla="*/ 311224 h 344387"/>
                <a:gd name="connsiteX2" fmla="*/ 45495 w 91468"/>
                <a:gd name="connsiteY2" fmla="*/ 344387 h 344387"/>
                <a:gd name="connsiteX3" fmla="*/ 89888 w 91468"/>
                <a:gd name="connsiteY3" fmla="*/ 310367 h 344387"/>
                <a:gd name="connsiteX4" fmla="*/ 69285 w 91468"/>
                <a:gd name="connsiteY4" fmla="*/ 259837 h 344387"/>
                <a:gd name="connsiteX5" fmla="*/ 60578 w 91468"/>
                <a:gd name="connsiteY5" fmla="*/ 243755 h 344387"/>
                <a:gd name="connsiteX6" fmla="*/ 60531 w 91468"/>
                <a:gd name="connsiteY6" fmla="*/ 100395 h 344387"/>
                <a:gd name="connsiteX7" fmla="*/ 70047 w 91468"/>
                <a:gd name="connsiteY7" fmla="*/ 83504 h 344387"/>
                <a:gd name="connsiteX8" fmla="*/ 89555 w 91468"/>
                <a:gd name="connsiteY8" fmla="*/ 32546 h 344387"/>
                <a:gd name="connsiteX9" fmla="*/ 45876 w 91468"/>
                <a:gd name="connsiteY9" fmla="*/ 1 h 344387"/>
                <a:gd name="connsiteX10" fmla="*/ 2150 w 91468"/>
                <a:gd name="connsiteY10" fmla="*/ 32165 h 344387"/>
                <a:gd name="connsiteX11" fmla="*/ 20849 w 91468"/>
                <a:gd name="connsiteY11" fmla="*/ 83028 h 344387"/>
                <a:gd name="connsiteX12" fmla="*/ 30460 w 91468"/>
                <a:gd name="connsiteY12" fmla="*/ 101347 h 344387"/>
                <a:gd name="connsiteX13" fmla="*/ 30460 w 91468"/>
                <a:gd name="connsiteY13" fmla="*/ 241994 h 344387"/>
                <a:gd name="connsiteX14" fmla="*/ 21087 w 91468"/>
                <a:gd name="connsiteY14" fmla="*/ 260408 h 344387"/>
                <a:gd name="connsiteX15" fmla="*/ 45067 w 91468"/>
                <a:gd name="connsiteY15" fmla="*/ 38493 h 344387"/>
                <a:gd name="connsiteX16" fmla="*/ 52252 w 91468"/>
                <a:gd name="connsiteY16" fmla="*/ 45012 h 344387"/>
                <a:gd name="connsiteX17" fmla="*/ 45781 w 91468"/>
                <a:gd name="connsiteY17" fmla="*/ 52006 h 344387"/>
                <a:gd name="connsiteX18" fmla="*/ 38692 w 91468"/>
                <a:gd name="connsiteY18" fmla="*/ 45488 h 344387"/>
                <a:gd name="connsiteX19" fmla="*/ 45067 w 91468"/>
                <a:gd name="connsiteY19" fmla="*/ 38493 h 344387"/>
                <a:gd name="connsiteX20" fmla="*/ 38739 w 91468"/>
                <a:gd name="connsiteY20" fmla="*/ 297521 h 344387"/>
                <a:gd name="connsiteX21" fmla="*/ 46019 w 91468"/>
                <a:gd name="connsiteY21" fmla="*/ 291430 h 344387"/>
                <a:gd name="connsiteX22" fmla="*/ 52395 w 91468"/>
                <a:gd name="connsiteY22" fmla="*/ 298853 h 344387"/>
                <a:gd name="connsiteX23" fmla="*/ 45686 w 91468"/>
                <a:gd name="connsiteY23" fmla="*/ 305562 h 344387"/>
                <a:gd name="connsiteX24" fmla="*/ 38739 w 91468"/>
                <a:gd name="connsiteY24" fmla="*/ 297521 h 344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1468" h="344387">
                  <a:moveTo>
                    <a:pt x="21087" y="260408"/>
                  </a:moveTo>
                  <a:cubicBezTo>
                    <a:pt x="3196" y="270780"/>
                    <a:pt x="-3846" y="292144"/>
                    <a:pt x="2054" y="311224"/>
                  </a:cubicBezTo>
                  <a:cubicBezTo>
                    <a:pt x="8192" y="330922"/>
                    <a:pt x="25702" y="344292"/>
                    <a:pt x="45495" y="344387"/>
                  </a:cubicBezTo>
                  <a:cubicBezTo>
                    <a:pt x="65669" y="344483"/>
                    <a:pt x="84654" y="329923"/>
                    <a:pt x="89888" y="310367"/>
                  </a:cubicBezTo>
                  <a:cubicBezTo>
                    <a:pt x="95074" y="291002"/>
                    <a:pt x="87319" y="270210"/>
                    <a:pt x="69285" y="259837"/>
                  </a:cubicBezTo>
                  <a:cubicBezTo>
                    <a:pt x="62148" y="255698"/>
                    <a:pt x="60531" y="251225"/>
                    <a:pt x="60578" y="243755"/>
                  </a:cubicBezTo>
                  <a:cubicBezTo>
                    <a:pt x="60864" y="195984"/>
                    <a:pt x="60959" y="148166"/>
                    <a:pt x="60531" y="100395"/>
                  </a:cubicBezTo>
                  <a:cubicBezTo>
                    <a:pt x="60436" y="92164"/>
                    <a:pt x="62719" y="87786"/>
                    <a:pt x="70047" y="83504"/>
                  </a:cubicBezTo>
                  <a:cubicBezTo>
                    <a:pt x="87509" y="73227"/>
                    <a:pt x="95122" y="51483"/>
                    <a:pt x="89555" y="32546"/>
                  </a:cubicBezTo>
                  <a:cubicBezTo>
                    <a:pt x="83798" y="12942"/>
                    <a:pt x="66478" y="96"/>
                    <a:pt x="45876" y="1"/>
                  </a:cubicBezTo>
                  <a:cubicBezTo>
                    <a:pt x="24798" y="-95"/>
                    <a:pt x="8573" y="11896"/>
                    <a:pt x="2150" y="32165"/>
                  </a:cubicBezTo>
                  <a:cubicBezTo>
                    <a:pt x="-3941" y="51387"/>
                    <a:pt x="3102" y="72894"/>
                    <a:pt x="20849" y="83028"/>
                  </a:cubicBezTo>
                  <a:cubicBezTo>
                    <a:pt x="29128" y="87739"/>
                    <a:pt x="30508" y="93020"/>
                    <a:pt x="30460" y="101347"/>
                  </a:cubicBezTo>
                  <a:cubicBezTo>
                    <a:pt x="30175" y="148214"/>
                    <a:pt x="30175" y="195128"/>
                    <a:pt x="30460" y="241994"/>
                  </a:cubicBezTo>
                  <a:cubicBezTo>
                    <a:pt x="30460" y="250083"/>
                    <a:pt x="29365" y="255555"/>
                    <a:pt x="21087" y="260408"/>
                  </a:cubicBezTo>
                  <a:close/>
                  <a:moveTo>
                    <a:pt x="45067" y="38493"/>
                  </a:moveTo>
                  <a:cubicBezTo>
                    <a:pt x="49587" y="38541"/>
                    <a:pt x="52157" y="40729"/>
                    <a:pt x="52252" y="45012"/>
                  </a:cubicBezTo>
                  <a:cubicBezTo>
                    <a:pt x="52395" y="49199"/>
                    <a:pt x="50159" y="51911"/>
                    <a:pt x="45781" y="52006"/>
                  </a:cubicBezTo>
                  <a:cubicBezTo>
                    <a:pt x="41546" y="52101"/>
                    <a:pt x="38929" y="49674"/>
                    <a:pt x="38692" y="45488"/>
                  </a:cubicBezTo>
                  <a:cubicBezTo>
                    <a:pt x="38501" y="41158"/>
                    <a:pt x="41118" y="38969"/>
                    <a:pt x="45067" y="38493"/>
                  </a:cubicBezTo>
                  <a:close/>
                  <a:moveTo>
                    <a:pt x="38739" y="297521"/>
                  </a:moveTo>
                  <a:cubicBezTo>
                    <a:pt x="39310" y="293524"/>
                    <a:pt x="42403" y="291811"/>
                    <a:pt x="46019" y="291430"/>
                  </a:cubicBezTo>
                  <a:cubicBezTo>
                    <a:pt x="50253" y="292382"/>
                    <a:pt x="52585" y="294428"/>
                    <a:pt x="52395" y="298853"/>
                  </a:cubicBezTo>
                  <a:cubicBezTo>
                    <a:pt x="52204" y="303230"/>
                    <a:pt x="49350" y="305800"/>
                    <a:pt x="45686" y="305562"/>
                  </a:cubicBezTo>
                  <a:cubicBezTo>
                    <a:pt x="41499" y="305229"/>
                    <a:pt x="37978" y="302517"/>
                    <a:pt x="38739" y="297521"/>
                  </a:cubicBezTo>
                  <a:close/>
                </a:path>
              </a:pathLst>
            </a:custGeom>
            <a:solidFill>
              <a:srgbClr val="1D97C3"/>
            </a:solidFill>
            <a:ln w="4754" cap="flat">
              <a:noFill/>
              <a:prstDash val="solid"/>
              <a:miter/>
            </a:ln>
          </p:spPr>
          <p:txBody>
            <a:bodyPr rtlCol="0" anchor="ctr"/>
            <a:lstStyle/>
            <a:p>
              <a:endParaRPr lang="en-US"/>
            </a:p>
          </p:txBody>
        </p:sp>
        <p:sp>
          <p:nvSpPr>
            <p:cNvPr id="86" name="Freeform: Shape 235">
              <a:extLst>
                <a:ext uri="{FF2B5EF4-FFF2-40B4-BE49-F238E27FC236}">
                  <a16:creationId xmlns:a16="http://schemas.microsoft.com/office/drawing/2014/main" id="{70ACF87C-E8C0-4441-9D0A-D2CECF752F25}"/>
                </a:ext>
              </a:extLst>
            </p:cNvPr>
            <p:cNvSpPr/>
            <p:nvPr/>
          </p:nvSpPr>
          <p:spPr>
            <a:xfrm>
              <a:off x="5083323" y="2282506"/>
              <a:ext cx="91486" cy="344177"/>
            </a:xfrm>
            <a:custGeom>
              <a:avLst/>
              <a:gdLst>
                <a:gd name="connsiteX0" fmla="*/ 22175 w 91486"/>
                <a:gd name="connsiteY0" fmla="*/ 259840 h 344177"/>
                <a:gd name="connsiteX1" fmla="*/ 478 w 91486"/>
                <a:gd name="connsiteY1" fmla="*/ 293099 h 344177"/>
                <a:gd name="connsiteX2" fmla="*/ 37638 w 91486"/>
                <a:gd name="connsiteY2" fmla="*/ 343296 h 344177"/>
                <a:gd name="connsiteX3" fmla="*/ 87693 w 91486"/>
                <a:gd name="connsiteY3" fmla="*/ 316603 h 344177"/>
                <a:gd name="connsiteX4" fmla="*/ 70421 w 91486"/>
                <a:gd name="connsiteY4" fmla="*/ 260506 h 344177"/>
                <a:gd name="connsiteX5" fmla="*/ 61143 w 91486"/>
                <a:gd name="connsiteY5" fmla="*/ 243425 h 344177"/>
                <a:gd name="connsiteX6" fmla="*/ 61190 w 91486"/>
                <a:gd name="connsiteY6" fmla="*/ 100065 h 344177"/>
                <a:gd name="connsiteX7" fmla="*/ 69565 w 91486"/>
                <a:gd name="connsiteY7" fmla="*/ 83840 h 344177"/>
                <a:gd name="connsiteX8" fmla="*/ 89596 w 91486"/>
                <a:gd name="connsiteY8" fmla="*/ 33452 h 344177"/>
                <a:gd name="connsiteX9" fmla="*/ 46821 w 91486"/>
                <a:gd name="connsiteY9" fmla="*/ 3 h 344177"/>
                <a:gd name="connsiteX10" fmla="*/ 2191 w 91486"/>
                <a:gd name="connsiteY10" fmla="*/ 31216 h 344177"/>
                <a:gd name="connsiteX11" fmla="*/ 21318 w 91486"/>
                <a:gd name="connsiteY11" fmla="*/ 83412 h 344177"/>
                <a:gd name="connsiteX12" fmla="*/ 30882 w 91486"/>
                <a:gd name="connsiteY12" fmla="*/ 101683 h 344177"/>
                <a:gd name="connsiteX13" fmla="*/ 30929 w 91486"/>
                <a:gd name="connsiteY13" fmla="*/ 243662 h 344177"/>
                <a:gd name="connsiteX14" fmla="*/ 22175 w 91486"/>
                <a:gd name="connsiteY14" fmla="*/ 259840 h 344177"/>
                <a:gd name="connsiteX15" fmla="*/ 46678 w 91486"/>
                <a:gd name="connsiteY15" fmla="*/ 38734 h 344177"/>
                <a:gd name="connsiteX16" fmla="*/ 52674 w 91486"/>
                <a:gd name="connsiteY16" fmla="*/ 46156 h 344177"/>
                <a:gd name="connsiteX17" fmla="*/ 45346 w 91486"/>
                <a:gd name="connsiteY17" fmla="*/ 52294 h 344177"/>
                <a:gd name="connsiteX18" fmla="*/ 39303 w 91486"/>
                <a:gd name="connsiteY18" fmla="*/ 44634 h 344177"/>
                <a:gd name="connsiteX19" fmla="*/ 46678 w 91486"/>
                <a:gd name="connsiteY19" fmla="*/ 38734 h 344177"/>
                <a:gd name="connsiteX20" fmla="*/ 39066 w 91486"/>
                <a:gd name="connsiteY20" fmla="*/ 297428 h 344177"/>
                <a:gd name="connsiteX21" fmla="*/ 46488 w 91486"/>
                <a:gd name="connsiteY21" fmla="*/ 291719 h 344177"/>
                <a:gd name="connsiteX22" fmla="*/ 52959 w 91486"/>
                <a:gd name="connsiteY22" fmla="*/ 299094 h 344177"/>
                <a:gd name="connsiteX23" fmla="*/ 45584 w 91486"/>
                <a:gd name="connsiteY23" fmla="*/ 305660 h 344177"/>
                <a:gd name="connsiteX24" fmla="*/ 39066 w 91486"/>
                <a:gd name="connsiteY24" fmla="*/ 297428 h 34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1486" h="344177">
                  <a:moveTo>
                    <a:pt x="22175" y="259840"/>
                  </a:moveTo>
                  <a:cubicBezTo>
                    <a:pt x="7329" y="267833"/>
                    <a:pt x="716" y="281346"/>
                    <a:pt x="478" y="293099"/>
                  </a:cubicBezTo>
                  <a:cubicBezTo>
                    <a:pt x="335" y="321219"/>
                    <a:pt x="14324" y="338252"/>
                    <a:pt x="37638" y="343296"/>
                  </a:cubicBezTo>
                  <a:cubicBezTo>
                    <a:pt x="57432" y="347578"/>
                    <a:pt x="79414" y="335873"/>
                    <a:pt x="87693" y="316603"/>
                  </a:cubicBezTo>
                  <a:cubicBezTo>
                    <a:pt x="96448" y="296191"/>
                    <a:pt x="89786" y="272163"/>
                    <a:pt x="70421" y="260506"/>
                  </a:cubicBezTo>
                  <a:cubicBezTo>
                    <a:pt x="62951" y="255986"/>
                    <a:pt x="61095" y="251466"/>
                    <a:pt x="61143" y="243425"/>
                  </a:cubicBezTo>
                  <a:cubicBezTo>
                    <a:pt x="61476" y="195654"/>
                    <a:pt x="61428" y="147836"/>
                    <a:pt x="61190" y="100065"/>
                  </a:cubicBezTo>
                  <a:cubicBezTo>
                    <a:pt x="61143" y="92833"/>
                    <a:pt x="62190" y="88027"/>
                    <a:pt x="69565" y="83840"/>
                  </a:cubicBezTo>
                  <a:cubicBezTo>
                    <a:pt x="87693" y="73420"/>
                    <a:pt x="95210" y="52675"/>
                    <a:pt x="89596" y="33452"/>
                  </a:cubicBezTo>
                  <a:cubicBezTo>
                    <a:pt x="83553" y="12803"/>
                    <a:pt x="67519" y="241"/>
                    <a:pt x="46821" y="3"/>
                  </a:cubicBezTo>
                  <a:cubicBezTo>
                    <a:pt x="25933" y="-234"/>
                    <a:pt x="8329" y="12041"/>
                    <a:pt x="2191" y="31216"/>
                  </a:cubicBezTo>
                  <a:cubicBezTo>
                    <a:pt x="-4042" y="50581"/>
                    <a:pt x="3237" y="73182"/>
                    <a:pt x="21318" y="83412"/>
                  </a:cubicBezTo>
                  <a:cubicBezTo>
                    <a:pt x="29740" y="88170"/>
                    <a:pt x="30929" y="93499"/>
                    <a:pt x="30882" y="101683"/>
                  </a:cubicBezTo>
                  <a:cubicBezTo>
                    <a:pt x="30644" y="149025"/>
                    <a:pt x="30596" y="196320"/>
                    <a:pt x="30929" y="243662"/>
                  </a:cubicBezTo>
                  <a:cubicBezTo>
                    <a:pt x="30929" y="251228"/>
                    <a:pt x="29407" y="255938"/>
                    <a:pt x="22175" y="259840"/>
                  </a:cubicBezTo>
                  <a:close/>
                  <a:moveTo>
                    <a:pt x="46678" y="38734"/>
                  </a:moveTo>
                  <a:cubicBezTo>
                    <a:pt x="50865" y="39257"/>
                    <a:pt x="53197" y="41969"/>
                    <a:pt x="52674" y="46156"/>
                  </a:cubicBezTo>
                  <a:cubicBezTo>
                    <a:pt x="52150" y="50296"/>
                    <a:pt x="49153" y="52104"/>
                    <a:pt x="45346" y="52294"/>
                  </a:cubicBezTo>
                  <a:cubicBezTo>
                    <a:pt x="40826" y="51485"/>
                    <a:pt x="38875" y="48726"/>
                    <a:pt x="39303" y="44634"/>
                  </a:cubicBezTo>
                  <a:cubicBezTo>
                    <a:pt x="39684" y="40352"/>
                    <a:pt x="42349" y="38163"/>
                    <a:pt x="46678" y="38734"/>
                  </a:cubicBezTo>
                  <a:close/>
                  <a:moveTo>
                    <a:pt x="39066" y="297428"/>
                  </a:moveTo>
                  <a:cubicBezTo>
                    <a:pt x="39541" y="293003"/>
                    <a:pt x="42634" y="291100"/>
                    <a:pt x="46488" y="291719"/>
                  </a:cubicBezTo>
                  <a:cubicBezTo>
                    <a:pt x="50152" y="292290"/>
                    <a:pt x="52911" y="294764"/>
                    <a:pt x="52959" y="299094"/>
                  </a:cubicBezTo>
                  <a:cubicBezTo>
                    <a:pt x="52055" y="303090"/>
                    <a:pt x="49295" y="305707"/>
                    <a:pt x="45584" y="305660"/>
                  </a:cubicBezTo>
                  <a:cubicBezTo>
                    <a:pt x="40874" y="305565"/>
                    <a:pt x="38495" y="302282"/>
                    <a:pt x="39066" y="297428"/>
                  </a:cubicBezTo>
                  <a:close/>
                </a:path>
              </a:pathLst>
            </a:custGeom>
            <a:solidFill>
              <a:srgbClr val="1D97C3"/>
            </a:solidFill>
            <a:ln w="4754" cap="flat">
              <a:noFill/>
              <a:prstDash val="solid"/>
              <a:miter/>
            </a:ln>
          </p:spPr>
          <p:txBody>
            <a:bodyPr rtlCol="0" anchor="ctr"/>
            <a:lstStyle/>
            <a:p>
              <a:endParaRPr lang="en-US"/>
            </a:p>
          </p:txBody>
        </p:sp>
        <p:sp>
          <p:nvSpPr>
            <p:cNvPr id="87" name="Freeform: Shape 236">
              <a:extLst>
                <a:ext uri="{FF2B5EF4-FFF2-40B4-BE49-F238E27FC236}">
                  <a16:creationId xmlns:a16="http://schemas.microsoft.com/office/drawing/2014/main" id="{B8BDE2CB-7BF4-4CB8-9BBA-4A70040C77ED}"/>
                </a:ext>
              </a:extLst>
            </p:cNvPr>
            <p:cNvSpPr/>
            <p:nvPr/>
          </p:nvSpPr>
          <p:spPr>
            <a:xfrm>
              <a:off x="4959531" y="2162797"/>
              <a:ext cx="91485" cy="314078"/>
            </a:xfrm>
            <a:custGeom>
              <a:avLst/>
              <a:gdLst>
                <a:gd name="connsiteX0" fmla="*/ 69267 w 91485"/>
                <a:gd name="connsiteY0" fmla="*/ 84598 h 314078"/>
                <a:gd name="connsiteX1" fmla="*/ 89156 w 91485"/>
                <a:gd name="connsiteY1" fmla="*/ 31593 h 314078"/>
                <a:gd name="connsiteX2" fmla="*/ 45667 w 91485"/>
                <a:gd name="connsiteY2" fmla="*/ 0 h 314078"/>
                <a:gd name="connsiteX3" fmla="*/ 1893 w 91485"/>
                <a:gd name="connsiteY3" fmla="*/ 32926 h 314078"/>
                <a:gd name="connsiteX4" fmla="*/ 22115 w 91485"/>
                <a:gd name="connsiteY4" fmla="*/ 84598 h 314078"/>
                <a:gd name="connsiteX5" fmla="*/ 30346 w 91485"/>
                <a:gd name="connsiteY5" fmla="*/ 99633 h 314078"/>
                <a:gd name="connsiteX6" fmla="*/ 30394 w 91485"/>
                <a:gd name="connsiteY6" fmla="*/ 213017 h 314078"/>
                <a:gd name="connsiteX7" fmla="*/ 21069 w 91485"/>
                <a:gd name="connsiteY7" fmla="*/ 230146 h 314078"/>
                <a:gd name="connsiteX8" fmla="*/ 2227 w 91485"/>
                <a:gd name="connsiteY8" fmla="*/ 282437 h 314078"/>
                <a:gd name="connsiteX9" fmla="*/ 45667 w 91485"/>
                <a:gd name="connsiteY9" fmla="*/ 314078 h 314078"/>
                <a:gd name="connsiteX10" fmla="*/ 89156 w 91485"/>
                <a:gd name="connsiteY10" fmla="*/ 282532 h 314078"/>
                <a:gd name="connsiteX11" fmla="*/ 70504 w 91485"/>
                <a:gd name="connsiteY11" fmla="*/ 230242 h 314078"/>
                <a:gd name="connsiteX12" fmla="*/ 61369 w 91485"/>
                <a:gd name="connsiteY12" fmla="*/ 213113 h 314078"/>
                <a:gd name="connsiteX13" fmla="*/ 61417 w 91485"/>
                <a:gd name="connsiteY13" fmla="*/ 99729 h 314078"/>
                <a:gd name="connsiteX14" fmla="*/ 69267 w 91485"/>
                <a:gd name="connsiteY14" fmla="*/ 84598 h 314078"/>
                <a:gd name="connsiteX15" fmla="*/ 44906 w 91485"/>
                <a:gd name="connsiteY15" fmla="*/ 38826 h 314078"/>
                <a:gd name="connsiteX16" fmla="*/ 52852 w 91485"/>
                <a:gd name="connsiteY16" fmla="*/ 46153 h 314078"/>
                <a:gd name="connsiteX17" fmla="*/ 45810 w 91485"/>
                <a:gd name="connsiteY17" fmla="*/ 53052 h 314078"/>
                <a:gd name="connsiteX18" fmla="*/ 38578 w 91485"/>
                <a:gd name="connsiteY18" fmla="*/ 46391 h 314078"/>
                <a:gd name="connsiteX19" fmla="*/ 44906 w 91485"/>
                <a:gd name="connsiteY19" fmla="*/ 38826 h 314078"/>
                <a:gd name="connsiteX20" fmla="*/ 46096 w 91485"/>
                <a:gd name="connsiteY20" fmla="*/ 275253 h 314078"/>
                <a:gd name="connsiteX21" fmla="*/ 38721 w 91485"/>
                <a:gd name="connsiteY21" fmla="*/ 267592 h 314078"/>
                <a:gd name="connsiteX22" fmla="*/ 46001 w 91485"/>
                <a:gd name="connsiteY22" fmla="*/ 261549 h 314078"/>
                <a:gd name="connsiteX23" fmla="*/ 53090 w 91485"/>
                <a:gd name="connsiteY23" fmla="*/ 268115 h 314078"/>
                <a:gd name="connsiteX24" fmla="*/ 46096 w 91485"/>
                <a:gd name="connsiteY24" fmla="*/ 275253 h 314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1485" h="314078">
                  <a:moveTo>
                    <a:pt x="69267" y="84598"/>
                  </a:moveTo>
                  <a:cubicBezTo>
                    <a:pt x="88347" y="73131"/>
                    <a:pt x="95675" y="52243"/>
                    <a:pt x="89156" y="31593"/>
                  </a:cubicBezTo>
                  <a:cubicBezTo>
                    <a:pt x="83541" y="13703"/>
                    <a:pt x="64652" y="0"/>
                    <a:pt x="45667" y="0"/>
                  </a:cubicBezTo>
                  <a:cubicBezTo>
                    <a:pt x="25969" y="0"/>
                    <a:pt x="7032" y="14227"/>
                    <a:pt x="1893" y="32926"/>
                  </a:cubicBezTo>
                  <a:cubicBezTo>
                    <a:pt x="-3816" y="53528"/>
                    <a:pt x="3559" y="73702"/>
                    <a:pt x="22115" y="84598"/>
                  </a:cubicBezTo>
                  <a:cubicBezTo>
                    <a:pt x="28586" y="88404"/>
                    <a:pt x="30394" y="92544"/>
                    <a:pt x="30346" y="99633"/>
                  </a:cubicBezTo>
                  <a:cubicBezTo>
                    <a:pt x="30013" y="137412"/>
                    <a:pt x="29966" y="175239"/>
                    <a:pt x="30394" y="213017"/>
                  </a:cubicBezTo>
                  <a:cubicBezTo>
                    <a:pt x="30489" y="221106"/>
                    <a:pt x="28538" y="225769"/>
                    <a:pt x="21069" y="230146"/>
                  </a:cubicBezTo>
                  <a:cubicBezTo>
                    <a:pt x="3178" y="240614"/>
                    <a:pt x="-4054" y="262453"/>
                    <a:pt x="2227" y="282437"/>
                  </a:cubicBezTo>
                  <a:cubicBezTo>
                    <a:pt x="7841" y="300375"/>
                    <a:pt x="26588" y="314030"/>
                    <a:pt x="45667" y="314078"/>
                  </a:cubicBezTo>
                  <a:cubicBezTo>
                    <a:pt x="64700" y="314126"/>
                    <a:pt x="83589" y="300423"/>
                    <a:pt x="89156" y="282532"/>
                  </a:cubicBezTo>
                  <a:cubicBezTo>
                    <a:pt x="95436" y="262406"/>
                    <a:pt x="88442" y="240566"/>
                    <a:pt x="70504" y="230242"/>
                  </a:cubicBezTo>
                  <a:cubicBezTo>
                    <a:pt x="62892" y="225817"/>
                    <a:pt x="61274" y="221059"/>
                    <a:pt x="61369" y="213113"/>
                  </a:cubicBezTo>
                  <a:cubicBezTo>
                    <a:pt x="61750" y="175334"/>
                    <a:pt x="61702" y="137507"/>
                    <a:pt x="61417" y="99729"/>
                  </a:cubicBezTo>
                  <a:cubicBezTo>
                    <a:pt x="61321" y="92829"/>
                    <a:pt x="62749" y="88547"/>
                    <a:pt x="69267" y="84598"/>
                  </a:cubicBezTo>
                  <a:close/>
                  <a:moveTo>
                    <a:pt x="44906" y="38826"/>
                  </a:moveTo>
                  <a:cubicBezTo>
                    <a:pt x="49521" y="38302"/>
                    <a:pt x="52709" y="41680"/>
                    <a:pt x="52852" y="46153"/>
                  </a:cubicBezTo>
                  <a:cubicBezTo>
                    <a:pt x="52995" y="50150"/>
                    <a:pt x="49807" y="52386"/>
                    <a:pt x="45810" y="53052"/>
                  </a:cubicBezTo>
                  <a:cubicBezTo>
                    <a:pt x="41671" y="52719"/>
                    <a:pt x="38911" y="50388"/>
                    <a:pt x="38578" y="46391"/>
                  </a:cubicBezTo>
                  <a:cubicBezTo>
                    <a:pt x="38245" y="42251"/>
                    <a:pt x="41290" y="39254"/>
                    <a:pt x="44906" y="38826"/>
                  </a:cubicBezTo>
                  <a:close/>
                  <a:moveTo>
                    <a:pt x="46096" y="275253"/>
                  </a:moveTo>
                  <a:cubicBezTo>
                    <a:pt x="41385" y="275443"/>
                    <a:pt x="38626" y="271969"/>
                    <a:pt x="38721" y="267592"/>
                  </a:cubicBezTo>
                  <a:cubicBezTo>
                    <a:pt x="38768" y="263548"/>
                    <a:pt x="41718" y="261407"/>
                    <a:pt x="46001" y="261549"/>
                  </a:cubicBezTo>
                  <a:cubicBezTo>
                    <a:pt x="50283" y="261692"/>
                    <a:pt x="52281" y="264214"/>
                    <a:pt x="53090" y="268115"/>
                  </a:cubicBezTo>
                  <a:cubicBezTo>
                    <a:pt x="51996" y="271827"/>
                    <a:pt x="50045" y="275110"/>
                    <a:pt x="46096" y="275253"/>
                  </a:cubicBezTo>
                  <a:close/>
                </a:path>
              </a:pathLst>
            </a:custGeom>
            <a:solidFill>
              <a:srgbClr val="1D97C3"/>
            </a:solidFill>
            <a:ln w="4754" cap="flat">
              <a:noFill/>
              <a:prstDash val="solid"/>
              <a:miter/>
            </a:ln>
          </p:spPr>
          <p:txBody>
            <a:bodyPr rtlCol="0" anchor="ctr"/>
            <a:lstStyle/>
            <a:p>
              <a:endParaRPr lang="en-US"/>
            </a:p>
          </p:txBody>
        </p:sp>
        <p:sp>
          <p:nvSpPr>
            <p:cNvPr id="88" name="Freeform: Shape 237">
              <a:extLst>
                <a:ext uri="{FF2B5EF4-FFF2-40B4-BE49-F238E27FC236}">
                  <a16:creationId xmlns:a16="http://schemas.microsoft.com/office/drawing/2014/main" id="{417B39D6-98F9-41A1-AA79-DD91DEECB84B}"/>
                </a:ext>
              </a:extLst>
            </p:cNvPr>
            <p:cNvSpPr/>
            <p:nvPr/>
          </p:nvSpPr>
          <p:spPr>
            <a:xfrm>
              <a:off x="5209613" y="2161924"/>
              <a:ext cx="92127" cy="325943"/>
            </a:xfrm>
            <a:custGeom>
              <a:avLst/>
              <a:gdLst>
                <a:gd name="connsiteX0" fmla="*/ 23449 w 92127"/>
                <a:gd name="connsiteY0" fmla="*/ 241011 h 325943"/>
                <a:gd name="connsiteX1" fmla="*/ 2513 w 92127"/>
                <a:gd name="connsiteY1" fmla="*/ 292160 h 325943"/>
                <a:gd name="connsiteX2" fmla="*/ 46668 w 92127"/>
                <a:gd name="connsiteY2" fmla="*/ 325942 h 325943"/>
                <a:gd name="connsiteX3" fmla="*/ 90346 w 92127"/>
                <a:gd name="connsiteY3" fmla="*/ 292921 h 325943"/>
                <a:gd name="connsiteX4" fmla="*/ 69554 w 92127"/>
                <a:gd name="connsiteY4" fmla="*/ 241201 h 325943"/>
                <a:gd name="connsiteX5" fmla="*/ 61179 w 92127"/>
                <a:gd name="connsiteY5" fmla="*/ 226261 h 325943"/>
                <a:gd name="connsiteX6" fmla="*/ 61132 w 92127"/>
                <a:gd name="connsiteY6" fmla="*/ 103456 h 325943"/>
                <a:gd name="connsiteX7" fmla="*/ 71743 w 92127"/>
                <a:gd name="connsiteY7" fmla="*/ 82997 h 325943"/>
                <a:gd name="connsiteX8" fmla="*/ 82067 w 92127"/>
                <a:gd name="connsiteY8" fmla="*/ 17336 h 325943"/>
                <a:gd name="connsiteX9" fmla="*/ 15502 w 92127"/>
                <a:gd name="connsiteY9" fmla="*/ 11816 h 325943"/>
                <a:gd name="connsiteX10" fmla="*/ 15074 w 92127"/>
                <a:gd name="connsiteY10" fmla="*/ 77810 h 325943"/>
                <a:gd name="connsiteX11" fmla="*/ 30775 w 92127"/>
                <a:gd name="connsiteY11" fmla="*/ 116636 h 325943"/>
                <a:gd name="connsiteX12" fmla="*/ 30633 w 92127"/>
                <a:gd name="connsiteY12" fmla="*/ 163027 h 325943"/>
                <a:gd name="connsiteX13" fmla="*/ 30775 w 92127"/>
                <a:gd name="connsiteY13" fmla="*/ 227165 h 325943"/>
                <a:gd name="connsiteX14" fmla="*/ 23449 w 92127"/>
                <a:gd name="connsiteY14" fmla="*/ 241011 h 325943"/>
                <a:gd name="connsiteX15" fmla="*/ 46382 w 92127"/>
                <a:gd name="connsiteY15" fmla="*/ 38890 h 325943"/>
                <a:gd name="connsiteX16" fmla="*/ 52805 w 92127"/>
                <a:gd name="connsiteY16" fmla="*/ 45931 h 325943"/>
                <a:gd name="connsiteX17" fmla="*/ 45668 w 92127"/>
                <a:gd name="connsiteY17" fmla="*/ 52498 h 325943"/>
                <a:gd name="connsiteX18" fmla="*/ 39245 w 92127"/>
                <a:gd name="connsiteY18" fmla="*/ 45313 h 325943"/>
                <a:gd name="connsiteX19" fmla="*/ 46382 w 92127"/>
                <a:gd name="connsiteY19" fmla="*/ 38890 h 325943"/>
                <a:gd name="connsiteX20" fmla="*/ 45574 w 92127"/>
                <a:gd name="connsiteY20" fmla="*/ 273651 h 325943"/>
                <a:gd name="connsiteX21" fmla="*/ 52900 w 92127"/>
                <a:gd name="connsiteY21" fmla="*/ 279218 h 325943"/>
                <a:gd name="connsiteX22" fmla="*/ 46715 w 92127"/>
                <a:gd name="connsiteY22" fmla="*/ 287212 h 325943"/>
                <a:gd name="connsiteX23" fmla="*/ 39293 w 92127"/>
                <a:gd name="connsiteY23" fmla="*/ 280836 h 325943"/>
                <a:gd name="connsiteX24" fmla="*/ 45574 w 92127"/>
                <a:gd name="connsiteY24" fmla="*/ 273651 h 325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2127" h="325943">
                  <a:moveTo>
                    <a:pt x="23449" y="241011"/>
                  </a:moveTo>
                  <a:cubicBezTo>
                    <a:pt x="4273" y="252288"/>
                    <a:pt x="-3435" y="272319"/>
                    <a:pt x="2513" y="292160"/>
                  </a:cubicBezTo>
                  <a:cubicBezTo>
                    <a:pt x="8651" y="312715"/>
                    <a:pt x="26113" y="326085"/>
                    <a:pt x="46668" y="325942"/>
                  </a:cubicBezTo>
                  <a:cubicBezTo>
                    <a:pt x="66461" y="325752"/>
                    <a:pt x="84970" y="311716"/>
                    <a:pt x="90346" y="292921"/>
                  </a:cubicBezTo>
                  <a:cubicBezTo>
                    <a:pt x="95961" y="273175"/>
                    <a:pt x="88110" y="252288"/>
                    <a:pt x="69554" y="241201"/>
                  </a:cubicBezTo>
                  <a:cubicBezTo>
                    <a:pt x="63083" y="237347"/>
                    <a:pt x="61132" y="233446"/>
                    <a:pt x="61179" y="226261"/>
                  </a:cubicBezTo>
                  <a:cubicBezTo>
                    <a:pt x="61513" y="185342"/>
                    <a:pt x="61608" y="144375"/>
                    <a:pt x="61132" y="103456"/>
                  </a:cubicBezTo>
                  <a:cubicBezTo>
                    <a:pt x="61037" y="94083"/>
                    <a:pt x="63035" y="88468"/>
                    <a:pt x="71743" y="82997"/>
                  </a:cubicBezTo>
                  <a:cubicBezTo>
                    <a:pt x="94153" y="68960"/>
                    <a:pt x="98388" y="37510"/>
                    <a:pt x="82067" y="17336"/>
                  </a:cubicBezTo>
                  <a:cubicBezTo>
                    <a:pt x="65319" y="-3362"/>
                    <a:pt x="34868" y="-5931"/>
                    <a:pt x="15502" y="11816"/>
                  </a:cubicBezTo>
                  <a:cubicBezTo>
                    <a:pt x="-4005" y="29659"/>
                    <a:pt x="-6146" y="62823"/>
                    <a:pt x="15074" y="77810"/>
                  </a:cubicBezTo>
                  <a:cubicBezTo>
                    <a:pt x="30775" y="88897"/>
                    <a:pt x="31394" y="101172"/>
                    <a:pt x="30775" y="116636"/>
                  </a:cubicBezTo>
                  <a:cubicBezTo>
                    <a:pt x="30205" y="132100"/>
                    <a:pt x="30633" y="147563"/>
                    <a:pt x="30633" y="163027"/>
                  </a:cubicBezTo>
                  <a:cubicBezTo>
                    <a:pt x="30633" y="184390"/>
                    <a:pt x="30443" y="205802"/>
                    <a:pt x="30775" y="227165"/>
                  </a:cubicBezTo>
                  <a:cubicBezTo>
                    <a:pt x="30871" y="233493"/>
                    <a:pt x="29586" y="237395"/>
                    <a:pt x="23449" y="241011"/>
                  </a:cubicBezTo>
                  <a:close/>
                  <a:moveTo>
                    <a:pt x="46382" y="38890"/>
                  </a:moveTo>
                  <a:cubicBezTo>
                    <a:pt x="50855" y="39032"/>
                    <a:pt x="52948" y="41840"/>
                    <a:pt x="52805" y="45931"/>
                  </a:cubicBezTo>
                  <a:cubicBezTo>
                    <a:pt x="52615" y="50023"/>
                    <a:pt x="50189" y="52498"/>
                    <a:pt x="45668" y="52498"/>
                  </a:cubicBezTo>
                  <a:cubicBezTo>
                    <a:pt x="41767" y="51736"/>
                    <a:pt x="38960" y="49500"/>
                    <a:pt x="39245" y="45313"/>
                  </a:cubicBezTo>
                  <a:cubicBezTo>
                    <a:pt x="39483" y="41173"/>
                    <a:pt x="42005" y="38699"/>
                    <a:pt x="46382" y="38890"/>
                  </a:cubicBezTo>
                  <a:close/>
                  <a:moveTo>
                    <a:pt x="45574" y="273651"/>
                  </a:moveTo>
                  <a:cubicBezTo>
                    <a:pt x="49855" y="273128"/>
                    <a:pt x="52377" y="275316"/>
                    <a:pt x="52900" y="279218"/>
                  </a:cubicBezTo>
                  <a:cubicBezTo>
                    <a:pt x="52948" y="283976"/>
                    <a:pt x="50855" y="286831"/>
                    <a:pt x="46715" y="287212"/>
                  </a:cubicBezTo>
                  <a:cubicBezTo>
                    <a:pt x="42481" y="287592"/>
                    <a:pt x="39911" y="284737"/>
                    <a:pt x="39293" y="280836"/>
                  </a:cubicBezTo>
                  <a:cubicBezTo>
                    <a:pt x="38531" y="276316"/>
                    <a:pt x="41576" y="274175"/>
                    <a:pt x="45574" y="273651"/>
                  </a:cubicBezTo>
                  <a:close/>
                </a:path>
              </a:pathLst>
            </a:custGeom>
            <a:solidFill>
              <a:srgbClr val="1D97C3"/>
            </a:solidFill>
            <a:ln w="4754" cap="flat">
              <a:noFill/>
              <a:prstDash val="solid"/>
              <a:miter/>
            </a:ln>
          </p:spPr>
          <p:txBody>
            <a:bodyPr rtlCol="0" anchor="ctr"/>
            <a:lstStyle/>
            <a:p>
              <a:endParaRPr lang="en-US"/>
            </a:p>
          </p:txBody>
        </p:sp>
        <p:sp>
          <p:nvSpPr>
            <p:cNvPr id="89" name="Freeform: Shape 238">
              <a:extLst>
                <a:ext uri="{FF2B5EF4-FFF2-40B4-BE49-F238E27FC236}">
                  <a16:creationId xmlns:a16="http://schemas.microsoft.com/office/drawing/2014/main" id="{CFD2C0E6-D792-4653-BE7A-DD0E9DCCBF11}"/>
                </a:ext>
              </a:extLst>
            </p:cNvPr>
            <p:cNvSpPr/>
            <p:nvPr/>
          </p:nvSpPr>
          <p:spPr>
            <a:xfrm>
              <a:off x="1475009" y="2539681"/>
              <a:ext cx="664423" cy="207973"/>
            </a:xfrm>
            <a:custGeom>
              <a:avLst/>
              <a:gdLst>
                <a:gd name="connsiteX0" fmla="*/ 25610 w 664423"/>
                <a:gd name="connsiteY0" fmla="*/ 4425 h 207973"/>
                <a:gd name="connsiteX1" fmla="*/ 773 w 664423"/>
                <a:gd name="connsiteY1" fmla="*/ 0 h 207973"/>
                <a:gd name="connsiteX2" fmla="*/ 773 w 664423"/>
                <a:gd name="connsiteY2" fmla="*/ 100775 h 207973"/>
                <a:gd name="connsiteX3" fmla="*/ 51065 w 664423"/>
                <a:gd name="connsiteY3" fmla="*/ 167816 h 207973"/>
                <a:gd name="connsiteX4" fmla="*/ 80089 w 664423"/>
                <a:gd name="connsiteY4" fmla="*/ 207974 h 207973"/>
                <a:gd name="connsiteX5" fmla="*/ 82231 w 664423"/>
                <a:gd name="connsiteY5" fmla="*/ 181424 h 207973"/>
                <a:gd name="connsiteX6" fmla="*/ 86703 w 664423"/>
                <a:gd name="connsiteY6" fmla="*/ 173002 h 207973"/>
                <a:gd name="connsiteX7" fmla="*/ 126385 w 664423"/>
                <a:gd name="connsiteY7" fmla="*/ 175334 h 207973"/>
                <a:gd name="connsiteX8" fmla="*/ 126385 w 664423"/>
                <a:gd name="connsiteY8" fmla="*/ 175334 h 207973"/>
                <a:gd name="connsiteX9" fmla="*/ 161642 w 664423"/>
                <a:gd name="connsiteY9" fmla="*/ 175143 h 207973"/>
                <a:gd name="connsiteX10" fmla="*/ 208271 w 664423"/>
                <a:gd name="connsiteY10" fmla="*/ 175143 h 207973"/>
                <a:gd name="connsiteX11" fmla="*/ 208271 w 664423"/>
                <a:gd name="connsiteY11" fmla="*/ 175143 h 207973"/>
                <a:gd name="connsiteX12" fmla="*/ 238342 w 664423"/>
                <a:gd name="connsiteY12" fmla="*/ 175001 h 207973"/>
                <a:gd name="connsiteX13" fmla="*/ 284875 w 664423"/>
                <a:gd name="connsiteY13" fmla="*/ 175191 h 207973"/>
                <a:gd name="connsiteX14" fmla="*/ 314899 w 664423"/>
                <a:gd name="connsiteY14" fmla="*/ 175001 h 207973"/>
                <a:gd name="connsiteX15" fmla="*/ 361432 w 664423"/>
                <a:gd name="connsiteY15" fmla="*/ 175191 h 207973"/>
                <a:gd name="connsiteX16" fmla="*/ 361432 w 664423"/>
                <a:gd name="connsiteY16" fmla="*/ 175191 h 207973"/>
                <a:gd name="connsiteX17" fmla="*/ 379084 w 664423"/>
                <a:gd name="connsiteY17" fmla="*/ 174287 h 207973"/>
                <a:gd name="connsiteX18" fmla="*/ 391455 w 664423"/>
                <a:gd name="connsiteY18" fmla="*/ 186134 h 207973"/>
                <a:gd name="connsiteX19" fmla="*/ 391836 w 664423"/>
                <a:gd name="connsiteY19" fmla="*/ 207926 h 207973"/>
                <a:gd name="connsiteX20" fmla="*/ 393739 w 664423"/>
                <a:gd name="connsiteY20" fmla="*/ 182756 h 207973"/>
                <a:gd name="connsiteX21" fmla="*/ 403731 w 664423"/>
                <a:gd name="connsiteY21" fmla="*/ 172431 h 207973"/>
                <a:gd name="connsiteX22" fmla="*/ 437989 w 664423"/>
                <a:gd name="connsiteY22" fmla="*/ 175238 h 207973"/>
                <a:gd name="connsiteX23" fmla="*/ 437989 w 664423"/>
                <a:gd name="connsiteY23" fmla="*/ 175238 h 207973"/>
                <a:gd name="connsiteX24" fmla="*/ 455641 w 664423"/>
                <a:gd name="connsiteY24" fmla="*/ 174287 h 207973"/>
                <a:gd name="connsiteX25" fmla="*/ 467965 w 664423"/>
                <a:gd name="connsiteY25" fmla="*/ 186134 h 207973"/>
                <a:gd name="connsiteX26" fmla="*/ 468345 w 664423"/>
                <a:gd name="connsiteY26" fmla="*/ 207926 h 207973"/>
                <a:gd name="connsiteX27" fmla="*/ 470248 w 664423"/>
                <a:gd name="connsiteY27" fmla="*/ 182709 h 207973"/>
                <a:gd name="connsiteX28" fmla="*/ 480240 w 664423"/>
                <a:gd name="connsiteY28" fmla="*/ 172384 h 207973"/>
                <a:gd name="connsiteX29" fmla="*/ 514546 w 664423"/>
                <a:gd name="connsiteY29" fmla="*/ 175238 h 207973"/>
                <a:gd name="connsiteX30" fmla="*/ 514546 w 664423"/>
                <a:gd name="connsiteY30" fmla="*/ 175238 h 207973"/>
                <a:gd name="connsiteX31" fmla="*/ 547091 w 664423"/>
                <a:gd name="connsiteY31" fmla="*/ 175143 h 207973"/>
                <a:gd name="connsiteX32" fmla="*/ 594290 w 664423"/>
                <a:gd name="connsiteY32" fmla="*/ 172479 h 207973"/>
                <a:gd name="connsiteX33" fmla="*/ 594290 w 664423"/>
                <a:gd name="connsiteY33" fmla="*/ 172479 h 207973"/>
                <a:gd name="connsiteX34" fmla="*/ 594290 w 664423"/>
                <a:gd name="connsiteY34" fmla="*/ 172479 h 207973"/>
                <a:gd name="connsiteX35" fmla="*/ 634496 w 664423"/>
                <a:gd name="connsiteY35" fmla="*/ 155112 h 207973"/>
                <a:gd name="connsiteX36" fmla="*/ 661759 w 664423"/>
                <a:gd name="connsiteY36" fmla="*/ 112575 h 207973"/>
                <a:gd name="connsiteX37" fmla="*/ 664424 w 664423"/>
                <a:gd name="connsiteY37" fmla="*/ 84503 h 207973"/>
                <a:gd name="connsiteX38" fmla="*/ 662140 w 664423"/>
                <a:gd name="connsiteY38" fmla="*/ 74606 h 207973"/>
                <a:gd name="connsiteX39" fmla="*/ 662140 w 664423"/>
                <a:gd name="connsiteY39" fmla="*/ 9088 h 207973"/>
                <a:gd name="connsiteX40" fmla="*/ 632831 w 664423"/>
                <a:gd name="connsiteY40" fmla="*/ 4568 h 207973"/>
                <a:gd name="connsiteX41" fmla="*/ 25610 w 664423"/>
                <a:gd name="connsiteY41" fmla="*/ 4425 h 20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64423" h="207973">
                  <a:moveTo>
                    <a:pt x="25610" y="4425"/>
                  </a:moveTo>
                  <a:cubicBezTo>
                    <a:pt x="17188" y="4425"/>
                    <a:pt x="8148" y="6423"/>
                    <a:pt x="773" y="0"/>
                  </a:cubicBezTo>
                  <a:cubicBezTo>
                    <a:pt x="630" y="33592"/>
                    <a:pt x="-892" y="67279"/>
                    <a:pt x="773" y="100775"/>
                  </a:cubicBezTo>
                  <a:cubicBezTo>
                    <a:pt x="2391" y="133511"/>
                    <a:pt x="19377" y="161012"/>
                    <a:pt x="51065" y="167816"/>
                  </a:cubicBezTo>
                  <a:cubicBezTo>
                    <a:pt x="77853" y="173573"/>
                    <a:pt x="82659" y="185706"/>
                    <a:pt x="80089" y="207974"/>
                  </a:cubicBezTo>
                  <a:cubicBezTo>
                    <a:pt x="84419" y="199409"/>
                    <a:pt x="81231" y="190226"/>
                    <a:pt x="82231" y="181424"/>
                  </a:cubicBezTo>
                  <a:cubicBezTo>
                    <a:pt x="82611" y="177903"/>
                    <a:pt x="81802" y="172907"/>
                    <a:pt x="86703" y="173002"/>
                  </a:cubicBezTo>
                  <a:cubicBezTo>
                    <a:pt x="99930" y="173240"/>
                    <a:pt x="113538" y="169148"/>
                    <a:pt x="126385" y="175334"/>
                  </a:cubicBezTo>
                  <a:lnTo>
                    <a:pt x="126385" y="175334"/>
                  </a:lnTo>
                  <a:cubicBezTo>
                    <a:pt x="138137" y="173763"/>
                    <a:pt x="149890" y="173954"/>
                    <a:pt x="161642" y="175143"/>
                  </a:cubicBezTo>
                  <a:cubicBezTo>
                    <a:pt x="177201" y="170766"/>
                    <a:pt x="192712" y="170671"/>
                    <a:pt x="208271" y="175143"/>
                  </a:cubicBezTo>
                  <a:cubicBezTo>
                    <a:pt x="208271" y="175143"/>
                    <a:pt x="208271" y="175143"/>
                    <a:pt x="208271" y="175143"/>
                  </a:cubicBezTo>
                  <a:cubicBezTo>
                    <a:pt x="218263" y="173811"/>
                    <a:pt x="228302" y="174001"/>
                    <a:pt x="238342" y="175001"/>
                  </a:cubicBezTo>
                  <a:cubicBezTo>
                    <a:pt x="253853" y="171004"/>
                    <a:pt x="269364" y="170480"/>
                    <a:pt x="284875" y="175191"/>
                  </a:cubicBezTo>
                  <a:cubicBezTo>
                    <a:pt x="294867" y="173811"/>
                    <a:pt x="304907" y="174049"/>
                    <a:pt x="314899" y="175001"/>
                  </a:cubicBezTo>
                  <a:cubicBezTo>
                    <a:pt x="330410" y="171051"/>
                    <a:pt x="345921" y="170480"/>
                    <a:pt x="361432" y="175191"/>
                  </a:cubicBezTo>
                  <a:cubicBezTo>
                    <a:pt x="361432" y="175191"/>
                    <a:pt x="361432" y="175191"/>
                    <a:pt x="361432" y="175191"/>
                  </a:cubicBezTo>
                  <a:cubicBezTo>
                    <a:pt x="367332" y="174905"/>
                    <a:pt x="373280" y="175001"/>
                    <a:pt x="379084" y="174287"/>
                  </a:cubicBezTo>
                  <a:cubicBezTo>
                    <a:pt x="388410" y="173145"/>
                    <a:pt x="392407" y="176238"/>
                    <a:pt x="391455" y="186134"/>
                  </a:cubicBezTo>
                  <a:cubicBezTo>
                    <a:pt x="390742" y="193319"/>
                    <a:pt x="391646" y="200646"/>
                    <a:pt x="391836" y="207926"/>
                  </a:cubicBezTo>
                  <a:cubicBezTo>
                    <a:pt x="396213" y="199838"/>
                    <a:pt x="393596" y="191130"/>
                    <a:pt x="393739" y="182756"/>
                  </a:cubicBezTo>
                  <a:cubicBezTo>
                    <a:pt x="393882" y="175429"/>
                    <a:pt x="395880" y="171432"/>
                    <a:pt x="403731" y="172431"/>
                  </a:cubicBezTo>
                  <a:cubicBezTo>
                    <a:pt x="415103" y="173859"/>
                    <a:pt x="426998" y="169148"/>
                    <a:pt x="437989" y="175238"/>
                  </a:cubicBezTo>
                  <a:cubicBezTo>
                    <a:pt x="437989" y="175238"/>
                    <a:pt x="437989" y="175238"/>
                    <a:pt x="437989" y="175238"/>
                  </a:cubicBezTo>
                  <a:cubicBezTo>
                    <a:pt x="443889" y="174953"/>
                    <a:pt x="449836" y="175001"/>
                    <a:pt x="455641" y="174287"/>
                  </a:cubicBezTo>
                  <a:cubicBezTo>
                    <a:pt x="464967" y="173097"/>
                    <a:pt x="468916" y="176285"/>
                    <a:pt x="467965" y="186134"/>
                  </a:cubicBezTo>
                  <a:cubicBezTo>
                    <a:pt x="467251" y="193319"/>
                    <a:pt x="468155" y="200646"/>
                    <a:pt x="468345" y="207926"/>
                  </a:cubicBezTo>
                  <a:cubicBezTo>
                    <a:pt x="472675" y="199838"/>
                    <a:pt x="470058" y="191130"/>
                    <a:pt x="470248" y="182709"/>
                  </a:cubicBezTo>
                  <a:cubicBezTo>
                    <a:pt x="470391" y="175381"/>
                    <a:pt x="472390" y="171384"/>
                    <a:pt x="480240" y="172384"/>
                  </a:cubicBezTo>
                  <a:cubicBezTo>
                    <a:pt x="491612" y="173811"/>
                    <a:pt x="503507" y="169053"/>
                    <a:pt x="514546" y="175238"/>
                  </a:cubicBezTo>
                  <a:cubicBezTo>
                    <a:pt x="514546" y="175238"/>
                    <a:pt x="514546" y="175238"/>
                    <a:pt x="514546" y="175238"/>
                  </a:cubicBezTo>
                  <a:cubicBezTo>
                    <a:pt x="525394" y="173811"/>
                    <a:pt x="536242" y="173859"/>
                    <a:pt x="547091" y="175143"/>
                  </a:cubicBezTo>
                  <a:cubicBezTo>
                    <a:pt x="562507" y="168958"/>
                    <a:pt x="578589" y="173954"/>
                    <a:pt x="594290" y="172479"/>
                  </a:cubicBezTo>
                  <a:lnTo>
                    <a:pt x="594290" y="172479"/>
                  </a:lnTo>
                  <a:lnTo>
                    <a:pt x="594290" y="172479"/>
                  </a:lnTo>
                  <a:cubicBezTo>
                    <a:pt x="609944" y="171908"/>
                    <a:pt x="622744" y="164723"/>
                    <a:pt x="634496" y="155112"/>
                  </a:cubicBezTo>
                  <a:cubicBezTo>
                    <a:pt x="648247" y="143883"/>
                    <a:pt x="655098" y="128324"/>
                    <a:pt x="661759" y="112575"/>
                  </a:cubicBezTo>
                  <a:cubicBezTo>
                    <a:pt x="662759" y="103249"/>
                    <a:pt x="660284" y="93543"/>
                    <a:pt x="664424" y="84503"/>
                  </a:cubicBezTo>
                  <a:cubicBezTo>
                    <a:pt x="660380" y="81981"/>
                    <a:pt x="662140" y="77937"/>
                    <a:pt x="662140" y="74606"/>
                  </a:cubicBezTo>
                  <a:cubicBezTo>
                    <a:pt x="661997" y="52767"/>
                    <a:pt x="662140" y="30927"/>
                    <a:pt x="662140" y="9088"/>
                  </a:cubicBezTo>
                  <a:cubicBezTo>
                    <a:pt x="652862" y="4472"/>
                    <a:pt x="642870" y="4520"/>
                    <a:pt x="632831" y="4568"/>
                  </a:cubicBezTo>
                  <a:cubicBezTo>
                    <a:pt x="430471" y="4568"/>
                    <a:pt x="228064" y="4568"/>
                    <a:pt x="25610" y="4425"/>
                  </a:cubicBezTo>
                  <a:close/>
                </a:path>
              </a:pathLst>
            </a:custGeom>
            <a:solidFill>
              <a:srgbClr val="1D7799"/>
            </a:solidFill>
            <a:ln w="4754" cap="flat">
              <a:noFill/>
              <a:prstDash val="solid"/>
              <a:miter/>
            </a:ln>
          </p:spPr>
          <p:txBody>
            <a:bodyPr rtlCol="0" anchor="ctr"/>
            <a:lstStyle/>
            <a:p>
              <a:endParaRPr lang="en-US"/>
            </a:p>
          </p:txBody>
        </p:sp>
        <p:sp>
          <p:nvSpPr>
            <p:cNvPr id="90" name="Freeform: Shape 239">
              <a:extLst>
                <a:ext uri="{FF2B5EF4-FFF2-40B4-BE49-F238E27FC236}">
                  <a16:creationId xmlns:a16="http://schemas.microsoft.com/office/drawing/2014/main" id="{7637CB54-BE04-4170-A7BA-B6ADF18250E9}"/>
                </a:ext>
              </a:extLst>
            </p:cNvPr>
            <p:cNvSpPr/>
            <p:nvPr/>
          </p:nvSpPr>
          <p:spPr>
            <a:xfrm>
              <a:off x="1475829" y="2539390"/>
              <a:ext cx="661425" cy="9284"/>
            </a:xfrm>
            <a:custGeom>
              <a:avLst/>
              <a:gdLst>
                <a:gd name="connsiteX0" fmla="*/ 645951 w 661425"/>
                <a:gd name="connsiteY0" fmla="*/ 529 h 9284"/>
                <a:gd name="connsiteX1" fmla="*/ 0 w 661425"/>
                <a:gd name="connsiteY1" fmla="*/ 292 h 9284"/>
                <a:gd name="connsiteX2" fmla="*/ 24837 w 661425"/>
                <a:gd name="connsiteY2" fmla="*/ 4717 h 9284"/>
                <a:gd name="connsiteX3" fmla="*/ 632105 w 661425"/>
                <a:gd name="connsiteY3" fmla="*/ 4764 h 9284"/>
                <a:gd name="connsiteX4" fmla="*/ 661415 w 661425"/>
                <a:gd name="connsiteY4" fmla="*/ 9284 h 9284"/>
                <a:gd name="connsiteX5" fmla="*/ 645951 w 661425"/>
                <a:gd name="connsiteY5" fmla="*/ 529 h 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1425" h="9284">
                  <a:moveTo>
                    <a:pt x="645951" y="529"/>
                  </a:moveTo>
                  <a:cubicBezTo>
                    <a:pt x="430650" y="339"/>
                    <a:pt x="215301" y="339"/>
                    <a:pt x="0" y="292"/>
                  </a:cubicBezTo>
                  <a:cubicBezTo>
                    <a:pt x="7375" y="6762"/>
                    <a:pt x="16415" y="4717"/>
                    <a:pt x="24837" y="4717"/>
                  </a:cubicBezTo>
                  <a:cubicBezTo>
                    <a:pt x="227244" y="4812"/>
                    <a:pt x="429698" y="4812"/>
                    <a:pt x="632105" y="4764"/>
                  </a:cubicBezTo>
                  <a:cubicBezTo>
                    <a:pt x="642145" y="4764"/>
                    <a:pt x="652137" y="4669"/>
                    <a:pt x="661415" y="9284"/>
                  </a:cubicBezTo>
                  <a:cubicBezTo>
                    <a:pt x="661795" y="-3229"/>
                    <a:pt x="652279" y="529"/>
                    <a:pt x="645951" y="529"/>
                  </a:cubicBezTo>
                  <a:close/>
                </a:path>
              </a:pathLst>
            </a:custGeom>
            <a:solidFill>
              <a:srgbClr val="1D7799"/>
            </a:solidFill>
            <a:ln w="4754" cap="flat">
              <a:noFill/>
              <a:prstDash val="solid"/>
              <a:miter/>
            </a:ln>
          </p:spPr>
          <p:txBody>
            <a:bodyPr rtlCol="0" anchor="ctr"/>
            <a:lstStyle/>
            <a:p>
              <a:endParaRPr lang="en-US"/>
            </a:p>
          </p:txBody>
        </p:sp>
        <p:sp>
          <p:nvSpPr>
            <p:cNvPr id="91" name="Freeform: Shape 240">
              <a:extLst>
                <a:ext uri="{FF2B5EF4-FFF2-40B4-BE49-F238E27FC236}">
                  <a16:creationId xmlns:a16="http://schemas.microsoft.com/office/drawing/2014/main" id="{8C0EE8C1-E393-4F4E-B32F-D792333742DB}"/>
                </a:ext>
              </a:extLst>
            </p:cNvPr>
            <p:cNvSpPr/>
            <p:nvPr/>
          </p:nvSpPr>
          <p:spPr>
            <a:xfrm>
              <a:off x="2672107" y="2725519"/>
              <a:ext cx="153931" cy="549782"/>
            </a:xfrm>
            <a:custGeom>
              <a:avLst/>
              <a:gdLst>
                <a:gd name="connsiteX0" fmla="*/ 15975 w 153931"/>
                <a:gd name="connsiteY0" fmla="*/ 135092 h 549782"/>
                <a:gd name="connsiteX1" fmla="*/ 607 w 153931"/>
                <a:gd name="connsiteY1" fmla="*/ 152173 h 549782"/>
                <a:gd name="connsiteX2" fmla="*/ 607 w 153931"/>
                <a:gd name="connsiteY2" fmla="*/ 160357 h 549782"/>
                <a:gd name="connsiteX3" fmla="*/ 12835 w 153931"/>
                <a:gd name="connsiteY3" fmla="*/ 173014 h 549782"/>
                <a:gd name="connsiteX4" fmla="*/ 25348 w 153931"/>
                <a:gd name="connsiteY4" fmla="*/ 185956 h 549782"/>
                <a:gd name="connsiteX5" fmla="*/ 13358 w 153931"/>
                <a:gd name="connsiteY5" fmla="*/ 199373 h 549782"/>
                <a:gd name="connsiteX6" fmla="*/ 607 w 153931"/>
                <a:gd name="connsiteY6" fmla="*/ 211506 h 549782"/>
                <a:gd name="connsiteX7" fmla="*/ 607 w 153931"/>
                <a:gd name="connsiteY7" fmla="*/ 223782 h 549782"/>
                <a:gd name="connsiteX8" fmla="*/ 14072 w 153931"/>
                <a:gd name="connsiteY8" fmla="*/ 236866 h 549782"/>
                <a:gd name="connsiteX9" fmla="*/ 25396 w 153931"/>
                <a:gd name="connsiteY9" fmla="*/ 249523 h 549782"/>
                <a:gd name="connsiteX10" fmla="*/ 14738 w 153931"/>
                <a:gd name="connsiteY10" fmla="*/ 262560 h 549782"/>
                <a:gd name="connsiteX11" fmla="*/ 702 w 153931"/>
                <a:gd name="connsiteY11" fmla="*/ 276263 h 549782"/>
                <a:gd name="connsiteX12" fmla="*/ 702 w 153931"/>
                <a:gd name="connsiteY12" fmla="*/ 288539 h 549782"/>
                <a:gd name="connsiteX13" fmla="*/ 13549 w 153931"/>
                <a:gd name="connsiteY13" fmla="*/ 300767 h 549782"/>
                <a:gd name="connsiteX14" fmla="*/ 25586 w 153931"/>
                <a:gd name="connsiteY14" fmla="*/ 312519 h 549782"/>
                <a:gd name="connsiteX15" fmla="*/ 13644 w 153931"/>
                <a:gd name="connsiteY15" fmla="*/ 325794 h 549782"/>
                <a:gd name="connsiteX16" fmla="*/ 749 w 153931"/>
                <a:gd name="connsiteY16" fmla="*/ 339355 h 549782"/>
                <a:gd name="connsiteX17" fmla="*/ 749 w 153931"/>
                <a:gd name="connsiteY17" fmla="*/ 348918 h 549782"/>
                <a:gd name="connsiteX18" fmla="*/ 14881 w 153931"/>
                <a:gd name="connsiteY18" fmla="*/ 363906 h 549782"/>
                <a:gd name="connsiteX19" fmla="*/ 25444 w 153931"/>
                <a:gd name="connsiteY19" fmla="*/ 375516 h 549782"/>
                <a:gd name="connsiteX20" fmla="*/ 15737 w 153931"/>
                <a:gd name="connsiteY20" fmla="*/ 389504 h 549782"/>
                <a:gd name="connsiteX21" fmla="*/ 845 w 153931"/>
                <a:gd name="connsiteY21" fmla="*/ 405634 h 549782"/>
                <a:gd name="connsiteX22" fmla="*/ 845 w 153931"/>
                <a:gd name="connsiteY22" fmla="*/ 413818 h 549782"/>
                <a:gd name="connsiteX23" fmla="*/ 13786 w 153931"/>
                <a:gd name="connsiteY23" fmla="*/ 427236 h 549782"/>
                <a:gd name="connsiteX24" fmla="*/ 25586 w 153931"/>
                <a:gd name="connsiteY24" fmla="*/ 439226 h 549782"/>
                <a:gd name="connsiteX25" fmla="*/ 25539 w 153931"/>
                <a:gd name="connsiteY25" fmla="*/ 488424 h 549782"/>
                <a:gd name="connsiteX26" fmla="*/ 73500 w 153931"/>
                <a:gd name="connsiteY26" fmla="*/ 547233 h 549782"/>
                <a:gd name="connsiteX27" fmla="*/ 126552 w 153931"/>
                <a:gd name="connsiteY27" fmla="*/ 549327 h 549782"/>
                <a:gd name="connsiteX28" fmla="*/ 135592 w 153931"/>
                <a:gd name="connsiteY28" fmla="*/ 547281 h 549782"/>
                <a:gd name="connsiteX29" fmla="*/ 153911 w 153931"/>
                <a:gd name="connsiteY29" fmla="*/ 528962 h 549782"/>
                <a:gd name="connsiteX30" fmla="*/ 153863 w 153931"/>
                <a:gd name="connsiteY30" fmla="*/ 487 h 549782"/>
                <a:gd name="connsiteX31" fmla="*/ 153863 w 153931"/>
                <a:gd name="connsiteY31" fmla="*/ 487 h 549782"/>
                <a:gd name="connsiteX32" fmla="*/ 80066 w 153931"/>
                <a:gd name="connsiteY32" fmla="*/ 344 h 549782"/>
                <a:gd name="connsiteX33" fmla="*/ 25396 w 153931"/>
                <a:gd name="connsiteY33" fmla="*/ 53492 h 549782"/>
                <a:gd name="connsiteX34" fmla="*/ 9932 w 153931"/>
                <a:gd name="connsiteY34" fmla="*/ 68242 h 549782"/>
                <a:gd name="connsiteX35" fmla="*/ 274 w 153931"/>
                <a:gd name="connsiteY35" fmla="*/ 77948 h 549782"/>
                <a:gd name="connsiteX36" fmla="*/ 321 w 153931"/>
                <a:gd name="connsiteY36" fmla="*/ 90224 h 549782"/>
                <a:gd name="connsiteX37" fmla="*/ 15357 w 153931"/>
                <a:gd name="connsiteY37" fmla="*/ 105973 h 549782"/>
                <a:gd name="connsiteX38" fmla="*/ 24540 w 153931"/>
                <a:gd name="connsiteY38" fmla="*/ 116203 h 549782"/>
                <a:gd name="connsiteX39" fmla="*/ 15975 w 153931"/>
                <a:gd name="connsiteY39" fmla="*/ 135092 h 549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3931" h="549782">
                  <a:moveTo>
                    <a:pt x="15975" y="135092"/>
                  </a:moveTo>
                  <a:cubicBezTo>
                    <a:pt x="2510" y="134331"/>
                    <a:pt x="-1725" y="139660"/>
                    <a:pt x="607" y="152173"/>
                  </a:cubicBezTo>
                  <a:cubicBezTo>
                    <a:pt x="1083" y="154838"/>
                    <a:pt x="1035" y="157693"/>
                    <a:pt x="607" y="160357"/>
                  </a:cubicBezTo>
                  <a:cubicBezTo>
                    <a:pt x="-916" y="170159"/>
                    <a:pt x="2177" y="175107"/>
                    <a:pt x="12835" y="173014"/>
                  </a:cubicBezTo>
                  <a:cubicBezTo>
                    <a:pt x="23683" y="170873"/>
                    <a:pt x="25634" y="176249"/>
                    <a:pt x="25348" y="185956"/>
                  </a:cubicBezTo>
                  <a:cubicBezTo>
                    <a:pt x="25063" y="194758"/>
                    <a:pt x="25016" y="201562"/>
                    <a:pt x="13358" y="199373"/>
                  </a:cubicBezTo>
                  <a:cubicBezTo>
                    <a:pt x="3652" y="197565"/>
                    <a:pt x="-1296" y="200705"/>
                    <a:pt x="607" y="211506"/>
                  </a:cubicBezTo>
                  <a:cubicBezTo>
                    <a:pt x="1320" y="215503"/>
                    <a:pt x="1273" y="219785"/>
                    <a:pt x="607" y="223782"/>
                  </a:cubicBezTo>
                  <a:cubicBezTo>
                    <a:pt x="-1201" y="234916"/>
                    <a:pt x="3604" y="238675"/>
                    <a:pt x="14072" y="236866"/>
                  </a:cubicBezTo>
                  <a:cubicBezTo>
                    <a:pt x="24778" y="235011"/>
                    <a:pt x="25729" y="241006"/>
                    <a:pt x="25396" y="249523"/>
                  </a:cubicBezTo>
                  <a:cubicBezTo>
                    <a:pt x="25111" y="257136"/>
                    <a:pt x="26348" y="264749"/>
                    <a:pt x="14738" y="262560"/>
                  </a:cubicBezTo>
                  <a:cubicBezTo>
                    <a:pt x="3557" y="260466"/>
                    <a:pt x="-1249" y="264654"/>
                    <a:pt x="702" y="276263"/>
                  </a:cubicBezTo>
                  <a:cubicBezTo>
                    <a:pt x="1368" y="280260"/>
                    <a:pt x="1368" y="284542"/>
                    <a:pt x="702" y="288539"/>
                  </a:cubicBezTo>
                  <a:cubicBezTo>
                    <a:pt x="-1059" y="299292"/>
                    <a:pt x="3795" y="302528"/>
                    <a:pt x="13549" y="300767"/>
                  </a:cubicBezTo>
                  <a:cubicBezTo>
                    <a:pt x="23112" y="299054"/>
                    <a:pt x="26062" y="302813"/>
                    <a:pt x="25586" y="312519"/>
                  </a:cubicBezTo>
                  <a:cubicBezTo>
                    <a:pt x="25158" y="321179"/>
                    <a:pt x="25396" y="328173"/>
                    <a:pt x="13644" y="325794"/>
                  </a:cubicBezTo>
                  <a:cubicBezTo>
                    <a:pt x="2272" y="323463"/>
                    <a:pt x="-678" y="329220"/>
                    <a:pt x="749" y="339355"/>
                  </a:cubicBezTo>
                  <a:cubicBezTo>
                    <a:pt x="1178" y="342495"/>
                    <a:pt x="1178" y="345778"/>
                    <a:pt x="749" y="348918"/>
                  </a:cubicBezTo>
                  <a:cubicBezTo>
                    <a:pt x="-773" y="359957"/>
                    <a:pt x="1796" y="366666"/>
                    <a:pt x="14881" y="363906"/>
                  </a:cubicBezTo>
                  <a:cubicBezTo>
                    <a:pt x="24825" y="361813"/>
                    <a:pt x="26252" y="367522"/>
                    <a:pt x="25444" y="375516"/>
                  </a:cubicBezTo>
                  <a:cubicBezTo>
                    <a:pt x="24778" y="382082"/>
                    <a:pt x="28394" y="391598"/>
                    <a:pt x="15737" y="389504"/>
                  </a:cubicBezTo>
                  <a:cubicBezTo>
                    <a:pt x="2224" y="387221"/>
                    <a:pt x="-725" y="394120"/>
                    <a:pt x="845" y="405634"/>
                  </a:cubicBezTo>
                  <a:cubicBezTo>
                    <a:pt x="1225" y="408299"/>
                    <a:pt x="1225" y="411153"/>
                    <a:pt x="845" y="413818"/>
                  </a:cubicBezTo>
                  <a:cubicBezTo>
                    <a:pt x="-630" y="424000"/>
                    <a:pt x="2510" y="429424"/>
                    <a:pt x="13786" y="427236"/>
                  </a:cubicBezTo>
                  <a:cubicBezTo>
                    <a:pt x="23731" y="425285"/>
                    <a:pt x="25967" y="429995"/>
                    <a:pt x="25586" y="439226"/>
                  </a:cubicBezTo>
                  <a:cubicBezTo>
                    <a:pt x="24873" y="455594"/>
                    <a:pt x="25111" y="472009"/>
                    <a:pt x="25539" y="488424"/>
                  </a:cubicBezTo>
                  <a:cubicBezTo>
                    <a:pt x="26300" y="517305"/>
                    <a:pt x="45475" y="540382"/>
                    <a:pt x="73500" y="547233"/>
                  </a:cubicBezTo>
                  <a:cubicBezTo>
                    <a:pt x="91057" y="551516"/>
                    <a:pt x="108852" y="549042"/>
                    <a:pt x="126552" y="549327"/>
                  </a:cubicBezTo>
                  <a:cubicBezTo>
                    <a:pt x="129169" y="546900"/>
                    <a:pt x="132452" y="547281"/>
                    <a:pt x="135592" y="547281"/>
                  </a:cubicBezTo>
                  <a:cubicBezTo>
                    <a:pt x="155290" y="547424"/>
                    <a:pt x="153911" y="549517"/>
                    <a:pt x="153911" y="528962"/>
                  </a:cubicBezTo>
                  <a:cubicBezTo>
                    <a:pt x="153911" y="352820"/>
                    <a:pt x="153863" y="176677"/>
                    <a:pt x="153863" y="487"/>
                  </a:cubicBezTo>
                  <a:lnTo>
                    <a:pt x="153863" y="487"/>
                  </a:lnTo>
                  <a:cubicBezTo>
                    <a:pt x="129264" y="392"/>
                    <a:pt x="104665" y="-464"/>
                    <a:pt x="80066" y="344"/>
                  </a:cubicBezTo>
                  <a:cubicBezTo>
                    <a:pt x="51946" y="1296"/>
                    <a:pt x="26823" y="25562"/>
                    <a:pt x="25396" y="53492"/>
                  </a:cubicBezTo>
                  <a:cubicBezTo>
                    <a:pt x="24778" y="64959"/>
                    <a:pt x="22256" y="70668"/>
                    <a:pt x="9932" y="68242"/>
                  </a:cubicBezTo>
                  <a:cubicBezTo>
                    <a:pt x="2082" y="66719"/>
                    <a:pt x="-630" y="70383"/>
                    <a:pt x="274" y="77948"/>
                  </a:cubicBezTo>
                  <a:cubicBezTo>
                    <a:pt x="749" y="81992"/>
                    <a:pt x="797" y="86179"/>
                    <a:pt x="321" y="90224"/>
                  </a:cubicBezTo>
                  <a:cubicBezTo>
                    <a:pt x="-1059" y="101786"/>
                    <a:pt x="1939" y="108495"/>
                    <a:pt x="15357" y="105973"/>
                  </a:cubicBezTo>
                  <a:cubicBezTo>
                    <a:pt x="23636" y="104403"/>
                    <a:pt x="26633" y="109303"/>
                    <a:pt x="24540" y="116203"/>
                  </a:cubicBezTo>
                  <a:cubicBezTo>
                    <a:pt x="22541" y="122769"/>
                    <a:pt x="32390" y="135996"/>
                    <a:pt x="15975" y="135092"/>
                  </a:cubicBezTo>
                  <a:close/>
                </a:path>
              </a:pathLst>
            </a:custGeom>
            <a:solidFill>
              <a:srgbClr val="1C97C3"/>
            </a:solidFill>
            <a:ln w="4754" cap="flat">
              <a:noFill/>
              <a:prstDash val="solid"/>
              <a:miter/>
            </a:ln>
          </p:spPr>
          <p:txBody>
            <a:bodyPr rtlCol="0" anchor="ctr"/>
            <a:lstStyle/>
            <a:p>
              <a:endParaRPr lang="en-US"/>
            </a:p>
          </p:txBody>
        </p:sp>
        <p:sp>
          <p:nvSpPr>
            <p:cNvPr id="92" name="Freeform: Shape 241">
              <a:extLst>
                <a:ext uri="{FF2B5EF4-FFF2-40B4-BE49-F238E27FC236}">
                  <a16:creationId xmlns:a16="http://schemas.microsoft.com/office/drawing/2014/main" id="{1EE82843-4891-4C78-ABB0-D89853E641A8}"/>
                </a:ext>
              </a:extLst>
            </p:cNvPr>
            <p:cNvSpPr/>
            <p:nvPr/>
          </p:nvSpPr>
          <p:spPr>
            <a:xfrm>
              <a:off x="2798707" y="2725615"/>
              <a:ext cx="188950" cy="549630"/>
            </a:xfrm>
            <a:custGeom>
              <a:avLst/>
              <a:gdLst>
                <a:gd name="connsiteX0" fmla="*/ 31736 w 188950"/>
                <a:gd name="connsiteY0" fmla="*/ 21136 h 549630"/>
                <a:gd name="connsiteX1" fmla="*/ 31784 w 188950"/>
                <a:gd name="connsiteY1" fmla="*/ 525155 h 549630"/>
                <a:gd name="connsiteX2" fmla="*/ 9421 w 188950"/>
                <a:gd name="connsiteY2" fmla="*/ 548184 h 549630"/>
                <a:gd name="connsiteX3" fmla="*/ 0 w 188950"/>
                <a:gd name="connsiteY3" fmla="*/ 549135 h 549630"/>
                <a:gd name="connsiteX4" fmla="*/ 96493 w 188950"/>
                <a:gd name="connsiteY4" fmla="*/ 548850 h 549630"/>
                <a:gd name="connsiteX5" fmla="*/ 155397 w 188950"/>
                <a:gd name="connsiteY5" fmla="*/ 486329 h 549630"/>
                <a:gd name="connsiteX6" fmla="*/ 155873 w 188950"/>
                <a:gd name="connsiteY6" fmla="*/ 426521 h 549630"/>
                <a:gd name="connsiteX7" fmla="*/ 155873 w 188950"/>
                <a:gd name="connsiteY7" fmla="*/ 426521 h 549630"/>
                <a:gd name="connsiteX8" fmla="*/ 155873 w 188950"/>
                <a:gd name="connsiteY8" fmla="*/ 426521 h 549630"/>
                <a:gd name="connsiteX9" fmla="*/ 155873 w 188950"/>
                <a:gd name="connsiteY9" fmla="*/ 388456 h 549630"/>
                <a:gd name="connsiteX10" fmla="*/ 155873 w 188950"/>
                <a:gd name="connsiteY10" fmla="*/ 388456 h 549630"/>
                <a:gd name="connsiteX11" fmla="*/ 176428 w 188950"/>
                <a:gd name="connsiteY11" fmla="*/ 363667 h 549630"/>
                <a:gd name="connsiteX12" fmla="*/ 183232 w 188950"/>
                <a:gd name="connsiteY12" fmla="*/ 363572 h 549630"/>
                <a:gd name="connsiteX13" fmla="*/ 188466 w 188950"/>
                <a:gd name="connsiteY13" fmla="*/ 358576 h 549630"/>
                <a:gd name="connsiteX14" fmla="*/ 185897 w 188950"/>
                <a:gd name="connsiteY14" fmla="*/ 325698 h 549630"/>
                <a:gd name="connsiteX15" fmla="*/ 185992 w 188950"/>
                <a:gd name="connsiteY15" fmla="*/ 342018 h 549630"/>
                <a:gd name="connsiteX16" fmla="*/ 161773 w 188950"/>
                <a:gd name="connsiteY16" fmla="*/ 361050 h 549630"/>
                <a:gd name="connsiteX17" fmla="*/ 155730 w 188950"/>
                <a:gd name="connsiteY17" fmla="*/ 352343 h 549630"/>
                <a:gd name="connsiteX18" fmla="*/ 153209 w 188950"/>
                <a:gd name="connsiteY18" fmla="*/ 324128 h 549630"/>
                <a:gd name="connsiteX19" fmla="*/ 153209 w 188950"/>
                <a:gd name="connsiteY19" fmla="*/ 324128 h 549630"/>
                <a:gd name="connsiteX20" fmla="*/ 153209 w 188950"/>
                <a:gd name="connsiteY20" fmla="*/ 324128 h 549630"/>
                <a:gd name="connsiteX21" fmla="*/ 178712 w 188950"/>
                <a:gd name="connsiteY21" fmla="*/ 299529 h 549630"/>
                <a:gd name="connsiteX22" fmla="*/ 181186 w 188950"/>
                <a:gd name="connsiteY22" fmla="*/ 298624 h 549630"/>
                <a:gd name="connsiteX23" fmla="*/ 177189 w 188950"/>
                <a:gd name="connsiteY23" fmla="*/ 297959 h 549630"/>
                <a:gd name="connsiteX24" fmla="*/ 154826 w 188950"/>
                <a:gd name="connsiteY24" fmla="*/ 294580 h 549630"/>
                <a:gd name="connsiteX25" fmla="*/ 156301 w 188950"/>
                <a:gd name="connsiteY25" fmla="*/ 262083 h 549630"/>
                <a:gd name="connsiteX26" fmla="*/ 156301 w 188950"/>
                <a:gd name="connsiteY26" fmla="*/ 262083 h 549630"/>
                <a:gd name="connsiteX27" fmla="*/ 153304 w 188950"/>
                <a:gd name="connsiteY27" fmla="*/ 236342 h 549630"/>
                <a:gd name="connsiteX28" fmla="*/ 153256 w 188950"/>
                <a:gd name="connsiteY28" fmla="*/ 233677 h 549630"/>
                <a:gd name="connsiteX29" fmla="*/ 186229 w 188950"/>
                <a:gd name="connsiteY29" fmla="*/ 199515 h 549630"/>
                <a:gd name="connsiteX30" fmla="*/ 177713 w 188950"/>
                <a:gd name="connsiteY30" fmla="*/ 197183 h 549630"/>
                <a:gd name="connsiteX31" fmla="*/ 153256 w 188950"/>
                <a:gd name="connsiteY31" fmla="*/ 172870 h 549630"/>
                <a:gd name="connsiteX32" fmla="*/ 153209 w 188950"/>
                <a:gd name="connsiteY32" fmla="*/ 133759 h 549630"/>
                <a:gd name="connsiteX33" fmla="*/ 153209 w 188950"/>
                <a:gd name="connsiteY33" fmla="*/ 133759 h 549630"/>
                <a:gd name="connsiteX34" fmla="*/ 153209 w 188950"/>
                <a:gd name="connsiteY34" fmla="*/ 133759 h 549630"/>
                <a:gd name="connsiteX35" fmla="*/ 153304 w 188950"/>
                <a:gd name="connsiteY35" fmla="*/ 104782 h 549630"/>
                <a:gd name="connsiteX36" fmla="*/ 153209 w 188950"/>
                <a:gd name="connsiteY36" fmla="*/ 102070 h 549630"/>
                <a:gd name="connsiteX37" fmla="*/ 185754 w 188950"/>
                <a:gd name="connsiteY37" fmla="*/ 68383 h 549630"/>
                <a:gd name="connsiteX38" fmla="*/ 185754 w 188950"/>
                <a:gd name="connsiteY38" fmla="*/ 68383 h 549630"/>
                <a:gd name="connsiteX39" fmla="*/ 163819 w 188950"/>
                <a:gd name="connsiteY39" fmla="*/ 66099 h 549630"/>
                <a:gd name="connsiteX40" fmla="*/ 152971 w 188950"/>
                <a:gd name="connsiteY40" fmla="*/ 56726 h 549630"/>
                <a:gd name="connsiteX41" fmla="*/ 91354 w 188950"/>
                <a:gd name="connsiteY41" fmla="*/ 58 h 549630"/>
                <a:gd name="connsiteX42" fmla="*/ 27311 w 188950"/>
                <a:gd name="connsiteY42" fmla="*/ 296 h 549630"/>
                <a:gd name="connsiteX43" fmla="*/ 27311 w 188950"/>
                <a:gd name="connsiteY43" fmla="*/ 296 h 549630"/>
                <a:gd name="connsiteX44" fmla="*/ 31736 w 188950"/>
                <a:gd name="connsiteY44" fmla="*/ 21136 h 549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8950" h="549630">
                  <a:moveTo>
                    <a:pt x="31736" y="21136"/>
                  </a:moveTo>
                  <a:cubicBezTo>
                    <a:pt x="31831" y="189142"/>
                    <a:pt x="31831" y="357149"/>
                    <a:pt x="31784" y="525155"/>
                  </a:cubicBezTo>
                  <a:cubicBezTo>
                    <a:pt x="31784" y="547898"/>
                    <a:pt x="31641" y="547898"/>
                    <a:pt x="9421" y="548184"/>
                  </a:cubicBezTo>
                  <a:cubicBezTo>
                    <a:pt x="6233" y="548231"/>
                    <a:pt x="3045" y="547756"/>
                    <a:pt x="0" y="549135"/>
                  </a:cubicBezTo>
                  <a:cubicBezTo>
                    <a:pt x="32164" y="549135"/>
                    <a:pt x="64424" y="550420"/>
                    <a:pt x="96493" y="548850"/>
                  </a:cubicBezTo>
                  <a:cubicBezTo>
                    <a:pt x="131179" y="547184"/>
                    <a:pt x="154636" y="521063"/>
                    <a:pt x="155397" y="486329"/>
                  </a:cubicBezTo>
                  <a:cubicBezTo>
                    <a:pt x="155826" y="466393"/>
                    <a:pt x="155730" y="446457"/>
                    <a:pt x="155873" y="426521"/>
                  </a:cubicBezTo>
                  <a:lnTo>
                    <a:pt x="155873" y="426521"/>
                  </a:lnTo>
                  <a:lnTo>
                    <a:pt x="155873" y="426521"/>
                  </a:lnTo>
                  <a:cubicBezTo>
                    <a:pt x="155873" y="413817"/>
                    <a:pt x="155873" y="401113"/>
                    <a:pt x="155873" y="388456"/>
                  </a:cubicBezTo>
                  <a:lnTo>
                    <a:pt x="155873" y="388456"/>
                  </a:lnTo>
                  <a:cubicBezTo>
                    <a:pt x="153256" y="364000"/>
                    <a:pt x="153256" y="364000"/>
                    <a:pt x="176428" y="363667"/>
                  </a:cubicBezTo>
                  <a:cubicBezTo>
                    <a:pt x="178712" y="363619"/>
                    <a:pt x="180996" y="363714"/>
                    <a:pt x="183232" y="363572"/>
                  </a:cubicBezTo>
                  <a:cubicBezTo>
                    <a:pt x="186372" y="363429"/>
                    <a:pt x="188799" y="361764"/>
                    <a:pt x="188466" y="358576"/>
                  </a:cubicBezTo>
                  <a:cubicBezTo>
                    <a:pt x="187276" y="347632"/>
                    <a:pt x="191654" y="336261"/>
                    <a:pt x="185897" y="325698"/>
                  </a:cubicBezTo>
                  <a:cubicBezTo>
                    <a:pt x="185944" y="331122"/>
                    <a:pt x="185992" y="336594"/>
                    <a:pt x="185992" y="342018"/>
                  </a:cubicBezTo>
                  <a:cubicBezTo>
                    <a:pt x="185992" y="361193"/>
                    <a:pt x="181043" y="364857"/>
                    <a:pt x="161773" y="361050"/>
                  </a:cubicBezTo>
                  <a:cubicBezTo>
                    <a:pt x="156111" y="359908"/>
                    <a:pt x="155873" y="356625"/>
                    <a:pt x="155730" y="352343"/>
                  </a:cubicBezTo>
                  <a:cubicBezTo>
                    <a:pt x="155350" y="342874"/>
                    <a:pt x="157158" y="333263"/>
                    <a:pt x="153209" y="324128"/>
                  </a:cubicBezTo>
                  <a:cubicBezTo>
                    <a:pt x="153209" y="324128"/>
                    <a:pt x="153209" y="324128"/>
                    <a:pt x="153209" y="324128"/>
                  </a:cubicBezTo>
                  <a:cubicBezTo>
                    <a:pt x="153209" y="324128"/>
                    <a:pt x="153209" y="324128"/>
                    <a:pt x="153209" y="324128"/>
                  </a:cubicBezTo>
                  <a:cubicBezTo>
                    <a:pt x="155112" y="301813"/>
                    <a:pt x="155112" y="301813"/>
                    <a:pt x="178712" y="299529"/>
                  </a:cubicBezTo>
                  <a:cubicBezTo>
                    <a:pt x="179568" y="299434"/>
                    <a:pt x="180377" y="298910"/>
                    <a:pt x="181186" y="298624"/>
                  </a:cubicBezTo>
                  <a:cubicBezTo>
                    <a:pt x="179854" y="298434"/>
                    <a:pt x="178521" y="298244"/>
                    <a:pt x="177189" y="297959"/>
                  </a:cubicBezTo>
                  <a:cubicBezTo>
                    <a:pt x="169529" y="296341"/>
                    <a:pt x="157586" y="302288"/>
                    <a:pt x="154826" y="294580"/>
                  </a:cubicBezTo>
                  <a:cubicBezTo>
                    <a:pt x="151353" y="284874"/>
                    <a:pt x="150211" y="272646"/>
                    <a:pt x="156301" y="262083"/>
                  </a:cubicBezTo>
                  <a:cubicBezTo>
                    <a:pt x="156301" y="262083"/>
                    <a:pt x="156301" y="262083"/>
                    <a:pt x="156301" y="262083"/>
                  </a:cubicBezTo>
                  <a:cubicBezTo>
                    <a:pt x="151353" y="253947"/>
                    <a:pt x="155255" y="244811"/>
                    <a:pt x="153304" y="236342"/>
                  </a:cubicBezTo>
                  <a:cubicBezTo>
                    <a:pt x="153304" y="235438"/>
                    <a:pt x="153256" y="234534"/>
                    <a:pt x="153256" y="233677"/>
                  </a:cubicBezTo>
                  <a:cubicBezTo>
                    <a:pt x="153351" y="200133"/>
                    <a:pt x="153351" y="200133"/>
                    <a:pt x="186229" y="199515"/>
                  </a:cubicBezTo>
                  <a:cubicBezTo>
                    <a:pt x="184183" y="195851"/>
                    <a:pt x="180663" y="197278"/>
                    <a:pt x="177713" y="197183"/>
                  </a:cubicBezTo>
                  <a:cubicBezTo>
                    <a:pt x="154208" y="196470"/>
                    <a:pt x="154208" y="196517"/>
                    <a:pt x="153256" y="172870"/>
                  </a:cubicBezTo>
                  <a:cubicBezTo>
                    <a:pt x="153256" y="159833"/>
                    <a:pt x="153209" y="146796"/>
                    <a:pt x="153209" y="133759"/>
                  </a:cubicBezTo>
                  <a:lnTo>
                    <a:pt x="153209" y="133759"/>
                  </a:lnTo>
                  <a:lnTo>
                    <a:pt x="153209" y="133759"/>
                  </a:lnTo>
                  <a:cubicBezTo>
                    <a:pt x="153256" y="124100"/>
                    <a:pt x="153304" y="114441"/>
                    <a:pt x="153304" y="104782"/>
                  </a:cubicBezTo>
                  <a:cubicBezTo>
                    <a:pt x="153256" y="103878"/>
                    <a:pt x="153209" y="102974"/>
                    <a:pt x="153209" y="102070"/>
                  </a:cubicBezTo>
                  <a:cubicBezTo>
                    <a:pt x="152923" y="68573"/>
                    <a:pt x="152923" y="68573"/>
                    <a:pt x="185754" y="68383"/>
                  </a:cubicBezTo>
                  <a:cubicBezTo>
                    <a:pt x="185754" y="68383"/>
                    <a:pt x="185754" y="68383"/>
                    <a:pt x="185754" y="68383"/>
                  </a:cubicBezTo>
                  <a:cubicBezTo>
                    <a:pt x="178902" y="63244"/>
                    <a:pt x="171099" y="66432"/>
                    <a:pt x="163819" y="66099"/>
                  </a:cubicBezTo>
                  <a:cubicBezTo>
                    <a:pt x="157063" y="65814"/>
                    <a:pt x="153589" y="65243"/>
                    <a:pt x="152971" y="56726"/>
                  </a:cubicBezTo>
                  <a:cubicBezTo>
                    <a:pt x="150639" y="23800"/>
                    <a:pt x="124708" y="343"/>
                    <a:pt x="91354" y="58"/>
                  </a:cubicBezTo>
                  <a:cubicBezTo>
                    <a:pt x="69991" y="-133"/>
                    <a:pt x="48627" y="200"/>
                    <a:pt x="27311" y="296"/>
                  </a:cubicBezTo>
                  <a:lnTo>
                    <a:pt x="27311" y="296"/>
                  </a:lnTo>
                  <a:cubicBezTo>
                    <a:pt x="32783" y="6434"/>
                    <a:pt x="31688" y="13999"/>
                    <a:pt x="31736" y="21136"/>
                  </a:cubicBezTo>
                  <a:close/>
                </a:path>
              </a:pathLst>
            </a:custGeom>
            <a:solidFill>
              <a:srgbClr val="1D7799"/>
            </a:solidFill>
            <a:ln w="4754" cap="flat">
              <a:noFill/>
              <a:prstDash val="solid"/>
              <a:miter/>
            </a:ln>
          </p:spPr>
          <p:txBody>
            <a:bodyPr rtlCol="0" anchor="ctr"/>
            <a:lstStyle/>
            <a:p>
              <a:endParaRPr lang="en-US"/>
            </a:p>
          </p:txBody>
        </p:sp>
        <p:sp>
          <p:nvSpPr>
            <p:cNvPr id="93" name="Freeform: Shape 242">
              <a:extLst>
                <a:ext uri="{FF2B5EF4-FFF2-40B4-BE49-F238E27FC236}">
                  <a16:creationId xmlns:a16="http://schemas.microsoft.com/office/drawing/2014/main" id="{FED4AEDF-273D-4654-9138-BB1F6EB1ADD8}"/>
                </a:ext>
              </a:extLst>
            </p:cNvPr>
            <p:cNvSpPr/>
            <p:nvPr/>
          </p:nvSpPr>
          <p:spPr>
            <a:xfrm>
              <a:off x="2798707" y="2726006"/>
              <a:ext cx="31824" cy="548792"/>
            </a:xfrm>
            <a:custGeom>
              <a:avLst/>
              <a:gdLst>
                <a:gd name="connsiteX0" fmla="*/ 27359 w 31824"/>
                <a:gd name="connsiteY0" fmla="*/ 528428 h 548792"/>
                <a:gd name="connsiteX1" fmla="*/ 9040 w 31824"/>
                <a:gd name="connsiteY1" fmla="*/ 546746 h 548792"/>
                <a:gd name="connsiteX2" fmla="*/ 0 w 31824"/>
                <a:gd name="connsiteY2" fmla="*/ 548792 h 548792"/>
                <a:gd name="connsiteX3" fmla="*/ 9421 w 31824"/>
                <a:gd name="connsiteY3" fmla="*/ 547841 h 548792"/>
                <a:gd name="connsiteX4" fmla="*/ 31784 w 31824"/>
                <a:gd name="connsiteY4" fmla="*/ 524811 h 548792"/>
                <a:gd name="connsiteX5" fmla="*/ 31736 w 31824"/>
                <a:gd name="connsiteY5" fmla="*/ 20793 h 548792"/>
                <a:gd name="connsiteX6" fmla="*/ 27311 w 31824"/>
                <a:gd name="connsiteY6" fmla="*/ 0 h 548792"/>
                <a:gd name="connsiteX7" fmla="*/ 27311 w 31824"/>
                <a:gd name="connsiteY7" fmla="*/ 0 h 548792"/>
                <a:gd name="connsiteX8" fmla="*/ 27311 w 31824"/>
                <a:gd name="connsiteY8" fmla="*/ 0 h 548792"/>
                <a:gd name="connsiteX9" fmla="*/ 27359 w 31824"/>
                <a:gd name="connsiteY9" fmla="*/ 528428 h 548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824" h="548792">
                  <a:moveTo>
                    <a:pt x="27359" y="528428"/>
                  </a:moveTo>
                  <a:cubicBezTo>
                    <a:pt x="27359" y="548982"/>
                    <a:pt x="28691" y="546889"/>
                    <a:pt x="9040" y="546746"/>
                  </a:cubicBezTo>
                  <a:cubicBezTo>
                    <a:pt x="5900" y="546699"/>
                    <a:pt x="2617" y="546366"/>
                    <a:pt x="0" y="548792"/>
                  </a:cubicBezTo>
                  <a:cubicBezTo>
                    <a:pt x="3045" y="547412"/>
                    <a:pt x="6281" y="547888"/>
                    <a:pt x="9421" y="547841"/>
                  </a:cubicBezTo>
                  <a:cubicBezTo>
                    <a:pt x="31641" y="547555"/>
                    <a:pt x="31784" y="547603"/>
                    <a:pt x="31784" y="524811"/>
                  </a:cubicBezTo>
                  <a:cubicBezTo>
                    <a:pt x="31831" y="356805"/>
                    <a:pt x="31831" y="188799"/>
                    <a:pt x="31736" y="20793"/>
                  </a:cubicBezTo>
                  <a:cubicBezTo>
                    <a:pt x="31736" y="13608"/>
                    <a:pt x="32830" y="6043"/>
                    <a:pt x="27311" y="0"/>
                  </a:cubicBezTo>
                  <a:lnTo>
                    <a:pt x="27311" y="0"/>
                  </a:lnTo>
                  <a:lnTo>
                    <a:pt x="27311" y="0"/>
                  </a:lnTo>
                  <a:cubicBezTo>
                    <a:pt x="27311" y="176095"/>
                    <a:pt x="27359" y="352238"/>
                    <a:pt x="27359" y="528428"/>
                  </a:cubicBezTo>
                  <a:close/>
                </a:path>
              </a:pathLst>
            </a:custGeom>
            <a:solidFill>
              <a:srgbClr val="1D7799"/>
            </a:solidFill>
            <a:ln w="4754" cap="flat">
              <a:noFill/>
              <a:prstDash val="solid"/>
              <a:miter/>
            </a:ln>
          </p:spPr>
          <p:txBody>
            <a:bodyPr rtlCol="0" anchor="ctr"/>
            <a:lstStyle/>
            <a:p>
              <a:endParaRPr lang="en-US"/>
            </a:p>
          </p:txBody>
        </p:sp>
        <p:sp>
          <p:nvSpPr>
            <p:cNvPr id="94" name="Freeform: Shape 243">
              <a:extLst>
                <a:ext uri="{FF2B5EF4-FFF2-40B4-BE49-F238E27FC236}">
                  <a16:creationId xmlns:a16="http://schemas.microsoft.com/office/drawing/2014/main" id="{E58828A3-9180-4C27-BB42-FB22E8DDFE7C}"/>
                </a:ext>
              </a:extLst>
            </p:cNvPr>
            <p:cNvSpPr/>
            <p:nvPr/>
          </p:nvSpPr>
          <p:spPr>
            <a:xfrm>
              <a:off x="1266097" y="2834731"/>
              <a:ext cx="1319546" cy="331050"/>
            </a:xfrm>
            <a:custGeom>
              <a:avLst/>
              <a:gdLst>
                <a:gd name="connsiteX0" fmla="*/ 9657 w 1319546"/>
                <a:gd name="connsiteY0" fmla="*/ 17982 h 331050"/>
                <a:gd name="connsiteX1" fmla="*/ 18983 w 1319546"/>
                <a:gd name="connsiteY1" fmla="*/ 83072 h 331050"/>
                <a:gd name="connsiteX2" fmla="*/ 83359 w 1319546"/>
                <a:gd name="connsiteY2" fmla="*/ 70748 h 331050"/>
                <a:gd name="connsiteX3" fmla="*/ 102819 w 1319546"/>
                <a:gd name="connsiteY3" fmla="*/ 60661 h 331050"/>
                <a:gd name="connsiteX4" fmla="*/ 120567 w 1319546"/>
                <a:gd name="connsiteY4" fmla="*/ 60614 h 331050"/>
                <a:gd name="connsiteX5" fmla="*/ 139742 w 1319546"/>
                <a:gd name="connsiteY5" fmla="*/ 70130 h 331050"/>
                <a:gd name="connsiteX6" fmla="*/ 200740 w 1319546"/>
                <a:gd name="connsiteY6" fmla="*/ 148923 h 331050"/>
                <a:gd name="connsiteX7" fmla="*/ 223721 w 1319546"/>
                <a:gd name="connsiteY7" fmla="*/ 159486 h 331050"/>
                <a:gd name="connsiteX8" fmla="*/ 953651 w 1319546"/>
                <a:gd name="connsiteY8" fmla="*/ 159105 h 331050"/>
                <a:gd name="connsiteX9" fmla="*/ 975443 w 1319546"/>
                <a:gd name="connsiteY9" fmla="*/ 167432 h 331050"/>
                <a:gd name="connsiteX10" fmla="*/ 1110334 w 1319546"/>
                <a:gd name="connsiteY10" fmla="*/ 293282 h 331050"/>
                <a:gd name="connsiteX11" fmla="*/ 1129461 w 1319546"/>
                <a:gd name="connsiteY11" fmla="*/ 300990 h 331050"/>
                <a:gd name="connsiteX12" fmla="*/ 1218293 w 1319546"/>
                <a:gd name="connsiteY12" fmla="*/ 300657 h 331050"/>
                <a:gd name="connsiteX13" fmla="*/ 1236612 w 1319546"/>
                <a:gd name="connsiteY13" fmla="*/ 310458 h 331050"/>
                <a:gd name="connsiteX14" fmla="*/ 1286238 w 1319546"/>
                <a:gd name="connsiteY14" fmla="*/ 329157 h 331050"/>
                <a:gd name="connsiteX15" fmla="*/ 1319544 w 1319546"/>
                <a:gd name="connsiteY15" fmla="*/ 286287 h 331050"/>
                <a:gd name="connsiteX16" fmla="*/ 1291710 w 1319546"/>
                <a:gd name="connsiteY16" fmla="*/ 243465 h 331050"/>
                <a:gd name="connsiteX17" fmla="*/ 1242655 w 1319546"/>
                <a:gd name="connsiteY17" fmla="*/ 252981 h 331050"/>
                <a:gd name="connsiteX18" fmla="*/ 1225050 w 1319546"/>
                <a:gd name="connsiteY18" fmla="*/ 260404 h 331050"/>
                <a:gd name="connsiteX19" fmla="*/ 1143021 w 1319546"/>
                <a:gd name="connsiteY19" fmla="*/ 260404 h 331050"/>
                <a:gd name="connsiteX20" fmla="*/ 1126130 w 1319546"/>
                <a:gd name="connsiteY20" fmla="*/ 253647 h 331050"/>
                <a:gd name="connsiteX21" fmla="*/ 993476 w 1319546"/>
                <a:gd name="connsiteY21" fmla="*/ 129415 h 331050"/>
                <a:gd name="connsiteX22" fmla="*/ 969400 w 1319546"/>
                <a:gd name="connsiteY22" fmla="*/ 119946 h 331050"/>
                <a:gd name="connsiteX23" fmla="*/ 242182 w 1319546"/>
                <a:gd name="connsiteY23" fmla="*/ 120327 h 331050"/>
                <a:gd name="connsiteX24" fmla="*/ 221722 w 1319546"/>
                <a:gd name="connsiteY24" fmla="*/ 110763 h 331050"/>
                <a:gd name="connsiteX25" fmla="*/ 183230 w 1319546"/>
                <a:gd name="connsiteY25" fmla="*/ 61185 h 331050"/>
                <a:gd name="connsiteX26" fmla="*/ 152017 w 1319546"/>
                <a:gd name="connsiteY26" fmla="*/ 23977 h 331050"/>
                <a:gd name="connsiteX27" fmla="*/ 102296 w 1319546"/>
                <a:gd name="connsiteY27" fmla="*/ 21931 h 331050"/>
                <a:gd name="connsiteX28" fmla="*/ 74747 w 1319546"/>
                <a:gd name="connsiteY28" fmla="*/ 11749 h 331050"/>
                <a:gd name="connsiteX29" fmla="*/ 9657 w 1319546"/>
                <a:gd name="connsiteY29" fmla="*/ 17982 h 331050"/>
                <a:gd name="connsiteX30" fmla="*/ 1274391 w 1319546"/>
                <a:gd name="connsiteY30" fmla="*/ 278770 h 331050"/>
                <a:gd name="connsiteX31" fmla="*/ 1280957 w 1319546"/>
                <a:gd name="connsiteY31" fmla="*/ 285764 h 331050"/>
                <a:gd name="connsiteX32" fmla="*/ 1273963 w 1319546"/>
                <a:gd name="connsiteY32" fmla="*/ 292425 h 331050"/>
                <a:gd name="connsiteX33" fmla="*/ 1267444 w 1319546"/>
                <a:gd name="connsiteY33" fmla="*/ 285383 h 331050"/>
                <a:gd name="connsiteX34" fmla="*/ 1274391 w 1319546"/>
                <a:gd name="connsiteY34" fmla="*/ 278770 h 331050"/>
                <a:gd name="connsiteX35" fmla="*/ 52860 w 1319546"/>
                <a:gd name="connsiteY35" fmla="*/ 45911 h 331050"/>
                <a:gd name="connsiteX36" fmla="*/ 45628 w 1319546"/>
                <a:gd name="connsiteY36" fmla="*/ 52668 h 331050"/>
                <a:gd name="connsiteX37" fmla="*/ 38681 w 1319546"/>
                <a:gd name="connsiteY37" fmla="*/ 46054 h 331050"/>
                <a:gd name="connsiteX38" fmla="*/ 45485 w 1319546"/>
                <a:gd name="connsiteY38" fmla="*/ 38965 h 331050"/>
                <a:gd name="connsiteX39" fmla="*/ 52860 w 1319546"/>
                <a:gd name="connsiteY39" fmla="*/ 45911 h 33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319546" h="331050">
                  <a:moveTo>
                    <a:pt x="9657" y="17982"/>
                  </a:moveTo>
                  <a:cubicBezTo>
                    <a:pt x="-6330" y="37918"/>
                    <a:pt x="-1953" y="68417"/>
                    <a:pt x="18983" y="83072"/>
                  </a:cubicBezTo>
                  <a:cubicBezTo>
                    <a:pt x="40489" y="98107"/>
                    <a:pt x="70417" y="93016"/>
                    <a:pt x="83359" y="70748"/>
                  </a:cubicBezTo>
                  <a:cubicBezTo>
                    <a:pt x="88402" y="62041"/>
                    <a:pt x="94017" y="59900"/>
                    <a:pt x="102819" y="60661"/>
                  </a:cubicBezTo>
                  <a:cubicBezTo>
                    <a:pt x="108719" y="61185"/>
                    <a:pt x="114714" y="61375"/>
                    <a:pt x="120567" y="60614"/>
                  </a:cubicBezTo>
                  <a:cubicBezTo>
                    <a:pt x="129369" y="59519"/>
                    <a:pt x="134508" y="63183"/>
                    <a:pt x="139742" y="70130"/>
                  </a:cubicBezTo>
                  <a:cubicBezTo>
                    <a:pt x="159725" y="96632"/>
                    <a:pt x="180803" y="122373"/>
                    <a:pt x="200740" y="148923"/>
                  </a:cubicBezTo>
                  <a:cubicBezTo>
                    <a:pt x="206925" y="157154"/>
                    <a:pt x="213729" y="159486"/>
                    <a:pt x="223721" y="159486"/>
                  </a:cubicBezTo>
                  <a:cubicBezTo>
                    <a:pt x="467047" y="159200"/>
                    <a:pt x="710325" y="159295"/>
                    <a:pt x="953651" y="159105"/>
                  </a:cubicBezTo>
                  <a:cubicBezTo>
                    <a:pt x="962454" y="159105"/>
                    <a:pt x="968972" y="161389"/>
                    <a:pt x="975443" y="167432"/>
                  </a:cubicBezTo>
                  <a:cubicBezTo>
                    <a:pt x="1020264" y="209540"/>
                    <a:pt x="1065560" y="251173"/>
                    <a:pt x="1110334" y="293282"/>
                  </a:cubicBezTo>
                  <a:cubicBezTo>
                    <a:pt x="1116091" y="298706"/>
                    <a:pt x="1121610" y="301085"/>
                    <a:pt x="1129461" y="300990"/>
                  </a:cubicBezTo>
                  <a:cubicBezTo>
                    <a:pt x="1159056" y="300562"/>
                    <a:pt x="1188698" y="301085"/>
                    <a:pt x="1218293" y="300657"/>
                  </a:cubicBezTo>
                  <a:cubicBezTo>
                    <a:pt x="1226763" y="300514"/>
                    <a:pt x="1231901" y="302417"/>
                    <a:pt x="1236612" y="310458"/>
                  </a:cubicBezTo>
                  <a:cubicBezTo>
                    <a:pt x="1246699" y="327873"/>
                    <a:pt x="1267159" y="334724"/>
                    <a:pt x="1286238" y="329157"/>
                  </a:cubicBezTo>
                  <a:cubicBezTo>
                    <a:pt x="1306841" y="323115"/>
                    <a:pt x="1319354" y="307032"/>
                    <a:pt x="1319544" y="286287"/>
                  </a:cubicBezTo>
                  <a:cubicBezTo>
                    <a:pt x="1319735" y="266922"/>
                    <a:pt x="1309362" y="250079"/>
                    <a:pt x="1291710" y="243465"/>
                  </a:cubicBezTo>
                  <a:cubicBezTo>
                    <a:pt x="1273772" y="236756"/>
                    <a:pt x="1256500" y="238659"/>
                    <a:pt x="1242655" y="252981"/>
                  </a:cubicBezTo>
                  <a:cubicBezTo>
                    <a:pt x="1237421" y="258358"/>
                    <a:pt x="1232377" y="260499"/>
                    <a:pt x="1225050" y="260404"/>
                  </a:cubicBezTo>
                  <a:cubicBezTo>
                    <a:pt x="1197739" y="260023"/>
                    <a:pt x="1170380" y="260023"/>
                    <a:pt x="1143021" y="260404"/>
                  </a:cubicBezTo>
                  <a:cubicBezTo>
                    <a:pt x="1136075" y="260499"/>
                    <a:pt x="1131126" y="258310"/>
                    <a:pt x="1126130" y="253647"/>
                  </a:cubicBezTo>
                  <a:cubicBezTo>
                    <a:pt x="1081976" y="212157"/>
                    <a:pt x="1037488" y="171048"/>
                    <a:pt x="993476" y="129415"/>
                  </a:cubicBezTo>
                  <a:cubicBezTo>
                    <a:pt x="986339" y="122658"/>
                    <a:pt x="979297" y="119899"/>
                    <a:pt x="969400" y="119946"/>
                  </a:cubicBezTo>
                  <a:cubicBezTo>
                    <a:pt x="726979" y="120232"/>
                    <a:pt x="484604" y="120137"/>
                    <a:pt x="242182" y="120327"/>
                  </a:cubicBezTo>
                  <a:cubicBezTo>
                    <a:pt x="233332" y="120327"/>
                    <a:pt x="227242" y="118614"/>
                    <a:pt x="221722" y="110763"/>
                  </a:cubicBezTo>
                  <a:cubicBezTo>
                    <a:pt x="209637" y="93682"/>
                    <a:pt x="196172" y="77600"/>
                    <a:pt x="183230" y="61185"/>
                  </a:cubicBezTo>
                  <a:cubicBezTo>
                    <a:pt x="173095" y="48338"/>
                    <a:pt x="165245" y="31304"/>
                    <a:pt x="152017" y="23977"/>
                  </a:cubicBezTo>
                  <a:cubicBezTo>
                    <a:pt x="138171" y="16316"/>
                    <a:pt x="119044" y="21693"/>
                    <a:pt x="102296" y="21931"/>
                  </a:cubicBezTo>
                  <a:cubicBezTo>
                    <a:pt x="91352" y="22121"/>
                    <a:pt x="83216" y="19980"/>
                    <a:pt x="74747" y="11749"/>
                  </a:cubicBezTo>
                  <a:cubicBezTo>
                    <a:pt x="55905" y="-6475"/>
                    <a:pt x="26310" y="-2811"/>
                    <a:pt x="9657" y="17982"/>
                  </a:cubicBezTo>
                  <a:close/>
                  <a:moveTo>
                    <a:pt x="1274391" y="278770"/>
                  </a:moveTo>
                  <a:cubicBezTo>
                    <a:pt x="1278387" y="279388"/>
                    <a:pt x="1281242" y="281339"/>
                    <a:pt x="1280957" y="285764"/>
                  </a:cubicBezTo>
                  <a:cubicBezTo>
                    <a:pt x="1280719" y="289999"/>
                    <a:pt x="1278007" y="292568"/>
                    <a:pt x="1273963" y="292425"/>
                  </a:cubicBezTo>
                  <a:cubicBezTo>
                    <a:pt x="1270013" y="292283"/>
                    <a:pt x="1267396" y="289761"/>
                    <a:pt x="1267444" y="285383"/>
                  </a:cubicBezTo>
                  <a:cubicBezTo>
                    <a:pt x="1267491" y="280863"/>
                    <a:pt x="1270346" y="279198"/>
                    <a:pt x="1274391" y="278770"/>
                  </a:cubicBezTo>
                  <a:close/>
                  <a:moveTo>
                    <a:pt x="52860" y="45911"/>
                  </a:moveTo>
                  <a:cubicBezTo>
                    <a:pt x="52003" y="49908"/>
                    <a:pt x="50100" y="52525"/>
                    <a:pt x="45628" y="52668"/>
                  </a:cubicBezTo>
                  <a:cubicBezTo>
                    <a:pt x="40965" y="52811"/>
                    <a:pt x="38586" y="49956"/>
                    <a:pt x="38681" y="46054"/>
                  </a:cubicBezTo>
                  <a:cubicBezTo>
                    <a:pt x="38776" y="42343"/>
                    <a:pt x="41107" y="38917"/>
                    <a:pt x="45485" y="38965"/>
                  </a:cubicBezTo>
                  <a:cubicBezTo>
                    <a:pt x="49767" y="39012"/>
                    <a:pt x="51575" y="42343"/>
                    <a:pt x="52860" y="45911"/>
                  </a:cubicBezTo>
                  <a:close/>
                </a:path>
              </a:pathLst>
            </a:custGeom>
            <a:solidFill>
              <a:srgbClr val="1C97C4"/>
            </a:solidFill>
            <a:ln w="4754" cap="flat">
              <a:noFill/>
              <a:prstDash val="solid"/>
              <a:miter/>
            </a:ln>
          </p:spPr>
          <p:txBody>
            <a:bodyPr rtlCol="0" anchor="ctr"/>
            <a:lstStyle/>
            <a:p>
              <a:endParaRPr lang="en-US"/>
            </a:p>
          </p:txBody>
        </p:sp>
        <p:sp>
          <p:nvSpPr>
            <p:cNvPr id="95" name="Freeform: Shape 244">
              <a:extLst>
                <a:ext uri="{FF2B5EF4-FFF2-40B4-BE49-F238E27FC236}">
                  <a16:creationId xmlns:a16="http://schemas.microsoft.com/office/drawing/2014/main" id="{6D42F703-CD6A-4E89-A2D5-1BA9D25B7EE0}"/>
                </a:ext>
              </a:extLst>
            </p:cNvPr>
            <p:cNvSpPr/>
            <p:nvPr/>
          </p:nvSpPr>
          <p:spPr>
            <a:xfrm>
              <a:off x="1138436" y="2954609"/>
              <a:ext cx="1263872" cy="307144"/>
            </a:xfrm>
            <a:custGeom>
              <a:avLst/>
              <a:gdLst>
                <a:gd name="connsiteX0" fmla="*/ 12182 w 1263872"/>
                <a:gd name="connsiteY0" fmla="*/ 14913 h 307144"/>
                <a:gd name="connsiteX1" fmla="*/ 17035 w 1263872"/>
                <a:gd name="connsiteY1" fmla="*/ 81525 h 307144"/>
                <a:gd name="connsiteX2" fmla="*/ 83695 w 1263872"/>
                <a:gd name="connsiteY2" fmla="*/ 70439 h 307144"/>
                <a:gd name="connsiteX3" fmla="*/ 95400 w 1263872"/>
                <a:gd name="connsiteY3" fmla="*/ 63207 h 307144"/>
                <a:gd name="connsiteX4" fmla="*/ 206072 w 1263872"/>
                <a:gd name="connsiteY4" fmla="*/ 60828 h 307144"/>
                <a:gd name="connsiteX5" fmla="*/ 219109 w 1263872"/>
                <a:gd name="connsiteY5" fmla="*/ 69821 h 307144"/>
                <a:gd name="connsiteX6" fmla="*/ 245944 w 1263872"/>
                <a:gd name="connsiteY6" fmla="*/ 126298 h 307144"/>
                <a:gd name="connsiteX7" fmla="*/ 264310 w 1263872"/>
                <a:gd name="connsiteY7" fmla="*/ 137860 h 307144"/>
                <a:gd name="connsiteX8" fmla="*/ 656658 w 1263872"/>
                <a:gd name="connsiteY8" fmla="*/ 137623 h 307144"/>
                <a:gd name="connsiteX9" fmla="*/ 1047626 w 1263872"/>
                <a:gd name="connsiteY9" fmla="*/ 137432 h 307144"/>
                <a:gd name="connsiteX10" fmla="*/ 1072891 w 1263872"/>
                <a:gd name="connsiteY10" fmla="*/ 147234 h 307144"/>
                <a:gd name="connsiteX11" fmla="*/ 1167053 w 1263872"/>
                <a:gd name="connsiteY11" fmla="*/ 234639 h 307144"/>
                <a:gd name="connsiteX12" fmla="*/ 1173999 w 1263872"/>
                <a:gd name="connsiteY12" fmla="*/ 252624 h 307144"/>
                <a:gd name="connsiteX13" fmla="*/ 1214205 w 1263872"/>
                <a:gd name="connsiteY13" fmla="*/ 306961 h 307144"/>
                <a:gd name="connsiteX14" fmla="*/ 1263831 w 1263872"/>
                <a:gd name="connsiteY14" fmla="*/ 263568 h 307144"/>
                <a:gd name="connsiteX15" fmla="*/ 1214585 w 1263872"/>
                <a:gd name="connsiteY15" fmla="*/ 216463 h 307144"/>
                <a:gd name="connsiteX16" fmla="*/ 1198075 w 1263872"/>
                <a:gd name="connsiteY16" fmla="*/ 209326 h 307144"/>
                <a:gd name="connsiteX17" fmla="*/ 1088926 w 1263872"/>
                <a:gd name="connsiteY17" fmla="*/ 107980 h 307144"/>
                <a:gd name="connsiteX18" fmla="*/ 1063660 w 1263872"/>
                <a:gd name="connsiteY18" fmla="*/ 98274 h 307144"/>
                <a:gd name="connsiteX19" fmla="*/ 289956 w 1263872"/>
                <a:gd name="connsiteY19" fmla="*/ 98654 h 307144"/>
                <a:gd name="connsiteX20" fmla="*/ 271400 w 1263872"/>
                <a:gd name="connsiteY20" fmla="*/ 87330 h 307144"/>
                <a:gd name="connsiteX21" fmla="*/ 244659 w 1263872"/>
                <a:gd name="connsiteY21" fmla="*/ 30852 h 307144"/>
                <a:gd name="connsiteX22" fmla="*/ 228387 w 1263872"/>
                <a:gd name="connsiteY22" fmla="*/ 20575 h 307144"/>
                <a:gd name="connsiteX23" fmla="*/ 94448 w 1263872"/>
                <a:gd name="connsiteY23" fmla="*/ 22906 h 307144"/>
                <a:gd name="connsiteX24" fmla="*/ 80507 w 1263872"/>
                <a:gd name="connsiteY24" fmla="*/ 16911 h 307144"/>
                <a:gd name="connsiteX25" fmla="*/ 12182 w 1263872"/>
                <a:gd name="connsiteY25" fmla="*/ 14913 h 307144"/>
                <a:gd name="connsiteX26" fmla="*/ 1218725 w 1263872"/>
                <a:gd name="connsiteY26" fmla="*/ 254718 h 307144"/>
                <a:gd name="connsiteX27" fmla="*/ 1225481 w 1263872"/>
                <a:gd name="connsiteY27" fmla="*/ 261189 h 307144"/>
                <a:gd name="connsiteX28" fmla="*/ 1218106 w 1263872"/>
                <a:gd name="connsiteY28" fmla="*/ 268278 h 307144"/>
                <a:gd name="connsiteX29" fmla="*/ 1211683 w 1263872"/>
                <a:gd name="connsiteY29" fmla="*/ 261093 h 307144"/>
                <a:gd name="connsiteX30" fmla="*/ 1218725 w 1263872"/>
                <a:gd name="connsiteY30" fmla="*/ 254718 h 307144"/>
                <a:gd name="connsiteX31" fmla="*/ 52435 w 1263872"/>
                <a:gd name="connsiteY31" fmla="*/ 46078 h 307144"/>
                <a:gd name="connsiteX32" fmla="*/ 46107 w 1263872"/>
                <a:gd name="connsiteY32" fmla="*/ 52691 h 307144"/>
                <a:gd name="connsiteX33" fmla="*/ 38922 w 1263872"/>
                <a:gd name="connsiteY33" fmla="*/ 45554 h 307144"/>
                <a:gd name="connsiteX34" fmla="*/ 45916 w 1263872"/>
                <a:gd name="connsiteY34" fmla="*/ 39131 h 307144"/>
                <a:gd name="connsiteX35" fmla="*/ 52435 w 1263872"/>
                <a:gd name="connsiteY35" fmla="*/ 46078 h 30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263872" h="307144">
                  <a:moveTo>
                    <a:pt x="12182" y="14913"/>
                  </a:moveTo>
                  <a:cubicBezTo>
                    <a:pt x="-5804" y="34040"/>
                    <a:pt x="-3615" y="64444"/>
                    <a:pt x="17035" y="81525"/>
                  </a:cubicBezTo>
                  <a:cubicBezTo>
                    <a:pt x="37495" y="98464"/>
                    <a:pt x="67613" y="93611"/>
                    <a:pt x="83695" y="70439"/>
                  </a:cubicBezTo>
                  <a:cubicBezTo>
                    <a:pt x="86788" y="66014"/>
                    <a:pt x="89452" y="63302"/>
                    <a:pt x="95400" y="63207"/>
                  </a:cubicBezTo>
                  <a:cubicBezTo>
                    <a:pt x="132275" y="62731"/>
                    <a:pt x="169197" y="62017"/>
                    <a:pt x="206072" y="60828"/>
                  </a:cubicBezTo>
                  <a:cubicBezTo>
                    <a:pt x="213447" y="60590"/>
                    <a:pt x="216349" y="63873"/>
                    <a:pt x="219109" y="69821"/>
                  </a:cubicBezTo>
                  <a:cubicBezTo>
                    <a:pt x="227911" y="88710"/>
                    <a:pt x="237760" y="107123"/>
                    <a:pt x="245944" y="126298"/>
                  </a:cubicBezTo>
                  <a:cubicBezTo>
                    <a:pt x="249798" y="135339"/>
                    <a:pt x="254794" y="137860"/>
                    <a:pt x="264310" y="137860"/>
                  </a:cubicBezTo>
                  <a:cubicBezTo>
                    <a:pt x="395109" y="137527"/>
                    <a:pt x="525860" y="137623"/>
                    <a:pt x="656658" y="137623"/>
                  </a:cubicBezTo>
                  <a:cubicBezTo>
                    <a:pt x="786981" y="137623"/>
                    <a:pt x="917303" y="137718"/>
                    <a:pt x="1047626" y="137432"/>
                  </a:cubicBezTo>
                  <a:cubicBezTo>
                    <a:pt x="1057856" y="137432"/>
                    <a:pt x="1065326" y="140097"/>
                    <a:pt x="1072891" y="147234"/>
                  </a:cubicBezTo>
                  <a:cubicBezTo>
                    <a:pt x="1103913" y="176781"/>
                    <a:pt x="1135507" y="205662"/>
                    <a:pt x="1167053" y="234639"/>
                  </a:cubicBezTo>
                  <a:cubicBezTo>
                    <a:pt x="1172524" y="239635"/>
                    <a:pt x="1175760" y="243394"/>
                    <a:pt x="1173999" y="252624"/>
                  </a:cubicBezTo>
                  <a:cubicBezTo>
                    <a:pt x="1168766" y="280554"/>
                    <a:pt x="1187512" y="304534"/>
                    <a:pt x="1214205" y="306961"/>
                  </a:cubicBezTo>
                  <a:cubicBezTo>
                    <a:pt x="1239851" y="309292"/>
                    <a:pt x="1262832" y="289166"/>
                    <a:pt x="1263831" y="263568"/>
                  </a:cubicBezTo>
                  <a:cubicBezTo>
                    <a:pt x="1264925" y="235543"/>
                    <a:pt x="1244085" y="215131"/>
                    <a:pt x="1214585" y="216463"/>
                  </a:cubicBezTo>
                  <a:cubicBezTo>
                    <a:pt x="1207115" y="216796"/>
                    <a:pt x="1202833" y="213704"/>
                    <a:pt x="1198075" y="209326"/>
                  </a:cubicBezTo>
                  <a:cubicBezTo>
                    <a:pt x="1161676" y="175544"/>
                    <a:pt x="1124992" y="142095"/>
                    <a:pt x="1088926" y="107980"/>
                  </a:cubicBezTo>
                  <a:cubicBezTo>
                    <a:pt x="1081360" y="100843"/>
                    <a:pt x="1073843" y="98274"/>
                    <a:pt x="1063660" y="98274"/>
                  </a:cubicBezTo>
                  <a:cubicBezTo>
                    <a:pt x="805775" y="98511"/>
                    <a:pt x="547842" y="98416"/>
                    <a:pt x="289956" y="98654"/>
                  </a:cubicBezTo>
                  <a:cubicBezTo>
                    <a:pt x="280583" y="98654"/>
                    <a:pt x="275349" y="96370"/>
                    <a:pt x="271400" y="87330"/>
                  </a:cubicBezTo>
                  <a:cubicBezTo>
                    <a:pt x="263168" y="68203"/>
                    <a:pt x="253081" y="49884"/>
                    <a:pt x="244659" y="30852"/>
                  </a:cubicBezTo>
                  <a:cubicBezTo>
                    <a:pt x="241186" y="23049"/>
                    <a:pt x="237047" y="20384"/>
                    <a:pt x="228387" y="20575"/>
                  </a:cubicBezTo>
                  <a:cubicBezTo>
                    <a:pt x="183757" y="21717"/>
                    <a:pt x="139126" y="22097"/>
                    <a:pt x="94448" y="22906"/>
                  </a:cubicBezTo>
                  <a:cubicBezTo>
                    <a:pt x="88691" y="23001"/>
                    <a:pt x="84742" y="21717"/>
                    <a:pt x="80507" y="16911"/>
                  </a:cubicBezTo>
                  <a:cubicBezTo>
                    <a:pt x="61190" y="-5024"/>
                    <a:pt x="31452" y="-5547"/>
                    <a:pt x="12182" y="14913"/>
                  </a:cubicBezTo>
                  <a:close/>
                  <a:moveTo>
                    <a:pt x="1218725" y="254718"/>
                  </a:moveTo>
                  <a:cubicBezTo>
                    <a:pt x="1222912" y="254908"/>
                    <a:pt x="1225101" y="257525"/>
                    <a:pt x="1225481" y="261189"/>
                  </a:cubicBezTo>
                  <a:cubicBezTo>
                    <a:pt x="1224530" y="265614"/>
                    <a:pt x="1222293" y="268516"/>
                    <a:pt x="1218106" y="268278"/>
                  </a:cubicBezTo>
                  <a:cubicBezTo>
                    <a:pt x="1214062" y="268040"/>
                    <a:pt x="1211588" y="265423"/>
                    <a:pt x="1211683" y="261093"/>
                  </a:cubicBezTo>
                  <a:cubicBezTo>
                    <a:pt x="1211873" y="256669"/>
                    <a:pt x="1214490" y="254528"/>
                    <a:pt x="1218725" y="254718"/>
                  </a:cubicBezTo>
                  <a:close/>
                  <a:moveTo>
                    <a:pt x="52435" y="46078"/>
                  </a:moveTo>
                  <a:cubicBezTo>
                    <a:pt x="52340" y="50455"/>
                    <a:pt x="49390" y="52216"/>
                    <a:pt x="46107" y="52691"/>
                  </a:cubicBezTo>
                  <a:cubicBezTo>
                    <a:pt x="41063" y="52216"/>
                    <a:pt x="38779" y="49789"/>
                    <a:pt x="38922" y="45554"/>
                  </a:cubicBezTo>
                  <a:cubicBezTo>
                    <a:pt x="39065" y="41320"/>
                    <a:pt x="41586" y="38941"/>
                    <a:pt x="45916" y="39131"/>
                  </a:cubicBezTo>
                  <a:cubicBezTo>
                    <a:pt x="50199" y="39321"/>
                    <a:pt x="52578" y="41843"/>
                    <a:pt x="52435" y="46078"/>
                  </a:cubicBezTo>
                  <a:close/>
                </a:path>
              </a:pathLst>
            </a:custGeom>
            <a:solidFill>
              <a:srgbClr val="1C97C3"/>
            </a:solidFill>
            <a:ln w="4754" cap="flat">
              <a:noFill/>
              <a:prstDash val="solid"/>
              <a:miter/>
            </a:ln>
          </p:spPr>
          <p:txBody>
            <a:bodyPr rtlCol="0" anchor="ctr"/>
            <a:lstStyle/>
            <a:p>
              <a:endParaRPr lang="en-US"/>
            </a:p>
          </p:txBody>
        </p:sp>
        <p:sp>
          <p:nvSpPr>
            <p:cNvPr id="96" name="Freeform: Shape 245">
              <a:extLst>
                <a:ext uri="{FF2B5EF4-FFF2-40B4-BE49-F238E27FC236}">
                  <a16:creationId xmlns:a16="http://schemas.microsoft.com/office/drawing/2014/main" id="{56A35994-B824-4DF7-886D-9DA8B1499D83}"/>
                </a:ext>
              </a:extLst>
            </p:cNvPr>
            <p:cNvSpPr/>
            <p:nvPr/>
          </p:nvSpPr>
          <p:spPr>
            <a:xfrm>
              <a:off x="1337173" y="2588003"/>
              <a:ext cx="1128575" cy="402658"/>
            </a:xfrm>
            <a:custGeom>
              <a:avLst/>
              <a:gdLst>
                <a:gd name="connsiteX0" fmla="*/ 79229 w 1128575"/>
                <a:gd name="connsiteY0" fmla="*/ 76243 h 402658"/>
                <a:gd name="connsiteX1" fmla="*/ 77944 w 1128575"/>
                <a:gd name="connsiteY1" fmla="*/ 12866 h 402658"/>
                <a:gd name="connsiteX2" fmla="*/ 15090 w 1128575"/>
                <a:gd name="connsiteY2" fmla="*/ 12295 h 402658"/>
                <a:gd name="connsiteX3" fmla="*/ 12188 w 1128575"/>
                <a:gd name="connsiteY3" fmla="*/ 74388 h 402658"/>
                <a:gd name="connsiteX4" fmla="*/ 26890 w 1128575"/>
                <a:gd name="connsiteY4" fmla="*/ 117353 h 402658"/>
                <a:gd name="connsiteX5" fmla="*/ 26748 w 1128575"/>
                <a:gd name="connsiteY5" fmla="*/ 137860 h 402658"/>
                <a:gd name="connsiteX6" fmla="*/ 34931 w 1128575"/>
                <a:gd name="connsiteY6" fmla="*/ 155132 h 402658"/>
                <a:gd name="connsiteX7" fmla="*/ 187902 w 1128575"/>
                <a:gd name="connsiteY7" fmla="*/ 285121 h 402658"/>
                <a:gd name="connsiteX8" fmla="*/ 213548 w 1128575"/>
                <a:gd name="connsiteY8" fmla="*/ 294399 h 402658"/>
                <a:gd name="connsiteX9" fmla="*/ 593477 w 1128575"/>
                <a:gd name="connsiteY9" fmla="*/ 294209 h 402658"/>
                <a:gd name="connsiteX10" fmla="*/ 931060 w 1128575"/>
                <a:gd name="connsiteY10" fmla="*/ 293305 h 402658"/>
                <a:gd name="connsiteX11" fmla="*/ 1028790 w 1128575"/>
                <a:gd name="connsiteY11" fmla="*/ 331702 h 402658"/>
                <a:gd name="connsiteX12" fmla="*/ 1032835 w 1128575"/>
                <a:gd name="connsiteY12" fmla="*/ 335366 h 402658"/>
                <a:gd name="connsiteX13" fmla="*/ 1038354 w 1128575"/>
                <a:gd name="connsiteY13" fmla="*/ 350116 h 402658"/>
                <a:gd name="connsiteX14" fmla="*/ 1080082 w 1128575"/>
                <a:gd name="connsiteY14" fmla="*/ 402454 h 402658"/>
                <a:gd name="connsiteX15" fmla="*/ 1128233 w 1128575"/>
                <a:gd name="connsiteY15" fmla="*/ 363534 h 402658"/>
                <a:gd name="connsiteX16" fmla="*/ 1086981 w 1128575"/>
                <a:gd name="connsiteY16" fmla="*/ 312242 h 402658"/>
                <a:gd name="connsiteX17" fmla="*/ 1045634 w 1128575"/>
                <a:gd name="connsiteY17" fmla="*/ 292734 h 402658"/>
                <a:gd name="connsiteX18" fmla="*/ 1015706 w 1128575"/>
                <a:gd name="connsiteY18" fmla="*/ 264709 h 402658"/>
                <a:gd name="connsiteX19" fmla="*/ 990393 w 1128575"/>
                <a:gd name="connsiteY19" fmla="*/ 254765 h 402658"/>
                <a:gd name="connsiteX20" fmla="*/ 226395 w 1128575"/>
                <a:gd name="connsiteY20" fmla="*/ 255051 h 402658"/>
                <a:gd name="connsiteX21" fmla="*/ 206554 w 1128575"/>
                <a:gd name="connsiteY21" fmla="*/ 248675 h 402658"/>
                <a:gd name="connsiteX22" fmla="*/ 84748 w 1128575"/>
                <a:gd name="connsiteY22" fmla="*/ 145282 h 402658"/>
                <a:gd name="connsiteX23" fmla="*/ 66668 w 1128575"/>
                <a:gd name="connsiteY23" fmla="*/ 107742 h 402658"/>
                <a:gd name="connsiteX24" fmla="*/ 79229 w 1128575"/>
                <a:gd name="connsiteY24" fmla="*/ 76243 h 402658"/>
                <a:gd name="connsiteX25" fmla="*/ 1083888 w 1128575"/>
                <a:gd name="connsiteY25" fmla="*/ 349735 h 402658"/>
                <a:gd name="connsiteX26" fmla="*/ 1090074 w 1128575"/>
                <a:gd name="connsiteY26" fmla="*/ 356920 h 402658"/>
                <a:gd name="connsiteX27" fmla="*/ 1083793 w 1128575"/>
                <a:gd name="connsiteY27" fmla="*/ 364105 h 402658"/>
                <a:gd name="connsiteX28" fmla="*/ 1076323 w 1128575"/>
                <a:gd name="connsiteY28" fmla="*/ 357110 h 402658"/>
                <a:gd name="connsiteX29" fmla="*/ 1083888 w 1128575"/>
                <a:gd name="connsiteY29" fmla="*/ 349735 h 402658"/>
                <a:gd name="connsiteX30" fmla="*/ 46351 w 1128575"/>
                <a:gd name="connsiteY30" fmla="*/ 52596 h 402658"/>
                <a:gd name="connsiteX31" fmla="*/ 39642 w 1128575"/>
                <a:gd name="connsiteY31" fmla="*/ 45697 h 402658"/>
                <a:gd name="connsiteX32" fmla="*/ 46398 w 1128575"/>
                <a:gd name="connsiteY32" fmla="*/ 38988 h 402658"/>
                <a:gd name="connsiteX33" fmla="*/ 53488 w 1128575"/>
                <a:gd name="connsiteY33" fmla="*/ 45221 h 402658"/>
                <a:gd name="connsiteX34" fmla="*/ 46351 w 1128575"/>
                <a:gd name="connsiteY34" fmla="*/ 52596 h 402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28575" h="402658">
                  <a:moveTo>
                    <a:pt x="79229" y="76243"/>
                  </a:moveTo>
                  <a:cubicBezTo>
                    <a:pt x="97833" y="59733"/>
                    <a:pt x="95882" y="30566"/>
                    <a:pt x="77944" y="12866"/>
                  </a:cubicBezTo>
                  <a:cubicBezTo>
                    <a:pt x="60815" y="-4072"/>
                    <a:pt x="32505" y="-4310"/>
                    <a:pt x="15090" y="12295"/>
                  </a:cubicBezTo>
                  <a:cubicBezTo>
                    <a:pt x="-2514" y="29044"/>
                    <a:pt x="-6273" y="59781"/>
                    <a:pt x="12188" y="74388"/>
                  </a:cubicBezTo>
                  <a:cubicBezTo>
                    <a:pt x="28413" y="87234"/>
                    <a:pt x="26795" y="101509"/>
                    <a:pt x="26890" y="117353"/>
                  </a:cubicBezTo>
                  <a:cubicBezTo>
                    <a:pt x="26938" y="124204"/>
                    <a:pt x="27366" y="131056"/>
                    <a:pt x="26748" y="137860"/>
                  </a:cubicBezTo>
                  <a:cubicBezTo>
                    <a:pt x="26082" y="145520"/>
                    <a:pt x="29127" y="150231"/>
                    <a:pt x="34931" y="155132"/>
                  </a:cubicBezTo>
                  <a:cubicBezTo>
                    <a:pt x="86176" y="198192"/>
                    <a:pt x="137277" y="241395"/>
                    <a:pt x="187902" y="285121"/>
                  </a:cubicBezTo>
                  <a:cubicBezTo>
                    <a:pt x="195801" y="291925"/>
                    <a:pt x="203414" y="294399"/>
                    <a:pt x="213548" y="294399"/>
                  </a:cubicBezTo>
                  <a:cubicBezTo>
                    <a:pt x="340207" y="294114"/>
                    <a:pt x="466866" y="294209"/>
                    <a:pt x="593477" y="294209"/>
                  </a:cubicBezTo>
                  <a:cubicBezTo>
                    <a:pt x="706005" y="294209"/>
                    <a:pt x="818580" y="295874"/>
                    <a:pt x="931060" y="293305"/>
                  </a:cubicBezTo>
                  <a:cubicBezTo>
                    <a:pt x="971028" y="292401"/>
                    <a:pt x="1004239" y="298349"/>
                    <a:pt x="1028790" y="331702"/>
                  </a:cubicBezTo>
                  <a:cubicBezTo>
                    <a:pt x="1029837" y="333130"/>
                    <a:pt x="1031360" y="334272"/>
                    <a:pt x="1032835" y="335366"/>
                  </a:cubicBezTo>
                  <a:cubicBezTo>
                    <a:pt x="1037973" y="339125"/>
                    <a:pt x="1039543" y="342836"/>
                    <a:pt x="1038354" y="350116"/>
                  </a:cubicBezTo>
                  <a:cubicBezTo>
                    <a:pt x="1034167" y="376381"/>
                    <a:pt x="1053437" y="399600"/>
                    <a:pt x="1080082" y="402454"/>
                  </a:cubicBezTo>
                  <a:cubicBezTo>
                    <a:pt x="1102683" y="404833"/>
                    <a:pt x="1125854" y="386087"/>
                    <a:pt x="1128233" y="363534"/>
                  </a:cubicBezTo>
                  <a:cubicBezTo>
                    <a:pt x="1131231" y="335461"/>
                    <a:pt x="1114292" y="310958"/>
                    <a:pt x="1086981" y="312242"/>
                  </a:cubicBezTo>
                  <a:cubicBezTo>
                    <a:pt x="1067283" y="313194"/>
                    <a:pt x="1057243" y="303868"/>
                    <a:pt x="1045634" y="292734"/>
                  </a:cubicBezTo>
                  <a:cubicBezTo>
                    <a:pt x="1035737" y="283313"/>
                    <a:pt x="1025174" y="274558"/>
                    <a:pt x="1015706" y="264709"/>
                  </a:cubicBezTo>
                  <a:cubicBezTo>
                    <a:pt x="1008521" y="257287"/>
                    <a:pt x="1000718" y="254765"/>
                    <a:pt x="990393" y="254765"/>
                  </a:cubicBezTo>
                  <a:cubicBezTo>
                    <a:pt x="735743" y="255051"/>
                    <a:pt x="481045" y="254955"/>
                    <a:pt x="226395" y="255051"/>
                  </a:cubicBezTo>
                  <a:cubicBezTo>
                    <a:pt x="218877" y="255051"/>
                    <a:pt x="212692" y="254004"/>
                    <a:pt x="206554" y="248675"/>
                  </a:cubicBezTo>
                  <a:cubicBezTo>
                    <a:pt x="166253" y="213893"/>
                    <a:pt x="125858" y="179112"/>
                    <a:pt x="84748" y="145282"/>
                  </a:cubicBezTo>
                  <a:cubicBezTo>
                    <a:pt x="72282" y="135005"/>
                    <a:pt x="65002" y="124823"/>
                    <a:pt x="66668" y="107742"/>
                  </a:cubicBezTo>
                  <a:cubicBezTo>
                    <a:pt x="67905" y="95561"/>
                    <a:pt x="68476" y="85807"/>
                    <a:pt x="79229" y="76243"/>
                  </a:cubicBezTo>
                  <a:close/>
                  <a:moveTo>
                    <a:pt x="1083888" y="349735"/>
                  </a:moveTo>
                  <a:cubicBezTo>
                    <a:pt x="1087838" y="349831"/>
                    <a:pt x="1090121" y="352495"/>
                    <a:pt x="1090074" y="356920"/>
                  </a:cubicBezTo>
                  <a:cubicBezTo>
                    <a:pt x="1090026" y="361488"/>
                    <a:pt x="1087029" y="362868"/>
                    <a:pt x="1083793" y="364105"/>
                  </a:cubicBezTo>
                  <a:cubicBezTo>
                    <a:pt x="1079844" y="362963"/>
                    <a:pt x="1076513" y="361202"/>
                    <a:pt x="1076323" y="357110"/>
                  </a:cubicBezTo>
                  <a:cubicBezTo>
                    <a:pt x="1076085" y="352257"/>
                    <a:pt x="1079511" y="349640"/>
                    <a:pt x="1083888" y="349735"/>
                  </a:cubicBezTo>
                  <a:close/>
                  <a:moveTo>
                    <a:pt x="46351" y="52596"/>
                  </a:moveTo>
                  <a:cubicBezTo>
                    <a:pt x="42306" y="52548"/>
                    <a:pt x="39642" y="49979"/>
                    <a:pt x="39642" y="45697"/>
                  </a:cubicBezTo>
                  <a:cubicBezTo>
                    <a:pt x="39594" y="41319"/>
                    <a:pt x="42116" y="38893"/>
                    <a:pt x="46398" y="38988"/>
                  </a:cubicBezTo>
                  <a:cubicBezTo>
                    <a:pt x="50490" y="39083"/>
                    <a:pt x="52917" y="41510"/>
                    <a:pt x="53488" y="45221"/>
                  </a:cubicBezTo>
                  <a:cubicBezTo>
                    <a:pt x="52726" y="49694"/>
                    <a:pt x="50490" y="52596"/>
                    <a:pt x="46351" y="52596"/>
                  </a:cubicBezTo>
                  <a:close/>
                </a:path>
              </a:pathLst>
            </a:custGeom>
            <a:solidFill>
              <a:srgbClr val="1D97C3"/>
            </a:solidFill>
            <a:ln w="4754" cap="flat">
              <a:noFill/>
              <a:prstDash val="solid"/>
              <a:miter/>
            </a:ln>
          </p:spPr>
          <p:txBody>
            <a:bodyPr rtlCol="0" anchor="ctr"/>
            <a:lstStyle/>
            <a:p>
              <a:endParaRPr lang="en-US"/>
            </a:p>
          </p:txBody>
        </p:sp>
        <p:sp>
          <p:nvSpPr>
            <p:cNvPr id="97" name="Freeform: Shape 246">
              <a:extLst>
                <a:ext uri="{FF2B5EF4-FFF2-40B4-BE49-F238E27FC236}">
                  <a16:creationId xmlns:a16="http://schemas.microsoft.com/office/drawing/2014/main" id="{FC0F6341-B6F3-44CE-B49E-FC94C0793A65}"/>
                </a:ext>
              </a:extLst>
            </p:cNvPr>
            <p:cNvSpPr/>
            <p:nvPr/>
          </p:nvSpPr>
          <p:spPr>
            <a:xfrm>
              <a:off x="1308537" y="3997055"/>
              <a:ext cx="316980" cy="271595"/>
            </a:xfrm>
            <a:custGeom>
              <a:avLst/>
              <a:gdLst>
                <a:gd name="connsiteX0" fmla="*/ 194984 w 316980"/>
                <a:gd name="connsiteY0" fmla="*/ 228874 h 271595"/>
                <a:gd name="connsiteX1" fmla="*/ 197030 w 316980"/>
                <a:gd name="connsiteY1" fmla="*/ 207558 h 271595"/>
                <a:gd name="connsiteX2" fmla="*/ 205500 w 316980"/>
                <a:gd name="connsiteY2" fmla="*/ 199041 h 271595"/>
                <a:gd name="connsiteX3" fmla="*/ 316980 w 316980"/>
                <a:gd name="connsiteY3" fmla="*/ 199850 h 271595"/>
                <a:gd name="connsiteX4" fmla="*/ 303182 w 316980"/>
                <a:gd name="connsiteY4" fmla="*/ 196805 h 271595"/>
                <a:gd name="connsiteX5" fmla="*/ 213541 w 316980"/>
                <a:gd name="connsiteY5" fmla="*/ 197090 h 271595"/>
                <a:gd name="connsiteX6" fmla="*/ 196840 w 316980"/>
                <a:gd name="connsiteY6" fmla="*/ 179628 h 271595"/>
                <a:gd name="connsiteX7" fmla="*/ 197030 w 316980"/>
                <a:gd name="connsiteY7" fmla="*/ 171492 h 271595"/>
                <a:gd name="connsiteX8" fmla="*/ 197030 w 316980"/>
                <a:gd name="connsiteY8" fmla="*/ 171492 h 271595"/>
                <a:gd name="connsiteX9" fmla="*/ 197030 w 316980"/>
                <a:gd name="connsiteY9" fmla="*/ 171492 h 271595"/>
                <a:gd name="connsiteX10" fmla="*/ 196888 w 316980"/>
                <a:gd name="connsiteY10" fmla="*/ 148320 h 271595"/>
                <a:gd name="connsiteX11" fmla="*/ 209163 w 316980"/>
                <a:gd name="connsiteY11" fmla="*/ 136521 h 271595"/>
                <a:gd name="connsiteX12" fmla="*/ 300518 w 316980"/>
                <a:gd name="connsiteY12" fmla="*/ 136663 h 271595"/>
                <a:gd name="connsiteX13" fmla="*/ 314649 w 316980"/>
                <a:gd name="connsiteY13" fmla="*/ 133999 h 271595"/>
                <a:gd name="connsiteX14" fmla="*/ 215254 w 316980"/>
                <a:gd name="connsiteY14" fmla="*/ 134094 h 271595"/>
                <a:gd name="connsiteX15" fmla="*/ 196935 w 316980"/>
                <a:gd name="connsiteY15" fmla="*/ 115776 h 271595"/>
                <a:gd name="connsiteX16" fmla="*/ 196983 w 316980"/>
                <a:gd name="connsiteY16" fmla="*/ 108972 h 271595"/>
                <a:gd name="connsiteX17" fmla="*/ 196983 w 316980"/>
                <a:gd name="connsiteY17" fmla="*/ 65769 h 271595"/>
                <a:gd name="connsiteX18" fmla="*/ 193414 w 316980"/>
                <a:gd name="connsiteY18" fmla="*/ 41550 h 271595"/>
                <a:gd name="connsiteX19" fmla="*/ 262549 w 316980"/>
                <a:gd name="connsiteY19" fmla="*/ 38505 h 271595"/>
                <a:gd name="connsiteX20" fmla="*/ 262549 w 316980"/>
                <a:gd name="connsiteY20" fmla="*/ 38505 h 271595"/>
                <a:gd name="connsiteX21" fmla="*/ 201217 w 316980"/>
                <a:gd name="connsiteY21" fmla="*/ 38124 h 271595"/>
                <a:gd name="connsiteX22" fmla="*/ 184802 w 316980"/>
                <a:gd name="connsiteY22" fmla="*/ 29750 h 271595"/>
                <a:gd name="connsiteX23" fmla="*/ 129514 w 316980"/>
                <a:gd name="connsiteY23" fmla="*/ 250 h 271595"/>
                <a:gd name="connsiteX24" fmla="*/ 0 w 316980"/>
                <a:gd name="connsiteY24" fmla="*/ 346 h 271595"/>
                <a:gd name="connsiteX25" fmla="*/ 4520 w 316980"/>
                <a:gd name="connsiteY25" fmla="*/ 12193 h 271595"/>
                <a:gd name="connsiteX26" fmla="*/ 4568 w 316980"/>
                <a:gd name="connsiteY26" fmla="*/ 261324 h 271595"/>
                <a:gd name="connsiteX27" fmla="*/ 2807 w 316980"/>
                <a:gd name="connsiteY27" fmla="*/ 270602 h 271595"/>
                <a:gd name="connsiteX28" fmla="*/ 2807 w 316980"/>
                <a:gd name="connsiteY28" fmla="*/ 270602 h 271595"/>
                <a:gd name="connsiteX29" fmla="*/ 102012 w 316980"/>
                <a:gd name="connsiteY29" fmla="*/ 271411 h 271595"/>
                <a:gd name="connsiteX30" fmla="*/ 177903 w 316980"/>
                <a:gd name="connsiteY30" fmla="*/ 253759 h 271595"/>
                <a:gd name="connsiteX31" fmla="*/ 177903 w 316980"/>
                <a:gd name="connsiteY31" fmla="*/ 253759 h 271595"/>
                <a:gd name="connsiteX32" fmla="*/ 177903 w 316980"/>
                <a:gd name="connsiteY32" fmla="*/ 253759 h 271595"/>
                <a:gd name="connsiteX33" fmla="*/ 194984 w 316980"/>
                <a:gd name="connsiteY33" fmla="*/ 228874 h 27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16980" h="271595">
                  <a:moveTo>
                    <a:pt x="194984" y="228874"/>
                  </a:moveTo>
                  <a:cubicBezTo>
                    <a:pt x="192463" y="221451"/>
                    <a:pt x="198172" y="214838"/>
                    <a:pt x="197030" y="207558"/>
                  </a:cubicBezTo>
                  <a:cubicBezTo>
                    <a:pt x="196031" y="201087"/>
                    <a:pt x="199124" y="198946"/>
                    <a:pt x="205500" y="199041"/>
                  </a:cubicBezTo>
                  <a:cubicBezTo>
                    <a:pt x="242660" y="199469"/>
                    <a:pt x="279820" y="199612"/>
                    <a:pt x="316980" y="199850"/>
                  </a:cubicBezTo>
                  <a:cubicBezTo>
                    <a:pt x="313317" y="194759"/>
                    <a:pt x="307845" y="196853"/>
                    <a:pt x="303182" y="196805"/>
                  </a:cubicBezTo>
                  <a:cubicBezTo>
                    <a:pt x="273302" y="196615"/>
                    <a:pt x="243374" y="195853"/>
                    <a:pt x="213541" y="197090"/>
                  </a:cubicBezTo>
                  <a:cubicBezTo>
                    <a:pt x="199171" y="197709"/>
                    <a:pt x="194699" y="192951"/>
                    <a:pt x="196840" y="179628"/>
                  </a:cubicBezTo>
                  <a:cubicBezTo>
                    <a:pt x="197268" y="176964"/>
                    <a:pt x="196983" y="174204"/>
                    <a:pt x="197030" y="171492"/>
                  </a:cubicBezTo>
                  <a:lnTo>
                    <a:pt x="197030" y="171492"/>
                  </a:lnTo>
                  <a:lnTo>
                    <a:pt x="197030" y="171492"/>
                  </a:lnTo>
                  <a:cubicBezTo>
                    <a:pt x="197030" y="163784"/>
                    <a:pt x="197744" y="155981"/>
                    <a:pt x="196888" y="148320"/>
                  </a:cubicBezTo>
                  <a:cubicBezTo>
                    <a:pt x="195746" y="138281"/>
                    <a:pt x="199980" y="136378"/>
                    <a:pt x="209163" y="136521"/>
                  </a:cubicBezTo>
                  <a:cubicBezTo>
                    <a:pt x="239615" y="137044"/>
                    <a:pt x="270066" y="136806"/>
                    <a:pt x="300518" y="136663"/>
                  </a:cubicBezTo>
                  <a:cubicBezTo>
                    <a:pt x="305276" y="136616"/>
                    <a:pt x="310652" y="138471"/>
                    <a:pt x="314649" y="133999"/>
                  </a:cubicBezTo>
                  <a:cubicBezTo>
                    <a:pt x="281533" y="134046"/>
                    <a:pt x="248370" y="134094"/>
                    <a:pt x="215254" y="134094"/>
                  </a:cubicBezTo>
                  <a:cubicBezTo>
                    <a:pt x="196935" y="134094"/>
                    <a:pt x="196935" y="134094"/>
                    <a:pt x="196935" y="115776"/>
                  </a:cubicBezTo>
                  <a:cubicBezTo>
                    <a:pt x="196935" y="113492"/>
                    <a:pt x="196983" y="111255"/>
                    <a:pt x="196983" y="108972"/>
                  </a:cubicBezTo>
                  <a:cubicBezTo>
                    <a:pt x="196983" y="94555"/>
                    <a:pt x="196983" y="80185"/>
                    <a:pt x="196983" y="65769"/>
                  </a:cubicBezTo>
                  <a:cubicBezTo>
                    <a:pt x="198315" y="57442"/>
                    <a:pt x="193890" y="49924"/>
                    <a:pt x="193414" y="41550"/>
                  </a:cubicBezTo>
                  <a:cubicBezTo>
                    <a:pt x="216538" y="38172"/>
                    <a:pt x="239853" y="43929"/>
                    <a:pt x="262549" y="38505"/>
                  </a:cubicBezTo>
                  <a:lnTo>
                    <a:pt x="262549" y="38505"/>
                  </a:lnTo>
                  <a:cubicBezTo>
                    <a:pt x="242089" y="38315"/>
                    <a:pt x="221677" y="37839"/>
                    <a:pt x="201217" y="38124"/>
                  </a:cubicBezTo>
                  <a:cubicBezTo>
                    <a:pt x="193795" y="38219"/>
                    <a:pt x="189132" y="36507"/>
                    <a:pt x="184802" y="29750"/>
                  </a:cubicBezTo>
                  <a:cubicBezTo>
                    <a:pt x="172003" y="9957"/>
                    <a:pt x="152495" y="583"/>
                    <a:pt x="129514" y="250"/>
                  </a:cubicBezTo>
                  <a:cubicBezTo>
                    <a:pt x="86358" y="-321"/>
                    <a:pt x="43203" y="250"/>
                    <a:pt x="0" y="346"/>
                  </a:cubicBezTo>
                  <a:cubicBezTo>
                    <a:pt x="5234" y="2867"/>
                    <a:pt x="4568" y="7768"/>
                    <a:pt x="4520" y="12193"/>
                  </a:cubicBezTo>
                  <a:cubicBezTo>
                    <a:pt x="4282" y="95221"/>
                    <a:pt x="4282" y="178296"/>
                    <a:pt x="4568" y="261324"/>
                  </a:cubicBezTo>
                  <a:cubicBezTo>
                    <a:pt x="4568" y="264512"/>
                    <a:pt x="4330" y="267652"/>
                    <a:pt x="2807" y="270602"/>
                  </a:cubicBezTo>
                  <a:cubicBezTo>
                    <a:pt x="2807" y="270602"/>
                    <a:pt x="2807" y="270602"/>
                    <a:pt x="2807" y="270602"/>
                  </a:cubicBezTo>
                  <a:cubicBezTo>
                    <a:pt x="35876" y="270840"/>
                    <a:pt x="68944" y="270554"/>
                    <a:pt x="102012" y="271411"/>
                  </a:cubicBezTo>
                  <a:cubicBezTo>
                    <a:pt x="128990" y="272077"/>
                    <a:pt x="155445" y="271887"/>
                    <a:pt x="177903" y="253759"/>
                  </a:cubicBezTo>
                  <a:lnTo>
                    <a:pt x="177903" y="253759"/>
                  </a:lnTo>
                  <a:lnTo>
                    <a:pt x="177903" y="253759"/>
                  </a:lnTo>
                  <a:cubicBezTo>
                    <a:pt x="177380" y="241197"/>
                    <a:pt x="184850" y="234108"/>
                    <a:pt x="194984" y="228874"/>
                  </a:cubicBezTo>
                  <a:close/>
                </a:path>
              </a:pathLst>
            </a:custGeom>
            <a:solidFill>
              <a:srgbClr val="1D7799"/>
            </a:solidFill>
            <a:ln w="4754" cap="flat">
              <a:noFill/>
              <a:prstDash val="solid"/>
              <a:miter/>
            </a:ln>
          </p:spPr>
          <p:txBody>
            <a:bodyPr rtlCol="0" anchor="ctr"/>
            <a:lstStyle/>
            <a:p>
              <a:endParaRPr lang="en-US"/>
            </a:p>
          </p:txBody>
        </p:sp>
        <p:sp>
          <p:nvSpPr>
            <p:cNvPr id="98" name="Freeform: Shape 247">
              <a:extLst>
                <a:ext uri="{FF2B5EF4-FFF2-40B4-BE49-F238E27FC236}">
                  <a16:creationId xmlns:a16="http://schemas.microsoft.com/office/drawing/2014/main" id="{A8CEDDFD-A270-4C51-8762-7C6C6BDD3E53}"/>
                </a:ext>
              </a:extLst>
            </p:cNvPr>
            <p:cNvSpPr/>
            <p:nvPr/>
          </p:nvSpPr>
          <p:spPr>
            <a:xfrm>
              <a:off x="1308537" y="3997449"/>
              <a:ext cx="4552" cy="270208"/>
            </a:xfrm>
            <a:custGeom>
              <a:avLst/>
              <a:gdLst>
                <a:gd name="connsiteX0" fmla="*/ 4520 w 4552"/>
                <a:gd name="connsiteY0" fmla="*/ 11847 h 270208"/>
                <a:gd name="connsiteX1" fmla="*/ 0 w 4552"/>
                <a:gd name="connsiteY1" fmla="*/ 0 h 270208"/>
                <a:gd name="connsiteX2" fmla="*/ 0 w 4552"/>
                <a:gd name="connsiteY2" fmla="*/ 0 h 270208"/>
                <a:gd name="connsiteX3" fmla="*/ 48 w 4552"/>
                <a:gd name="connsiteY3" fmla="*/ 15939 h 270208"/>
                <a:gd name="connsiteX4" fmla="*/ 143 w 4552"/>
                <a:gd name="connsiteY4" fmla="*/ 255697 h 270208"/>
                <a:gd name="connsiteX5" fmla="*/ 2760 w 4552"/>
                <a:gd name="connsiteY5" fmla="*/ 270209 h 270208"/>
                <a:gd name="connsiteX6" fmla="*/ 4520 w 4552"/>
                <a:gd name="connsiteY6" fmla="*/ 260931 h 270208"/>
                <a:gd name="connsiteX7" fmla="*/ 4520 w 4552"/>
                <a:gd name="connsiteY7" fmla="*/ 11847 h 270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52" h="270208">
                  <a:moveTo>
                    <a:pt x="4520" y="11847"/>
                  </a:moveTo>
                  <a:cubicBezTo>
                    <a:pt x="4520" y="7423"/>
                    <a:pt x="5234" y="2522"/>
                    <a:pt x="0" y="0"/>
                  </a:cubicBezTo>
                  <a:cubicBezTo>
                    <a:pt x="0" y="0"/>
                    <a:pt x="0" y="0"/>
                    <a:pt x="0" y="0"/>
                  </a:cubicBezTo>
                  <a:cubicBezTo>
                    <a:pt x="2950" y="5281"/>
                    <a:pt x="48" y="10658"/>
                    <a:pt x="48" y="15939"/>
                  </a:cubicBezTo>
                  <a:cubicBezTo>
                    <a:pt x="285" y="95874"/>
                    <a:pt x="238" y="175762"/>
                    <a:pt x="143" y="255697"/>
                  </a:cubicBezTo>
                  <a:cubicBezTo>
                    <a:pt x="143" y="260740"/>
                    <a:pt x="285" y="265689"/>
                    <a:pt x="2760" y="270209"/>
                  </a:cubicBezTo>
                  <a:cubicBezTo>
                    <a:pt x="4282" y="267307"/>
                    <a:pt x="4520" y="264166"/>
                    <a:pt x="4520" y="260931"/>
                  </a:cubicBezTo>
                  <a:cubicBezTo>
                    <a:pt x="4282" y="177950"/>
                    <a:pt x="4282" y="94875"/>
                    <a:pt x="4520" y="11847"/>
                  </a:cubicBezTo>
                  <a:close/>
                </a:path>
              </a:pathLst>
            </a:custGeom>
            <a:solidFill>
              <a:srgbClr val="1D7799"/>
            </a:solidFill>
            <a:ln w="4754" cap="flat">
              <a:noFill/>
              <a:prstDash val="solid"/>
              <a:miter/>
            </a:ln>
          </p:spPr>
          <p:txBody>
            <a:bodyPr rtlCol="0" anchor="ctr"/>
            <a:lstStyle/>
            <a:p>
              <a:endParaRPr lang="en-US"/>
            </a:p>
          </p:txBody>
        </p:sp>
        <p:sp>
          <p:nvSpPr>
            <p:cNvPr id="99" name="Freeform: Shape 248">
              <a:extLst>
                <a:ext uri="{FF2B5EF4-FFF2-40B4-BE49-F238E27FC236}">
                  <a16:creationId xmlns:a16="http://schemas.microsoft.com/office/drawing/2014/main" id="{DF96C156-E257-4D58-A0F3-E41D348F4C0A}"/>
                </a:ext>
              </a:extLst>
            </p:cNvPr>
            <p:cNvSpPr/>
            <p:nvPr/>
          </p:nvSpPr>
          <p:spPr>
            <a:xfrm>
              <a:off x="1486414" y="4225929"/>
              <a:ext cx="17107" cy="24884"/>
            </a:xfrm>
            <a:custGeom>
              <a:avLst/>
              <a:gdLst>
                <a:gd name="connsiteX0" fmla="*/ 26 w 17107"/>
                <a:gd name="connsiteY0" fmla="*/ 24885 h 24884"/>
                <a:gd name="connsiteX1" fmla="*/ 26 w 17107"/>
                <a:gd name="connsiteY1" fmla="*/ 24885 h 24884"/>
                <a:gd name="connsiteX2" fmla="*/ 17107 w 17107"/>
                <a:gd name="connsiteY2" fmla="*/ 0 h 24884"/>
                <a:gd name="connsiteX3" fmla="*/ 26 w 17107"/>
                <a:gd name="connsiteY3" fmla="*/ 24885 h 24884"/>
              </a:gdLst>
              <a:ahLst/>
              <a:cxnLst>
                <a:cxn ang="0">
                  <a:pos x="connsiteX0" y="connsiteY0"/>
                </a:cxn>
                <a:cxn ang="0">
                  <a:pos x="connsiteX1" y="connsiteY1"/>
                </a:cxn>
                <a:cxn ang="0">
                  <a:pos x="connsiteX2" y="connsiteY2"/>
                </a:cxn>
                <a:cxn ang="0">
                  <a:pos x="connsiteX3" y="connsiteY3"/>
                </a:cxn>
              </a:cxnLst>
              <a:rect l="l" t="t" r="r" b="b"/>
              <a:pathLst>
                <a:path w="17107" h="24884">
                  <a:moveTo>
                    <a:pt x="26" y="24885"/>
                  </a:moveTo>
                  <a:lnTo>
                    <a:pt x="26" y="24885"/>
                  </a:lnTo>
                  <a:cubicBezTo>
                    <a:pt x="4023" y="15416"/>
                    <a:pt x="11398" y="8279"/>
                    <a:pt x="17107" y="0"/>
                  </a:cubicBezTo>
                  <a:cubicBezTo>
                    <a:pt x="6973" y="5234"/>
                    <a:pt x="-497" y="12323"/>
                    <a:pt x="26" y="24885"/>
                  </a:cubicBezTo>
                  <a:close/>
                </a:path>
              </a:pathLst>
            </a:custGeom>
            <a:solidFill>
              <a:srgbClr val="1D7799"/>
            </a:solidFill>
            <a:ln w="4754" cap="flat">
              <a:noFill/>
              <a:prstDash val="solid"/>
              <a:miter/>
            </a:ln>
          </p:spPr>
          <p:txBody>
            <a:bodyPr rtlCol="0" anchor="ctr"/>
            <a:lstStyle/>
            <a:p>
              <a:endParaRPr lang="en-US"/>
            </a:p>
          </p:txBody>
        </p:sp>
        <p:sp>
          <p:nvSpPr>
            <p:cNvPr id="100" name="Freeform: Shape 249">
              <a:extLst>
                <a:ext uri="{FF2B5EF4-FFF2-40B4-BE49-F238E27FC236}">
                  <a16:creationId xmlns:a16="http://schemas.microsoft.com/office/drawing/2014/main" id="{0C9D9774-CFCE-4C2F-A633-F6BCD428C592}"/>
                </a:ext>
              </a:extLst>
            </p:cNvPr>
            <p:cNvSpPr/>
            <p:nvPr/>
          </p:nvSpPr>
          <p:spPr>
            <a:xfrm>
              <a:off x="532242" y="2005972"/>
              <a:ext cx="178633" cy="976352"/>
            </a:xfrm>
            <a:custGeom>
              <a:avLst/>
              <a:gdLst>
                <a:gd name="connsiteX0" fmla="*/ 18149 w 178633"/>
                <a:gd name="connsiteY0" fmla="*/ 80887 h 976352"/>
                <a:gd name="connsiteX1" fmla="*/ 27332 w 178633"/>
                <a:gd name="connsiteY1" fmla="*/ 99729 h 976352"/>
                <a:gd name="connsiteX2" fmla="*/ 26999 w 178633"/>
                <a:gd name="connsiteY2" fmla="*/ 435884 h 976352"/>
                <a:gd name="connsiteX3" fmla="*/ 36420 w 178633"/>
                <a:gd name="connsiteY3" fmla="*/ 454916 h 976352"/>
                <a:gd name="connsiteX4" fmla="*/ 102128 w 178633"/>
                <a:gd name="connsiteY4" fmla="*/ 503638 h 976352"/>
                <a:gd name="connsiteX5" fmla="*/ 112310 w 178633"/>
                <a:gd name="connsiteY5" fmla="*/ 523765 h 976352"/>
                <a:gd name="connsiteX6" fmla="*/ 112263 w 178633"/>
                <a:gd name="connsiteY6" fmla="*/ 869484 h 976352"/>
                <a:gd name="connsiteX7" fmla="*/ 100368 w 178633"/>
                <a:gd name="connsiteY7" fmla="*/ 899935 h 976352"/>
                <a:gd name="connsiteX8" fmla="*/ 102223 w 178633"/>
                <a:gd name="connsiteY8" fmla="*/ 964216 h 976352"/>
                <a:gd name="connsiteX9" fmla="*/ 167979 w 178633"/>
                <a:gd name="connsiteY9" fmla="*/ 960315 h 976352"/>
                <a:gd name="connsiteX10" fmla="*/ 162079 w 178633"/>
                <a:gd name="connsiteY10" fmla="*/ 895748 h 976352"/>
                <a:gd name="connsiteX11" fmla="*/ 152421 w 178633"/>
                <a:gd name="connsiteY11" fmla="*/ 875479 h 976352"/>
                <a:gd name="connsiteX12" fmla="*/ 152801 w 178633"/>
                <a:gd name="connsiteY12" fmla="*/ 505161 h 976352"/>
                <a:gd name="connsiteX13" fmla="*/ 142096 w 178633"/>
                <a:gd name="connsiteY13" fmla="*/ 483750 h 976352"/>
                <a:gd name="connsiteX14" fmla="*/ 77434 w 178633"/>
                <a:gd name="connsiteY14" fmla="*/ 435836 h 976352"/>
                <a:gd name="connsiteX15" fmla="*/ 67061 w 178633"/>
                <a:gd name="connsiteY15" fmla="*/ 414378 h 976352"/>
                <a:gd name="connsiteX16" fmla="*/ 67109 w 178633"/>
                <a:gd name="connsiteY16" fmla="*/ 101442 h 976352"/>
                <a:gd name="connsiteX17" fmla="*/ 76768 w 178633"/>
                <a:gd name="connsiteY17" fmla="*/ 78032 h 976352"/>
                <a:gd name="connsiteX18" fmla="*/ 88044 w 178633"/>
                <a:gd name="connsiteY18" fmla="*/ 28263 h 976352"/>
                <a:gd name="connsiteX19" fmla="*/ 45507 w 178633"/>
                <a:gd name="connsiteY19" fmla="*/ 0 h 976352"/>
                <a:gd name="connsiteX20" fmla="*/ 2685 w 178633"/>
                <a:gd name="connsiteY20" fmla="*/ 29928 h 976352"/>
                <a:gd name="connsiteX21" fmla="*/ 18149 w 178633"/>
                <a:gd name="connsiteY21" fmla="*/ 80887 h 976352"/>
                <a:gd name="connsiteX22" fmla="*/ 133293 w 178633"/>
                <a:gd name="connsiteY22" fmla="*/ 924106 h 976352"/>
                <a:gd name="connsiteX23" fmla="*/ 139669 w 178633"/>
                <a:gd name="connsiteY23" fmla="*/ 931291 h 976352"/>
                <a:gd name="connsiteX24" fmla="*/ 132627 w 178633"/>
                <a:gd name="connsiteY24" fmla="*/ 937667 h 976352"/>
                <a:gd name="connsiteX25" fmla="*/ 126061 w 178633"/>
                <a:gd name="connsiteY25" fmla="*/ 930292 h 976352"/>
                <a:gd name="connsiteX26" fmla="*/ 133293 w 178633"/>
                <a:gd name="connsiteY26" fmla="*/ 924106 h 976352"/>
                <a:gd name="connsiteX27" fmla="*/ 45603 w 178633"/>
                <a:gd name="connsiteY27" fmla="*/ 38588 h 976352"/>
                <a:gd name="connsiteX28" fmla="*/ 52502 w 178633"/>
                <a:gd name="connsiteY28" fmla="*/ 45725 h 976352"/>
                <a:gd name="connsiteX29" fmla="*/ 45793 w 178633"/>
                <a:gd name="connsiteY29" fmla="*/ 52291 h 976352"/>
                <a:gd name="connsiteX30" fmla="*/ 38656 w 178633"/>
                <a:gd name="connsiteY30" fmla="*/ 45392 h 976352"/>
                <a:gd name="connsiteX31" fmla="*/ 45603 w 178633"/>
                <a:gd name="connsiteY31" fmla="*/ 38588 h 976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8633" h="976352">
                  <a:moveTo>
                    <a:pt x="18149" y="80887"/>
                  </a:moveTo>
                  <a:cubicBezTo>
                    <a:pt x="25619" y="86073"/>
                    <a:pt x="27332" y="91450"/>
                    <a:pt x="27332" y="99729"/>
                  </a:cubicBezTo>
                  <a:cubicBezTo>
                    <a:pt x="27094" y="211780"/>
                    <a:pt x="27284" y="323832"/>
                    <a:pt x="26999" y="435884"/>
                  </a:cubicBezTo>
                  <a:cubicBezTo>
                    <a:pt x="26999" y="444401"/>
                    <a:pt x="29092" y="449777"/>
                    <a:pt x="36420" y="454916"/>
                  </a:cubicBezTo>
                  <a:cubicBezTo>
                    <a:pt x="58687" y="470618"/>
                    <a:pt x="80098" y="487556"/>
                    <a:pt x="102128" y="503638"/>
                  </a:cubicBezTo>
                  <a:cubicBezTo>
                    <a:pt x="109265" y="508872"/>
                    <a:pt x="112358" y="514439"/>
                    <a:pt x="112310" y="523765"/>
                  </a:cubicBezTo>
                  <a:cubicBezTo>
                    <a:pt x="111930" y="639005"/>
                    <a:pt x="111930" y="754244"/>
                    <a:pt x="112263" y="869484"/>
                  </a:cubicBezTo>
                  <a:cubicBezTo>
                    <a:pt x="112310" y="881760"/>
                    <a:pt x="110455" y="890800"/>
                    <a:pt x="100368" y="899935"/>
                  </a:cubicBezTo>
                  <a:cubicBezTo>
                    <a:pt x="81335" y="917159"/>
                    <a:pt x="83239" y="946659"/>
                    <a:pt x="102223" y="964216"/>
                  </a:cubicBezTo>
                  <a:cubicBezTo>
                    <a:pt x="121255" y="981821"/>
                    <a:pt x="151136" y="980061"/>
                    <a:pt x="167979" y="960315"/>
                  </a:cubicBezTo>
                  <a:cubicBezTo>
                    <a:pt x="184014" y="941521"/>
                    <a:pt x="181873" y="910355"/>
                    <a:pt x="162079" y="895748"/>
                  </a:cubicBezTo>
                  <a:cubicBezTo>
                    <a:pt x="154276" y="889991"/>
                    <a:pt x="152421" y="884234"/>
                    <a:pt x="152421" y="875479"/>
                  </a:cubicBezTo>
                  <a:cubicBezTo>
                    <a:pt x="152611" y="752056"/>
                    <a:pt x="152421" y="628584"/>
                    <a:pt x="152801" y="505161"/>
                  </a:cubicBezTo>
                  <a:cubicBezTo>
                    <a:pt x="152849" y="495407"/>
                    <a:pt x="149899" y="489364"/>
                    <a:pt x="142096" y="483750"/>
                  </a:cubicBezTo>
                  <a:cubicBezTo>
                    <a:pt x="120304" y="468096"/>
                    <a:pt x="99416" y="451205"/>
                    <a:pt x="77434" y="435836"/>
                  </a:cubicBezTo>
                  <a:cubicBezTo>
                    <a:pt x="69202" y="430079"/>
                    <a:pt x="67061" y="423846"/>
                    <a:pt x="67061" y="414378"/>
                  </a:cubicBezTo>
                  <a:cubicBezTo>
                    <a:pt x="67347" y="310082"/>
                    <a:pt x="67347" y="205785"/>
                    <a:pt x="67109" y="101442"/>
                  </a:cubicBezTo>
                  <a:cubicBezTo>
                    <a:pt x="67109" y="91830"/>
                    <a:pt x="68822" y="84741"/>
                    <a:pt x="76768" y="78032"/>
                  </a:cubicBezTo>
                  <a:cubicBezTo>
                    <a:pt x="91280" y="65709"/>
                    <a:pt x="94991" y="45630"/>
                    <a:pt x="88044" y="28263"/>
                  </a:cubicBezTo>
                  <a:cubicBezTo>
                    <a:pt x="80860" y="10278"/>
                    <a:pt x="65301" y="-47"/>
                    <a:pt x="45507" y="0"/>
                  </a:cubicBezTo>
                  <a:cubicBezTo>
                    <a:pt x="25619" y="48"/>
                    <a:pt x="9013" y="11657"/>
                    <a:pt x="2685" y="29928"/>
                  </a:cubicBezTo>
                  <a:cubicBezTo>
                    <a:pt x="-3833" y="48913"/>
                    <a:pt x="1591" y="69420"/>
                    <a:pt x="18149" y="80887"/>
                  </a:cubicBezTo>
                  <a:close/>
                  <a:moveTo>
                    <a:pt x="133293" y="924106"/>
                  </a:moveTo>
                  <a:cubicBezTo>
                    <a:pt x="137956" y="924487"/>
                    <a:pt x="140050" y="926961"/>
                    <a:pt x="139669" y="931291"/>
                  </a:cubicBezTo>
                  <a:cubicBezTo>
                    <a:pt x="139288" y="935430"/>
                    <a:pt x="136767" y="938190"/>
                    <a:pt x="132627" y="937667"/>
                  </a:cubicBezTo>
                  <a:cubicBezTo>
                    <a:pt x="128868" y="937191"/>
                    <a:pt x="125918" y="934383"/>
                    <a:pt x="126061" y="930292"/>
                  </a:cubicBezTo>
                  <a:cubicBezTo>
                    <a:pt x="126251" y="926010"/>
                    <a:pt x="129630" y="924535"/>
                    <a:pt x="133293" y="924106"/>
                  </a:cubicBezTo>
                  <a:close/>
                  <a:moveTo>
                    <a:pt x="45603" y="38588"/>
                  </a:moveTo>
                  <a:cubicBezTo>
                    <a:pt x="49980" y="38398"/>
                    <a:pt x="52311" y="40777"/>
                    <a:pt x="52502" y="45725"/>
                  </a:cubicBezTo>
                  <a:cubicBezTo>
                    <a:pt x="51931" y="49151"/>
                    <a:pt x="50123" y="52386"/>
                    <a:pt x="45793" y="52291"/>
                  </a:cubicBezTo>
                  <a:cubicBezTo>
                    <a:pt x="41749" y="52196"/>
                    <a:pt x="38799" y="49293"/>
                    <a:pt x="38656" y="45392"/>
                  </a:cubicBezTo>
                  <a:cubicBezTo>
                    <a:pt x="38466" y="41348"/>
                    <a:pt x="41416" y="38778"/>
                    <a:pt x="45603" y="38588"/>
                  </a:cubicBezTo>
                  <a:close/>
                </a:path>
              </a:pathLst>
            </a:custGeom>
            <a:solidFill>
              <a:srgbClr val="1D97C3"/>
            </a:solidFill>
            <a:ln w="4754" cap="flat">
              <a:noFill/>
              <a:prstDash val="solid"/>
              <a:miter/>
            </a:ln>
          </p:spPr>
          <p:txBody>
            <a:bodyPr rtlCol="0" anchor="ctr"/>
            <a:lstStyle/>
            <a:p>
              <a:endParaRPr lang="en-US"/>
            </a:p>
          </p:txBody>
        </p:sp>
        <p:sp>
          <p:nvSpPr>
            <p:cNvPr id="101" name="Freeform: Shape 250">
              <a:extLst>
                <a:ext uri="{FF2B5EF4-FFF2-40B4-BE49-F238E27FC236}">
                  <a16:creationId xmlns:a16="http://schemas.microsoft.com/office/drawing/2014/main" id="{5C4C9BA1-0FAB-4510-8D03-2AE6CC806CC7}"/>
                </a:ext>
              </a:extLst>
            </p:cNvPr>
            <p:cNvSpPr/>
            <p:nvPr/>
          </p:nvSpPr>
          <p:spPr>
            <a:xfrm>
              <a:off x="691473" y="2132963"/>
              <a:ext cx="259242" cy="753935"/>
            </a:xfrm>
            <a:custGeom>
              <a:avLst/>
              <a:gdLst>
                <a:gd name="connsiteX0" fmla="*/ 206350 w 259242"/>
                <a:gd name="connsiteY0" fmla="*/ 663890 h 753935"/>
                <a:gd name="connsiteX1" fmla="*/ 165764 w 259242"/>
                <a:gd name="connsiteY1" fmla="*/ 657086 h 753935"/>
                <a:gd name="connsiteX2" fmla="*/ 134932 w 259242"/>
                <a:gd name="connsiteY2" fmla="*/ 642764 h 753935"/>
                <a:gd name="connsiteX3" fmla="*/ 125321 w 259242"/>
                <a:gd name="connsiteY3" fmla="*/ 627491 h 753935"/>
                <a:gd name="connsiteX4" fmla="*/ 125511 w 259242"/>
                <a:gd name="connsiteY4" fmla="*/ 468953 h 753935"/>
                <a:gd name="connsiteX5" fmla="*/ 125749 w 259242"/>
                <a:gd name="connsiteY5" fmla="*/ 311795 h 753935"/>
                <a:gd name="connsiteX6" fmla="*/ 113521 w 259242"/>
                <a:gd name="connsiteY6" fmla="*/ 298948 h 753935"/>
                <a:gd name="connsiteX7" fmla="*/ 79405 w 259242"/>
                <a:gd name="connsiteY7" fmla="*/ 299424 h 753935"/>
                <a:gd name="connsiteX8" fmla="*/ 67463 w 259242"/>
                <a:gd name="connsiteY8" fmla="*/ 287196 h 753935"/>
                <a:gd name="connsiteX9" fmla="*/ 67463 w 259242"/>
                <a:gd name="connsiteY9" fmla="*/ 97208 h 753935"/>
                <a:gd name="connsiteX10" fmla="*/ 75409 w 259242"/>
                <a:gd name="connsiteY10" fmla="*/ 80221 h 753935"/>
                <a:gd name="connsiteX11" fmla="*/ 78121 w 259242"/>
                <a:gd name="connsiteY11" fmla="*/ 13799 h 753935"/>
                <a:gd name="connsiteX12" fmla="*/ 11508 w 259242"/>
                <a:gd name="connsiteY12" fmla="*/ 15750 h 753935"/>
                <a:gd name="connsiteX13" fmla="*/ 18360 w 259242"/>
                <a:gd name="connsiteY13" fmla="*/ 81887 h 753935"/>
                <a:gd name="connsiteX14" fmla="*/ 27257 w 259242"/>
                <a:gd name="connsiteY14" fmla="*/ 101062 h 753935"/>
                <a:gd name="connsiteX15" fmla="*/ 27115 w 259242"/>
                <a:gd name="connsiteY15" fmla="*/ 326593 h 753935"/>
                <a:gd name="connsiteX16" fmla="*/ 39105 w 259242"/>
                <a:gd name="connsiteY16" fmla="*/ 338773 h 753935"/>
                <a:gd name="connsiteX17" fmla="*/ 71888 w 259242"/>
                <a:gd name="connsiteY17" fmla="*/ 338345 h 753935"/>
                <a:gd name="connsiteX18" fmla="*/ 86780 w 259242"/>
                <a:gd name="connsiteY18" fmla="*/ 353142 h 753935"/>
                <a:gd name="connsiteX19" fmla="*/ 86209 w 259242"/>
                <a:gd name="connsiteY19" fmla="*/ 649711 h 753935"/>
                <a:gd name="connsiteX20" fmla="*/ 98818 w 259242"/>
                <a:gd name="connsiteY20" fmla="*/ 670075 h 753935"/>
                <a:gd name="connsiteX21" fmla="*/ 159388 w 259242"/>
                <a:gd name="connsiteY21" fmla="*/ 697815 h 753935"/>
                <a:gd name="connsiteX22" fmla="*/ 168476 w 259242"/>
                <a:gd name="connsiteY22" fmla="*/ 710756 h 753935"/>
                <a:gd name="connsiteX23" fmla="*/ 216722 w 259242"/>
                <a:gd name="connsiteY23" fmla="*/ 753722 h 753935"/>
                <a:gd name="connsiteX24" fmla="*/ 258926 w 259242"/>
                <a:gd name="connsiteY24" fmla="*/ 702668 h 753935"/>
                <a:gd name="connsiteX25" fmla="*/ 206350 w 259242"/>
                <a:gd name="connsiteY25" fmla="*/ 663890 h 753935"/>
                <a:gd name="connsiteX26" fmla="*/ 45481 w 259242"/>
                <a:gd name="connsiteY26" fmla="*/ 52863 h 753935"/>
                <a:gd name="connsiteX27" fmla="*/ 38629 w 259242"/>
                <a:gd name="connsiteY27" fmla="*/ 45916 h 753935"/>
                <a:gd name="connsiteX28" fmla="*/ 46670 w 259242"/>
                <a:gd name="connsiteY28" fmla="*/ 38731 h 753935"/>
                <a:gd name="connsiteX29" fmla="*/ 53094 w 259242"/>
                <a:gd name="connsiteY29" fmla="*/ 46344 h 753935"/>
                <a:gd name="connsiteX30" fmla="*/ 45481 w 259242"/>
                <a:gd name="connsiteY30" fmla="*/ 52863 h 753935"/>
                <a:gd name="connsiteX31" fmla="*/ 213297 w 259242"/>
                <a:gd name="connsiteY31" fmla="*/ 714991 h 753935"/>
                <a:gd name="connsiteX32" fmla="*/ 206683 w 259242"/>
                <a:gd name="connsiteY32" fmla="*/ 708092 h 753935"/>
                <a:gd name="connsiteX33" fmla="*/ 213344 w 259242"/>
                <a:gd name="connsiteY33" fmla="*/ 701431 h 753935"/>
                <a:gd name="connsiteX34" fmla="*/ 220576 w 259242"/>
                <a:gd name="connsiteY34" fmla="*/ 707664 h 753935"/>
                <a:gd name="connsiteX35" fmla="*/ 213297 w 259242"/>
                <a:gd name="connsiteY35" fmla="*/ 714991 h 75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59242" h="753935">
                  <a:moveTo>
                    <a:pt x="206350" y="663890"/>
                  </a:moveTo>
                  <a:cubicBezTo>
                    <a:pt x="190458" y="667839"/>
                    <a:pt x="178611" y="663319"/>
                    <a:pt x="165764" y="657086"/>
                  </a:cubicBezTo>
                  <a:cubicBezTo>
                    <a:pt x="155534" y="652137"/>
                    <a:pt x="145495" y="646808"/>
                    <a:pt x="134932" y="642764"/>
                  </a:cubicBezTo>
                  <a:cubicBezTo>
                    <a:pt x="127271" y="639814"/>
                    <a:pt x="125273" y="635342"/>
                    <a:pt x="125321" y="627491"/>
                  </a:cubicBezTo>
                  <a:cubicBezTo>
                    <a:pt x="125654" y="574629"/>
                    <a:pt x="125511" y="521815"/>
                    <a:pt x="125511" y="468953"/>
                  </a:cubicBezTo>
                  <a:cubicBezTo>
                    <a:pt x="125511" y="416567"/>
                    <a:pt x="125273" y="364181"/>
                    <a:pt x="125749" y="311795"/>
                  </a:cubicBezTo>
                  <a:cubicBezTo>
                    <a:pt x="125844" y="302231"/>
                    <a:pt x="124559" y="297759"/>
                    <a:pt x="113521" y="298948"/>
                  </a:cubicBezTo>
                  <a:cubicBezTo>
                    <a:pt x="102244" y="300138"/>
                    <a:pt x="90730" y="298568"/>
                    <a:pt x="79405" y="299424"/>
                  </a:cubicBezTo>
                  <a:cubicBezTo>
                    <a:pt x="69556" y="300186"/>
                    <a:pt x="67415" y="296522"/>
                    <a:pt x="67463" y="287196"/>
                  </a:cubicBezTo>
                  <a:cubicBezTo>
                    <a:pt x="67843" y="223867"/>
                    <a:pt x="67748" y="160537"/>
                    <a:pt x="67463" y="97208"/>
                  </a:cubicBezTo>
                  <a:cubicBezTo>
                    <a:pt x="67415" y="89833"/>
                    <a:pt x="69461" y="85217"/>
                    <a:pt x="75409" y="80221"/>
                  </a:cubicBezTo>
                  <a:cubicBezTo>
                    <a:pt x="96154" y="62712"/>
                    <a:pt x="96915" y="32784"/>
                    <a:pt x="78121" y="13799"/>
                  </a:cubicBezTo>
                  <a:cubicBezTo>
                    <a:pt x="59136" y="-5328"/>
                    <a:pt x="29636" y="-4472"/>
                    <a:pt x="11508" y="15750"/>
                  </a:cubicBezTo>
                  <a:cubicBezTo>
                    <a:pt x="-6001" y="35258"/>
                    <a:pt x="-3384" y="66233"/>
                    <a:pt x="18360" y="81887"/>
                  </a:cubicBezTo>
                  <a:cubicBezTo>
                    <a:pt x="25925" y="87358"/>
                    <a:pt x="27257" y="92925"/>
                    <a:pt x="27257" y="101062"/>
                  </a:cubicBezTo>
                  <a:cubicBezTo>
                    <a:pt x="27115" y="176239"/>
                    <a:pt x="27400" y="251416"/>
                    <a:pt x="27115" y="326593"/>
                  </a:cubicBezTo>
                  <a:cubicBezTo>
                    <a:pt x="27067" y="335966"/>
                    <a:pt x="29256" y="339582"/>
                    <a:pt x="39105" y="338773"/>
                  </a:cubicBezTo>
                  <a:cubicBezTo>
                    <a:pt x="49953" y="337917"/>
                    <a:pt x="61039" y="339487"/>
                    <a:pt x="71888" y="338345"/>
                  </a:cubicBezTo>
                  <a:cubicBezTo>
                    <a:pt x="84021" y="337060"/>
                    <a:pt x="86876" y="341057"/>
                    <a:pt x="86780" y="353142"/>
                  </a:cubicBezTo>
                  <a:cubicBezTo>
                    <a:pt x="86209" y="452014"/>
                    <a:pt x="86638" y="550839"/>
                    <a:pt x="86209" y="649711"/>
                  </a:cubicBezTo>
                  <a:cubicBezTo>
                    <a:pt x="86162" y="660131"/>
                    <a:pt x="88446" y="665888"/>
                    <a:pt x="98818" y="670075"/>
                  </a:cubicBezTo>
                  <a:cubicBezTo>
                    <a:pt x="119373" y="678402"/>
                    <a:pt x="139119" y="688774"/>
                    <a:pt x="159388" y="697815"/>
                  </a:cubicBezTo>
                  <a:cubicBezTo>
                    <a:pt x="165431" y="700527"/>
                    <a:pt x="168095" y="703572"/>
                    <a:pt x="168476" y="710756"/>
                  </a:cubicBezTo>
                  <a:cubicBezTo>
                    <a:pt x="169856" y="736878"/>
                    <a:pt x="192076" y="756196"/>
                    <a:pt x="216722" y="753722"/>
                  </a:cubicBezTo>
                  <a:cubicBezTo>
                    <a:pt x="242654" y="751152"/>
                    <a:pt x="261971" y="727790"/>
                    <a:pt x="258926" y="702668"/>
                  </a:cubicBezTo>
                  <a:cubicBezTo>
                    <a:pt x="255786" y="676975"/>
                    <a:pt x="231901" y="657562"/>
                    <a:pt x="206350" y="663890"/>
                  </a:cubicBezTo>
                  <a:close/>
                  <a:moveTo>
                    <a:pt x="45481" y="52863"/>
                  </a:moveTo>
                  <a:cubicBezTo>
                    <a:pt x="41579" y="52625"/>
                    <a:pt x="38439" y="49865"/>
                    <a:pt x="38629" y="45916"/>
                  </a:cubicBezTo>
                  <a:cubicBezTo>
                    <a:pt x="38867" y="41491"/>
                    <a:pt x="42055" y="38065"/>
                    <a:pt x="46670" y="38731"/>
                  </a:cubicBezTo>
                  <a:cubicBezTo>
                    <a:pt x="50239" y="39207"/>
                    <a:pt x="52808" y="42300"/>
                    <a:pt x="53094" y="46344"/>
                  </a:cubicBezTo>
                  <a:cubicBezTo>
                    <a:pt x="51809" y="50103"/>
                    <a:pt x="49573" y="53101"/>
                    <a:pt x="45481" y="52863"/>
                  </a:cubicBezTo>
                  <a:close/>
                  <a:moveTo>
                    <a:pt x="213297" y="714991"/>
                  </a:moveTo>
                  <a:cubicBezTo>
                    <a:pt x="209300" y="715039"/>
                    <a:pt x="206778" y="712422"/>
                    <a:pt x="206683" y="708092"/>
                  </a:cubicBezTo>
                  <a:cubicBezTo>
                    <a:pt x="206588" y="703572"/>
                    <a:pt x="209157" y="701288"/>
                    <a:pt x="213344" y="701431"/>
                  </a:cubicBezTo>
                  <a:cubicBezTo>
                    <a:pt x="217293" y="701573"/>
                    <a:pt x="219863" y="703952"/>
                    <a:pt x="220576" y="707664"/>
                  </a:cubicBezTo>
                  <a:cubicBezTo>
                    <a:pt x="219625" y="711994"/>
                    <a:pt x="217246" y="714896"/>
                    <a:pt x="213297" y="714991"/>
                  </a:cubicBezTo>
                  <a:close/>
                </a:path>
              </a:pathLst>
            </a:custGeom>
            <a:solidFill>
              <a:srgbClr val="1D97C3"/>
            </a:solidFill>
            <a:ln w="4754" cap="flat">
              <a:noFill/>
              <a:prstDash val="solid"/>
              <a:miter/>
            </a:ln>
          </p:spPr>
          <p:txBody>
            <a:bodyPr rtlCol="0" anchor="ctr"/>
            <a:lstStyle/>
            <a:p>
              <a:endParaRPr lang="en-US"/>
            </a:p>
          </p:txBody>
        </p:sp>
        <p:sp>
          <p:nvSpPr>
            <p:cNvPr id="102" name="Freeform: Shape 251">
              <a:extLst>
                <a:ext uri="{FF2B5EF4-FFF2-40B4-BE49-F238E27FC236}">
                  <a16:creationId xmlns:a16="http://schemas.microsoft.com/office/drawing/2014/main" id="{19D3BD03-CAF6-451A-B74B-F868C41FE0FB}"/>
                </a:ext>
              </a:extLst>
            </p:cNvPr>
            <p:cNvSpPr/>
            <p:nvPr/>
          </p:nvSpPr>
          <p:spPr>
            <a:xfrm>
              <a:off x="990890" y="3771165"/>
              <a:ext cx="717370" cy="359888"/>
            </a:xfrm>
            <a:custGeom>
              <a:avLst/>
              <a:gdLst>
                <a:gd name="connsiteX0" fmla="*/ 549173 w 717370"/>
                <a:gd name="connsiteY0" fmla="*/ 355797 h 359888"/>
                <a:gd name="connsiteX1" fmla="*/ 614406 w 717370"/>
                <a:gd name="connsiteY1" fmla="*/ 355607 h 359888"/>
                <a:gd name="connsiteX2" fmla="*/ 632296 w 717370"/>
                <a:gd name="connsiteY2" fmla="*/ 359889 h 359888"/>
                <a:gd name="connsiteX3" fmla="*/ 708853 w 717370"/>
                <a:gd name="connsiteY3" fmla="*/ 307693 h 359888"/>
                <a:gd name="connsiteX4" fmla="*/ 717370 w 717370"/>
                <a:gd name="connsiteY4" fmla="*/ 290993 h 359888"/>
                <a:gd name="connsiteX5" fmla="*/ 717370 w 717370"/>
                <a:gd name="connsiteY5" fmla="*/ 136594 h 359888"/>
                <a:gd name="connsiteX6" fmla="*/ 710423 w 717370"/>
                <a:gd name="connsiteY6" fmla="*/ 118371 h 359888"/>
                <a:gd name="connsiteX7" fmla="*/ 646713 w 717370"/>
                <a:gd name="connsiteY7" fmla="*/ 43527 h 359888"/>
                <a:gd name="connsiteX8" fmla="*/ 622495 w 717370"/>
                <a:gd name="connsiteY8" fmla="*/ 32441 h 359888"/>
                <a:gd name="connsiteX9" fmla="*/ 103250 w 717370"/>
                <a:gd name="connsiteY9" fmla="*/ 32679 h 359888"/>
                <a:gd name="connsiteX10" fmla="*/ 84789 w 717370"/>
                <a:gd name="connsiteY10" fmla="*/ 23591 h 359888"/>
                <a:gd name="connsiteX11" fmla="*/ 33878 w 717370"/>
                <a:gd name="connsiteY11" fmla="*/ 1514 h 359888"/>
                <a:gd name="connsiteX12" fmla="*/ 1 w 717370"/>
                <a:gd name="connsiteY12" fmla="*/ 47476 h 359888"/>
                <a:gd name="connsiteX13" fmla="*/ 30785 w 717370"/>
                <a:gd name="connsiteY13" fmla="*/ 89061 h 359888"/>
                <a:gd name="connsiteX14" fmla="*/ 84598 w 717370"/>
                <a:gd name="connsiteY14" fmla="*/ 68079 h 359888"/>
                <a:gd name="connsiteX15" fmla="*/ 100252 w 717370"/>
                <a:gd name="connsiteY15" fmla="*/ 59133 h 359888"/>
                <a:gd name="connsiteX16" fmla="*/ 614073 w 717370"/>
                <a:gd name="connsiteY16" fmla="*/ 59181 h 359888"/>
                <a:gd name="connsiteX17" fmla="*/ 630441 w 717370"/>
                <a:gd name="connsiteY17" fmla="*/ 66175 h 359888"/>
                <a:gd name="connsiteX18" fmla="*/ 685586 w 717370"/>
                <a:gd name="connsiteY18" fmla="*/ 130361 h 359888"/>
                <a:gd name="connsiteX19" fmla="*/ 690582 w 717370"/>
                <a:gd name="connsiteY19" fmla="*/ 145349 h 359888"/>
                <a:gd name="connsiteX20" fmla="*/ 690630 w 717370"/>
                <a:gd name="connsiteY20" fmla="*/ 277908 h 359888"/>
                <a:gd name="connsiteX21" fmla="*/ 683017 w 717370"/>
                <a:gd name="connsiteY21" fmla="*/ 292468 h 359888"/>
                <a:gd name="connsiteX22" fmla="*/ 626872 w 717370"/>
                <a:gd name="connsiteY22" fmla="*/ 331103 h 359888"/>
                <a:gd name="connsiteX23" fmla="*/ 612883 w 717370"/>
                <a:gd name="connsiteY23" fmla="*/ 335004 h 359888"/>
                <a:gd name="connsiteX24" fmla="*/ 514487 w 717370"/>
                <a:gd name="connsiteY24" fmla="*/ 334767 h 359888"/>
                <a:gd name="connsiteX25" fmla="*/ 549173 w 717370"/>
                <a:gd name="connsiteY25" fmla="*/ 355797 h 359888"/>
                <a:gd name="connsiteX26" fmla="*/ 45154 w 717370"/>
                <a:gd name="connsiteY26" fmla="*/ 52758 h 359888"/>
                <a:gd name="connsiteX27" fmla="*/ 38636 w 717370"/>
                <a:gd name="connsiteY27" fmla="*/ 45954 h 359888"/>
                <a:gd name="connsiteX28" fmla="*/ 45345 w 717370"/>
                <a:gd name="connsiteY28" fmla="*/ 38817 h 359888"/>
                <a:gd name="connsiteX29" fmla="*/ 52291 w 717370"/>
                <a:gd name="connsiteY29" fmla="*/ 44954 h 359888"/>
                <a:gd name="connsiteX30" fmla="*/ 45154 w 717370"/>
                <a:gd name="connsiteY30" fmla="*/ 52758 h 35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17370" h="359888">
                  <a:moveTo>
                    <a:pt x="549173" y="355797"/>
                  </a:moveTo>
                  <a:cubicBezTo>
                    <a:pt x="570870" y="354703"/>
                    <a:pt x="592662" y="355416"/>
                    <a:pt x="614406" y="355607"/>
                  </a:cubicBezTo>
                  <a:cubicBezTo>
                    <a:pt x="620639" y="355654"/>
                    <a:pt x="627253" y="354703"/>
                    <a:pt x="632296" y="359889"/>
                  </a:cubicBezTo>
                  <a:cubicBezTo>
                    <a:pt x="657799" y="342427"/>
                    <a:pt x="683112" y="324727"/>
                    <a:pt x="708853" y="307693"/>
                  </a:cubicBezTo>
                  <a:cubicBezTo>
                    <a:pt x="715419" y="303363"/>
                    <a:pt x="717417" y="298558"/>
                    <a:pt x="717370" y="290993"/>
                  </a:cubicBezTo>
                  <a:cubicBezTo>
                    <a:pt x="717084" y="239511"/>
                    <a:pt x="717084" y="188076"/>
                    <a:pt x="717370" y="136594"/>
                  </a:cubicBezTo>
                  <a:cubicBezTo>
                    <a:pt x="717417" y="129219"/>
                    <a:pt x="715134" y="123795"/>
                    <a:pt x="710423" y="118371"/>
                  </a:cubicBezTo>
                  <a:cubicBezTo>
                    <a:pt x="688964" y="93629"/>
                    <a:pt x="667268" y="68983"/>
                    <a:pt x="646713" y="43527"/>
                  </a:cubicBezTo>
                  <a:cubicBezTo>
                    <a:pt x="639909" y="35105"/>
                    <a:pt x="632915" y="32441"/>
                    <a:pt x="622495" y="32441"/>
                  </a:cubicBezTo>
                  <a:cubicBezTo>
                    <a:pt x="449397" y="32726"/>
                    <a:pt x="276300" y="32631"/>
                    <a:pt x="103250" y="32679"/>
                  </a:cubicBezTo>
                  <a:cubicBezTo>
                    <a:pt x="95447" y="32679"/>
                    <a:pt x="89404" y="32774"/>
                    <a:pt x="84789" y="23591"/>
                  </a:cubicBezTo>
                  <a:cubicBezTo>
                    <a:pt x="75225" y="4464"/>
                    <a:pt x="54242" y="-3625"/>
                    <a:pt x="33878" y="1514"/>
                  </a:cubicBezTo>
                  <a:cubicBezTo>
                    <a:pt x="14655" y="6367"/>
                    <a:pt x="96" y="26160"/>
                    <a:pt x="1" y="47476"/>
                  </a:cubicBezTo>
                  <a:cubicBezTo>
                    <a:pt x="-95" y="67508"/>
                    <a:pt x="11848" y="83637"/>
                    <a:pt x="30785" y="89061"/>
                  </a:cubicBezTo>
                  <a:cubicBezTo>
                    <a:pt x="52672" y="95342"/>
                    <a:pt x="73750" y="87777"/>
                    <a:pt x="84598" y="68079"/>
                  </a:cubicBezTo>
                  <a:cubicBezTo>
                    <a:pt x="88548" y="60942"/>
                    <a:pt x="92735" y="59086"/>
                    <a:pt x="100252" y="59133"/>
                  </a:cubicBezTo>
                  <a:cubicBezTo>
                    <a:pt x="271542" y="59324"/>
                    <a:pt x="442784" y="59324"/>
                    <a:pt x="614073" y="59181"/>
                  </a:cubicBezTo>
                  <a:cubicBezTo>
                    <a:pt x="620877" y="59181"/>
                    <a:pt x="625778" y="60513"/>
                    <a:pt x="630441" y="66175"/>
                  </a:cubicBezTo>
                  <a:cubicBezTo>
                    <a:pt x="648426" y="87920"/>
                    <a:pt x="667030" y="109141"/>
                    <a:pt x="685586" y="130361"/>
                  </a:cubicBezTo>
                  <a:cubicBezTo>
                    <a:pt x="689488" y="134834"/>
                    <a:pt x="690582" y="139639"/>
                    <a:pt x="690582" y="145349"/>
                  </a:cubicBezTo>
                  <a:cubicBezTo>
                    <a:pt x="690439" y="189551"/>
                    <a:pt x="690392" y="233706"/>
                    <a:pt x="690630" y="277908"/>
                  </a:cubicBezTo>
                  <a:cubicBezTo>
                    <a:pt x="690677" y="284569"/>
                    <a:pt x="688631" y="288756"/>
                    <a:pt x="683017" y="292468"/>
                  </a:cubicBezTo>
                  <a:cubicBezTo>
                    <a:pt x="664080" y="305029"/>
                    <a:pt x="645381" y="317923"/>
                    <a:pt x="626872" y="331103"/>
                  </a:cubicBezTo>
                  <a:cubicBezTo>
                    <a:pt x="622447" y="334291"/>
                    <a:pt x="618022" y="335052"/>
                    <a:pt x="612883" y="335004"/>
                  </a:cubicBezTo>
                  <a:cubicBezTo>
                    <a:pt x="580100" y="334862"/>
                    <a:pt x="547318" y="334814"/>
                    <a:pt x="514487" y="334767"/>
                  </a:cubicBezTo>
                  <a:cubicBezTo>
                    <a:pt x="517818" y="355654"/>
                    <a:pt x="532187" y="356653"/>
                    <a:pt x="549173" y="355797"/>
                  </a:cubicBezTo>
                  <a:close/>
                  <a:moveTo>
                    <a:pt x="45154" y="52758"/>
                  </a:moveTo>
                  <a:cubicBezTo>
                    <a:pt x="41395" y="52900"/>
                    <a:pt x="38731" y="50331"/>
                    <a:pt x="38636" y="45954"/>
                  </a:cubicBezTo>
                  <a:cubicBezTo>
                    <a:pt x="38541" y="41576"/>
                    <a:pt x="40777" y="39435"/>
                    <a:pt x="45345" y="38817"/>
                  </a:cubicBezTo>
                  <a:cubicBezTo>
                    <a:pt x="48723" y="39150"/>
                    <a:pt x="51863" y="40910"/>
                    <a:pt x="52291" y="44954"/>
                  </a:cubicBezTo>
                  <a:cubicBezTo>
                    <a:pt x="52767" y="49808"/>
                    <a:pt x="49437" y="52615"/>
                    <a:pt x="45154" y="52758"/>
                  </a:cubicBezTo>
                  <a:close/>
                </a:path>
              </a:pathLst>
            </a:custGeom>
            <a:solidFill>
              <a:srgbClr val="1D96C2"/>
            </a:solidFill>
            <a:ln w="4754" cap="flat">
              <a:noFill/>
              <a:prstDash val="solid"/>
              <a:miter/>
            </a:ln>
          </p:spPr>
          <p:txBody>
            <a:bodyPr rtlCol="0" anchor="ctr"/>
            <a:lstStyle/>
            <a:p>
              <a:endParaRPr lang="en-US"/>
            </a:p>
          </p:txBody>
        </p:sp>
        <p:sp>
          <p:nvSpPr>
            <p:cNvPr id="103" name="Freeform: Shape 252">
              <a:extLst>
                <a:ext uri="{FF2B5EF4-FFF2-40B4-BE49-F238E27FC236}">
                  <a16:creationId xmlns:a16="http://schemas.microsoft.com/office/drawing/2014/main" id="{271F211C-B92F-4ED5-A3F3-9D7F7830065E}"/>
                </a:ext>
              </a:extLst>
            </p:cNvPr>
            <p:cNvSpPr/>
            <p:nvPr/>
          </p:nvSpPr>
          <p:spPr>
            <a:xfrm>
              <a:off x="1505472" y="4106074"/>
              <a:ext cx="117713" cy="25074"/>
            </a:xfrm>
            <a:custGeom>
              <a:avLst/>
              <a:gdLst>
                <a:gd name="connsiteX0" fmla="*/ 18318 w 117713"/>
                <a:gd name="connsiteY0" fmla="*/ 25075 h 25074"/>
                <a:gd name="connsiteX1" fmla="*/ 117714 w 117713"/>
                <a:gd name="connsiteY1" fmla="*/ 24980 h 25074"/>
                <a:gd name="connsiteX2" fmla="*/ 99824 w 117713"/>
                <a:gd name="connsiteY2" fmla="*/ 20698 h 25074"/>
                <a:gd name="connsiteX3" fmla="*/ 34591 w 117713"/>
                <a:gd name="connsiteY3" fmla="*/ 20888 h 25074"/>
                <a:gd name="connsiteX4" fmla="*/ 48 w 117713"/>
                <a:gd name="connsiteY4" fmla="*/ 0 h 25074"/>
                <a:gd name="connsiteX5" fmla="*/ 0 w 117713"/>
                <a:gd name="connsiteY5" fmla="*/ 6804 h 25074"/>
                <a:gd name="connsiteX6" fmla="*/ 18318 w 117713"/>
                <a:gd name="connsiteY6" fmla="*/ 25075 h 25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713" h="25074">
                  <a:moveTo>
                    <a:pt x="18318" y="25075"/>
                  </a:moveTo>
                  <a:cubicBezTo>
                    <a:pt x="51434" y="25075"/>
                    <a:pt x="84598" y="25027"/>
                    <a:pt x="117714" y="24980"/>
                  </a:cubicBezTo>
                  <a:cubicBezTo>
                    <a:pt x="112670" y="19794"/>
                    <a:pt x="106009" y="20745"/>
                    <a:pt x="99824" y="20698"/>
                  </a:cubicBezTo>
                  <a:cubicBezTo>
                    <a:pt x="78079" y="20507"/>
                    <a:pt x="56288" y="19794"/>
                    <a:pt x="34591" y="20888"/>
                  </a:cubicBezTo>
                  <a:cubicBezTo>
                    <a:pt x="17557" y="21744"/>
                    <a:pt x="3235" y="20745"/>
                    <a:pt x="48" y="0"/>
                  </a:cubicBezTo>
                  <a:cubicBezTo>
                    <a:pt x="48" y="2284"/>
                    <a:pt x="0" y="4520"/>
                    <a:pt x="0" y="6804"/>
                  </a:cubicBezTo>
                  <a:cubicBezTo>
                    <a:pt x="0" y="25075"/>
                    <a:pt x="0" y="25075"/>
                    <a:pt x="18318" y="25075"/>
                  </a:cubicBezTo>
                  <a:close/>
                </a:path>
              </a:pathLst>
            </a:custGeom>
            <a:solidFill>
              <a:srgbClr val="1D96C2"/>
            </a:solidFill>
            <a:ln w="4754" cap="flat">
              <a:noFill/>
              <a:prstDash val="solid"/>
              <a:miter/>
            </a:ln>
          </p:spPr>
          <p:txBody>
            <a:bodyPr rtlCol="0" anchor="ctr"/>
            <a:lstStyle/>
            <a:p>
              <a:endParaRPr lang="en-US"/>
            </a:p>
          </p:txBody>
        </p:sp>
        <p:sp>
          <p:nvSpPr>
            <p:cNvPr id="104" name="Freeform: Shape 253">
              <a:extLst>
                <a:ext uri="{FF2B5EF4-FFF2-40B4-BE49-F238E27FC236}">
                  <a16:creationId xmlns:a16="http://schemas.microsoft.com/office/drawing/2014/main" id="{D6DE5A6F-0607-4708-B107-58C9611E72D8}"/>
                </a:ext>
              </a:extLst>
            </p:cNvPr>
            <p:cNvSpPr/>
            <p:nvPr/>
          </p:nvSpPr>
          <p:spPr>
            <a:xfrm>
              <a:off x="2136816" y="2596201"/>
              <a:ext cx="805155" cy="91050"/>
            </a:xfrm>
            <a:custGeom>
              <a:avLst/>
              <a:gdLst>
                <a:gd name="connsiteX0" fmla="*/ 0 w 805155"/>
                <a:gd name="connsiteY0" fmla="*/ 56007 h 91050"/>
                <a:gd name="connsiteX1" fmla="*/ 39349 w 805155"/>
                <a:gd name="connsiteY1" fmla="*/ 90646 h 91050"/>
                <a:gd name="connsiteX2" fmla="*/ 84503 w 805155"/>
                <a:gd name="connsiteY2" fmla="*/ 66570 h 91050"/>
                <a:gd name="connsiteX3" fmla="*/ 96921 w 805155"/>
                <a:gd name="connsiteY3" fmla="*/ 61003 h 91050"/>
                <a:gd name="connsiteX4" fmla="*/ 709043 w 805155"/>
                <a:gd name="connsiteY4" fmla="*/ 60861 h 91050"/>
                <a:gd name="connsiteX5" fmla="*/ 722936 w 805155"/>
                <a:gd name="connsiteY5" fmla="*/ 68664 h 91050"/>
                <a:gd name="connsiteX6" fmla="*/ 775180 w 805155"/>
                <a:gd name="connsiteY6" fmla="*/ 87743 h 91050"/>
                <a:gd name="connsiteX7" fmla="*/ 805155 w 805155"/>
                <a:gd name="connsiteY7" fmla="*/ 45016 h 91050"/>
                <a:gd name="connsiteX8" fmla="*/ 773324 w 805155"/>
                <a:gd name="connsiteY8" fmla="*/ 2337 h 91050"/>
                <a:gd name="connsiteX9" fmla="*/ 722698 w 805155"/>
                <a:gd name="connsiteY9" fmla="*/ 22225 h 91050"/>
                <a:gd name="connsiteX10" fmla="*/ 709043 w 805155"/>
                <a:gd name="connsiteY10" fmla="*/ 30409 h 91050"/>
                <a:gd name="connsiteX11" fmla="*/ 96969 w 805155"/>
                <a:gd name="connsiteY11" fmla="*/ 30362 h 91050"/>
                <a:gd name="connsiteX12" fmla="*/ 84122 w 805155"/>
                <a:gd name="connsiteY12" fmla="*/ 23177 h 91050"/>
                <a:gd name="connsiteX13" fmla="*/ 41157 w 805155"/>
                <a:gd name="connsiteY13" fmla="*/ 148 h 91050"/>
                <a:gd name="connsiteX14" fmla="*/ 2712 w 805155"/>
                <a:gd name="connsiteY14" fmla="*/ 27887 h 91050"/>
                <a:gd name="connsiteX15" fmla="*/ 2712 w 805155"/>
                <a:gd name="connsiteY15" fmla="*/ 27887 h 91050"/>
                <a:gd name="connsiteX16" fmla="*/ 2712 w 805155"/>
                <a:gd name="connsiteY16" fmla="*/ 27887 h 91050"/>
                <a:gd name="connsiteX17" fmla="*/ 0 w 805155"/>
                <a:gd name="connsiteY17" fmla="*/ 56007 h 91050"/>
                <a:gd name="connsiteX18" fmla="*/ 752769 w 805155"/>
                <a:gd name="connsiteY18" fmla="*/ 44445 h 91050"/>
                <a:gd name="connsiteX19" fmla="*/ 761048 w 805155"/>
                <a:gd name="connsiteY19" fmla="*/ 37023 h 91050"/>
                <a:gd name="connsiteX20" fmla="*/ 768471 w 805155"/>
                <a:gd name="connsiteY20" fmla="*/ 45349 h 91050"/>
                <a:gd name="connsiteX21" fmla="*/ 760905 w 805155"/>
                <a:gd name="connsiteY21" fmla="*/ 52915 h 91050"/>
                <a:gd name="connsiteX22" fmla="*/ 752769 w 805155"/>
                <a:gd name="connsiteY22" fmla="*/ 44445 h 91050"/>
                <a:gd name="connsiteX23" fmla="*/ 45011 w 805155"/>
                <a:gd name="connsiteY23" fmla="*/ 38783 h 91050"/>
                <a:gd name="connsiteX24" fmla="*/ 51482 w 805155"/>
                <a:gd name="connsiteY24" fmla="*/ 45778 h 91050"/>
                <a:gd name="connsiteX25" fmla="*/ 43917 w 805155"/>
                <a:gd name="connsiteY25" fmla="*/ 52486 h 91050"/>
                <a:gd name="connsiteX26" fmla="*/ 37874 w 805155"/>
                <a:gd name="connsiteY26" fmla="*/ 44874 h 91050"/>
                <a:gd name="connsiteX27" fmla="*/ 45011 w 805155"/>
                <a:gd name="connsiteY27" fmla="*/ 38783 h 9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5155" h="91050">
                  <a:moveTo>
                    <a:pt x="0" y="56007"/>
                  </a:moveTo>
                  <a:cubicBezTo>
                    <a:pt x="5614" y="76086"/>
                    <a:pt x="19127" y="88124"/>
                    <a:pt x="39349" y="90646"/>
                  </a:cubicBezTo>
                  <a:cubicBezTo>
                    <a:pt x="59285" y="93120"/>
                    <a:pt x="74891" y="84127"/>
                    <a:pt x="84503" y="66570"/>
                  </a:cubicBezTo>
                  <a:cubicBezTo>
                    <a:pt x="87738" y="60623"/>
                    <a:pt x="92020" y="61003"/>
                    <a:pt x="96921" y="61003"/>
                  </a:cubicBezTo>
                  <a:cubicBezTo>
                    <a:pt x="300946" y="61003"/>
                    <a:pt x="504971" y="61051"/>
                    <a:pt x="709043" y="60861"/>
                  </a:cubicBezTo>
                  <a:cubicBezTo>
                    <a:pt x="715704" y="60861"/>
                    <a:pt x="719273" y="62811"/>
                    <a:pt x="722936" y="68664"/>
                  </a:cubicBezTo>
                  <a:cubicBezTo>
                    <a:pt x="734403" y="87030"/>
                    <a:pt x="755291" y="94167"/>
                    <a:pt x="775180" y="87743"/>
                  </a:cubicBezTo>
                  <a:cubicBezTo>
                    <a:pt x="793117" y="81939"/>
                    <a:pt x="805250" y="64620"/>
                    <a:pt x="805155" y="45016"/>
                  </a:cubicBezTo>
                  <a:cubicBezTo>
                    <a:pt x="805012" y="24699"/>
                    <a:pt x="792737" y="8237"/>
                    <a:pt x="773324" y="2337"/>
                  </a:cubicBezTo>
                  <a:cubicBezTo>
                    <a:pt x="754101" y="-3468"/>
                    <a:pt x="733880" y="4002"/>
                    <a:pt x="722698" y="22225"/>
                  </a:cubicBezTo>
                  <a:cubicBezTo>
                    <a:pt x="719177" y="27983"/>
                    <a:pt x="715942" y="30409"/>
                    <a:pt x="709043" y="30409"/>
                  </a:cubicBezTo>
                  <a:cubicBezTo>
                    <a:pt x="505018" y="30219"/>
                    <a:pt x="300993" y="30266"/>
                    <a:pt x="96969" y="30362"/>
                  </a:cubicBezTo>
                  <a:cubicBezTo>
                    <a:pt x="90974" y="30362"/>
                    <a:pt x="87310" y="29077"/>
                    <a:pt x="84122" y="23177"/>
                  </a:cubicBezTo>
                  <a:cubicBezTo>
                    <a:pt x="74987" y="6476"/>
                    <a:pt x="60189" y="-1184"/>
                    <a:pt x="41157" y="148"/>
                  </a:cubicBezTo>
                  <a:cubicBezTo>
                    <a:pt x="22791" y="1480"/>
                    <a:pt x="9564" y="10425"/>
                    <a:pt x="2712" y="27887"/>
                  </a:cubicBezTo>
                  <a:cubicBezTo>
                    <a:pt x="2712" y="27887"/>
                    <a:pt x="2712" y="27887"/>
                    <a:pt x="2712" y="27887"/>
                  </a:cubicBezTo>
                  <a:lnTo>
                    <a:pt x="2712" y="27887"/>
                  </a:lnTo>
                  <a:cubicBezTo>
                    <a:pt x="5377" y="37641"/>
                    <a:pt x="6090" y="47157"/>
                    <a:pt x="0" y="56007"/>
                  </a:cubicBezTo>
                  <a:close/>
                  <a:moveTo>
                    <a:pt x="752769" y="44445"/>
                  </a:moveTo>
                  <a:cubicBezTo>
                    <a:pt x="753150" y="40258"/>
                    <a:pt x="756575" y="37546"/>
                    <a:pt x="761048" y="37023"/>
                  </a:cubicBezTo>
                  <a:cubicBezTo>
                    <a:pt x="765283" y="38308"/>
                    <a:pt x="768613" y="40353"/>
                    <a:pt x="768471" y="45349"/>
                  </a:cubicBezTo>
                  <a:cubicBezTo>
                    <a:pt x="768328" y="50155"/>
                    <a:pt x="765758" y="52915"/>
                    <a:pt x="760905" y="52915"/>
                  </a:cubicBezTo>
                  <a:cubicBezTo>
                    <a:pt x="755481" y="52915"/>
                    <a:pt x="752293" y="49536"/>
                    <a:pt x="752769" y="44445"/>
                  </a:cubicBezTo>
                  <a:close/>
                  <a:moveTo>
                    <a:pt x="45011" y="38783"/>
                  </a:moveTo>
                  <a:cubicBezTo>
                    <a:pt x="49008" y="39212"/>
                    <a:pt x="52053" y="41543"/>
                    <a:pt x="51482" y="45778"/>
                  </a:cubicBezTo>
                  <a:cubicBezTo>
                    <a:pt x="50959" y="49584"/>
                    <a:pt x="48056" y="51915"/>
                    <a:pt x="43917" y="52486"/>
                  </a:cubicBezTo>
                  <a:cubicBezTo>
                    <a:pt x="39967" y="51535"/>
                    <a:pt x="37779" y="48918"/>
                    <a:pt x="37874" y="44874"/>
                  </a:cubicBezTo>
                  <a:cubicBezTo>
                    <a:pt x="37969" y="40496"/>
                    <a:pt x="40681" y="38308"/>
                    <a:pt x="45011" y="38783"/>
                  </a:cubicBezTo>
                  <a:close/>
                </a:path>
              </a:pathLst>
            </a:custGeom>
            <a:solidFill>
              <a:srgbClr val="1C98C4"/>
            </a:solidFill>
            <a:ln w="4754" cap="flat">
              <a:noFill/>
              <a:prstDash val="solid"/>
              <a:miter/>
            </a:ln>
          </p:spPr>
          <p:txBody>
            <a:bodyPr rtlCol="0" anchor="ctr"/>
            <a:lstStyle/>
            <a:p>
              <a:endParaRPr lang="en-US"/>
            </a:p>
          </p:txBody>
        </p:sp>
        <p:sp>
          <p:nvSpPr>
            <p:cNvPr id="105" name="Freeform: Shape 254">
              <a:extLst>
                <a:ext uri="{FF2B5EF4-FFF2-40B4-BE49-F238E27FC236}">
                  <a16:creationId xmlns:a16="http://schemas.microsoft.com/office/drawing/2014/main" id="{39091DE4-07E4-4E5E-A78A-1615520DE686}"/>
                </a:ext>
              </a:extLst>
            </p:cNvPr>
            <p:cNvSpPr/>
            <p:nvPr/>
          </p:nvSpPr>
          <p:spPr>
            <a:xfrm>
              <a:off x="2136816" y="2624136"/>
              <a:ext cx="4674" cy="28072"/>
            </a:xfrm>
            <a:custGeom>
              <a:avLst/>
              <a:gdLst>
                <a:gd name="connsiteX0" fmla="*/ 0 w 4674"/>
                <a:gd name="connsiteY0" fmla="*/ 28072 h 28072"/>
                <a:gd name="connsiteX1" fmla="*/ 2664 w 4674"/>
                <a:gd name="connsiteY1" fmla="*/ 0 h 28072"/>
                <a:gd name="connsiteX2" fmla="*/ 2664 w 4674"/>
                <a:gd name="connsiteY2" fmla="*/ 0 h 28072"/>
                <a:gd name="connsiteX3" fmla="*/ 0 w 4674"/>
                <a:gd name="connsiteY3" fmla="*/ 28072 h 28072"/>
              </a:gdLst>
              <a:ahLst/>
              <a:cxnLst>
                <a:cxn ang="0">
                  <a:pos x="connsiteX0" y="connsiteY0"/>
                </a:cxn>
                <a:cxn ang="0">
                  <a:pos x="connsiteX1" y="connsiteY1"/>
                </a:cxn>
                <a:cxn ang="0">
                  <a:pos x="connsiteX2" y="connsiteY2"/>
                </a:cxn>
                <a:cxn ang="0">
                  <a:pos x="connsiteX3" y="connsiteY3"/>
                </a:cxn>
              </a:cxnLst>
              <a:rect l="l" t="t" r="r" b="b"/>
              <a:pathLst>
                <a:path w="4674" h="28072">
                  <a:moveTo>
                    <a:pt x="0" y="28072"/>
                  </a:moveTo>
                  <a:cubicBezTo>
                    <a:pt x="6090" y="19222"/>
                    <a:pt x="5377" y="9706"/>
                    <a:pt x="2664" y="0"/>
                  </a:cubicBezTo>
                  <a:lnTo>
                    <a:pt x="2664" y="0"/>
                  </a:lnTo>
                  <a:cubicBezTo>
                    <a:pt x="-1475" y="9040"/>
                    <a:pt x="1047" y="18699"/>
                    <a:pt x="0" y="28072"/>
                  </a:cubicBezTo>
                  <a:close/>
                </a:path>
              </a:pathLst>
            </a:custGeom>
            <a:solidFill>
              <a:srgbClr val="1C98C4"/>
            </a:solidFill>
            <a:ln w="4754" cap="flat">
              <a:noFill/>
              <a:prstDash val="solid"/>
              <a:miter/>
            </a:ln>
          </p:spPr>
          <p:txBody>
            <a:bodyPr rtlCol="0" anchor="ctr"/>
            <a:lstStyle/>
            <a:p>
              <a:endParaRPr lang="en-US"/>
            </a:p>
          </p:txBody>
        </p:sp>
        <p:sp>
          <p:nvSpPr>
            <p:cNvPr id="106" name="Freeform: Shape 255">
              <a:extLst>
                <a:ext uri="{FF2B5EF4-FFF2-40B4-BE49-F238E27FC236}">
                  <a16:creationId xmlns:a16="http://schemas.microsoft.com/office/drawing/2014/main" id="{AE67F25F-B7EA-4BD4-83A5-705A2DCAE30F}"/>
                </a:ext>
              </a:extLst>
            </p:cNvPr>
            <p:cNvSpPr/>
            <p:nvPr/>
          </p:nvSpPr>
          <p:spPr>
            <a:xfrm>
              <a:off x="1505662" y="4168643"/>
              <a:ext cx="781136" cy="301403"/>
            </a:xfrm>
            <a:custGeom>
              <a:avLst/>
              <a:gdLst>
                <a:gd name="connsiteX0" fmla="*/ 34163 w 781136"/>
                <a:gd name="connsiteY0" fmla="*/ 21221 h 301403"/>
                <a:gd name="connsiteX1" fmla="*/ 104915 w 781136"/>
                <a:gd name="connsiteY1" fmla="*/ 21221 h 301403"/>
                <a:gd name="connsiteX2" fmla="*/ 119903 w 781136"/>
                <a:gd name="connsiteY2" fmla="*/ 28263 h 301403"/>
                <a:gd name="connsiteX3" fmla="*/ 354093 w 781136"/>
                <a:gd name="connsiteY3" fmla="*/ 291430 h 301403"/>
                <a:gd name="connsiteX4" fmla="*/ 375124 w 781136"/>
                <a:gd name="connsiteY4" fmla="*/ 300803 h 301403"/>
                <a:gd name="connsiteX5" fmla="*/ 586904 w 781136"/>
                <a:gd name="connsiteY5" fmla="*/ 301279 h 301403"/>
                <a:gd name="connsiteX6" fmla="*/ 663461 w 781136"/>
                <a:gd name="connsiteY6" fmla="*/ 268544 h 301403"/>
                <a:gd name="connsiteX7" fmla="*/ 666268 w 781136"/>
                <a:gd name="connsiteY7" fmla="*/ 265594 h 301403"/>
                <a:gd name="connsiteX8" fmla="*/ 695958 w 781136"/>
                <a:gd name="connsiteY8" fmla="*/ 269638 h 301403"/>
                <a:gd name="connsiteX9" fmla="*/ 748915 w 781136"/>
                <a:gd name="connsiteY9" fmla="*/ 290240 h 301403"/>
                <a:gd name="connsiteX10" fmla="*/ 781127 w 781136"/>
                <a:gd name="connsiteY10" fmla="*/ 245848 h 301403"/>
                <a:gd name="connsiteX11" fmla="*/ 746108 w 781136"/>
                <a:gd name="connsiteY11" fmla="*/ 202502 h 301403"/>
                <a:gd name="connsiteX12" fmla="*/ 695530 w 781136"/>
                <a:gd name="connsiteY12" fmla="*/ 224817 h 301403"/>
                <a:gd name="connsiteX13" fmla="*/ 677592 w 781136"/>
                <a:gd name="connsiteY13" fmla="*/ 235142 h 301403"/>
                <a:gd name="connsiteX14" fmla="*/ 641954 w 781136"/>
                <a:gd name="connsiteY14" fmla="*/ 251891 h 301403"/>
                <a:gd name="connsiteX15" fmla="*/ 631154 w 781136"/>
                <a:gd name="connsiteY15" fmla="*/ 264166 h 301403"/>
                <a:gd name="connsiteX16" fmla="*/ 609029 w 781136"/>
                <a:gd name="connsiteY16" fmla="*/ 273968 h 301403"/>
                <a:gd name="connsiteX17" fmla="*/ 397249 w 781136"/>
                <a:gd name="connsiteY17" fmla="*/ 274253 h 301403"/>
                <a:gd name="connsiteX18" fmla="*/ 358137 w 781136"/>
                <a:gd name="connsiteY18" fmla="*/ 255982 h 301403"/>
                <a:gd name="connsiteX19" fmla="*/ 137698 w 781136"/>
                <a:gd name="connsiteY19" fmla="*/ 7898 h 301403"/>
                <a:gd name="connsiteX20" fmla="*/ 120236 w 781136"/>
                <a:gd name="connsiteY20" fmla="*/ 95 h 301403"/>
                <a:gd name="connsiteX21" fmla="*/ 0 w 781136"/>
                <a:gd name="connsiteY21" fmla="*/ 0 h 301403"/>
                <a:gd name="connsiteX22" fmla="*/ 34163 w 781136"/>
                <a:gd name="connsiteY22" fmla="*/ 21221 h 301403"/>
                <a:gd name="connsiteX23" fmla="*/ 736211 w 781136"/>
                <a:gd name="connsiteY23" fmla="*/ 239377 h 301403"/>
                <a:gd name="connsiteX24" fmla="*/ 742492 w 781136"/>
                <a:gd name="connsiteY24" fmla="*/ 247085 h 301403"/>
                <a:gd name="connsiteX25" fmla="*/ 734831 w 781136"/>
                <a:gd name="connsiteY25" fmla="*/ 253508 h 301403"/>
                <a:gd name="connsiteX26" fmla="*/ 728027 w 781136"/>
                <a:gd name="connsiteY26" fmla="*/ 246419 h 301403"/>
                <a:gd name="connsiteX27" fmla="*/ 736211 w 781136"/>
                <a:gd name="connsiteY27" fmla="*/ 239377 h 301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81136" h="301403">
                  <a:moveTo>
                    <a:pt x="34163" y="21221"/>
                  </a:moveTo>
                  <a:cubicBezTo>
                    <a:pt x="57715" y="20079"/>
                    <a:pt x="81362" y="20555"/>
                    <a:pt x="104915" y="21221"/>
                  </a:cubicBezTo>
                  <a:cubicBezTo>
                    <a:pt x="110339" y="21364"/>
                    <a:pt x="118332" y="18794"/>
                    <a:pt x="119903" y="28263"/>
                  </a:cubicBezTo>
                  <a:cubicBezTo>
                    <a:pt x="198030" y="115953"/>
                    <a:pt x="276204" y="203549"/>
                    <a:pt x="354093" y="291430"/>
                  </a:cubicBezTo>
                  <a:cubicBezTo>
                    <a:pt x="360136" y="298234"/>
                    <a:pt x="366131" y="300851"/>
                    <a:pt x="375124" y="300803"/>
                  </a:cubicBezTo>
                  <a:cubicBezTo>
                    <a:pt x="445733" y="300470"/>
                    <a:pt x="516342" y="299138"/>
                    <a:pt x="586904" y="301279"/>
                  </a:cubicBezTo>
                  <a:cubicBezTo>
                    <a:pt x="619068" y="302231"/>
                    <a:pt x="645951" y="298329"/>
                    <a:pt x="663461" y="268544"/>
                  </a:cubicBezTo>
                  <a:cubicBezTo>
                    <a:pt x="664127" y="267402"/>
                    <a:pt x="665221" y="266450"/>
                    <a:pt x="666268" y="265594"/>
                  </a:cubicBezTo>
                  <a:cubicBezTo>
                    <a:pt x="675499" y="257933"/>
                    <a:pt x="690011" y="259932"/>
                    <a:pt x="695958" y="269638"/>
                  </a:cubicBezTo>
                  <a:cubicBezTo>
                    <a:pt x="707425" y="288337"/>
                    <a:pt x="728027" y="296331"/>
                    <a:pt x="748915" y="290240"/>
                  </a:cubicBezTo>
                  <a:cubicBezTo>
                    <a:pt x="767329" y="284864"/>
                    <a:pt x="781555" y="265213"/>
                    <a:pt x="781127" y="245848"/>
                  </a:cubicBezTo>
                  <a:cubicBezTo>
                    <a:pt x="780651" y="225150"/>
                    <a:pt x="766425" y="207593"/>
                    <a:pt x="746108" y="202502"/>
                  </a:cubicBezTo>
                  <a:cubicBezTo>
                    <a:pt x="725791" y="197411"/>
                    <a:pt x="704761" y="205785"/>
                    <a:pt x="695530" y="224817"/>
                  </a:cubicBezTo>
                  <a:cubicBezTo>
                    <a:pt x="691295" y="233572"/>
                    <a:pt x="685728" y="236427"/>
                    <a:pt x="677592" y="235142"/>
                  </a:cubicBezTo>
                  <a:cubicBezTo>
                    <a:pt x="661605" y="232621"/>
                    <a:pt x="650900" y="239853"/>
                    <a:pt x="641954" y="251891"/>
                  </a:cubicBezTo>
                  <a:cubicBezTo>
                    <a:pt x="638719" y="256268"/>
                    <a:pt x="634342" y="259789"/>
                    <a:pt x="631154" y="264166"/>
                  </a:cubicBezTo>
                  <a:cubicBezTo>
                    <a:pt x="625587" y="271874"/>
                    <a:pt x="618545" y="274016"/>
                    <a:pt x="609029" y="273968"/>
                  </a:cubicBezTo>
                  <a:cubicBezTo>
                    <a:pt x="538420" y="273540"/>
                    <a:pt x="467810" y="273064"/>
                    <a:pt x="397249" y="274253"/>
                  </a:cubicBezTo>
                  <a:cubicBezTo>
                    <a:pt x="379787" y="274539"/>
                    <a:pt x="369129" y="268448"/>
                    <a:pt x="358137" y="255982"/>
                  </a:cubicBezTo>
                  <a:cubicBezTo>
                    <a:pt x="285006" y="173002"/>
                    <a:pt x="211114" y="90688"/>
                    <a:pt x="137698" y="7898"/>
                  </a:cubicBezTo>
                  <a:cubicBezTo>
                    <a:pt x="132654" y="2236"/>
                    <a:pt x="127706" y="48"/>
                    <a:pt x="120236" y="95"/>
                  </a:cubicBezTo>
                  <a:cubicBezTo>
                    <a:pt x="80173" y="333"/>
                    <a:pt x="40063" y="95"/>
                    <a:pt x="0" y="0"/>
                  </a:cubicBezTo>
                  <a:cubicBezTo>
                    <a:pt x="2855" y="20697"/>
                    <a:pt x="16939" y="22077"/>
                    <a:pt x="34163" y="21221"/>
                  </a:cubicBezTo>
                  <a:close/>
                  <a:moveTo>
                    <a:pt x="736211" y="239377"/>
                  </a:moveTo>
                  <a:cubicBezTo>
                    <a:pt x="739780" y="239948"/>
                    <a:pt x="742301" y="243041"/>
                    <a:pt x="742492" y="247085"/>
                  </a:cubicBezTo>
                  <a:cubicBezTo>
                    <a:pt x="741159" y="250844"/>
                    <a:pt x="738923" y="253889"/>
                    <a:pt x="734831" y="253508"/>
                  </a:cubicBezTo>
                  <a:cubicBezTo>
                    <a:pt x="731025" y="253128"/>
                    <a:pt x="727789" y="250368"/>
                    <a:pt x="728027" y="246419"/>
                  </a:cubicBezTo>
                  <a:cubicBezTo>
                    <a:pt x="728360" y="242041"/>
                    <a:pt x="731596" y="238663"/>
                    <a:pt x="736211" y="239377"/>
                  </a:cubicBezTo>
                  <a:close/>
                </a:path>
              </a:pathLst>
            </a:custGeom>
            <a:solidFill>
              <a:srgbClr val="1D97C3"/>
            </a:solidFill>
            <a:ln w="4754" cap="flat">
              <a:noFill/>
              <a:prstDash val="solid"/>
              <a:miter/>
            </a:ln>
          </p:spPr>
          <p:txBody>
            <a:bodyPr rtlCol="0" anchor="ctr"/>
            <a:lstStyle/>
            <a:p>
              <a:endParaRPr lang="en-US"/>
            </a:p>
          </p:txBody>
        </p:sp>
        <p:sp>
          <p:nvSpPr>
            <p:cNvPr id="107" name="Freeform: Shape 256">
              <a:extLst>
                <a:ext uri="{FF2B5EF4-FFF2-40B4-BE49-F238E27FC236}">
                  <a16:creationId xmlns:a16="http://schemas.microsoft.com/office/drawing/2014/main" id="{F4CB5FE4-70C8-4D22-873C-57E4D8B1654A}"/>
                </a:ext>
              </a:extLst>
            </p:cNvPr>
            <p:cNvSpPr/>
            <p:nvPr/>
          </p:nvSpPr>
          <p:spPr>
            <a:xfrm>
              <a:off x="1504918" y="4168547"/>
              <a:ext cx="120647" cy="28358"/>
            </a:xfrm>
            <a:custGeom>
              <a:avLst/>
              <a:gdLst>
                <a:gd name="connsiteX0" fmla="*/ 507 w 120647"/>
                <a:gd name="connsiteY0" fmla="*/ 8136 h 28358"/>
                <a:gd name="connsiteX1" fmla="*/ 17207 w 120647"/>
                <a:gd name="connsiteY1" fmla="*/ 25598 h 28358"/>
                <a:gd name="connsiteX2" fmla="*/ 106849 w 120647"/>
                <a:gd name="connsiteY2" fmla="*/ 25313 h 28358"/>
                <a:gd name="connsiteX3" fmla="*/ 120647 w 120647"/>
                <a:gd name="connsiteY3" fmla="*/ 28358 h 28358"/>
                <a:gd name="connsiteX4" fmla="*/ 105659 w 120647"/>
                <a:gd name="connsiteY4" fmla="*/ 21316 h 28358"/>
                <a:gd name="connsiteX5" fmla="*/ 34907 w 120647"/>
                <a:gd name="connsiteY5" fmla="*/ 21316 h 28358"/>
                <a:gd name="connsiteX6" fmla="*/ 697 w 120647"/>
                <a:gd name="connsiteY6" fmla="*/ 0 h 28358"/>
                <a:gd name="connsiteX7" fmla="*/ 697 w 120647"/>
                <a:gd name="connsiteY7" fmla="*/ 0 h 28358"/>
                <a:gd name="connsiteX8" fmla="*/ 507 w 120647"/>
                <a:gd name="connsiteY8" fmla="*/ 8136 h 28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0647" h="28358">
                  <a:moveTo>
                    <a:pt x="507" y="8136"/>
                  </a:moveTo>
                  <a:cubicBezTo>
                    <a:pt x="-1634" y="21411"/>
                    <a:pt x="2838" y="26169"/>
                    <a:pt x="17207" y="25598"/>
                  </a:cubicBezTo>
                  <a:cubicBezTo>
                    <a:pt x="47040" y="24361"/>
                    <a:pt x="76968" y="25123"/>
                    <a:pt x="106849" y="25313"/>
                  </a:cubicBezTo>
                  <a:cubicBezTo>
                    <a:pt x="111559" y="25360"/>
                    <a:pt x="116983" y="23267"/>
                    <a:pt x="120647" y="28358"/>
                  </a:cubicBezTo>
                  <a:cubicBezTo>
                    <a:pt x="119077" y="18890"/>
                    <a:pt x="111084" y="21459"/>
                    <a:pt x="105659" y="21316"/>
                  </a:cubicBezTo>
                  <a:cubicBezTo>
                    <a:pt x="82060" y="20650"/>
                    <a:pt x="58412" y="20174"/>
                    <a:pt x="34907" y="21316"/>
                  </a:cubicBezTo>
                  <a:cubicBezTo>
                    <a:pt x="17683" y="22173"/>
                    <a:pt x="3599" y="20840"/>
                    <a:pt x="697" y="0"/>
                  </a:cubicBezTo>
                  <a:lnTo>
                    <a:pt x="697" y="0"/>
                  </a:lnTo>
                  <a:cubicBezTo>
                    <a:pt x="649" y="2712"/>
                    <a:pt x="935" y="5472"/>
                    <a:pt x="507" y="8136"/>
                  </a:cubicBezTo>
                  <a:close/>
                </a:path>
              </a:pathLst>
            </a:custGeom>
            <a:solidFill>
              <a:srgbClr val="1D97C3"/>
            </a:solidFill>
            <a:ln w="4754" cap="flat">
              <a:noFill/>
              <a:prstDash val="solid"/>
              <a:miter/>
            </a:ln>
          </p:spPr>
          <p:txBody>
            <a:bodyPr rtlCol="0" anchor="ctr"/>
            <a:lstStyle/>
            <a:p>
              <a:endParaRPr lang="en-US"/>
            </a:p>
          </p:txBody>
        </p:sp>
        <p:sp>
          <p:nvSpPr>
            <p:cNvPr id="108" name="Freeform: Shape 257">
              <a:extLst>
                <a:ext uri="{FF2B5EF4-FFF2-40B4-BE49-F238E27FC236}">
                  <a16:creationId xmlns:a16="http://schemas.microsoft.com/office/drawing/2014/main" id="{CEA0BAC7-B4C5-437C-B823-F3F653FC95B9}"/>
                </a:ext>
              </a:extLst>
            </p:cNvPr>
            <p:cNvSpPr/>
            <p:nvPr/>
          </p:nvSpPr>
          <p:spPr>
            <a:xfrm>
              <a:off x="1102636" y="3859065"/>
              <a:ext cx="547459" cy="205080"/>
            </a:xfrm>
            <a:custGeom>
              <a:avLst/>
              <a:gdLst>
                <a:gd name="connsiteX0" fmla="*/ 455318 w 547459"/>
                <a:gd name="connsiteY0" fmla="*/ 182633 h 205080"/>
                <a:gd name="connsiteX1" fmla="*/ 416302 w 547459"/>
                <a:gd name="connsiteY1" fmla="*/ 182729 h 205080"/>
                <a:gd name="connsiteX2" fmla="*/ 405739 w 547459"/>
                <a:gd name="connsiteY2" fmla="*/ 193767 h 205080"/>
                <a:gd name="connsiteX3" fmla="*/ 402932 w 547459"/>
                <a:gd name="connsiteY3" fmla="*/ 203807 h 205080"/>
                <a:gd name="connsiteX4" fmla="*/ 535681 w 547459"/>
                <a:gd name="connsiteY4" fmla="*/ 169406 h 205080"/>
                <a:gd name="connsiteX5" fmla="*/ 546196 w 547459"/>
                <a:gd name="connsiteY5" fmla="*/ 151278 h 205080"/>
                <a:gd name="connsiteX6" fmla="*/ 546386 w 547459"/>
                <a:gd name="connsiteY6" fmla="*/ 96703 h 205080"/>
                <a:gd name="connsiteX7" fmla="*/ 515031 w 547459"/>
                <a:gd name="connsiteY7" fmla="*/ 10059 h 205080"/>
                <a:gd name="connsiteX8" fmla="*/ 494238 w 547459"/>
                <a:gd name="connsiteY8" fmla="*/ 829 h 205080"/>
                <a:gd name="connsiteX9" fmla="*/ 163650 w 547459"/>
                <a:gd name="connsiteY9" fmla="*/ 1019 h 205080"/>
                <a:gd name="connsiteX10" fmla="*/ 134531 w 547459"/>
                <a:gd name="connsiteY10" fmla="*/ 2732 h 205080"/>
                <a:gd name="connsiteX11" fmla="*/ 132390 w 547459"/>
                <a:gd name="connsiteY11" fmla="*/ 31185 h 205080"/>
                <a:gd name="connsiteX12" fmla="*/ 121732 w 547459"/>
                <a:gd name="connsiteY12" fmla="*/ 41795 h 205080"/>
                <a:gd name="connsiteX13" fmla="*/ 109456 w 547459"/>
                <a:gd name="connsiteY13" fmla="*/ 41748 h 205080"/>
                <a:gd name="connsiteX14" fmla="*/ 82668 w 547459"/>
                <a:gd name="connsiteY14" fmla="*/ 28378 h 205080"/>
                <a:gd name="connsiteX15" fmla="*/ 16103 w 547459"/>
                <a:gd name="connsiteY15" fmla="*/ 18148 h 205080"/>
                <a:gd name="connsiteX16" fmla="*/ 11345 w 547459"/>
                <a:gd name="connsiteY16" fmla="*/ 84047 h 205080"/>
                <a:gd name="connsiteX17" fmla="*/ 77149 w 547459"/>
                <a:gd name="connsiteY17" fmla="*/ 84475 h 205080"/>
                <a:gd name="connsiteX18" fmla="*/ 117164 w 547459"/>
                <a:gd name="connsiteY18" fmla="*/ 68298 h 205080"/>
                <a:gd name="connsiteX19" fmla="*/ 133579 w 547459"/>
                <a:gd name="connsiteY19" fmla="*/ 68345 h 205080"/>
                <a:gd name="connsiteX20" fmla="*/ 158987 w 547459"/>
                <a:gd name="connsiteY20" fmla="*/ 42937 h 205080"/>
                <a:gd name="connsiteX21" fmla="*/ 174879 w 547459"/>
                <a:gd name="connsiteY21" fmla="*/ 27664 h 205080"/>
                <a:gd name="connsiteX22" fmla="*/ 479536 w 547459"/>
                <a:gd name="connsiteY22" fmla="*/ 27902 h 205080"/>
                <a:gd name="connsiteX23" fmla="*/ 519741 w 547459"/>
                <a:gd name="connsiteY23" fmla="*/ 67679 h 205080"/>
                <a:gd name="connsiteX24" fmla="*/ 519932 w 547459"/>
                <a:gd name="connsiteY24" fmla="*/ 138717 h 205080"/>
                <a:gd name="connsiteX25" fmla="*/ 513461 w 547459"/>
                <a:gd name="connsiteY25" fmla="*/ 150945 h 205080"/>
                <a:gd name="connsiteX26" fmla="*/ 468545 w 547459"/>
                <a:gd name="connsiteY26" fmla="*/ 176496 h 205080"/>
                <a:gd name="connsiteX27" fmla="*/ 468545 w 547459"/>
                <a:gd name="connsiteY27" fmla="*/ 176496 h 205080"/>
                <a:gd name="connsiteX28" fmla="*/ 455318 w 547459"/>
                <a:gd name="connsiteY28" fmla="*/ 182633 h 205080"/>
                <a:gd name="connsiteX29" fmla="*/ 52312 w 547459"/>
                <a:gd name="connsiteY29" fmla="*/ 54166 h 205080"/>
                <a:gd name="connsiteX30" fmla="*/ 44604 w 547459"/>
                <a:gd name="connsiteY30" fmla="*/ 60685 h 205080"/>
                <a:gd name="connsiteX31" fmla="*/ 38704 w 547459"/>
                <a:gd name="connsiteY31" fmla="*/ 52882 h 205080"/>
                <a:gd name="connsiteX32" fmla="*/ 45984 w 547459"/>
                <a:gd name="connsiteY32" fmla="*/ 46839 h 205080"/>
                <a:gd name="connsiteX33" fmla="*/ 52312 w 547459"/>
                <a:gd name="connsiteY33" fmla="*/ 54166 h 20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47459" h="205080">
                  <a:moveTo>
                    <a:pt x="455318" y="182633"/>
                  </a:moveTo>
                  <a:cubicBezTo>
                    <a:pt x="442328" y="183204"/>
                    <a:pt x="429291" y="183109"/>
                    <a:pt x="416302" y="182729"/>
                  </a:cubicBezTo>
                  <a:cubicBezTo>
                    <a:pt x="408165" y="182491"/>
                    <a:pt x="402884" y="183680"/>
                    <a:pt x="405739" y="193767"/>
                  </a:cubicBezTo>
                  <a:cubicBezTo>
                    <a:pt x="406738" y="197336"/>
                    <a:pt x="405358" y="200857"/>
                    <a:pt x="402932" y="203807"/>
                  </a:cubicBezTo>
                  <a:cubicBezTo>
                    <a:pt x="451321" y="208422"/>
                    <a:pt x="496475" y="201285"/>
                    <a:pt x="535681" y="169406"/>
                  </a:cubicBezTo>
                  <a:cubicBezTo>
                    <a:pt x="542247" y="164077"/>
                    <a:pt x="546577" y="160413"/>
                    <a:pt x="546196" y="151278"/>
                  </a:cubicBezTo>
                  <a:cubicBezTo>
                    <a:pt x="545387" y="133102"/>
                    <a:pt x="543912" y="114594"/>
                    <a:pt x="546386" y="96703"/>
                  </a:cubicBezTo>
                  <a:cubicBezTo>
                    <a:pt x="551287" y="61637"/>
                    <a:pt x="539154" y="34325"/>
                    <a:pt x="515031" y="10059"/>
                  </a:cubicBezTo>
                  <a:cubicBezTo>
                    <a:pt x="508608" y="3636"/>
                    <a:pt x="503088" y="829"/>
                    <a:pt x="494238" y="829"/>
                  </a:cubicBezTo>
                  <a:cubicBezTo>
                    <a:pt x="384042" y="1067"/>
                    <a:pt x="273846" y="972"/>
                    <a:pt x="163650" y="1019"/>
                  </a:cubicBezTo>
                  <a:cubicBezTo>
                    <a:pt x="153706" y="1019"/>
                    <a:pt x="140954" y="-2169"/>
                    <a:pt x="134531" y="2732"/>
                  </a:cubicBezTo>
                  <a:cubicBezTo>
                    <a:pt x="127679" y="8013"/>
                    <a:pt x="132199" y="21431"/>
                    <a:pt x="132390" y="31185"/>
                  </a:cubicBezTo>
                  <a:cubicBezTo>
                    <a:pt x="132532" y="39512"/>
                    <a:pt x="130296" y="42985"/>
                    <a:pt x="121732" y="41795"/>
                  </a:cubicBezTo>
                  <a:cubicBezTo>
                    <a:pt x="117687" y="41224"/>
                    <a:pt x="113500" y="41367"/>
                    <a:pt x="109456" y="41748"/>
                  </a:cubicBezTo>
                  <a:cubicBezTo>
                    <a:pt x="97703" y="42842"/>
                    <a:pt x="89615" y="40987"/>
                    <a:pt x="82668" y="28378"/>
                  </a:cubicBezTo>
                  <a:cubicBezTo>
                    <a:pt x="69869" y="5063"/>
                    <a:pt x="37134" y="1305"/>
                    <a:pt x="16103" y="18148"/>
                  </a:cubicBezTo>
                  <a:cubicBezTo>
                    <a:pt x="-3262" y="33707"/>
                    <a:pt x="-5546" y="65395"/>
                    <a:pt x="11345" y="84047"/>
                  </a:cubicBezTo>
                  <a:cubicBezTo>
                    <a:pt x="29235" y="103793"/>
                    <a:pt x="62446" y="106172"/>
                    <a:pt x="77149" y="84475"/>
                  </a:cubicBezTo>
                  <a:cubicBezTo>
                    <a:pt x="88568" y="67584"/>
                    <a:pt x="101415" y="67679"/>
                    <a:pt x="117164" y="68298"/>
                  </a:cubicBezTo>
                  <a:cubicBezTo>
                    <a:pt x="122636" y="68488"/>
                    <a:pt x="128107" y="68345"/>
                    <a:pt x="133579" y="68345"/>
                  </a:cubicBezTo>
                  <a:cubicBezTo>
                    <a:pt x="159272" y="68345"/>
                    <a:pt x="160129" y="68298"/>
                    <a:pt x="158987" y="42937"/>
                  </a:cubicBezTo>
                  <a:cubicBezTo>
                    <a:pt x="158368" y="29805"/>
                    <a:pt x="163031" y="27616"/>
                    <a:pt x="174879" y="27664"/>
                  </a:cubicBezTo>
                  <a:cubicBezTo>
                    <a:pt x="276415" y="28092"/>
                    <a:pt x="377952" y="27902"/>
                    <a:pt x="479536" y="27902"/>
                  </a:cubicBezTo>
                  <a:cubicBezTo>
                    <a:pt x="495570" y="27902"/>
                    <a:pt x="519599" y="51407"/>
                    <a:pt x="519741" y="67679"/>
                  </a:cubicBezTo>
                  <a:cubicBezTo>
                    <a:pt x="519932" y="91374"/>
                    <a:pt x="519599" y="115022"/>
                    <a:pt x="519932" y="138717"/>
                  </a:cubicBezTo>
                  <a:cubicBezTo>
                    <a:pt x="520027" y="144379"/>
                    <a:pt x="518409" y="148185"/>
                    <a:pt x="513461" y="150945"/>
                  </a:cubicBezTo>
                  <a:cubicBezTo>
                    <a:pt x="498425" y="159367"/>
                    <a:pt x="483485" y="167979"/>
                    <a:pt x="468545" y="176496"/>
                  </a:cubicBezTo>
                  <a:lnTo>
                    <a:pt x="468545" y="176496"/>
                  </a:lnTo>
                  <a:cubicBezTo>
                    <a:pt x="466499" y="183728"/>
                    <a:pt x="460266" y="182443"/>
                    <a:pt x="455318" y="182633"/>
                  </a:cubicBezTo>
                  <a:close/>
                  <a:moveTo>
                    <a:pt x="52312" y="54166"/>
                  </a:moveTo>
                  <a:cubicBezTo>
                    <a:pt x="51646" y="57878"/>
                    <a:pt x="48791" y="60352"/>
                    <a:pt x="44604" y="60685"/>
                  </a:cubicBezTo>
                  <a:cubicBezTo>
                    <a:pt x="40750" y="59495"/>
                    <a:pt x="38418" y="57164"/>
                    <a:pt x="38704" y="52882"/>
                  </a:cubicBezTo>
                  <a:cubicBezTo>
                    <a:pt x="38989" y="48314"/>
                    <a:pt x="41987" y="46316"/>
                    <a:pt x="45984" y="46839"/>
                  </a:cubicBezTo>
                  <a:cubicBezTo>
                    <a:pt x="49742" y="47362"/>
                    <a:pt x="53073" y="49884"/>
                    <a:pt x="52312" y="54166"/>
                  </a:cubicBezTo>
                  <a:close/>
                </a:path>
              </a:pathLst>
            </a:custGeom>
            <a:solidFill>
              <a:srgbClr val="1D97C3"/>
            </a:solidFill>
            <a:ln w="4754" cap="flat">
              <a:noFill/>
              <a:prstDash val="solid"/>
              <a:miter/>
            </a:ln>
          </p:spPr>
          <p:txBody>
            <a:bodyPr rtlCol="0" anchor="ctr"/>
            <a:lstStyle/>
            <a:p>
              <a:endParaRPr lang="en-US"/>
            </a:p>
          </p:txBody>
        </p:sp>
        <p:sp>
          <p:nvSpPr>
            <p:cNvPr id="109" name="Freeform: Shape 258">
              <a:extLst>
                <a:ext uri="{FF2B5EF4-FFF2-40B4-BE49-F238E27FC236}">
                  <a16:creationId xmlns:a16="http://schemas.microsoft.com/office/drawing/2014/main" id="{2671106A-83D4-46CF-85C9-6922DA2D7054}"/>
                </a:ext>
              </a:extLst>
            </p:cNvPr>
            <p:cNvSpPr/>
            <p:nvPr/>
          </p:nvSpPr>
          <p:spPr>
            <a:xfrm>
              <a:off x="1501951" y="4035513"/>
              <a:ext cx="69086" cy="27311"/>
            </a:xfrm>
            <a:custGeom>
              <a:avLst/>
              <a:gdLst>
                <a:gd name="connsiteX0" fmla="*/ 0 w 69086"/>
                <a:gd name="connsiteY0" fmla="*/ 3093 h 27311"/>
                <a:gd name="connsiteX1" fmla="*/ 3569 w 69086"/>
                <a:gd name="connsiteY1" fmla="*/ 27311 h 27311"/>
                <a:gd name="connsiteX2" fmla="*/ 6376 w 69086"/>
                <a:gd name="connsiteY2" fmla="*/ 17272 h 27311"/>
                <a:gd name="connsiteX3" fmla="*/ 16939 w 69086"/>
                <a:gd name="connsiteY3" fmla="*/ 6233 h 27311"/>
                <a:gd name="connsiteX4" fmla="*/ 55954 w 69086"/>
                <a:gd name="connsiteY4" fmla="*/ 6138 h 27311"/>
                <a:gd name="connsiteX5" fmla="*/ 69087 w 69086"/>
                <a:gd name="connsiteY5" fmla="*/ 0 h 27311"/>
                <a:gd name="connsiteX6" fmla="*/ 0 w 69086"/>
                <a:gd name="connsiteY6" fmla="*/ 3093 h 2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086" h="27311">
                  <a:moveTo>
                    <a:pt x="0" y="3093"/>
                  </a:moveTo>
                  <a:cubicBezTo>
                    <a:pt x="523" y="11467"/>
                    <a:pt x="4901" y="18985"/>
                    <a:pt x="3569" y="27311"/>
                  </a:cubicBezTo>
                  <a:cubicBezTo>
                    <a:pt x="5995" y="24361"/>
                    <a:pt x="7375" y="20840"/>
                    <a:pt x="6376" y="17272"/>
                  </a:cubicBezTo>
                  <a:cubicBezTo>
                    <a:pt x="3569" y="7185"/>
                    <a:pt x="8850" y="5995"/>
                    <a:pt x="16939" y="6233"/>
                  </a:cubicBezTo>
                  <a:cubicBezTo>
                    <a:pt x="29928" y="6613"/>
                    <a:pt x="42965" y="6709"/>
                    <a:pt x="55954" y="6138"/>
                  </a:cubicBezTo>
                  <a:cubicBezTo>
                    <a:pt x="60903" y="5948"/>
                    <a:pt x="67136" y="7185"/>
                    <a:pt x="69087" y="0"/>
                  </a:cubicBezTo>
                  <a:cubicBezTo>
                    <a:pt x="46391" y="5472"/>
                    <a:pt x="23124" y="-285"/>
                    <a:pt x="0" y="3093"/>
                  </a:cubicBezTo>
                  <a:close/>
                </a:path>
              </a:pathLst>
            </a:custGeom>
            <a:solidFill>
              <a:srgbClr val="1D97C3"/>
            </a:solidFill>
            <a:ln w="4754" cap="flat">
              <a:noFill/>
              <a:prstDash val="solid"/>
              <a:miter/>
            </a:ln>
          </p:spPr>
          <p:txBody>
            <a:bodyPr rtlCol="0" anchor="ctr"/>
            <a:lstStyle/>
            <a:p>
              <a:endParaRPr lang="en-US"/>
            </a:p>
          </p:txBody>
        </p:sp>
        <p:sp>
          <p:nvSpPr>
            <p:cNvPr id="110" name="Freeform: Shape 259">
              <a:extLst>
                <a:ext uri="{FF2B5EF4-FFF2-40B4-BE49-F238E27FC236}">
                  <a16:creationId xmlns:a16="http://schemas.microsoft.com/office/drawing/2014/main" id="{6B8FFB67-8ECD-42CE-8859-9F08B0A44F1E}"/>
                </a:ext>
              </a:extLst>
            </p:cNvPr>
            <p:cNvSpPr/>
            <p:nvPr/>
          </p:nvSpPr>
          <p:spPr>
            <a:xfrm>
              <a:off x="835219" y="2252809"/>
              <a:ext cx="250846" cy="418333"/>
            </a:xfrm>
            <a:custGeom>
              <a:avLst/>
              <a:gdLst>
                <a:gd name="connsiteX0" fmla="*/ 71026 w 250846"/>
                <a:gd name="connsiteY0" fmla="*/ 83180 h 418333"/>
                <a:gd name="connsiteX1" fmla="*/ 80637 w 250846"/>
                <a:gd name="connsiteY1" fmla="*/ 16235 h 418333"/>
                <a:gd name="connsiteX2" fmla="*/ 14834 w 250846"/>
                <a:gd name="connsiteY2" fmla="*/ 11714 h 418333"/>
                <a:gd name="connsiteX3" fmla="*/ 15357 w 250846"/>
                <a:gd name="connsiteY3" fmla="*/ 79279 h 418333"/>
                <a:gd name="connsiteX4" fmla="*/ 22399 w 250846"/>
                <a:gd name="connsiteY4" fmla="*/ 95646 h 418333"/>
                <a:gd name="connsiteX5" fmla="*/ 22256 w 250846"/>
                <a:gd name="connsiteY5" fmla="*/ 177627 h 418333"/>
                <a:gd name="connsiteX6" fmla="*/ 22066 w 250846"/>
                <a:gd name="connsiteY6" fmla="*/ 259608 h 418333"/>
                <a:gd name="connsiteX7" fmla="*/ 30440 w 250846"/>
                <a:gd name="connsiteY7" fmla="*/ 276547 h 418333"/>
                <a:gd name="connsiteX8" fmla="*/ 149676 w 250846"/>
                <a:gd name="connsiteY8" fmla="*/ 365522 h 418333"/>
                <a:gd name="connsiteX9" fmla="*/ 161096 w 250846"/>
                <a:gd name="connsiteY9" fmla="*/ 382794 h 418333"/>
                <a:gd name="connsiteX10" fmla="*/ 218430 w 250846"/>
                <a:gd name="connsiteY10" fmla="*/ 416100 h 418333"/>
                <a:gd name="connsiteX11" fmla="*/ 247692 w 250846"/>
                <a:gd name="connsiteY11" fmla="*/ 356292 h 418333"/>
                <a:gd name="connsiteX12" fmla="*/ 184600 w 250846"/>
                <a:gd name="connsiteY12" fmla="*/ 332263 h 418333"/>
                <a:gd name="connsiteX13" fmla="*/ 169232 w 250846"/>
                <a:gd name="connsiteY13" fmla="*/ 330646 h 418333"/>
                <a:gd name="connsiteX14" fmla="*/ 70931 w 250846"/>
                <a:gd name="connsiteY14" fmla="*/ 256991 h 418333"/>
                <a:gd name="connsiteX15" fmla="*/ 62033 w 250846"/>
                <a:gd name="connsiteY15" fmla="*/ 238720 h 418333"/>
                <a:gd name="connsiteX16" fmla="*/ 62033 w 250846"/>
                <a:gd name="connsiteY16" fmla="*/ 100690 h 418333"/>
                <a:gd name="connsiteX17" fmla="*/ 71026 w 250846"/>
                <a:gd name="connsiteY17" fmla="*/ 83180 h 418333"/>
                <a:gd name="connsiteX18" fmla="*/ 205679 w 250846"/>
                <a:gd name="connsiteY18" fmla="*/ 366093 h 418333"/>
                <a:gd name="connsiteX19" fmla="*/ 212007 w 250846"/>
                <a:gd name="connsiteY19" fmla="*/ 372754 h 418333"/>
                <a:gd name="connsiteX20" fmla="*/ 205393 w 250846"/>
                <a:gd name="connsiteY20" fmla="*/ 379701 h 418333"/>
                <a:gd name="connsiteX21" fmla="*/ 198113 w 250846"/>
                <a:gd name="connsiteY21" fmla="*/ 372088 h 418333"/>
                <a:gd name="connsiteX22" fmla="*/ 205679 w 250846"/>
                <a:gd name="connsiteY22" fmla="*/ 366093 h 418333"/>
                <a:gd name="connsiteX23" fmla="*/ 46142 w 250846"/>
                <a:gd name="connsiteY23" fmla="*/ 52063 h 418333"/>
                <a:gd name="connsiteX24" fmla="*/ 38814 w 250846"/>
                <a:gd name="connsiteY24" fmla="*/ 45972 h 418333"/>
                <a:gd name="connsiteX25" fmla="*/ 45000 w 250846"/>
                <a:gd name="connsiteY25" fmla="*/ 38597 h 418333"/>
                <a:gd name="connsiteX26" fmla="*/ 52184 w 250846"/>
                <a:gd name="connsiteY26" fmla="*/ 43308 h 418333"/>
                <a:gd name="connsiteX27" fmla="*/ 46142 w 250846"/>
                <a:gd name="connsiteY27" fmla="*/ 52063 h 418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50846" h="418333">
                  <a:moveTo>
                    <a:pt x="71026" y="83180"/>
                  </a:moveTo>
                  <a:cubicBezTo>
                    <a:pt x="93960" y="67669"/>
                    <a:pt x="97814" y="37218"/>
                    <a:pt x="80637" y="16235"/>
                  </a:cubicBezTo>
                  <a:cubicBezTo>
                    <a:pt x="64460" y="-3464"/>
                    <a:pt x="34056" y="-5557"/>
                    <a:pt x="14834" y="11714"/>
                  </a:cubicBezTo>
                  <a:cubicBezTo>
                    <a:pt x="-5007" y="29509"/>
                    <a:pt x="-5055" y="60246"/>
                    <a:pt x="15357" y="79279"/>
                  </a:cubicBezTo>
                  <a:cubicBezTo>
                    <a:pt x="20543" y="84132"/>
                    <a:pt x="22494" y="88747"/>
                    <a:pt x="22399" y="95646"/>
                  </a:cubicBezTo>
                  <a:cubicBezTo>
                    <a:pt x="22018" y="122957"/>
                    <a:pt x="22256" y="150316"/>
                    <a:pt x="22256" y="177627"/>
                  </a:cubicBezTo>
                  <a:cubicBezTo>
                    <a:pt x="22256" y="204938"/>
                    <a:pt x="22542" y="232297"/>
                    <a:pt x="22066" y="259608"/>
                  </a:cubicBezTo>
                  <a:cubicBezTo>
                    <a:pt x="21923" y="267221"/>
                    <a:pt x="24255" y="271979"/>
                    <a:pt x="30440" y="276547"/>
                  </a:cubicBezTo>
                  <a:cubicBezTo>
                    <a:pt x="70312" y="306047"/>
                    <a:pt x="109709" y="336117"/>
                    <a:pt x="149676" y="365522"/>
                  </a:cubicBezTo>
                  <a:cubicBezTo>
                    <a:pt x="156052" y="370233"/>
                    <a:pt x="159288" y="375419"/>
                    <a:pt x="161096" y="382794"/>
                  </a:cubicBezTo>
                  <a:cubicBezTo>
                    <a:pt x="167852" y="409677"/>
                    <a:pt x="193117" y="424189"/>
                    <a:pt x="218430" y="416100"/>
                  </a:cubicBezTo>
                  <a:cubicBezTo>
                    <a:pt x="244219" y="407869"/>
                    <a:pt x="257303" y="381129"/>
                    <a:pt x="247692" y="356292"/>
                  </a:cubicBezTo>
                  <a:cubicBezTo>
                    <a:pt x="237938" y="331026"/>
                    <a:pt x="209295" y="319560"/>
                    <a:pt x="184600" y="332263"/>
                  </a:cubicBezTo>
                  <a:cubicBezTo>
                    <a:pt x="177892" y="335737"/>
                    <a:pt x="174276" y="334500"/>
                    <a:pt x="169232" y="330646"/>
                  </a:cubicBezTo>
                  <a:cubicBezTo>
                    <a:pt x="136592" y="305951"/>
                    <a:pt x="103904" y="281305"/>
                    <a:pt x="70931" y="256991"/>
                  </a:cubicBezTo>
                  <a:cubicBezTo>
                    <a:pt x="64317" y="252138"/>
                    <a:pt x="61986" y="246857"/>
                    <a:pt x="62033" y="238720"/>
                  </a:cubicBezTo>
                  <a:cubicBezTo>
                    <a:pt x="62414" y="192710"/>
                    <a:pt x="62366" y="146700"/>
                    <a:pt x="62033" y="100690"/>
                  </a:cubicBezTo>
                  <a:cubicBezTo>
                    <a:pt x="61986" y="92839"/>
                    <a:pt x="63889" y="88033"/>
                    <a:pt x="71026" y="83180"/>
                  </a:cubicBezTo>
                  <a:close/>
                  <a:moveTo>
                    <a:pt x="205679" y="366093"/>
                  </a:moveTo>
                  <a:cubicBezTo>
                    <a:pt x="209961" y="365903"/>
                    <a:pt x="212054" y="369138"/>
                    <a:pt x="212007" y="372754"/>
                  </a:cubicBezTo>
                  <a:cubicBezTo>
                    <a:pt x="211959" y="376323"/>
                    <a:pt x="209675" y="379701"/>
                    <a:pt x="205393" y="379701"/>
                  </a:cubicBezTo>
                  <a:cubicBezTo>
                    <a:pt x="200635" y="379701"/>
                    <a:pt x="197875" y="376513"/>
                    <a:pt x="198113" y="372088"/>
                  </a:cubicBezTo>
                  <a:cubicBezTo>
                    <a:pt x="198256" y="368187"/>
                    <a:pt x="201111" y="365855"/>
                    <a:pt x="205679" y="366093"/>
                  </a:cubicBezTo>
                  <a:close/>
                  <a:moveTo>
                    <a:pt x="46142" y="52063"/>
                  </a:moveTo>
                  <a:cubicBezTo>
                    <a:pt x="42050" y="52348"/>
                    <a:pt x="39147" y="50397"/>
                    <a:pt x="38814" y="45972"/>
                  </a:cubicBezTo>
                  <a:cubicBezTo>
                    <a:pt x="38529" y="41643"/>
                    <a:pt x="41003" y="39073"/>
                    <a:pt x="45000" y="38597"/>
                  </a:cubicBezTo>
                  <a:cubicBezTo>
                    <a:pt x="49282" y="38074"/>
                    <a:pt x="51423" y="40881"/>
                    <a:pt x="52184" y="43308"/>
                  </a:cubicBezTo>
                  <a:cubicBezTo>
                    <a:pt x="52565" y="49208"/>
                    <a:pt x="50329" y="51777"/>
                    <a:pt x="46142" y="52063"/>
                  </a:cubicBezTo>
                  <a:close/>
                </a:path>
              </a:pathLst>
            </a:custGeom>
            <a:solidFill>
              <a:srgbClr val="1D97C3"/>
            </a:solidFill>
            <a:ln w="4754" cap="flat">
              <a:noFill/>
              <a:prstDash val="solid"/>
              <a:miter/>
            </a:ln>
          </p:spPr>
          <p:txBody>
            <a:bodyPr rtlCol="0" anchor="ctr"/>
            <a:lstStyle/>
            <a:p>
              <a:endParaRPr lang="en-US"/>
            </a:p>
          </p:txBody>
        </p:sp>
        <p:sp>
          <p:nvSpPr>
            <p:cNvPr id="111" name="Freeform: Shape 260">
              <a:extLst>
                <a:ext uri="{FF2B5EF4-FFF2-40B4-BE49-F238E27FC236}">
                  <a16:creationId xmlns:a16="http://schemas.microsoft.com/office/drawing/2014/main" id="{0F60BA26-8048-431A-91D1-5676EC744C87}"/>
                </a:ext>
              </a:extLst>
            </p:cNvPr>
            <p:cNvSpPr/>
            <p:nvPr/>
          </p:nvSpPr>
          <p:spPr>
            <a:xfrm>
              <a:off x="2454340" y="2408290"/>
              <a:ext cx="611196" cy="91743"/>
            </a:xfrm>
            <a:custGeom>
              <a:avLst/>
              <a:gdLst>
                <a:gd name="connsiteX0" fmla="*/ 83816 w 611196"/>
                <a:gd name="connsiteY0" fmla="*/ 71202 h 91743"/>
                <a:gd name="connsiteX1" fmla="*/ 97520 w 611196"/>
                <a:gd name="connsiteY1" fmla="*/ 63114 h 91743"/>
                <a:gd name="connsiteX2" fmla="*/ 514276 w 611196"/>
                <a:gd name="connsiteY2" fmla="*/ 63161 h 91743"/>
                <a:gd name="connsiteX3" fmla="*/ 527265 w 611196"/>
                <a:gd name="connsiteY3" fmla="*/ 70155 h 91743"/>
                <a:gd name="connsiteX4" fmla="*/ 557860 w 611196"/>
                <a:gd name="connsiteY4" fmla="*/ 91281 h 91743"/>
                <a:gd name="connsiteX5" fmla="*/ 610483 w 611196"/>
                <a:gd name="connsiteY5" fmla="*/ 53359 h 91743"/>
                <a:gd name="connsiteX6" fmla="*/ 581840 w 611196"/>
                <a:gd name="connsiteY6" fmla="*/ 3210 h 91743"/>
                <a:gd name="connsiteX7" fmla="*/ 526599 w 611196"/>
                <a:gd name="connsiteY7" fmla="*/ 23194 h 91743"/>
                <a:gd name="connsiteX8" fmla="*/ 510041 w 611196"/>
                <a:gd name="connsiteY8" fmla="*/ 33090 h 91743"/>
                <a:gd name="connsiteX9" fmla="*/ 101469 w 611196"/>
                <a:gd name="connsiteY9" fmla="*/ 32995 h 91743"/>
                <a:gd name="connsiteX10" fmla="*/ 85624 w 611196"/>
                <a:gd name="connsiteY10" fmla="*/ 24145 h 91743"/>
                <a:gd name="connsiteX11" fmla="*/ 40185 w 611196"/>
                <a:gd name="connsiteY11" fmla="*/ 450 h 91743"/>
                <a:gd name="connsiteX12" fmla="*/ 170 w 611196"/>
                <a:gd name="connsiteY12" fmla="*/ 42749 h 91743"/>
                <a:gd name="connsiteX13" fmla="*/ 29955 w 611196"/>
                <a:gd name="connsiteY13" fmla="*/ 88664 h 91743"/>
                <a:gd name="connsiteX14" fmla="*/ 83816 w 611196"/>
                <a:gd name="connsiteY14" fmla="*/ 71202 h 91743"/>
                <a:gd name="connsiteX15" fmla="*/ 565948 w 611196"/>
                <a:gd name="connsiteY15" fmla="*/ 39038 h 91743"/>
                <a:gd name="connsiteX16" fmla="*/ 572752 w 611196"/>
                <a:gd name="connsiteY16" fmla="*/ 46032 h 91743"/>
                <a:gd name="connsiteX17" fmla="*/ 566091 w 611196"/>
                <a:gd name="connsiteY17" fmla="*/ 52741 h 91743"/>
                <a:gd name="connsiteX18" fmla="*/ 558621 w 611196"/>
                <a:gd name="connsiteY18" fmla="*/ 46841 h 91743"/>
                <a:gd name="connsiteX19" fmla="*/ 565948 w 611196"/>
                <a:gd name="connsiteY19" fmla="*/ 39038 h 91743"/>
                <a:gd name="connsiteX20" fmla="*/ 38948 w 611196"/>
                <a:gd name="connsiteY20" fmla="*/ 45366 h 91743"/>
                <a:gd name="connsiteX21" fmla="*/ 46608 w 611196"/>
                <a:gd name="connsiteY21" fmla="*/ 38895 h 91743"/>
                <a:gd name="connsiteX22" fmla="*/ 52651 w 611196"/>
                <a:gd name="connsiteY22" fmla="*/ 46793 h 91743"/>
                <a:gd name="connsiteX23" fmla="*/ 45181 w 611196"/>
                <a:gd name="connsiteY23" fmla="*/ 52646 h 91743"/>
                <a:gd name="connsiteX24" fmla="*/ 38948 w 611196"/>
                <a:gd name="connsiteY24" fmla="*/ 45366 h 91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11196" h="91743">
                  <a:moveTo>
                    <a:pt x="83816" y="71202"/>
                  </a:moveTo>
                  <a:cubicBezTo>
                    <a:pt x="87432" y="65730"/>
                    <a:pt x="90620" y="63114"/>
                    <a:pt x="97520" y="63114"/>
                  </a:cubicBezTo>
                  <a:cubicBezTo>
                    <a:pt x="236454" y="63351"/>
                    <a:pt x="375389" y="63304"/>
                    <a:pt x="514276" y="63161"/>
                  </a:cubicBezTo>
                  <a:cubicBezTo>
                    <a:pt x="520319" y="63161"/>
                    <a:pt x="524030" y="64684"/>
                    <a:pt x="527265" y="70155"/>
                  </a:cubicBezTo>
                  <a:cubicBezTo>
                    <a:pt x="535735" y="84810"/>
                    <a:pt x="549200" y="91234"/>
                    <a:pt x="557860" y="91281"/>
                  </a:cubicBezTo>
                  <a:cubicBezTo>
                    <a:pt x="589120" y="91186"/>
                    <a:pt x="606059" y="76769"/>
                    <a:pt x="610483" y="53359"/>
                  </a:cubicBezTo>
                  <a:cubicBezTo>
                    <a:pt x="614385" y="32519"/>
                    <a:pt x="601919" y="10680"/>
                    <a:pt x="581840" y="3210"/>
                  </a:cubicBezTo>
                  <a:cubicBezTo>
                    <a:pt x="560810" y="-4593"/>
                    <a:pt x="537638" y="3210"/>
                    <a:pt x="526599" y="23194"/>
                  </a:cubicBezTo>
                  <a:cubicBezTo>
                    <a:pt x="522555" y="30569"/>
                    <a:pt x="518511" y="33138"/>
                    <a:pt x="510041" y="33090"/>
                  </a:cubicBezTo>
                  <a:cubicBezTo>
                    <a:pt x="373866" y="32757"/>
                    <a:pt x="237644" y="32805"/>
                    <a:pt x="101469" y="32995"/>
                  </a:cubicBezTo>
                  <a:cubicBezTo>
                    <a:pt x="93998" y="32995"/>
                    <a:pt x="89431" y="31615"/>
                    <a:pt x="85624" y="24145"/>
                  </a:cubicBezTo>
                  <a:cubicBezTo>
                    <a:pt x="76869" y="7111"/>
                    <a:pt x="57504" y="-2214"/>
                    <a:pt x="40185" y="450"/>
                  </a:cubicBezTo>
                  <a:cubicBezTo>
                    <a:pt x="18679" y="3733"/>
                    <a:pt x="2216" y="21148"/>
                    <a:pt x="170" y="42749"/>
                  </a:cubicBezTo>
                  <a:cubicBezTo>
                    <a:pt x="-1638" y="61781"/>
                    <a:pt x="11161" y="81527"/>
                    <a:pt x="29955" y="88664"/>
                  </a:cubicBezTo>
                  <a:cubicBezTo>
                    <a:pt x="49796" y="96277"/>
                    <a:pt x="71826" y="89521"/>
                    <a:pt x="83816" y="71202"/>
                  </a:cubicBezTo>
                  <a:close/>
                  <a:moveTo>
                    <a:pt x="565948" y="39038"/>
                  </a:moveTo>
                  <a:cubicBezTo>
                    <a:pt x="570135" y="38990"/>
                    <a:pt x="572562" y="42464"/>
                    <a:pt x="572752" y="46032"/>
                  </a:cubicBezTo>
                  <a:cubicBezTo>
                    <a:pt x="572990" y="49839"/>
                    <a:pt x="570516" y="52693"/>
                    <a:pt x="566091" y="52741"/>
                  </a:cubicBezTo>
                  <a:cubicBezTo>
                    <a:pt x="561904" y="52931"/>
                    <a:pt x="558859" y="50838"/>
                    <a:pt x="558621" y="46841"/>
                  </a:cubicBezTo>
                  <a:cubicBezTo>
                    <a:pt x="558431" y="42368"/>
                    <a:pt x="561333" y="39133"/>
                    <a:pt x="565948" y="39038"/>
                  </a:cubicBezTo>
                  <a:close/>
                  <a:moveTo>
                    <a:pt x="38948" y="45366"/>
                  </a:moveTo>
                  <a:cubicBezTo>
                    <a:pt x="39614" y="41560"/>
                    <a:pt x="42516" y="39228"/>
                    <a:pt x="46608" y="38895"/>
                  </a:cubicBezTo>
                  <a:cubicBezTo>
                    <a:pt x="50510" y="40180"/>
                    <a:pt x="52937" y="42654"/>
                    <a:pt x="52651" y="46793"/>
                  </a:cubicBezTo>
                  <a:cubicBezTo>
                    <a:pt x="52318" y="51218"/>
                    <a:pt x="49321" y="53169"/>
                    <a:pt x="45181" y="52646"/>
                  </a:cubicBezTo>
                  <a:cubicBezTo>
                    <a:pt x="41089" y="52123"/>
                    <a:pt x="38187" y="49648"/>
                    <a:pt x="38948" y="45366"/>
                  </a:cubicBezTo>
                  <a:close/>
                </a:path>
              </a:pathLst>
            </a:custGeom>
            <a:solidFill>
              <a:srgbClr val="1D97C3"/>
            </a:solidFill>
            <a:ln w="4754" cap="flat">
              <a:noFill/>
              <a:prstDash val="solid"/>
              <a:miter/>
            </a:ln>
          </p:spPr>
          <p:txBody>
            <a:bodyPr rtlCol="0" anchor="ctr"/>
            <a:lstStyle/>
            <a:p>
              <a:endParaRPr lang="en-US"/>
            </a:p>
          </p:txBody>
        </p:sp>
        <p:sp>
          <p:nvSpPr>
            <p:cNvPr id="112" name="Freeform: Shape 261">
              <a:extLst>
                <a:ext uri="{FF2B5EF4-FFF2-40B4-BE49-F238E27FC236}">
                  <a16:creationId xmlns:a16="http://schemas.microsoft.com/office/drawing/2014/main" id="{EC2F5293-3F52-4B74-ABA4-3D872869E486}"/>
                </a:ext>
              </a:extLst>
            </p:cNvPr>
            <p:cNvSpPr/>
            <p:nvPr/>
          </p:nvSpPr>
          <p:spPr>
            <a:xfrm>
              <a:off x="1493104" y="3199179"/>
              <a:ext cx="91678" cy="428742"/>
            </a:xfrm>
            <a:custGeom>
              <a:avLst/>
              <a:gdLst>
                <a:gd name="connsiteX0" fmla="*/ 77411 w 91678"/>
                <a:gd name="connsiteY0" fmla="*/ 13099 h 428742"/>
                <a:gd name="connsiteX1" fmla="*/ 12654 w 91678"/>
                <a:gd name="connsiteY1" fmla="*/ 14288 h 428742"/>
                <a:gd name="connsiteX2" fmla="*/ 15794 w 91678"/>
                <a:gd name="connsiteY2" fmla="*/ 79997 h 428742"/>
                <a:gd name="connsiteX3" fmla="*/ 23121 w 91678"/>
                <a:gd name="connsiteY3" fmla="*/ 97316 h 428742"/>
                <a:gd name="connsiteX4" fmla="*/ 23026 w 91678"/>
                <a:gd name="connsiteY4" fmla="*/ 213459 h 428742"/>
                <a:gd name="connsiteX5" fmla="*/ 23121 w 91678"/>
                <a:gd name="connsiteY5" fmla="*/ 332315 h 428742"/>
                <a:gd name="connsiteX6" fmla="*/ 16412 w 91678"/>
                <a:gd name="connsiteY6" fmla="*/ 348683 h 428742"/>
                <a:gd name="connsiteX7" fmla="*/ 3280 w 91678"/>
                <a:gd name="connsiteY7" fmla="*/ 401973 h 428742"/>
                <a:gd name="connsiteX8" fmla="*/ 42201 w 91678"/>
                <a:gd name="connsiteY8" fmla="*/ 428713 h 428742"/>
                <a:gd name="connsiteX9" fmla="*/ 87926 w 91678"/>
                <a:gd name="connsiteY9" fmla="*/ 400831 h 428742"/>
                <a:gd name="connsiteX10" fmla="*/ 77506 w 91678"/>
                <a:gd name="connsiteY10" fmla="*/ 350824 h 428742"/>
                <a:gd name="connsiteX11" fmla="*/ 68941 w 91678"/>
                <a:gd name="connsiteY11" fmla="*/ 329651 h 428742"/>
                <a:gd name="connsiteX12" fmla="*/ 68894 w 91678"/>
                <a:gd name="connsiteY12" fmla="*/ 97364 h 428742"/>
                <a:gd name="connsiteX13" fmla="*/ 76935 w 91678"/>
                <a:gd name="connsiteY13" fmla="*/ 78569 h 428742"/>
                <a:gd name="connsiteX14" fmla="*/ 77411 w 91678"/>
                <a:gd name="connsiteY14" fmla="*/ 13099 h 428742"/>
                <a:gd name="connsiteX15" fmla="*/ 45579 w 91678"/>
                <a:gd name="connsiteY15" fmla="*/ 38744 h 428742"/>
                <a:gd name="connsiteX16" fmla="*/ 52859 w 91678"/>
                <a:gd name="connsiteY16" fmla="*/ 46595 h 428742"/>
                <a:gd name="connsiteX17" fmla="*/ 45960 w 91678"/>
                <a:gd name="connsiteY17" fmla="*/ 52971 h 428742"/>
                <a:gd name="connsiteX18" fmla="*/ 39013 w 91678"/>
                <a:gd name="connsiteY18" fmla="*/ 45644 h 428742"/>
                <a:gd name="connsiteX19" fmla="*/ 45579 w 91678"/>
                <a:gd name="connsiteY19" fmla="*/ 38744 h 428742"/>
                <a:gd name="connsiteX20" fmla="*/ 45532 w 91678"/>
                <a:gd name="connsiteY20" fmla="*/ 390173 h 428742"/>
                <a:gd name="connsiteX21" fmla="*/ 39156 w 91678"/>
                <a:gd name="connsiteY21" fmla="*/ 382893 h 428742"/>
                <a:gd name="connsiteX22" fmla="*/ 46293 w 91678"/>
                <a:gd name="connsiteY22" fmla="*/ 376613 h 428742"/>
                <a:gd name="connsiteX23" fmla="*/ 53097 w 91678"/>
                <a:gd name="connsiteY23" fmla="*/ 383607 h 428742"/>
                <a:gd name="connsiteX24" fmla="*/ 45532 w 91678"/>
                <a:gd name="connsiteY24" fmla="*/ 390173 h 428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1678" h="428742">
                  <a:moveTo>
                    <a:pt x="77411" y="13099"/>
                  </a:moveTo>
                  <a:cubicBezTo>
                    <a:pt x="59044" y="-4839"/>
                    <a:pt x="30353" y="-4268"/>
                    <a:pt x="12654" y="14288"/>
                  </a:cubicBezTo>
                  <a:cubicBezTo>
                    <a:pt x="-4808" y="32654"/>
                    <a:pt x="-3904" y="63486"/>
                    <a:pt x="15794" y="79997"/>
                  </a:cubicBezTo>
                  <a:cubicBezTo>
                    <a:pt x="22027" y="85230"/>
                    <a:pt x="23169" y="90226"/>
                    <a:pt x="23121" y="97316"/>
                  </a:cubicBezTo>
                  <a:cubicBezTo>
                    <a:pt x="22931" y="136046"/>
                    <a:pt x="23026" y="174729"/>
                    <a:pt x="23026" y="213459"/>
                  </a:cubicBezTo>
                  <a:cubicBezTo>
                    <a:pt x="23026" y="253094"/>
                    <a:pt x="22931" y="292729"/>
                    <a:pt x="23121" y="332315"/>
                  </a:cubicBezTo>
                  <a:cubicBezTo>
                    <a:pt x="23169" y="338929"/>
                    <a:pt x="22217" y="343877"/>
                    <a:pt x="16412" y="348683"/>
                  </a:cubicBezTo>
                  <a:cubicBezTo>
                    <a:pt x="711" y="361720"/>
                    <a:pt x="-3857" y="382608"/>
                    <a:pt x="3280" y="401973"/>
                  </a:cubicBezTo>
                  <a:cubicBezTo>
                    <a:pt x="9371" y="418483"/>
                    <a:pt x="23359" y="428094"/>
                    <a:pt x="42201" y="428713"/>
                  </a:cubicBezTo>
                  <a:cubicBezTo>
                    <a:pt x="63041" y="429379"/>
                    <a:pt x="80408" y="418817"/>
                    <a:pt x="87926" y="400831"/>
                  </a:cubicBezTo>
                  <a:cubicBezTo>
                    <a:pt x="95110" y="383655"/>
                    <a:pt x="91732" y="363052"/>
                    <a:pt x="77506" y="350824"/>
                  </a:cubicBezTo>
                  <a:cubicBezTo>
                    <a:pt x="70226" y="344543"/>
                    <a:pt x="68894" y="338215"/>
                    <a:pt x="68941" y="329651"/>
                  </a:cubicBezTo>
                  <a:cubicBezTo>
                    <a:pt x="69179" y="252238"/>
                    <a:pt x="69179" y="174777"/>
                    <a:pt x="68894" y="97364"/>
                  </a:cubicBezTo>
                  <a:cubicBezTo>
                    <a:pt x="68846" y="89417"/>
                    <a:pt x="71082" y="84088"/>
                    <a:pt x="76935" y="78569"/>
                  </a:cubicBezTo>
                  <a:cubicBezTo>
                    <a:pt x="96585" y="59870"/>
                    <a:pt x="96443" y="31702"/>
                    <a:pt x="77411" y="13099"/>
                  </a:cubicBezTo>
                  <a:close/>
                  <a:moveTo>
                    <a:pt x="45579" y="38744"/>
                  </a:moveTo>
                  <a:cubicBezTo>
                    <a:pt x="49861" y="38935"/>
                    <a:pt x="53287" y="41932"/>
                    <a:pt x="52859" y="46595"/>
                  </a:cubicBezTo>
                  <a:cubicBezTo>
                    <a:pt x="52478" y="50449"/>
                    <a:pt x="49005" y="52162"/>
                    <a:pt x="45960" y="52971"/>
                  </a:cubicBezTo>
                  <a:cubicBezTo>
                    <a:pt x="41249" y="52115"/>
                    <a:pt x="38823" y="49973"/>
                    <a:pt x="39013" y="45644"/>
                  </a:cubicBezTo>
                  <a:cubicBezTo>
                    <a:pt x="39203" y="41504"/>
                    <a:pt x="41630" y="38554"/>
                    <a:pt x="45579" y="38744"/>
                  </a:cubicBezTo>
                  <a:close/>
                  <a:moveTo>
                    <a:pt x="45532" y="390173"/>
                  </a:moveTo>
                  <a:cubicBezTo>
                    <a:pt x="41012" y="390078"/>
                    <a:pt x="39108" y="386795"/>
                    <a:pt x="39156" y="382893"/>
                  </a:cubicBezTo>
                  <a:cubicBezTo>
                    <a:pt x="39156" y="378659"/>
                    <a:pt x="41868" y="376375"/>
                    <a:pt x="46293" y="376613"/>
                  </a:cubicBezTo>
                  <a:cubicBezTo>
                    <a:pt x="50718" y="376851"/>
                    <a:pt x="52478" y="379658"/>
                    <a:pt x="53097" y="383607"/>
                  </a:cubicBezTo>
                  <a:cubicBezTo>
                    <a:pt x="51860" y="387366"/>
                    <a:pt x="49814" y="390316"/>
                    <a:pt x="45532" y="390173"/>
                  </a:cubicBezTo>
                  <a:close/>
                </a:path>
              </a:pathLst>
            </a:custGeom>
            <a:solidFill>
              <a:srgbClr val="1D97C3"/>
            </a:solidFill>
            <a:ln w="4754" cap="flat">
              <a:noFill/>
              <a:prstDash val="solid"/>
              <a:miter/>
            </a:ln>
          </p:spPr>
          <p:txBody>
            <a:bodyPr rtlCol="0" anchor="ctr"/>
            <a:lstStyle/>
            <a:p>
              <a:endParaRPr lang="en-US"/>
            </a:p>
          </p:txBody>
        </p:sp>
        <p:sp>
          <p:nvSpPr>
            <p:cNvPr id="113" name="Freeform: Shape 262">
              <a:extLst>
                <a:ext uri="{FF2B5EF4-FFF2-40B4-BE49-F238E27FC236}">
                  <a16:creationId xmlns:a16="http://schemas.microsoft.com/office/drawing/2014/main" id="{E1A8C791-ADBA-4666-96FE-A46B4CA986F5}"/>
                </a:ext>
              </a:extLst>
            </p:cNvPr>
            <p:cNvSpPr/>
            <p:nvPr/>
          </p:nvSpPr>
          <p:spPr>
            <a:xfrm>
              <a:off x="1796519" y="3257529"/>
              <a:ext cx="409813" cy="91583"/>
            </a:xfrm>
            <a:custGeom>
              <a:avLst/>
              <a:gdLst>
                <a:gd name="connsiteX0" fmla="*/ 78510 w 409813"/>
                <a:gd name="connsiteY0" fmla="*/ 76649 h 91583"/>
                <a:gd name="connsiteX1" fmla="*/ 93498 w 409813"/>
                <a:gd name="connsiteY1" fmla="*/ 69607 h 91583"/>
                <a:gd name="connsiteX2" fmla="*/ 312034 w 409813"/>
                <a:gd name="connsiteY2" fmla="*/ 66943 h 91583"/>
                <a:gd name="connsiteX3" fmla="*/ 330305 w 409813"/>
                <a:gd name="connsiteY3" fmla="*/ 75317 h 91583"/>
                <a:gd name="connsiteX4" fmla="*/ 380931 w 409813"/>
                <a:gd name="connsiteY4" fmla="*/ 88354 h 91583"/>
                <a:gd name="connsiteX5" fmla="*/ 409812 w 409813"/>
                <a:gd name="connsiteY5" fmla="*/ 46055 h 91583"/>
                <a:gd name="connsiteX6" fmla="*/ 382977 w 409813"/>
                <a:gd name="connsiteY6" fmla="*/ 3851 h 91583"/>
                <a:gd name="connsiteX7" fmla="*/ 332732 w 409813"/>
                <a:gd name="connsiteY7" fmla="*/ 13415 h 91583"/>
                <a:gd name="connsiteX8" fmla="*/ 313652 w 409813"/>
                <a:gd name="connsiteY8" fmla="*/ 21123 h 91583"/>
                <a:gd name="connsiteX9" fmla="*/ 96448 w 409813"/>
                <a:gd name="connsiteY9" fmla="*/ 23549 h 91583"/>
                <a:gd name="connsiteX10" fmla="*/ 80461 w 409813"/>
                <a:gd name="connsiteY10" fmla="*/ 16507 h 91583"/>
                <a:gd name="connsiteX11" fmla="*/ 14800 w 409813"/>
                <a:gd name="connsiteY11" fmla="*/ 11654 h 91583"/>
                <a:gd name="connsiteX12" fmla="*/ 12183 w 409813"/>
                <a:gd name="connsiteY12" fmla="*/ 76506 h 91583"/>
                <a:gd name="connsiteX13" fmla="*/ 78510 w 409813"/>
                <a:gd name="connsiteY13" fmla="*/ 76649 h 91583"/>
                <a:gd name="connsiteX14" fmla="*/ 363802 w 409813"/>
                <a:gd name="connsiteY14" fmla="*/ 39156 h 91583"/>
                <a:gd name="connsiteX15" fmla="*/ 371177 w 409813"/>
                <a:gd name="connsiteY15" fmla="*/ 45341 h 91583"/>
                <a:gd name="connsiteX16" fmla="*/ 365039 w 409813"/>
                <a:gd name="connsiteY16" fmla="*/ 52716 h 91583"/>
                <a:gd name="connsiteX17" fmla="*/ 357473 w 409813"/>
                <a:gd name="connsiteY17" fmla="*/ 46340 h 91583"/>
                <a:gd name="connsiteX18" fmla="*/ 363802 w 409813"/>
                <a:gd name="connsiteY18" fmla="*/ 39156 h 91583"/>
                <a:gd name="connsiteX19" fmla="*/ 45108 w 409813"/>
                <a:gd name="connsiteY19" fmla="*/ 39013 h 91583"/>
                <a:gd name="connsiteX20" fmla="*/ 52816 w 409813"/>
                <a:gd name="connsiteY20" fmla="*/ 44437 h 91583"/>
                <a:gd name="connsiteX21" fmla="*/ 46536 w 409813"/>
                <a:gd name="connsiteY21" fmla="*/ 52716 h 91583"/>
                <a:gd name="connsiteX22" fmla="*/ 38542 w 409813"/>
                <a:gd name="connsiteY22" fmla="*/ 45817 h 91583"/>
                <a:gd name="connsiteX23" fmla="*/ 45108 w 409813"/>
                <a:gd name="connsiteY23" fmla="*/ 39013 h 91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9813" h="91583">
                  <a:moveTo>
                    <a:pt x="78510" y="76649"/>
                  </a:moveTo>
                  <a:cubicBezTo>
                    <a:pt x="82887" y="72034"/>
                    <a:pt x="86884" y="69702"/>
                    <a:pt x="93498" y="69607"/>
                  </a:cubicBezTo>
                  <a:cubicBezTo>
                    <a:pt x="166343" y="68989"/>
                    <a:pt x="239189" y="68085"/>
                    <a:pt x="312034" y="66943"/>
                  </a:cubicBezTo>
                  <a:cubicBezTo>
                    <a:pt x="319980" y="66800"/>
                    <a:pt x="325071" y="68751"/>
                    <a:pt x="330305" y="75317"/>
                  </a:cubicBezTo>
                  <a:cubicBezTo>
                    <a:pt x="342533" y="90685"/>
                    <a:pt x="362660" y="95205"/>
                    <a:pt x="380931" y="88354"/>
                  </a:cubicBezTo>
                  <a:cubicBezTo>
                    <a:pt x="398298" y="81883"/>
                    <a:pt x="409622" y="65230"/>
                    <a:pt x="409812" y="46055"/>
                  </a:cubicBezTo>
                  <a:cubicBezTo>
                    <a:pt x="409955" y="26927"/>
                    <a:pt x="400010" y="11321"/>
                    <a:pt x="382977" y="3851"/>
                  </a:cubicBezTo>
                  <a:cubicBezTo>
                    <a:pt x="366181" y="-3524"/>
                    <a:pt x="345769" y="-146"/>
                    <a:pt x="332732" y="13415"/>
                  </a:cubicBezTo>
                  <a:cubicBezTo>
                    <a:pt x="327117" y="19267"/>
                    <a:pt x="321360" y="21028"/>
                    <a:pt x="313652" y="21123"/>
                  </a:cubicBezTo>
                  <a:cubicBezTo>
                    <a:pt x="241235" y="21741"/>
                    <a:pt x="168865" y="22550"/>
                    <a:pt x="96448" y="23549"/>
                  </a:cubicBezTo>
                  <a:cubicBezTo>
                    <a:pt x="89691" y="23644"/>
                    <a:pt x="85171" y="22360"/>
                    <a:pt x="80461" y="16507"/>
                  </a:cubicBezTo>
                  <a:cubicBezTo>
                    <a:pt x="64045" y="-3667"/>
                    <a:pt x="33832" y="-5427"/>
                    <a:pt x="14800" y="11654"/>
                  </a:cubicBezTo>
                  <a:cubicBezTo>
                    <a:pt x="-3852" y="28355"/>
                    <a:pt x="-5041" y="58188"/>
                    <a:pt x="12183" y="76506"/>
                  </a:cubicBezTo>
                  <a:cubicBezTo>
                    <a:pt x="30739" y="96443"/>
                    <a:pt x="59335" y="96728"/>
                    <a:pt x="78510" y="76649"/>
                  </a:cubicBezTo>
                  <a:close/>
                  <a:moveTo>
                    <a:pt x="363802" y="39156"/>
                  </a:moveTo>
                  <a:cubicBezTo>
                    <a:pt x="368036" y="38632"/>
                    <a:pt x="370748" y="40678"/>
                    <a:pt x="371177" y="45341"/>
                  </a:cubicBezTo>
                  <a:cubicBezTo>
                    <a:pt x="371034" y="49243"/>
                    <a:pt x="369226" y="52383"/>
                    <a:pt x="365039" y="52716"/>
                  </a:cubicBezTo>
                  <a:cubicBezTo>
                    <a:pt x="360852" y="53049"/>
                    <a:pt x="358092" y="50147"/>
                    <a:pt x="357473" y="46340"/>
                  </a:cubicBezTo>
                  <a:cubicBezTo>
                    <a:pt x="356807" y="42106"/>
                    <a:pt x="359757" y="39632"/>
                    <a:pt x="363802" y="39156"/>
                  </a:cubicBezTo>
                  <a:close/>
                  <a:moveTo>
                    <a:pt x="45108" y="39013"/>
                  </a:moveTo>
                  <a:cubicBezTo>
                    <a:pt x="49438" y="38823"/>
                    <a:pt x="51389" y="41392"/>
                    <a:pt x="52816" y="44437"/>
                  </a:cubicBezTo>
                  <a:cubicBezTo>
                    <a:pt x="52531" y="49100"/>
                    <a:pt x="50057" y="52002"/>
                    <a:pt x="46536" y="52716"/>
                  </a:cubicBezTo>
                  <a:cubicBezTo>
                    <a:pt x="41683" y="53715"/>
                    <a:pt x="38875" y="49956"/>
                    <a:pt x="38542" y="45817"/>
                  </a:cubicBezTo>
                  <a:cubicBezTo>
                    <a:pt x="38209" y="42011"/>
                    <a:pt x="40636" y="39156"/>
                    <a:pt x="45108" y="39013"/>
                  </a:cubicBezTo>
                  <a:close/>
                </a:path>
              </a:pathLst>
            </a:custGeom>
            <a:solidFill>
              <a:srgbClr val="1D97C3"/>
            </a:solidFill>
            <a:ln w="4754" cap="flat">
              <a:noFill/>
              <a:prstDash val="solid"/>
              <a:miter/>
            </a:ln>
          </p:spPr>
          <p:txBody>
            <a:bodyPr rtlCol="0" anchor="ctr"/>
            <a:lstStyle/>
            <a:p>
              <a:endParaRPr lang="en-US"/>
            </a:p>
          </p:txBody>
        </p:sp>
        <p:sp>
          <p:nvSpPr>
            <p:cNvPr id="114" name="Freeform: Shape 263">
              <a:extLst>
                <a:ext uri="{FF2B5EF4-FFF2-40B4-BE49-F238E27FC236}">
                  <a16:creationId xmlns:a16="http://schemas.microsoft.com/office/drawing/2014/main" id="{55689EE0-3825-4A61-89E4-194B3FE5E0E7}"/>
                </a:ext>
              </a:extLst>
            </p:cNvPr>
            <p:cNvSpPr/>
            <p:nvPr/>
          </p:nvSpPr>
          <p:spPr>
            <a:xfrm>
              <a:off x="1812043" y="4226006"/>
              <a:ext cx="338747" cy="91322"/>
            </a:xfrm>
            <a:custGeom>
              <a:avLst/>
              <a:gdLst>
                <a:gd name="connsiteX0" fmla="*/ 84635 w 338747"/>
                <a:gd name="connsiteY0" fmla="*/ 68963 h 91322"/>
                <a:gd name="connsiteX1" fmla="*/ 100431 w 338747"/>
                <a:gd name="connsiteY1" fmla="*/ 59780 h 91322"/>
                <a:gd name="connsiteX2" fmla="*/ 238414 w 338747"/>
                <a:gd name="connsiteY2" fmla="*/ 59827 h 91322"/>
                <a:gd name="connsiteX3" fmla="*/ 254259 w 338747"/>
                <a:gd name="connsiteY3" fmla="*/ 68677 h 91322"/>
                <a:gd name="connsiteX4" fmla="*/ 320443 w 338747"/>
                <a:gd name="connsiteY4" fmla="*/ 82333 h 91322"/>
                <a:gd name="connsiteX5" fmla="*/ 328865 w 338747"/>
                <a:gd name="connsiteY5" fmla="*/ 16910 h 91322"/>
                <a:gd name="connsiteX6" fmla="*/ 261491 w 338747"/>
                <a:gd name="connsiteY6" fmla="*/ 13389 h 91322"/>
                <a:gd name="connsiteX7" fmla="*/ 244838 w 338747"/>
                <a:gd name="connsiteY7" fmla="*/ 19860 h 91322"/>
                <a:gd name="connsiteX8" fmla="*/ 94579 w 338747"/>
                <a:gd name="connsiteY8" fmla="*/ 19860 h 91322"/>
                <a:gd name="connsiteX9" fmla="*/ 77973 w 338747"/>
                <a:gd name="connsiteY9" fmla="*/ 13436 h 91322"/>
                <a:gd name="connsiteX10" fmla="*/ 47094 w 338747"/>
                <a:gd name="connsiteY10" fmla="*/ 352 h 91322"/>
                <a:gd name="connsiteX11" fmla="*/ 655 w 338747"/>
                <a:gd name="connsiteY11" fmla="*/ 38939 h 91322"/>
                <a:gd name="connsiteX12" fmla="*/ 29156 w 338747"/>
                <a:gd name="connsiteY12" fmla="*/ 88138 h 91322"/>
                <a:gd name="connsiteX13" fmla="*/ 84635 w 338747"/>
                <a:gd name="connsiteY13" fmla="*/ 68963 h 91322"/>
                <a:gd name="connsiteX14" fmla="*/ 294226 w 338747"/>
                <a:gd name="connsiteY14" fmla="*/ 38844 h 91322"/>
                <a:gd name="connsiteX15" fmla="*/ 300126 w 338747"/>
                <a:gd name="connsiteY15" fmla="*/ 46076 h 91322"/>
                <a:gd name="connsiteX16" fmla="*/ 292799 w 338747"/>
                <a:gd name="connsiteY16" fmla="*/ 52357 h 91322"/>
                <a:gd name="connsiteX17" fmla="*/ 286661 w 338747"/>
                <a:gd name="connsiteY17" fmla="*/ 45077 h 91322"/>
                <a:gd name="connsiteX18" fmla="*/ 294226 w 338747"/>
                <a:gd name="connsiteY18" fmla="*/ 38844 h 91322"/>
                <a:gd name="connsiteX19" fmla="*/ 45190 w 338747"/>
                <a:gd name="connsiteY19" fmla="*/ 38797 h 91322"/>
                <a:gd name="connsiteX20" fmla="*/ 52185 w 338747"/>
                <a:gd name="connsiteY20" fmla="*/ 45791 h 91322"/>
                <a:gd name="connsiteX21" fmla="*/ 45999 w 338747"/>
                <a:gd name="connsiteY21" fmla="*/ 52452 h 91322"/>
                <a:gd name="connsiteX22" fmla="*/ 38720 w 338747"/>
                <a:gd name="connsiteY22" fmla="*/ 45886 h 91322"/>
                <a:gd name="connsiteX23" fmla="*/ 45190 w 338747"/>
                <a:gd name="connsiteY23" fmla="*/ 38797 h 91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38747" h="91322">
                  <a:moveTo>
                    <a:pt x="84635" y="68963"/>
                  </a:moveTo>
                  <a:cubicBezTo>
                    <a:pt x="88679" y="61921"/>
                    <a:pt x="92771" y="59732"/>
                    <a:pt x="100431" y="59780"/>
                  </a:cubicBezTo>
                  <a:cubicBezTo>
                    <a:pt x="146441" y="60113"/>
                    <a:pt x="192404" y="60065"/>
                    <a:pt x="238414" y="59827"/>
                  </a:cubicBezTo>
                  <a:cubicBezTo>
                    <a:pt x="245837" y="59780"/>
                    <a:pt x="250119" y="61445"/>
                    <a:pt x="254259" y="68677"/>
                  </a:cubicBezTo>
                  <a:cubicBezTo>
                    <a:pt x="267771" y="92372"/>
                    <a:pt x="298413" y="98129"/>
                    <a:pt x="320443" y="82333"/>
                  </a:cubicBezTo>
                  <a:cubicBezTo>
                    <a:pt x="340950" y="67583"/>
                    <a:pt x="344899" y="36846"/>
                    <a:pt x="328865" y="16910"/>
                  </a:cubicBezTo>
                  <a:cubicBezTo>
                    <a:pt x="312116" y="-3931"/>
                    <a:pt x="280713" y="-5976"/>
                    <a:pt x="261491" y="13389"/>
                  </a:cubicBezTo>
                  <a:cubicBezTo>
                    <a:pt x="256400" y="18528"/>
                    <a:pt x="251499" y="19860"/>
                    <a:pt x="244838" y="19860"/>
                  </a:cubicBezTo>
                  <a:cubicBezTo>
                    <a:pt x="194735" y="19717"/>
                    <a:pt x="144633" y="19717"/>
                    <a:pt x="94579" y="19860"/>
                  </a:cubicBezTo>
                  <a:cubicBezTo>
                    <a:pt x="88013" y="19860"/>
                    <a:pt x="82922" y="18908"/>
                    <a:pt x="77973" y="13436"/>
                  </a:cubicBezTo>
                  <a:cubicBezTo>
                    <a:pt x="69790" y="4348"/>
                    <a:pt x="58894" y="-267"/>
                    <a:pt x="47094" y="352"/>
                  </a:cubicBezTo>
                  <a:cubicBezTo>
                    <a:pt x="22780" y="257"/>
                    <a:pt x="5223" y="15102"/>
                    <a:pt x="655" y="38939"/>
                  </a:cubicBezTo>
                  <a:cubicBezTo>
                    <a:pt x="-3104" y="58400"/>
                    <a:pt x="9695" y="80525"/>
                    <a:pt x="29156" y="88138"/>
                  </a:cubicBezTo>
                  <a:cubicBezTo>
                    <a:pt x="49806" y="96179"/>
                    <a:pt x="73310" y="88709"/>
                    <a:pt x="84635" y="68963"/>
                  </a:cubicBezTo>
                  <a:close/>
                  <a:moveTo>
                    <a:pt x="294226" y="38844"/>
                  </a:moveTo>
                  <a:cubicBezTo>
                    <a:pt x="297937" y="39558"/>
                    <a:pt x="300602" y="41699"/>
                    <a:pt x="300126" y="46076"/>
                  </a:cubicBezTo>
                  <a:cubicBezTo>
                    <a:pt x="299698" y="50216"/>
                    <a:pt x="296986" y="52595"/>
                    <a:pt x="292799" y="52357"/>
                  </a:cubicBezTo>
                  <a:cubicBezTo>
                    <a:pt x="288469" y="52119"/>
                    <a:pt x="286375" y="49264"/>
                    <a:pt x="286661" y="45077"/>
                  </a:cubicBezTo>
                  <a:cubicBezTo>
                    <a:pt x="286946" y="40795"/>
                    <a:pt x="289611" y="38749"/>
                    <a:pt x="294226" y="38844"/>
                  </a:cubicBezTo>
                  <a:close/>
                  <a:moveTo>
                    <a:pt x="45190" y="38797"/>
                  </a:moveTo>
                  <a:cubicBezTo>
                    <a:pt x="49901" y="38416"/>
                    <a:pt x="51661" y="41128"/>
                    <a:pt x="52185" y="45791"/>
                  </a:cubicBezTo>
                  <a:cubicBezTo>
                    <a:pt x="52137" y="49360"/>
                    <a:pt x="50567" y="52309"/>
                    <a:pt x="45999" y="52452"/>
                  </a:cubicBezTo>
                  <a:cubicBezTo>
                    <a:pt x="41622" y="52547"/>
                    <a:pt x="39005" y="49645"/>
                    <a:pt x="38720" y="45886"/>
                  </a:cubicBezTo>
                  <a:cubicBezTo>
                    <a:pt x="38386" y="41985"/>
                    <a:pt x="40813" y="39177"/>
                    <a:pt x="45190" y="38797"/>
                  </a:cubicBezTo>
                  <a:close/>
                </a:path>
              </a:pathLst>
            </a:custGeom>
            <a:solidFill>
              <a:srgbClr val="1D97C3"/>
            </a:solidFill>
            <a:ln w="4754" cap="flat">
              <a:noFill/>
              <a:prstDash val="solid"/>
              <a:miter/>
            </a:ln>
          </p:spPr>
          <p:txBody>
            <a:bodyPr rtlCol="0" anchor="ctr"/>
            <a:lstStyle/>
            <a:p>
              <a:endParaRPr lang="en-US"/>
            </a:p>
          </p:txBody>
        </p:sp>
        <p:sp>
          <p:nvSpPr>
            <p:cNvPr id="115" name="Freeform: Shape 264">
              <a:extLst>
                <a:ext uri="{FF2B5EF4-FFF2-40B4-BE49-F238E27FC236}">
                  <a16:creationId xmlns:a16="http://schemas.microsoft.com/office/drawing/2014/main" id="{4E1C6EB5-368E-4DD0-99AD-C5C6EED5BC83}"/>
                </a:ext>
              </a:extLst>
            </p:cNvPr>
            <p:cNvSpPr/>
            <p:nvPr/>
          </p:nvSpPr>
          <p:spPr>
            <a:xfrm>
              <a:off x="1692887" y="3113660"/>
              <a:ext cx="337872" cy="94749"/>
            </a:xfrm>
            <a:custGeom>
              <a:avLst/>
              <a:gdLst>
                <a:gd name="connsiteX0" fmla="*/ 255178 w 337872"/>
                <a:gd name="connsiteY0" fmla="*/ 74399 h 94749"/>
                <a:gd name="connsiteX1" fmla="*/ 306708 w 337872"/>
                <a:gd name="connsiteY1" fmla="*/ 92622 h 94749"/>
                <a:gd name="connsiteX2" fmla="*/ 337873 w 337872"/>
                <a:gd name="connsiteY2" fmla="*/ 49276 h 94749"/>
                <a:gd name="connsiteX3" fmla="*/ 309800 w 337872"/>
                <a:gd name="connsiteY3" fmla="*/ 6549 h 94749"/>
                <a:gd name="connsiteX4" fmla="*/ 258984 w 337872"/>
                <a:gd name="connsiteY4" fmla="*/ 18587 h 94749"/>
                <a:gd name="connsiteX5" fmla="*/ 240523 w 337872"/>
                <a:gd name="connsiteY5" fmla="*/ 26866 h 94749"/>
                <a:gd name="connsiteX6" fmla="*/ 97164 w 337872"/>
                <a:gd name="connsiteY6" fmla="*/ 28626 h 94749"/>
                <a:gd name="connsiteX7" fmla="*/ 83318 w 337872"/>
                <a:gd name="connsiteY7" fmla="*/ 21109 h 94749"/>
                <a:gd name="connsiteX8" fmla="*/ 16800 w 337872"/>
                <a:gd name="connsiteY8" fmla="*/ 10403 h 94749"/>
                <a:gd name="connsiteX9" fmla="*/ 12803 w 337872"/>
                <a:gd name="connsiteY9" fmla="*/ 78110 h 94749"/>
                <a:gd name="connsiteX10" fmla="*/ 80510 w 337872"/>
                <a:gd name="connsiteY10" fmla="*/ 74875 h 94749"/>
                <a:gd name="connsiteX11" fmla="*/ 92739 w 337872"/>
                <a:gd name="connsiteY11" fmla="*/ 68451 h 94749"/>
                <a:gd name="connsiteX12" fmla="*/ 238763 w 337872"/>
                <a:gd name="connsiteY12" fmla="*/ 65882 h 94749"/>
                <a:gd name="connsiteX13" fmla="*/ 255178 w 337872"/>
                <a:gd name="connsiteY13" fmla="*/ 74399 h 94749"/>
                <a:gd name="connsiteX14" fmla="*/ 292148 w 337872"/>
                <a:gd name="connsiteY14" fmla="*/ 41759 h 94749"/>
                <a:gd name="connsiteX15" fmla="*/ 299332 w 337872"/>
                <a:gd name="connsiteY15" fmla="*/ 48325 h 94749"/>
                <a:gd name="connsiteX16" fmla="*/ 293147 w 337872"/>
                <a:gd name="connsiteY16" fmla="*/ 55509 h 94749"/>
                <a:gd name="connsiteX17" fmla="*/ 285725 w 337872"/>
                <a:gd name="connsiteY17" fmla="*/ 49324 h 94749"/>
                <a:gd name="connsiteX18" fmla="*/ 292148 w 337872"/>
                <a:gd name="connsiteY18" fmla="*/ 41759 h 94749"/>
                <a:gd name="connsiteX19" fmla="*/ 44492 w 337872"/>
                <a:gd name="connsiteY19" fmla="*/ 52512 h 94749"/>
                <a:gd name="connsiteX20" fmla="*/ 38687 w 337872"/>
                <a:gd name="connsiteY20" fmla="*/ 45232 h 94749"/>
                <a:gd name="connsiteX21" fmla="*/ 47061 w 337872"/>
                <a:gd name="connsiteY21" fmla="*/ 39094 h 94749"/>
                <a:gd name="connsiteX22" fmla="*/ 52628 w 337872"/>
                <a:gd name="connsiteY22" fmla="*/ 46897 h 94749"/>
                <a:gd name="connsiteX23" fmla="*/ 44492 w 337872"/>
                <a:gd name="connsiteY23" fmla="*/ 52512 h 94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37872" h="94749">
                  <a:moveTo>
                    <a:pt x="255178" y="74399"/>
                  </a:moveTo>
                  <a:cubicBezTo>
                    <a:pt x="266597" y="91909"/>
                    <a:pt x="287295" y="98570"/>
                    <a:pt x="306708" y="92622"/>
                  </a:cubicBezTo>
                  <a:cubicBezTo>
                    <a:pt x="324931" y="87008"/>
                    <a:pt x="337825" y="69117"/>
                    <a:pt x="337873" y="49276"/>
                  </a:cubicBezTo>
                  <a:cubicBezTo>
                    <a:pt x="337920" y="29864"/>
                    <a:pt x="327072" y="13306"/>
                    <a:pt x="309800" y="6549"/>
                  </a:cubicBezTo>
                  <a:cubicBezTo>
                    <a:pt x="291815" y="-493"/>
                    <a:pt x="271070" y="3599"/>
                    <a:pt x="258984" y="18587"/>
                  </a:cubicBezTo>
                  <a:cubicBezTo>
                    <a:pt x="253608" y="25248"/>
                    <a:pt x="248231" y="26818"/>
                    <a:pt x="240523" y="26866"/>
                  </a:cubicBezTo>
                  <a:cubicBezTo>
                    <a:pt x="192752" y="27199"/>
                    <a:pt x="144934" y="27722"/>
                    <a:pt x="97164" y="28626"/>
                  </a:cubicBezTo>
                  <a:cubicBezTo>
                    <a:pt x="90407" y="28769"/>
                    <a:pt x="87077" y="26771"/>
                    <a:pt x="83318" y="21109"/>
                  </a:cubicBezTo>
                  <a:cubicBezTo>
                    <a:pt x="67759" y="-2253"/>
                    <a:pt x="37545" y="-6821"/>
                    <a:pt x="16800" y="10403"/>
                  </a:cubicBezTo>
                  <a:cubicBezTo>
                    <a:pt x="-3897" y="27532"/>
                    <a:pt x="-5753" y="59268"/>
                    <a:pt x="12803" y="78110"/>
                  </a:cubicBezTo>
                  <a:cubicBezTo>
                    <a:pt x="31265" y="96857"/>
                    <a:pt x="62573" y="95572"/>
                    <a:pt x="80510" y="74875"/>
                  </a:cubicBezTo>
                  <a:cubicBezTo>
                    <a:pt x="84079" y="70783"/>
                    <a:pt x="87029" y="68546"/>
                    <a:pt x="92739" y="68451"/>
                  </a:cubicBezTo>
                  <a:cubicBezTo>
                    <a:pt x="141413" y="67833"/>
                    <a:pt x="190088" y="66976"/>
                    <a:pt x="238763" y="65882"/>
                  </a:cubicBezTo>
                  <a:cubicBezTo>
                    <a:pt x="246328" y="65739"/>
                    <a:pt x="250753" y="67690"/>
                    <a:pt x="255178" y="74399"/>
                  </a:cubicBezTo>
                  <a:close/>
                  <a:moveTo>
                    <a:pt x="292148" y="41759"/>
                  </a:moveTo>
                  <a:cubicBezTo>
                    <a:pt x="296145" y="42187"/>
                    <a:pt x="299000" y="43900"/>
                    <a:pt x="299332" y="48325"/>
                  </a:cubicBezTo>
                  <a:cubicBezTo>
                    <a:pt x="299666" y="52702"/>
                    <a:pt x="297477" y="55367"/>
                    <a:pt x="293147" y="55509"/>
                  </a:cubicBezTo>
                  <a:cubicBezTo>
                    <a:pt x="289150" y="55652"/>
                    <a:pt x="286058" y="53749"/>
                    <a:pt x="285725" y="49324"/>
                  </a:cubicBezTo>
                  <a:cubicBezTo>
                    <a:pt x="285439" y="44946"/>
                    <a:pt x="288389" y="42948"/>
                    <a:pt x="292148" y="41759"/>
                  </a:cubicBezTo>
                  <a:close/>
                  <a:moveTo>
                    <a:pt x="44492" y="52512"/>
                  </a:moveTo>
                  <a:cubicBezTo>
                    <a:pt x="40019" y="52084"/>
                    <a:pt x="38069" y="48943"/>
                    <a:pt x="38687" y="45232"/>
                  </a:cubicBezTo>
                  <a:cubicBezTo>
                    <a:pt x="39401" y="41140"/>
                    <a:pt x="42018" y="37524"/>
                    <a:pt x="47061" y="39094"/>
                  </a:cubicBezTo>
                  <a:cubicBezTo>
                    <a:pt x="50582" y="40188"/>
                    <a:pt x="52819" y="43043"/>
                    <a:pt x="52628" y="46897"/>
                  </a:cubicBezTo>
                  <a:cubicBezTo>
                    <a:pt x="51106" y="50894"/>
                    <a:pt x="48631" y="52940"/>
                    <a:pt x="44492" y="52512"/>
                  </a:cubicBezTo>
                  <a:close/>
                </a:path>
              </a:pathLst>
            </a:custGeom>
            <a:solidFill>
              <a:srgbClr val="1D97C3"/>
            </a:solidFill>
            <a:ln w="4754" cap="flat">
              <a:noFill/>
              <a:prstDash val="solid"/>
              <a:miter/>
            </a:ln>
          </p:spPr>
          <p:txBody>
            <a:bodyPr rtlCol="0" anchor="ctr"/>
            <a:lstStyle/>
            <a:p>
              <a:endParaRPr lang="en-US"/>
            </a:p>
          </p:txBody>
        </p:sp>
        <p:sp>
          <p:nvSpPr>
            <p:cNvPr id="116" name="Freeform: Shape 265">
              <a:extLst>
                <a:ext uri="{FF2B5EF4-FFF2-40B4-BE49-F238E27FC236}">
                  <a16:creationId xmlns:a16="http://schemas.microsoft.com/office/drawing/2014/main" id="{7544233C-AD09-48AE-BE33-E4492F20AA40}"/>
                </a:ext>
              </a:extLst>
            </p:cNvPr>
            <p:cNvSpPr/>
            <p:nvPr/>
          </p:nvSpPr>
          <p:spPr>
            <a:xfrm>
              <a:off x="668056" y="1654210"/>
              <a:ext cx="91022" cy="91507"/>
            </a:xfrm>
            <a:custGeom>
              <a:avLst/>
              <a:gdLst>
                <a:gd name="connsiteX0" fmla="*/ 46107 w 91022"/>
                <a:gd name="connsiteY0" fmla="*/ 91497 h 91507"/>
                <a:gd name="connsiteX1" fmla="*/ 91023 w 91022"/>
                <a:gd name="connsiteY1" fmla="*/ 46010 h 91507"/>
                <a:gd name="connsiteX2" fmla="*/ 45060 w 91022"/>
                <a:gd name="connsiteY2" fmla="*/ 0 h 91507"/>
                <a:gd name="connsiteX3" fmla="*/ 1 w 91022"/>
                <a:gd name="connsiteY3" fmla="*/ 46343 h 91507"/>
                <a:gd name="connsiteX4" fmla="*/ 46107 w 91022"/>
                <a:gd name="connsiteY4" fmla="*/ 91497 h 91507"/>
                <a:gd name="connsiteX5" fmla="*/ 45060 w 91022"/>
                <a:gd name="connsiteY5" fmla="*/ 38683 h 91507"/>
                <a:gd name="connsiteX6" fmla="*/ 52292 w 91022"/>
                <a:gd name="connsiteY6" fmla="*/ 45630 h 91507"/>
                <a:gd name="connsiteX7" fmla="*/ 45488 w 91022"/>
                <a:gd name="connsiteY7" fmla="*/ 52386 h 91507"/>
                <a:gd name="connsiteX8" fmla="*/ 38684 w 91022"/>
                <a:gd name="connsiteY8" fmla="*/ 45963 h 91507"/>
                <a:gd name="connsiteX9" fmla="*/ 45060 w 91022"/>
                <a:gd name="connsiteY9" fmla="*/ 38683 h 91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022" h="91507">
                  <a:moveTo>
                    <a:pt x="46107" y="91497"/>
                  </a:moveTo>
                  <a:cubicBezTo>
                    <a:pt x="70753" y="91021"/>
                    <a:pt x="90975" y="70562"/>
                    <a:pt x="91023" y="46010"/>
                  </a:cubicBezTo>
                  <a:cubicBezTo>
                    <a:pt x="91070" y="21031"/>
                    <a:pt x="69992" y="-48"/>
                    <a:pt x="45060" y="0"/>
                  </a:cubicBezTo>
                  <a:cubicBezTo>
                    <a:pt x="19747" y="48"/>
                    <a:pt x="-189" y="20602"/>
                    <a:pt x="1" y="46343"/>
                  </a:cubicBezTo>
                  <a:cubicBezTo>
                    <a:pt x="192" y="72322"/>
                    <a:pt x="20366" y="92021"/>
                    <a:pt x="46107" y="91497"/>
                  </a:cubicBezTo>
                  <a:close/>
                  <a:moveTo>
                    <a:pt x="45060" y="38683"/>
                  </a:moveTo>
                  <a:cubicBezTo>
                    <a:pt x="49009" y="39444"/>
                    <a:pt x="51959" y="41776"/>
                    <a:pt x="52292" y="45630"/>
                  </a:cubicBezTo>
                  <a:cubicBezTo>
                    <a:pt x="52673" y="49959"/>
                    <a:pt x="49295" y="52148"/>
                    <a:pt x="45488" y="52386"/>
                  </a:cubicBezTo>
                  <a:cubicBezTo>
                    <a:pt x="41349" y="52671"/>
                    <a:pt x="38637" y="50530"/>
                    <a:pt x="38684" y="45963"/>
                  </a:cubicBezTo>
                  <a:cubicBezTo>
                    <a:pt x="38684" y="41680"/>
                    <a:pt x="41111" y="39539"/>
                    <a:pt x="45060" y="38683"/>
                  </a:cubicBezTo>
                  <a:close/>
                </a:path>
              </a:pathLst>
            </a:custGeom>
            <a:solidFill>
              <a:srgbClr val="1D97C3"/>
            </a:solidFill>
            <a:ln w="4754" cap="flat">
              <a:noFill/>
              <a:prstDash val="solid"/>
              <a:miter/>
            </a:ln>
          </p:spPr>
          <p:txBody>
            <a:bodyPr rtlCol="0" anchor="ctr"/>
            <a:lstStyle/>
            <a:p>
              <a:endParaRPr lang="en-US"/>
            </a:p>
          </p:txBody>
        </p:sp>
        <p:sp>
          <p:nvSpPr>
            <p:cNvPr id="117" name="Freeform: Shape 266">
              <a:extLst>
                <a:ext uri="{FF2B5EF4-FFF2-40B4-BE49-F238E27FC236}">
                  <a16:creationId xmlns:a16="http://schemas.microsoft.com/office/drawing/2014/main" id="{18698802-9AF9-4E75-8B39-F6FAEAC95586}"/>
                </a:ext>
              </a:extLst>
            </p:cNvPr>
            <p:cNvSpPr/>
            <p:nvPr/>
          </p:nvSpPr>
          <p:spPr>
            <a:xfrm>
              <a:off x="2348643" y="2408549"/>
              <a:ext cx="91596" cy="91073"/>
            </a:xfrm>
            <a:custGeom>
              <a:avLst/>
              <a:gdLst>
                <a:gd name="connsiteX0" fmla="*/ 91593 w 91596"/>
                <a:gd name="connsiteY0" fmla="*/ 46296 h 91073"/>
                <a:gd name="connsiteX1" fmla="*/ 45773 w 91596"/>
                <a:gd name="connsiteY1" fmla="*/ 0 h 91073"/>
                <a:gd name="connsiteX2" fmla="*/ 0 w 91596"/>
                <a:gd name="connsiteY2" fmla="*/ 46058 h 91073"/>
                <a:gd name="connsiteX3" fmla="*/ 44916 w 91596"/>
                <a:gd name="connsiteY3" fmla="*/ 91069 h 91073"/>
                <a:gd name="connsiteX4" fmla="*/ 91593 w 91596"/>
                <a:gd name="connsiteY4" fmla="*/ 46296 h 91073"/>
                <a:gd name="connsiteX5" fmla="*/ 38826 w 91596"/>
                <a:gd name="connsiteY5" fmla="*/ 46439 h 91073"/>
                <a:gd name="connsiteX6" fmla="*/ 46011 w 91596"/>
                <a:gd name="connsiteY6" fmla="*/ 38778 h 91073"/>
                <a:gd name="connsiteX7" fmla="*/ 53052 w 91596"/>
                <a:gd name="connsiteY7" fmla="*/ 45820 h 91073"/>
                <a:gd name="connsiteX8" fmla="*/ 46058 w 91596"/>
                <a:gd name="connsiteY8" fmla="*/ 52481 h 91073"/>
                <a:gd name="connsiteX9" fmla="*/ 38826 w 91596"/>
                <a:gd name="connsiteY9" fmla="*/ 46439 h 91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596" h="91073">
                  <a:moveTo>
                    <a:pt x="91593" y="46296"/>
                  </a:moveTo>
                  <a:cubicBezTo>
                    <a:pt x="91926" y="21602"/>
                    <a:pt x="70610" y="96"/>
                    <a:pt x="45773" y="0"/>
                  </a:cubicBezTo>
                  <a:cubicBezTo>
                    <a:pt x="20745" y="-95"/>
                    <a:pt x="-95" y="20888"/>
                    <a:pt x="0" y="46058"/>
                  </a:cubicBezTo>
                  <a:cubicBezTo>
                    <a:pt x="48" y="71228"/>
                    <a:pt x="19508" y="90736"/>
                    <a:pt x="44916" y="91069"/>
                  </a:cubicBezTo>
                  <a:cubicBezTo>
                    <a:pt x="70752" y="91402"/>
                    <a:pt x="91259" y="71752"/>
                    <a:pt x="91593" y="46296"/>
                  </a:cubicBezTo>
                  <a:close/>
                  <a:moveTo>
                    <a:pt x="38826" y="46439"/>
                  </a:moveTo>
                  <a:cubicBezTo>
                    <a:pt x="38683" y="41966"/>
                    <a:pt x="41253" y="38588"/>
                    <a:pt x="46011" y="38778"/>
                  </a:cubicBezTo>
                  <a:cubicBezTo>
                    <a:pt x="49912" y="38921"/>
                    <a:pt x="51958" y="42157"/>
                    <a:pt x="53052" y="45820"/>
                  </a:cubicBezTo>
                  <a:cubicBezTo>
                    <a:pt x="52244" y="49674"/>
                    <a:pt x="50293" y="52244"/>
                    <a:pt x="46058" y="52481"/>
                  </a:cubicBezTo>
                  <a:cubicBezTo>
                    <a:pt x="41776" y="52719"/>
                    <a:pt x="38969" y="50531"/>
                    <a:pt x="38826" y="46439"/>
                  </a:cubicBezTo>
                  <a:close/>
                </a:path>
              </a:pathLst>
            </a:custGeom>
            <a:solidFill>
              <a:srgbClr val="1D97C3"/>
            </a:solidFill>
            <a:ln w="4754" cap="flat">
              <a:noFill/>
              <a:prstDash val="solid"/>
              <a:miter/>
            </a:ln>
          </p:spPr>
          <p:txBody>
            <a:bodyPr rtlCol="0" anchor="ctr"/>
            <a:lstStyle/>
            <a:p>
              <a:endParaRPr lang="en-US"/>
            </a:p>
          </p:txBody>
        </p:sp>
        <p:sp>
          <p:nvSpPr>
            <p:cNvPr id="118" name="Freeform: Shape 267">
              <a:extLst>
                <a:ext uri="{FF2B5EF4-FFF2-40B4-BE49-F238E27FC236}">
                  <a16:creationId xmlns:a16="http://schemas.microsoft.com/office/drawing/2014/main" id="{5635F7E6-6ACB-4943-AA2B-FEB2D42CE4D3}"/>
                </a:ext>
              </a:extLst>
            </p:cNvPr>
            <p:cNvSpPr/>
            <p:nvPr/>
          </p:nvSpPr>
          <p:spPr>
            <a:xfrm>
              <a:off x="668056" y="1822074"/>
              <a:ext cx="91023" cy="91454"/>
            </a:xfrm>
            <a:custGeom>
              <a:avLst/>
              <a:gdLst>
                <a:gd name="connsiteX0" fmla="*/ 45108 w 91023"/>
                <a:gd name="connsiteY0" fmla="*/ 0 h 91454"/>
                <a:gd name="connsiteX1" fmla="*/ 1 w 91023"/>
                <a:gd name="connsiteY1" fmla="*/ 46105 h 91454"/>
                <a:gd name="connsiteX2" fmla="*/ 44679 w 91023"/>
                <a:gd name="connsiteY2" fmla="*/ 91450 h 91454"/>
                <a:gd name="connsiteX3" fmla="*/ 91023 w 91023"/>
                <a:gd name="connsiteY3" fmla="*/ 45820 h 91454"/>
                <a:gd name="connsiteX4" fmla="*/ 45108 w 91023"/>
                <a:gd name="connsiteY4" fmla="*/ 0 h 91454"/>
                <a:gd name="connsiteX5" fmla="*/ 45345 w 91023"/>
                <a:gd name="connsiteY5" fmla="*/ 52624 h 91454"/>
                <a:gd name="connsiteX6" fmla="*/ 38637 w 91023"/>
                <a:gd name="connsiteY6" fmla="*/ 45725 h 91454"/>
                <a:gd name="connsiteX7" fmla="*/ 45679 w 91023"/>
                <a:gd name="connsiteY7" fmla="*/ 38826 h 91454"/>
                <a:gd name="connsiteX8" fmla="*/ 52340 w 91023"/>
                <a:gd name="connsiteY8" fmla="*/ 45582 h 91454"/>
                <a:gd name="connsiteX9" fmla="*/ 45345 w 91023"/>
                <a:gd name="connsiteY9" fmla="*/ 52624 h 91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023" h="91454">
                  <a:moveTo>
                    <a:pt x="45108" y="0"/>
                  </a:moveTo>
                  <a:cubicBezTo>
                    <a:pt x="19271" y="95"/>
                    <a:pt x="-189" y="19936"/>
                    <a:pt x="1" y="46105"/>
                  </a:cubicBezTo>
                  <a:cubicBezTo>
                    <a:pt x="144" y="71180"/>
                    <a:pt x="19795" y="91116"/>
                    <a:pt x="44679" y="91450"/>
                  </a:cubicBezTo>
                  <a:cubicBezTo>
                    <a:pt x="69469" y="91830"/>
                    <a:pt x="90832" y="70752"/>
                    <a:pt x="91023" y="45820"/>
                  </a:cubicBezTo>
                  <a:cubicBezTo>
                    <a:pt x="91213" y="20793"/>
                    <a:pt x="70325" y="-48"/>
                    <a:pt x="45108" y="0"/>
                  </a:cubicBezTo>
                  <a:close/>
                  <a:moveTo>
                    <a:pt x="45345" y="52624"/>
                  </a:moveTo>
                  <a:cubicBezTo>
                    <a:pt x="41349" y="52814"/>
                    <a:pt x="38732" y="50102"/>
                    <a:pt x="38637" y="45725"/>
                  </a:cubicBezTo>
                  <a:cubicBezTo>
                    <a:pt x="38541" y="41252"/>
                    <a:pt x="40920" y="39111"/>
                    <a:pt x="45679" y="38826"/>
                  </a:cubicBezTo>
                  <a:cubicBezTo>
                    <a:pt x="48962" y="39634"/>
                    <a:pt x="52483" y="41157"/>
                    <a:pt x="52340" y="45582"/>
                  </a:cubicBezTo>
                  <a:cubicBezTo>
                    <a:pt x="52197" y="49674"/>
                    <a:pt x="49152" y="52481"/>
                    <a:pt x="45345" y="52624"/>
                  </a:cubicBezTo>
                  <a:close/>
                </a:path>
              </a:pathLst>
            </a:custGeom>
            <a:solidFill>
              <a:srgbClr val="1D97C3"/>
            </a:solidFill>
            <a:ln w="4754" cap="flat">
              <a:noFill/>
              <a:prstDash val="solid"/>
              <a:miter/>
            </a:ln>
          </p:spPr>
          <p:txBody>
            <a:bodyPr rtlCol="0" anchor="ctr"/>
            <a:lstStyle/>
            <a:p>
              <a:endParaRPr lang="en-US"/>
            </a:p>
          </p:txBody>
        </p:sp>
        <p:sp>
          <p:nvSpPr>
            <p:cNvPr id="119" name="Freeform: Shape 268">
              <a:extLst>
                <a:ext uri="{FF2B5EF4-FFF2-40B4-BE49-F238E27FC236}">
                  <a16:creationId xmlns:a16="http://schemas.microsoft.com/office/drawing/2014/main" id="{3B455215-624B-4104-A4D5-6E4C76C62276}"/>
                </a:ext>
              </a:extLst>
            </p:cNvPr>
            <p:cNvSpPr/>
            <p:nvPr/>
          </p:nvSpPr>
          <p:spPr>
            <a:xfrm>
              <a:off x="1185859" y="2699452"/>
              <a:ext cx="91893" cy="91644"/>
            </a:xfrm>
            <a:custGeom>
              <a:avLst/>
              <a:gdLst>
                <a:gd name="connsiteX0" fmla="*/ 45740 w 91893"/>
                <a:gd name="connsiteY0" fmla="*/ 91644 h 91644"/>
                <a:gd name="connsiteX1" fmla="*/ 91893 w 91893"/>
                <a:gd name="connsiteY1" fmla="*/ 45633 h 91644"/>
                <a:gd name="connsiteX2" fmla="*/ 45550 w 91893"/>
                <a:gd name="connsiteY2" fmla="*/ 4 h 91644"/>
                <a:gd name="connsiteX3" fmla="*/ 15 w 91893"/>
                <a:gd name="connsiteY3" fmla="*/ 46538 h 91644"/>
                <a:gd name="connsiteX4" fmla="*/ 45740 w 91893"/>
                <a:gd name="connsiteY4" fmla="*/ 91644 h 91644"/>
                <a:gd name="connsiteX5" fmla="*/ 46406 w 91893"/>
                <a:gd name="connsiteY5" fmla="*/ 39020 h 91644"/>
                <a:gd name="connsiteX6" fmla="*/ 53258 w 91893"/>
                <a:gd name="connsiteY6" fmla="*/ 45491 h 91644"/>
                <a:gd name="connsiteX7" fmla="*/ 46264 w 91893"/>
                <a:gd name="connsiteY7" fmla="*/ 52771 h 91644"/>
                <a:gd name="connsiteX8" fmla="*/ 38936 w 91893"/>
                <a:gd name="connsiteY8" fmla="*/ 45015 h 91644"/>
                <a:gd name="connsiteX9" fmla="*/ 46406 w 91893"/>
                <a:gd name="connsiteY9" fmla="*/ 39020 h 91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893" h="91644">
                  <a:moveTo>
                    <a:pt x="45740" y="91644"/>
                  </a:moveTo>
                  <a:cubicBezTo>
                    <a:pt x="70482" y="91834"/>
                    <a:pt x="91893" y="70423"/>
                    <a:pt x="91893" y="45633"/>
                  </a:cubicBezTo>
                  <a:cubicBezTo>
                    <a:pt x="91846" y="20654"/>
                    <a:pt x="70529" y="-329"/>
                    <a:pt x="45550" y="4"/>
                  </a:cubicBezTo>
                  <a:cubicBezTo>
                    <a:pt x="20380" y="337"/>
                    <a:pt x="-651" y="21843"/>
                    <a:pt x="15" y="46538"/>
                  </a:cubicBezTo>
                  <a:cubicBezTo>
                    <a:pt x="682" y="70851"/>
                    <a:pt x="21569" y="91501"/>
                    <a:pt x="45740" y="91644"/>
                  </a:cubicBezTo>
                  <a:close/>
                  <a:moveTo>
                    <a:pt x="46406" y="39020"/>
                  </a:moveTo>
                  <a:cubicBezTo>
                    <a:pt x="50688" y="39067"/>
                    <a:pt x="52544" y="41922"/>
                    <a:pt x="53258" y="45491"/>
                  </a:cubicBezTo>
                  <a:cubicBezTo>
                    <a:pt x="52259" y="49487"/>
                    <a:pt x="50213" y="52818"/>
                    <a:pt x="46264" y="52771"/>
                  </a:cubicBezTo>
                  <a:cubicBezTo>
                    <a:pt x="41791" y="52723"/>
                    <a:pt x="38651" y="49487"/>
                    <a:pt x="38936" y="45015"/>
                  </a:cubicBezTo>
                  <a:cubicBezTo>
                    <a:pt x="39174" y="41113"/>
                    <a:pt x="42362" y="38972"/>
                    <a:pt x="46406" y="39020"/>
                  </a:cubicBezTo>
                  <a:close/>
                </a:path>
              </a:pathLst>
            </a:custGeom>
            <a:solidFill>
              <a:srgbClr val="1D97C3"/>
            </a:solidFill>
            <a:ln w="4754" cap="flat">
              <a:noFill/>
              <a:prstDash val="solid"/>
              <a:miter/>
            </a:ln>
          </p:spPr>
          <p:txBody>
            <a:bodyPr rtlCol="0" anchor="ctr"/>
            <a:lstStyle/>
            <a:p>
              <a:endParaRPr lang="en-US"/>
            </a:p>
          </p:txBody>
        </p:sp>
        <p:sp>
          <p:nvSpPr>
            <p:cNvPr id="120" name="Freeform: Shape 269">
              <a:extLst>
                <a:ext uri="{FF2B5EF4-FFF2-40B4-BE49-F238E27FC236}">
                  <a16:creationId xmlns:a16="http://schemas.microsoft.com/office/drawing/2014/main" id="{0C026CDF-04E9-42BF-99B2-2DBBDDE48601}"/>
                </a:ext>
              </a:extLst>
            </p:cNvPr>
            <p:cNvSpPr/>
            <p:nvPr/>
          </p:nvSpPr>
          <p:spPr>
            <a:xfrm>
              <a:off x="356784" y="2707259"/>
              <a:ext cx="90690" cy="91885"/>
            </a:xfrm>
            <a:custGeom>
              <a:avLst/>
              <a:gdLst>
                <a:gd name="connsiteX0" fmla="*/ 90690 w 90690"/>
                <a:gd name="connsiteY0" fmla="*/ 46105 h 91885"/>
                <a:gd name="connsiteX1" fmla="*/ 45204 w 90690"/>
                <a:gd name="connsiteY1" fmla="*/ 0 h 91885"/>
                <a:gd name="connsiteX2" fmla="*/ 2 w 90690"/>
                <a:gd name="connsiteY2" fmla="*/ 45011 h 91885"/>
                <a:gd name="connsiteX3" fmla="*/ 44775 w 90690"/>
                <a:gd name="connsiteY3" fmla="*/ 91878 h 91885"/>
                <a:gd name="connsiteX4" fmla="*/ 90690 w 90690"/>
                <a:gd name="connsiteY4" fmla="*/ 46105 h 91885"/>
                <a:gd name="connsiteX5" fmla="*/ 38590 w 90690"/>
                <a:gd name="connsiteY5" fmla="*/ 46343 h 91885"/>
                <a:gd name="connsiteX6" fmla="*/ 44680 w 90690"/>
                <a:gd name="connsiteY6" fmla="*/ 39016 h 91885"/>
                <a:gd name="connsiteX7" fmla="*/ 52245 w 90690"/>
                <a:gd name="connsiteY7" fmla="*/ 46201 h 91885"/>
                <a:gd name="connsiteX8" fmla="*/ 45441 w 90690"/>
                <a:gd name="connsiteY8" fmla="*/ 53290 h 91885"/>
                <a:gd name="connsiteX9" fmla="*/ 38590 w 90690"/>
                <a:gd name="connsiteY9" fmla="*/ 46343 h 9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690" h="91885">
                  <a:moveTo>
                    <a:pt x="90690" y="46105"/>
                  </a:moveTo>
                  <a:cubicBezTo>
                    <a:pt x="90786" y="20650"/>
                    <a:pt x="70374" y="-47"/>
                    <a:pt x="45204" y="0"/>
                  </a:cubicBezTo>
                  <a:cubicBezTo>
                    <a:pt x="20462" y="48"/>
                    <a:pt x="288" y="20127"/>
                    <a:pt x="2" y="45011"/>
                  </a:cubicBezTo>
                  <a:cubicBezTo>
                    <a:pt x="-236" y="70990"/>
                    <a:pt x="19225" y="91354"/>
                    <a:pt x="44775" y="91878"/>
                  </a:cubicBezTo>
                  <a:cubicBezTo>
                    <a:pt x="69755" y="92354"/>
                    <a:pt x="90643" y="71561"/>
                    <a:pt x="90690" y="46105"/>
                  </a:cubicBezTo>
                  <a:close/>
                  <a:moveTo>
                    <a:pt x="38590" y="46343"/>
                  </a:moveTo>
                  <a:cubicBezTo>
                    <a:pt x="38400" y="41919"/>
                    <a:pt x="40969" y="39302"/>
                    <a:pt x="44680" y="39016"/>
                  </a:cubicBezTo>
                  <a:cubicBezTo>
                    <a:pt x="49105" y="38683"/>
                    <a:pt x="52245" y="41252"/>
                    <a:pt x="52245" y="46201"/>
                  </a:cubicBezTo>
                  <a:cubicBezTo>
                    <a:pt x="52245" y="50626"/>
                    <a:pt x="48867" y="52005"/>
                    <a:pt x="45441" y="53290"/>
                  </a:cubicBezTo>
                  <a:cubicBezTo>
                    <a:pt x="41968" y="52148"/>
                    <a:pt x="38828" y="50816"/>
                    <a:pt x="38590" y="46343"/>
                  </a:cubicBezTo>
                  <a:close/>
                </a:path>
              </a:pathLst>
            </a:custGeom>
            <a:solidFill>
              <a:srgbClr val="1D97C3"/>
            </a:solidFill>
            <a:ln w="4754" cap="flat">
              <a:noFill/>
              <a:prstDash val="solid"/>
              <a:miter/>
            </a:ln>
          </p:spPr>
          <p:txBody>
            <a:bodyPr rtlCol="0" anchor="ctr"/>
            <a:lstStyle/>
            <a:p>
              <a:endParaRPr lang="en-US"/>
            </a:p>
          </p:txBody>
        </p:sp>
        <p:sp>
          <p:nvSpPr>
            <p:cNvPr id="121" name="Freeform: Shape 270">
              <a:extLst>
                <a:ext uri="{FF2B5EF4-FFF2-40B4-BE49-F238E27FC236}">
                  <a16:creationId xmlns:a16="http://schemas.microsoft.com/office/drawing/2014/main" id="{660332BC-5CE8-48A5-80AD-01417747FA59}"/>
                </a:ext>
              </a:extLst>
            </p:cNvPr>
            <p:cNvSpPr/>
            <p:nvPr/>
          </p:nvSpPr>
          <p:spPr>
            <a:xfrm>
              <a:off x="507805" y="2596252"/>
              <a:ext cx="91653" cy="91118"/>
            </a:xfrm>
            <a:custGeom>
              <a:avLst/>
              <a:gdLst>
                <a:gd name="connsiteX0" fmla="*/ 46012 w 91653"/>
                <a:gd name="connsiteY0" fmla="*/ 91118 h 91118"/>
                <a:gd name="connsiteX1" fmla="*/ 91642 w 91653"/>
                <a:gd name="connsiteY1" fmla="*/ 46203 h 91118"/>
                <a:gd name="connsiteX2" fmla="*/ 46488 w 91653"/>
                <a:gd name="connsiteY2" fmla="*/ 2 h 91118"/>
                <a:gd name="connsiteX3" fmla="*/ 2 w 91653"/>
                <a:gd name="connsiteY3" fmla="*/ 45013 h 91118"/>
                <a:gd name="connsiteX4" fmla="*/ 46012 w 91653"/>
                <a:gd name="connsiteY4" fmla="*/ 91118 h 91118"/>
                <a:gd name="connsiteX5" fmla="*/ 45632 w 91653"/>
                <a:gd name="connsiteY5" fmla="*/ 38590 h 91118"/>
                <a:gd name="connsiteX6" fmla="*/ 52911 w 91653"/>
                <a:gd name="connsiteY6" fmla="*/ 44966 h 91118"/>
                <a:gd name="connsiteX7" fmla="*/ 46726 w 91653"/>
                <a:gd name="connsiteY7" fmla="*/ 52293 h 91118"/>
                <a:gd name="connsiteX8" fmla="*/ 38732 w 91653"/>
                <a:gd name="connsiteY8" fmla="*/ 45156 h 91118"/>
                <a:gd name="connsiteX9" fmla="*/ 45632 w 91653"/>
                <a:gd name="connsiteY9" fmla="*/ 38590 h 9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653" h="91118">
                  <a:moveTo>
                    <a:pt x="46012" y="91118"/>
                  </a:moveTo>
                  <a:cubicBezTo>
                    <a:pt x="70421" y="91071"/>
                    <a:pt x="91071" y="70707"/>
                    <a:pt x="91642" y="46203"/>
                  </a:cubicBezTo>
                  <a:cubicBezTo>
                    <a:pt x="92213" y="20652"/>
                    <a:pt x="72277" y="240"/>
                    <a:pt x="46488" y="2"/>
                  </a:cubicBezTo>
                  <a:cubicBezTo>
                    <a:pt x="20795" y="-236"/>
                    <a:pt x="192" y="19700"/>
                    <a:pt x="2" y="45013"/>
                  </a:cubicBezTo>
                  <a:cubicBezTo>
                    <a:pt x="-236" y="69660"/>
                    <a:pt x="21223" y="91166"/>
                    <a:pt x="46012" y="91118"/>
                  </a:cubicBezTo>
                  <a:close/>
                  <a:moveTo>
                    <a:pt x="45632" y="38590"/>
                  </a:moveTo>
                  <a:cubicBezTo>
                    <a:pt x="49914" y="38352"/>
                    <a:pt x="52150" y="40683"/>
                    <a:pt x="52911" y="44966"/>
                  </a:cubicBezTo>
                  <a:cubicBezTo>
                    <a:pt x="52578" y="48677"/>
                    <a:pt x="50532" y="51912"/>
                    <a:pt x="46726" y="52293"/>
                  </a:cubicBezTo>
                  <a:cubicBezTo>
                    <a:pt x="42158" y="52769"/>
                    <a:pt x="38970" y="49438"/>
                    <a:pt x="38732" y="45156"/>
                  </a:cubicBezTo>
                  <a:cubicBezTo>
                    <a:pt x="38542" y="41302"/>
                    <a:pt x="41540" y="38828"/>
                    <a:pt x="45632" y="38590"/>
                  </a:cubicBezTo>
                  <a:close/>
                </a:path>
              </a:pathLst>
            </a:custGeom>
            <a:solidFill>
              <a:srgbClr val="1D97C3"/>
            </a:solidFill>
            <a:ln w="4754" cap="flat">
              <a:noFill/>
              <a:prstDash val="solid"/>
              <a:miter/>
            </a:ln>
          </p:spPr>
          <p:txBody>
            <a:bodyPr rtlCol="0" anchor="ctr"/>
            <a:lstStyle/>
            <a:p>
              <a:endParaRPr lang="en-US"/>
            </a:p>
          </p:txBody>
        </p:sp>
        <p:sp>
          <p:nvSpPr>
            <p:cNvPr id="122" name="Freeform: Shape 271">
              <a:extLst>
                <a:ext uri="{FF2B5EF4-FFF2-40B4-BE49-F238E27FC236}">
                  <a16:creationId xmlns:a16="http://schemas.microsoft.com/office/drawing/2014/main" id="{9D63F5CB-04F4-4B78-A2C0-C575E26B27CB}"/>
                </a:ext>
              </a:extLst>
            </p:cNvPr>
            <p:cNvSpPr/>
            <p:nvPr/>
          </p:nvSpPr>
          <p:spPr>
            <a:xfrm>
              <a:off x="1330186" y="2452274"/>
              <a:ext cx="90642" cy="90833"/>
            </a:xfrm>
            <a:custGeom>
              <a:avLst/>
              <a:gdLst>
                <a:gd name="connsiteX0" fmla="*/ 45915 w 90642"/>
                <a:gd name="connsiteY0" fmla="*/ 2 h 90833"/>
                <a:gd name="connsiteX1" fmla="*/ 0 w 90642"/>
                <a:gd name="connsiteY1" fmla="*/ 45299 h 90833"/>
                <a:gd name="connsiteX2" fmla="*/ 45344 w 90642"/>
                <a:gd name="connsiteY2" fmla="*/ 90833 h 90833"/>
                <a:gd name="connsiteX3" fmla="*/ 90641 w 90642"/>
                <a:gd name="connsiteY3" fmla="*/ 45156 h 90833"/>
                <a:gd name="connsiteX4" fmla="*/ 45915 w 90642"/>
                <a:gd name="connsiteY4" fmla="*/ 2 h 90833"/>
                <a:gd name="connsiteX5" fmla="*/ 45868 w 90642"/>
                <a:gd name="connsiteY5" fmla="*/ 52103 h 90833"/>
                <a:gd name="connsiteX6" fmla="*/ 38588 w 90642"/>
                <a:gd name="connsiteY6" fmla="*/ 45965 h 90833"/>
                <a:gd name="connsiteX7" fmla="*/ 43822 w 90642"/>
                <a:gd name="connsiteY7" fmla="*/ 38495 h 90833"/>
                <a:gd name="connsiteX8" fmla="*/ 52053 w 90642"/>
                <a:gd name="connsiteY8" fmla="*/ 44918 h 90833"/>
                <a:gd name="connsiteX9" fmla="*/ 45868 w 90642"/>
                <a:gd name="connsiteY9" fmla="*/ 52103 h 90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642" h="90833">
                  <a:moveTo>
                    <a:pt x="45915" y="2"/>
                  </a:moveTo>
                  <a:cubicBezTo>
                    <a:pt x="20174" y="-236"/>
                    <a:pt x="48" y="19605"/>
                    <a:pt x="0" y="45299"/>
                  </a:cubicBezTo>
                  <a:cubicBezTo>
                    <a:pt x="-48" y="71420"/>
                    <a:pt x="19318" y="90881"/>
                    <a:pt x="45344" y="90833"/>
                  </a:cubicBezTo>
                  <a:cubicBezTo>
                    <a:pt x="71275" y="90786"/>
                    <a:pt x="90831" y="71135"/>
                    <a:pt x="90641" y="45156"/>
                  </a:cubicBezTo>
                  <a:cubicBezTo>
                    <a:pt x="90498" y="19986"/>
                    <a:pt x="70942" y="240"/>
                    <a:pt x="45915" y="2"/>
                  </a:cubicBezTo>
                  <a:close/>
                  <a:moveTo>
                    <a:pt x="45868" y="52103"/>
                  </a:moveTo>
                  <a:cubicBezTo>
                    <a:pt x="41728" y="52436"/>
                    <a:pt x="39016" y="50390"/>
                    <a:pt x="38588" y="45965"/>
                  </a:cubicBezTo>
                  <a:cubicBezTo>
                    <a:pt x="38112" y="41397"/>
                    <a:pt x="41300" y="39827"/>
                    <a:pt x="43822" y="38495"/>
                  </a:cubicBezTo>
                  <a:cubicBezTo>
                    <a:pt x="49008" y="38590"/>
                    <a:pt x="51577" y="40826"/>
                    <a:pt x="52053" y="44918"/>
                  </a:cubicBezTo>
                  <a:cubicBezTo>
                    <a:pt x="52529" y="49248"/>
                    <a:pt x="50007" y="51770"/>
                    <a:pt x="45868" y="52103"/>
                  </a:cubicBezTo>
                  <a:close/>
                </a:path>
              </a:pathLst>
            </a:custGeom>
            <a:solidFill>
              <a:srgbClr val="1D97C3"/>
            </a:solidFill>
            <a:ln w="4754" cap="flat">
              <a:noFill/>
              <a:prstDash val="solid"/>
              <a:miter/>
            </a:ln>
          </p:spPr>
          <p:txBody>
            <a:bodyPr rtlCol="0" anchor="ctr"/>
            <a:lstStyle/>
            <a:p>
              <a:endParaRPr lang="en-US"/>
            </a:p>
          </p:txBody>
        </p:sp>
        <p:sp>
          <p:nvSpPr>
            <p:cNvPr id="123" name="Freeform: Shape 272">
              <a:extLst>
                <a:ext uri="{FF2B5EF4-FFF2-40B4-BE49-F238E27FC236}">
                  <a16:creationId xmlns:a16="http://schemas.microsoft.com/office/drawing/2014/main" id="{CD70BF4C-B4EA-4924-AEFD-AB71779CEF7A}"/>
                </a:ext>
              </a:extLst>
            </p:cNvPr>
            <p:cNvSpPr/>
            <p:nvPr/>
          </p:nvSpPr>
          <p:spPr>
            <a:xfrm>
              <a:off x="747755" y="1741939"/>
              <a:ext cx="90688" cy="91839"/>
            </a:xfrm>
            <a:custGeom>
              <a:avLst/>
              <a:gdLst>
                <a:gd name="connsiteX0" fmla="*/ 45439 w 90688"/>
                <a:gd name="connsiteY0" fmla="*/ 91840 h 91839"/>
                <a:gd name="connsiteX1" fmla="*/ 90688 w 90688"/>
                <a:gd name="connsiteY1" fmla="*/ 45497 h 91839"/>
                <a:gd name="connsiteX2" fmla="*/ 45867 w 90688"/>
                <a:gd name="connsiteY2" fmla="*/ 10 h 91839"/>
                <a:gd name="connsiteX3" fmla="*/ 0 w 90688"/>
                <a:gd name="connsiteY3" fmla="*/ 45734 h 91839"/>
                <a:gd name="connsiteX4" fmla="*/ 45439 w 90688"/>
                <a:gd name="connsiteY4" fmla="*/ 91840 h 91839"/>
                <a:gd name="connsiteX5" fmla="*/ 38588 w 90688"/>
                <a:gd name="connsiteY5" fmla="*/ 44926 h 91839"/>
                <a:gd name="connsiteX6" fmla="*/ 45915 w 90688"/>
                <a:gd name="connsiteY6" fmla="*/ 38883 h 91839"/>
                <a:gd name="connsiteX7" fmla="*/ 52338 w 90688"/>
                <a:gd name="connsiteY7" fmla="*/ 46210 h 91839"/>
                <a:gd name="connsiteX8" fmla="*/ 45344 w 90688"/>
                <a:gd name="connsiteY8" fmla="*/ 53014 h 91839"/>
                <a:gd name="connsiteX9" fmla="*/ 38588 w 90688"/>
                <a:gd name="connsiteY9" fmla="*/ 44926 h 91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688" h="91839">
                  <a:moveTo>
                    <a:pt x="45439" y="91840"/>
                  </a:moveTo>
                  <a:cubicBezTo>
                    <a:pt x="70514" y="91792"/>
                    <a:pt x="90831" y="70952"/>
                    <a:pt x="90688" y="45497"/>
                  </a:cubicBezTo>
                  <a:cubicBezTo>
                    <a:pt x="90545" y="20755"/>
                    <a:pt x="70609" y="485"/>
                    <a:pt x="45867" y="10"/>
                  </a:cubicBezTo>
                  <a:cubicBezTo>
                    <a:pt x="20697" y="-514"/>
                    <a:pt x="95" y="20089"/>
                    <a:pt x="0" y="45734"/>
                  </a:cubicBezTo>
                  <a:cubicBezTo>
                    <a:pt x="0" y="71523"/>
                    <a:pt x="20031" y="91887"/>
                    <a:pt x="45439" y="91840"/>
                  </a:cubicBezTo>
                  <a:close/>
                  <a:moveTo>
                    <a:pt x="38588" y="44926"/>
                  </a:moveTo>
                  <a:cubicBezTo>
                    <a:pt x="39159" y="40691"/>
                    <a:pt x="41966" y="38360"/>
                    <a:pt x="45915" y="38883"/>
                  </a:cubicBezTo>
                  <a:cubicBezTo>
                    <a:pt x="49579" y="39359"/>
                    <a:pt x="52386" y="41833"/>
                    <a:pt x="52338" y="46210"/>
                  </a:cubicBezTo>
                  <a:cubicBezTo>
                    <a:pt x="52100" y="50635"/>
                    <a:pt x="48817" y="53062"/>
                    <a:pt x="45344" y="53014"/>
                  </a:cubicBezTo>
                  <a:cubicBezTo>
                    <a:pt x="41014" y="52967"/>
                    <a:pt x="37922" y="50017"/>
                    <a:pt x="38588" y="44926"/>
                  </a:cubicBezTo>
                  <a:close/>
                </a:path>
              </a:pathLst>
            </a:custGeom>
            <a:solidFill>
              <a:srgbClr val="1D97C3"/>
            </a:solidFill>
            <a:ln w="4754" cap="flat">
              <a:noFill/>
              <a:prstDash val="solid"/>
              <a:miter/>
            </a:ln>
          </p:spPr>
          <p:txBody>
            <a:bodyPr rtlCol="0" anchor="ctr"/>
            <a:lstStyle/>
            <a:p>
              <a:endParaRPr lang="en-US"/>
            </a:p>
          </p:txBody>
        </p:sp>
        <p:sp>
          <p:nvSpPr>
            <p:cNvPr id="124" name="Freeform: Shape 273">
              <a:extLst>
                <a:ext uri="{FF2B5EF4-FFF2-40B4-BE49-F238E27FC236}">
                  <a16:creationId xmlns:a16="http://schemas.microsoft.com/office/drawing/2014/main" id="{72D170AD-AE8C-4406-A3D1-55D43C79F4A2}"/>
                </a:ext>
              </a:extLst>
            </p:cNvPr>
            <p:cNvSpPr/>
            <p:nvPr/>
          </p:nvSpPr>
          <p:spPr>
            <a:xfrm>
              <a:off x="1185866" y="2452272"/>
              <a:ext cx="91838" cy="90835"/>
            </a:xfrm>
            <a:custGeom>
              <a:avLst/>
              <a:gdLst>
                <a:gd name="connsiteX0" fmla="*/ 91838 w 91838"/>
                <a:gd name="connsiteY0" fmla="*/ 45443 h 90835"/>
                <a:gd name="connsiteX1" fmla="*/ 46827 w 91838"/>
                <a:gd name="connsiteY1" fmla="*/ 4 h 90835"/>
                <a:gd name="connsiteX2" fmla="*/ 8 w 91838"/>
                <a:gd name="connsiteY2" fmla="*/ 45063 h 90835"/>
                <a:gd name="connsiteX3" fmla="*/ 45780 w 91838"/>
                <a:gd name="connsiteY3" fmla="*/ 90835 h 90835"/>
                <a:gd name="connsiteX4" fmla="*/ 91838 w 91838"/>
                <a:gd name="connsiteY4" fmla="*/ 45443 h 90835"/>
                <a:gd name="connsiteX5" fmla="*/ 38786 w 91838"/>
                <a:gd name="connsiteY5" fmla="*/ 45586 h 90835"/>
                <a:gd name="connsiteX6" fmla="*/ 46875 w 91838"/>
                <a:gd name="connsiteY6" fmla="*/ 38544 h 90835"/>
                <a:gd name="connsiteX7" fmla="*/ 53108 w 91838"/>
                <a:gd name="connsiteY7" fmla="*/ 45872 h 90835"/>
                <a:gd name="connsiteX8" fmla="*/ 45590 w 91838"/>
                <a:gd name="connsiteY8" fmla="*/ 52295 h 90835"/>
                <a:gd name="connsiteX9" fmla="*/ 38786 w 91838"/>
                <a:gd name="connsiteY9" fmla="*/ 45586 h 90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838" h="90835">
                  <a:moveTo>
                    <a:pt x="91838" y="45443"/>
                  </a:moveTo>
                  <a:cubicBezTo>
                    <a:pt x="91743" y="20987"/>
                    <a:pt x="71284" y="385"/>
                    <a:pt x="46827" y="4"/>
                  </a:cubicBezTo>
                  <a:cubicBezTo>
                    <a:pt x="21657" y="-329"/>
                    <a:pt x="484" y="19988"/>
                    <a:pt x="8" y="45063"/>
                  </a:cubicBezTo>
                  <a:cubicBezTo>
                    <a:pt x="-468" y="70280"/>
                    <a:pt x="19992" y="90740"/>
                    <a:pt x="45780" y="90835"/>
                  </a:cubicBezTo>
                  <a:cubicBezTo>
                    <a:pt x="71617" y="90930"/>
                    <a:pt x="91933" y="70946"/>
                    <a:pt x="91838" y="45443"/>
                  </a:cubicBezTo>
                  <a:close/>
                  <a:moveTo>
                    <a:pt x="38786" y="45586"/>
                  </a:moveTo>
                  <a:cubicBezTo>
                    <a:pt x="39072" y="41399"/>
                    <a:pt x="41926" y="37830"/>
                    <a:pt x="46875" y="38544"/>
                  </a:cubicBezTo>
                  <a:cubicBezTo>
                    <a:pt x="50824" y="39115"/>
                    <a:pt x="52680" y="42255"/>
                    <a:pt x="53108" y="45872"/>
                  </a:cubicBezTo>
                  <a:cubicBezTo>
                    <a:pt x="52109" y="50106"/>
                    <a:pt x="50015" y="52485"/>
                    <a:pt x="45590" y="52295"/>
                  </a:cubicBezTo>
                  <a:cubicBezTo>
                    <a:pt x="41165" y="52105"/>
                    <a:pt x="38501" y="49345"/>
                    <a:pt x="38786" y="45586"/>
                  </a:cubicBezTo>
                  <a:close/>
                </a:path>
              </a:pathLst>
            </a:custGeom>
            <a:solidFill>
              <a:srgbClr val="1D97C3"/>
            </a:solidFill>
            <a:ln w="4754" cap="flat">
              <a:noFill/>
              <a:prstDash val="solid"/>
              <a:miter/>
            </a:ln>
          </p:spPr>
          <p:txBody>
            <a:bodyPr rtlCol="0" anchor="ctr"/>
            <a:lstStyle/>
            <a:p>
              <a:endParaRPr lang="en-US"/>
            </a:p>
          </p:txBody>
        </p:sp>
        <p:sp>
          <p:nvSpPr>
            <p:cNvPr id="125" name="Freeform: Shape 274">
              <a:extLst>
                <a:ext uri="{FF2B5EF4-FFF2-40B4-BE49-F238E27FC236}">
                  <a16:creationId xmlns:a16="http://schemas.microsoft.com/office/drawing/2014/main" id="{2F92F806-A810-4869-8FE3-B3C236CA8283}"/>
                </a:ext>
              </a:extLst>
            </p:cNvPr>
            <p:cNvSpPr/>
            <p:nvPr/>
          </p:nvSpPr>
          <p:spPr>
            <a:xfrm>
              <a:off x="2202761" y="2408589"/>
              <a:ext cx="91261" cy="91077"/>
            </a:xfrm>
            <a:custGeom>
              <a:avLst/>
              <a:gdLst>
                <a:gd name="connsiteX0" fmla="*/ 91261 w 91261"/>
                <a:gd name="connsiteY0" fmla="*/ 45352 h 91077"/>
                <a:gd name="connsiteX1" fmla="*/ 45108 w 91261"/>
                <a:gd name="connsiteY1" fmla="*/ 8 h 91077"/>
                <a:gd name="connsiteX2" fmla="*/ 1 w 91261"/>
                <a:gd name="connsiteY2" fmla="*/ 45590 h 91077"/>
                <a:gd name="connsiteX3" fmla="*/ 45964 w 91261"/>
                <a:gd name="connsiteY3" fmla="*/ 91077 h 91077"/>
                <a:gd name="connsiteX4" fmla="*/ 91261 w 91261"/>
                <a:gd name="connsiteY4" fmla="*/ 45352 h 91077"/>
                <a:gd name="connsiteX5" fmla="*/ 38970 w 91261"/>
                <a:gd name="connsiteY5" fmla="*/ 44972 h 91077"/>
                <a:gd name="connsiteX6" fmla="*/ 46630 w 91261"/>
                <a:gd name="connsiteY6" fmla="*/ 38834 h 91077"/>
                <a:gd name="connsiteX7" fmla="*/ 52530 w 91261"/>
                <a:gd name="connsiteY7" fmla="*/ 46351 h 91077"/>
                <a:gd name="connsiteX8" fmla="*/ 44965 w 91261"/>
                <a:gd name="connsiteY8" fmla="*/ 52251 h 91077"/>
                <a:gd name="connsiteX9" fmla="*/ 38970 w 91261"/>
                <a:gd name="connsiteY9" fmla="*/ 44972 h 91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261" h="91077">
                  <a:moveTo>
                    <a:pt x="91261" y="45352"/>
                  </a:moveTo>
                  <a:cubicBezTo>
                    <a:pt x="91070" y="19944"/>
                    <a:pt x="70278" y="-468"/>
                    <a:pt x="45108" y="8"/>
                  </a:cubicBezTo>
                  <a:cubicBezTo>
                    <a:pt x="20794" y="436"/>
                    <a:pt x="239" y="21229"/>
                    <a:pt x="1" y="45590"/>
                  </a:cubicBezTo>
                  <a:cubicBezTo>
                    <a:pt x="-189" y="70760"/>
                    <a:pt x="20318" y="91125"/>
                    <a:pt x="45964" y="91077"/>
                  </a:cubicBezTo>
                  <a:cubicBezTo>
                    <a:pt x="72133" y="91029"/>
                    <a:pt x="91451" y="71521"/>
                    <a:pt x="91261" y="45352"/>
                  </a:cubicBezTo>
                  <a:close/>
                  <a:moveTo>
                    <a:pt x="38970" y="44972"/>
                  </a:moveTo>
                  <a:cubicBezTo>
                    <a:pt x="39683" y="41260"/>
                    <a:pt x="42538" y="38358"/>
                    <a:pt x="46630" y="38834"/>
                  </a:cubicBezTo>
                  <a:cubicBezTo>
                    <a:pt x="50817" y="39310"/>
                    <a:pt x="52387" y="42593"/>
                    <a:pt x="52530" y="46351"/>
                  </a:cubicBezTo>
                  <a:cubicBezTo>
                    <a:pt x="51864" y="50967"/>
                    <a:pt x="49199" y="52870"/>
                    <a:pt x="44965" y="52251"/>
                  </a:cubicBezTo>
                  <a:cubicBezTo>
                    <a:pt x="40968" y="51633"/>
                    <a:pt x="38161" y="49159"/>
                    <a:pt x="38970" y="44972"/>
                  </a:cubicBezTo>
                  <a:close/>
                </a:path>
              </a:pathLst>
            </a:custGeom>
            <a:solidFill>
              <a:srgbClr val="1D97C3"/>
            </a:solidFill>
            <a:ln w="4754" cap="flat">
              <a:noFill/>
              <a:prstDash val="solid"/>
              <a:miter/>
            </a:ln>
          </p:spPr>
          <p:txBody>
            <a:bodyPr rtlCol="0" anchor="ctr"/>
            <a:lstStyle/>
            <a:p>
              <a:endParaRPr lang="en-US"/>
            </a:p>
          </p:txBody>
        </p:sp>
        <p:sp>
          <p:nvSpPr>
            <p:cNvPr id="126" name="Freeform: Shape 275">
              <a:extLst>
                <a:ext uri="{FF2B5EF4-FFF2-40B4-BE49-F238E27FC236}">
                  <a16:creationId xmlns:a16="http://schemas.microsoft.com/office/drawing/2014/main" id="{6BFDD2E2-30AE-49D3-BBD9-ECEA8C6AE4FF}"/>
                </a:ext>
              </a:extLst>
            </p:cNvPr>
            <p:cNvSpPr/>
            <p:nvPr/>
          </p:nvSpPr>
          <p:spPr>
            <a:xfrm>
              <a:off x="3001016" y="3299682"/>
              <a:ext cx="90785" cy="90641"/>
            </a:xfrm>
            <a:custGeom>
              <a:avLst/>
              <a:gdLst>
                <a:gd name="connsiteX0" fmla="*/ 90786 w 90785"/>
                <a:gd name="connsiteY0" fmla="*/ 45250 h 90641"/>
                <a:gd name="connsiteX1" fmla="*/ 45156 w 90785"/>
                <a:gd name="connsiteY1" fmla="*/ 1 h 90641"/>
                <a:gd name="connsiteX2" fmla="*/ 2 w 90785"/>
                <a:gd name="connsiteY2" fmla="*/ 44774 h 90641"/>
                <a:gd name="connsiteX3" fmla="*/ 45346 w 90785"/>
                <a:gd name="connsiteY3" fmla="*/ 90641 h 90641"/>
                <a:gd name="connsiteX4" fmla="*/ 90786 w 90785"/>
                <a:gd name="connsiteY4" fmla="*/ 45250 h 90641"/>
                <a:gd name="connsiteX5" fmla="*/ 38590 w 90785"/>
                <a:gd name="connsiteY5" fmla="*/ 45535 h 90641"/>
                <a:gd name="connsiteX6" fmla="*/ 45061 w 90785"/>
                <a:gd name="connsiteY6" fmla="*/ 38493 h 90641"/>
                <a:gd name="connsiteX7" fmla="*/ 52103 w 90785"/>
                <a:gd name="connsiteY7" fmla="*/ 45107 h 90641"/>
                <a:gd name="connsiteX8" fmla="*/ 45632 w 90785"/>
                <a:gd name="connsiteY8" fmla="*/ 52054 h 90641"/>
                <a:gd name="connsiteX9" fmla="*/ 38590 w 90785"/>
                <a:gd name="connsiteY9" fmla="*/ 45535 h 90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785" h="90641">
                  <a:moveTo>
                    <a:pt x="90786" y="45250"/>
                  </a:moveTo>
                  <a:cubicBezTo>
                    <a:pt x="90738" y="19176"/>
                    <a:pt x="71230" y="-142"/>
                    <a:pt x="45156" y="1"/>
                  </a:cubicBezTo>
                  <a:cubicBezTo>
                    <a:pt x="20034" y="144"/>
                    <a:pt x="240" y="19747"/>
                    <a:pt x="2" y="44774"/>
                  </a:cubicBezTo>
                  <a:cubicBezTo>
                    <a:pt x="-236" y="70515"/>
                    <a:pt x="19605" y="90594"/>
                    <a:pt x="45346" y="90641"/>
                  </a:cubicBezTo>
                  <a:cubicBezTo>
                    <a:pt x="71516" y="90641"/>
                    <a:pt x="90833" y="71371"/>
                    <a:pt x="90786" y="45250"/>
                  </a:cubicBezTo>
                  <a:close/>
                  <a:moveTo>
                    <a:pt x="38590" y="45535"/>
                  </a:moveTo>
                  <a:cubicBezTo>
                    <a:pt x="38400" y="41301"/>
                    <a:pt x="41159" y="39112"/>
                    <a:pt x="45061" y="38493"/>
                  </a:cubicBezTo>
                  <a:cubicBezTo>
                    <a:pt x="49581" y="38541"/>
                    <a:pt x="52007" y="40967"/>
                    <a:pt x="52103" y="45107"/>
                  </a:cubicBezTo>
                  <a:cubicBezTo>
                    <a:pt x="52198" y="49199"/>
                    <a:pt x="50057" y="52006"/>
                    <a:pt x="45632" y="52054"/>
                  </a:cubicBezTo>
                  <a:cubicBezTo>
                    <a:pt x="41349" y="52101"/>
                    <a:pt x="38780" y="49627"/>
                    <a:pt x="38590" y="45535"/>
                  </a:cubicBezTo>
                  <a:close/>
                </a:path>
              </a:pathLst>
            </a:custGeom>
            <a:solidFill>
              <a:srgbClr val="1D97C3"/>
            </a:solidFill>
            <a:ln w="4754" cap="flat">
              <a:noFill/>
              <a:prstDash val="solid"/>
              <a:miter/>
            </a:ln>
          </p:spPr>
          <p:txBody>
            <a:bodyPr rtlCol="0" anchor="ctr"/>
            <a:lstStyle/>
            <a:p>
              <a:endParaRPr lang="en-US"/>
            </a:p>
          </p:txBody>
        </p:sp>
        <p:sp>
          <p:nvSpPr>
            <p:cNvPr id="127" name="Freeform: Shape 276">
              <a:extLst>
                <a:ext uri="{FF2B5EF4-FFF2-40B4-BE49-F238E27FC236}">
                  <a16:creationId xmlns:a16="http://schemas.microsoft.com/office/drawing/2014/main" id="{A8BF0515-4465-471A-B687-185B78A777B7}"/>
                </a:ext>
              </a:extLst>
            </p:cNvPr>
            <p:cNvSpPr/>
            <p:nvPr/>
          </p:nvSpPr>
          <p:spPr>
            <a:xfrm>
              <a:off x="668103" y="1981944"/>
              <a:ext cx="90976" cy="90545"/>
            </a:xfrm>
            <a:custGeom>
              <a:avLst/>
              <a:gdLst>
                <a:gd name="connsiteX0" fmla="*/ 45061 w 90976"/>
                <a:gd name="connsiteY0" fmla="*/ 90546 h 90545"/>
                <a:gd name="connsiteX1" fmla="*/ 90976 w 90976"/>
                <a:gd name="connsiteY1" fmla="*/ 45154 h 90545"/>
                <a:gd name="connsiteX2" fmla="*/ 44775 w 90976"/>
                <a:gd name="connsiteY2" fmla="*/ 0 h 90545"/>
                <a:gd name="connsiteX3" fmla="*/ 2 w 90976"/>
                <a:gd name="connsiteY3" fmla="*/ 44726 h 90545"/>
                <a:gd name="connsiteX4" fmla="*/ 45061 w 90976"/>
                <a:gd name="connsiteY4" fmla="*/ 90546 h 90545"/>
                <a:gd name="connsiteX5" fmla="*/ 45632 w 90976"/>
                <a:gd name="connsiteY5" fmla="*/ 38445 h 90545"/>
                <a:gd name="connsiteX6" fmla="*/ 52293 w 90976"/>
                <a:gd name="connsiteY6" fmla="*/ 45440 h 90545"/>
                <a:gd name="connsiteX7" fmla="*/ 45204 w 90976"/>
                <a:gd name="connsiteY7" fmla="*/ 52006 h 90545"/>
                <a:gd name="connsiteX8" fmla="*/ 38685 w 90976"/>
                <a:gd name="connsiteY8" fmla="*/ 45059 h 90545"/>
                <a:gd name="connsiteX9" fmla="*/ 45632 w 90976"/>
                <a:gd name="connsiteY9" fmla="*/ 38445 h 90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976" h="90545">
                  <a:moveTo>
                    <a:pt x="45061" y="90546"/>
                  </a:moveTo>
                  <a:cubicBezTo>
                    <a:pt x="70944" y="90593"/>
                    <a:pt x="91071" y="70705"/>
                    <a:pt x="90976" y="45154"/>
                  </a:cubicBezTo>
                  <a:cubicBezTo>
                    <a:pt x="90881" y="19651"/>
                    <a:pt x="70707" y="-95"/>
                    <a:pt x="44775" y="0"/>
                  </a:cubicBezTo>
                  <a:cubicBezTo>
                    <a:pt x="19463" y="95"/>
                    <a:pt x="192" y="19365"/>
                    <a:pt x="2" y="44726"/>
                  </a:cubicBezTo>
                  <a:cubicBezTo>
                    <a:pt x="-236" y="70847"/>
                    <a:pt x="19082" y="90498"/>
                    <a:pt x="45061" y="90546"/>
                  </a:cubicBezTo>
                  <a:close/>
                  <a:moveTo>
                    <a:pt x="45632" y="38445"/>
                  </a:moveTo>
                  <a:cubicBezTo>
                    <a:pt x="49771" y="38921"/>
                    <a:pt x="52436" y="41348"/>
                    <a:pt x="52293" y="45440"/>
                  </a:cubicBezTo>
                  <a:cubicBezTo>
                    <a:pt x="52150" y="49436"/>
                    <a:pt x="49533" y="52006"/>
                    <a:pt x="45204" y="52006"/>
                  </a:cubicBezTo>
                  <a:cubicBezTo>
                    <a:pt x="40636" y="52006"/>
                    <a:pt x="38590" y="49008"/>
                    <a:pt x="38685" y="45059"/>
                  </a:cubicBezTo>
                  <a:cubicBezTo>
                    <a:pt x="38733" y="41015"/>
                    <a:pt x="41159" y="38445"/>
                    <a:pt x="45632" y="38445"/>
                  </a:cubicBezTo>
                  <a:close/>
                </a:path>
              </a:pathLst>
            </a:custGeom>
            <a:solidFill>
              <a:srgbClr val="1D97C3"/>
            </a:solidFill>
            <a:ln w="4754" cap="flat">
              <a:noFill/>
              <a:prstDash val="solid"/>
              <a:miter/>
            </a:ln>
          </p:spPr>
          <p:txBody>
            <a:bodyPr rtlCol="0" anchor="ctr"/>
            <a:lstStyle/>
            <a:p>
              <a:endParaRPr lang="en-US"/>
            </a:p>
          </p:txBody>
        </p:sp>
        <p:sp>
          <p:nvSpPr>
            <p:cNvPr id="128" name="Freeform: Shape 277">
              <a:extLst>
                <a:ext uri="{FF2B5EF4-FFF2-40B4-BE49-F238E27FC236}">
                  <a16:creationId xmlns:a16="http://schemas.microsoft.com/office/drawing/2014/main" id="{B4B11D58-FFF9-46FC-AD61-B52D69C5ABE5}"/>
                </a:ext>
              </a:extLst>
            </p:cNvPr>
            <p:cNvSpPr/>
            <p:nvPr/>
          </p:nvSpPr>
          <p:spPr>
            <a:xfrm>
              <a:off x="955299" y="2396750"/>
              <a:ext cx="90880" cy="91070"/>
            </a:xfrm>
            <a:custGeom>
              <a:avLst/>
              <a:gdLst>
                <a:gd name="connsiteX0" fmla="*/ 90880 w 90880"/>
                <a:gd name="connsiteY0" fmla="*/ 45439 h 91070"/>
                <a:gd name="connsiteX1" fmla="*/ 45012 w 90880"/>
                <a:gd name="connsiteY1" fmla="*/ 0 h 91070"/>
                <a:gd name="connsiteX2" fmla="*/ 1 w 90880"/>
                <a:gd name="connsiteY2" fmla="*/ 45915 h 91070"/>
                <a:gd name="connsiteX3" fmla="*/ 44870 w 90880"/>
                <a:gd name="connsiteY3" fmla="*/ 91069 h 91070"/>
                <a:gd name="connsiteX4" fmla="*/ 90880 w 90880"/>
                <a:gd name="connsiteY4" fmla="*/ 45439 h 91070"/>
                <a:gd name="connsiteX5" fmla="*/ 38684 w 90880"/>
                <a:gd name="connsiteY5" fmla="*/ 46058 h 91070"/>
                <a:gd name="connsiteX6" fmla="*/ 44727 w 90880"/>
                <a:gd name="connsiteY6" fmla="*/ 38778 h 91070"/>
                <a:gd name="connsiteX7" fmla="*/ 52435 w 90880"/>
                <a:gd name="connsiteY7" fmla="*/ 44631 h 91070"/>
                <a:gd name="connsiteX8" fmla="*/ 45917 w 90880"/>
                <a:gd name="connsiteY8" fmla="*/ 52338 h 91070"/>
                <a:gd name="connsiteX9" fmla="*/ 38684 w 90880"/>
                <a:gd name="connsiteY9" fmla="*/ 46058 h 91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880" h="91070">
                  <a:moveTo>
                    <a:pt x="90880" y="45439"/>
                  </a:moveTo>
                  <a:cubicBezTo>
                    <a:pt x="90975" y="19936"/>
                    <a:pt x="70753" y="-48"/>
                    <a:pt x="45012" y="0"/>
                  </a:cubicBezTo>
                  <a:cubicBezTo>
                    <a:pt x="18986" y="95"/>
                    <a:pt x="-189" y="19698"/>
                    <a:pt x="1" y="45915"/>
                  </a:cubicBezTo>
                  <a:cubicBezTo>
                    <a:pt x="192" y="70895"/>
                    <a:pt x="19985" y="90831"/>
                    <a:pt x="44870" y="91069"/>
                  </a:cubicBezTo>
                  <a:cubicBezTo>
                    <a:pt x="69849" y="91307"/>
                    <a:pt x="90785" y="70562"/>
                    <a:pt x="90880" y="45439"/>
                  </a:cubicBezTo>
                  <a:close/>
                  <a:moveTo>
                    <a:pt x="38684" y="46058"/>
                  </a:moveTo>
                  <a:cubicBezTo>
                    <a:pt x="38256" y="41776"/>
                    <a:pt x="40254" y="38968"/>
                    <a:pt x="44727" y="38778"/>
                  </a:cubicBezTo>
                  <a:cubicBezTo>
                    <a:pt x="48819" y="38635"/>
                    <a:pt x="51579" y="40586"/>
                    <a:pt x="52435" y="44631"/>
                  </a:cubicBezTo>
                  <a:cubicBezTo>
                    <a:pt x="52102" y="48960"/>
                    <a:pt x="49913" y="51863"/>
                    <a:pt x="45917" y="52338"/>
                  </a:cubicBezTo>
                  <a:cubicBezTo>
                    <a:pt x="41682" y="52862"/>
                    <a:pt x="39112" y="50197"/>
                    <a:pt x="38684" y="46058"/>
                  </a:cubicBezTo>
                  <a:close/>
                </a:path>
              </a:pathLst>
            </a:custGeom>
            <a:solidFill>
              <a:srgbClr val="1D97C3"/>
            </a:solidFill>
            <a:ln w="4754" cap="flat">
              <a:noFill/>
              <a:prstDash val="solid"/>
              <a:miter/>
            </a:ln>
          </p:spPr>
          <p:txBody>
            <a:bodyPr rtlCol="0" anchor="ctr"/>
            <a:lstStyle/>
            <a:p>
              <a:endParaRPr lang="en-US"/>
            </a:p>
          </p:txBody>
        </p:sp>
        <p:sp>
          <p:nvSpPr>
            <p:cNvPr id="129" name="Freeform: Shape 278">
              <a:extLst>
                <a:ext uri="{FF2B5EF4-FFF2-40B4-BE49-F238E27FC236}">
                  <a16:creationId xmlns:a16="http://schemas.microsoft.com/office/drawing/2014/main" id="{CDB507FE-F22A-422E-8A1A-64609A81D73A}"/>
                </a:ext>
              </a:extLst>
            </p:cNvPr>
            <p:cNvSpPr/>
            <p:nvPr/>
          </p:nvSpPr>
          <p:spPr>
            <a:xfrm>
              <a:off x="507746" y="2803132"/>
              <a:ext cx="91653" cy="91695"/>
            </a:xfrm>
            <a:custGeom>
              <a:avLst/>
              <a:gdLst>
                <a:gd name="connsiteX0" fmla="*/ 91653 w 91653"/>
                <a:gd name="connsiteY0" fmla="*/ 45870 h 91695"/>
                <a:gd name="connsiteX1" fmla="*/ 45738 w 91653"/>
                <a:gd name="connsiteY1" fmla="*/ 2 h 91695"/>
                <a:gd name="connsiteX2" fmla="*/ 13 w 91653"/>
                <a:gd name="connsiteY2" fmla="*/ 44966 h 91695"/>
                <a:gd name="connsiteX3" fmla="*/ 45500 w 91653"/>
                <a:gd name="connsiteY3" fmla="*/ 91690 h 91695"/>
                <a:gd name="connsiteX4" fmla="*/ 91653 w 91653"/>
                <a:gd name="connsiteY4" fmla="*/ 45870 h 91695"/>
                <a:gd name="connsiteX5" fmla="*/ 38839 w 91653"/>
                <a:gd name="connsiteY5" fmla="*/ 45203 h 91695"/>
                <a:gd name="connsiteX6" fmla="*/ 46261 w 91653"/>
                <a:gd name="connsiteY6" fmla="*/ 38733 h 91695"/>
                <a:gd name="connsiteX7" fmla="*/ 53208 w 91653"/>
                <a:gd name="connsiteY7" fmla="*/ 45394 h 91695"/>
                <a:gd name="connsiteX8" fmla="*/ 46404 w 91653"/>
                <a:gd name="connsiteY8" fmla="*/ 52864 h 91695"/>
                <a:gd name="connsiteX9" fmla="*/ 38839 w 91653"/>
                <a:gd name="connsiteY9" fmla="*/ 45203 h 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653" h="91695">
                  <a:moveTo>
                    <a:pt x="91653" y="45870"/>
                  </a:moveTo>
                  <a:cubicBezTo>
                    <a:pt x="91748" y="20509"/>
                    <a:pt x="70956" y="-236"/>
                    <a:pt x="45738" y="2"/>
                  </a:cubicBezTo>
                  <a:cubicBezTo>
                    <a:pt x="21139" y="240"/>
                    <a:pt x="632" y="20414"/>
                    <a:pt x="13" y="44966"/>
                  </a:cubicBezTo>
                  <a:cubicBezTo>
                    <a:pt x="-605" y="69469"/>
                    <a:pt x="20616" y="91261"/>
                    <a:pt x="45500" y="91690"/>
                  </a:cubicBezTo>
                  <a:cubicBezTo>
                    <a:pt x="70337" y="92118"/>
                    <a:pt x="91558" y="71039"/>
                    <a:pt x="91653" y="45870"/>
                  </a:cubicBezTo>
                  <a:close/>
                  <a:moveTo>
                    <a:pt x="38839" y="45203"/>
                  </a:moveTo>
                  <a:cubicBezTo>
                    <a:pt x="39077" y="41397"/>
                    <a:pt x="42265" y="38685"/>
                    <a:pt x="46261" y="38733"/>
                  </a:cubicBezTo>
                  <a:cubicBezTo>
                    <a:pt x="50401" y="38780"/>
                    <a:pt x="52494" y="41682"/>
                    <a:pt x="53208" y="45394"/>
                  </a:cubicBezTo>
                  <a:cubicBezTo>
                    <a:pt x="52542" y="49628"/>
                    <a:pt x="50306" y="52816"/>
                    <a:pt x="46404" y="52864"/>
                  </a:cubicBezTo>
                  <a:cubicBezTo>
                    <a:pt x="41932" y="52911"/>
                    <a:pt x="38553" y="49771"/>
                    <a:pt x="38839" y="45203"/>
                  </a:cubicBezTo>
                  <a:close/>
                </a:path>
              </a:pathLst>
            </a:custGeom>
            <a:solidFill>
              <a:srgbClr val="1D97C3"/>
            </a:solidFill>
            <a:ln w="4754" cap="flat">
              <a:noFill/>
              <a:prstDash val="solid"/>
              <a:miter/>
            </a:ln>
          </p:spPr>
          <p:txBody>
            <a:bodyPr rtlCol="0" anchor="ctr"/>
            <a:lstStyle/>
            <a:p>
              <a:endParaRPr lang="en-US"/>
            </a:p>
          </p:txBody>
        </p:sp>
        <p:sp>
          <p:nvSpPr>
            <p:cNvPr id="130" name="Freeform: Shape 279">
              <a:extLst>
                <a:ext uri="{FF2B5EF4-FFF2-40B4-BE49-F238E27FC236}">
                  <a16:creationId xmlns:a16="http://schemas.microsoft.com/office/drawing/2014/main" id="{C8D92F96-01C7-429A-98C2-B2C596D0B90A}"/>
                </a:ext>
              </a:extLst>
            </p:cNvPr>
            <p:cNvSpPr/>
            <p:nvPr/>
          </p:nvSpPr>
          <p:spPr>
            <a:xfrm>
              <a:off x="755843" y="1527264"/>
              <a:ext cx="91123" cy="91121"/>
            </a:xfrm>
            <a:custGeom>
              <a:avLst/>
              <a:gdLst>
                <a:gd name="connsiteX0" fmla="*/ 45630 w 91123"/>
                <a:gd name="connsiteY0" fmla="*/ 91119 h 91121"/>
                <a:gd name="connsiteX1" fmla="*/ 91117 w 91123"/>
                <a:gd name="connsiteY1" fmla="*/ 44632 h 91121"/>
                <a:gd name="connsiteX2" fmla="*/ 45582 w 91123"/>
                <a:gd name="connsiteY2" fmla="*/ 2 h 91121"/>
                <a:gd name="connsiteX3" fmla="*/ 0 w 91123"/>
                <a:gd name="connsiteY3" fmla="*/ 45346 h 91121"/>
                <a:gd name="connsiteX4" fmla="*/ 45630 w 91123"/>
                <a:gd name="connsiteY4" fmla="*/ 91119 h 91121"/>
                <a:gd name="connsiteX5" fmla="*/ 45011 w 91123"/>
                <a:gd name="connsiteY5" fmla="*/ 38780 h 91121"/>
                <a:gd name="connsiteX6" fmla="*/ 52196 w 91123"/>
                <a:gd name="connsiteY6" fmla="*/ 45203 h 91121"/>
                <a:gd name="connsiteX7" fmla="*/ 45487 w 91123"/>
                <a:gd name="connsiteY7" fmla="*/ 52578 h 91121"/>
                <a:gd name="connsiteX8" fmla="*/ 38588 w 91123"/>
                <a:gd name="connsiteY8" fmla="*/ 45727 h 91121"/>
                <a:gd name="connsiteX9" fmla="*/ 45011 w 91123"/>
                <a:gd name="connsiteY9" fmla="*/ 38780 h 91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123" h="91121">
                  <a:moveTo>
                    <a:pt x="45630" y="91119"/>
                  </a:moveTo>
                  <a:cubicBezTo>
                    <a:pt x="70514" y="90833"/>
                    <a:pt x="91545" y="69327"/>
                    <a:pt x="91117" y="44632"/>
                  </a:cubicBezTo>
                  <a:cubicBezTo>
                    <a:pt x="90689" y="19986"/>
                    <a:pt x="70514" y="240"/>
                    <a:pt x="45582" y="2"/>
                  </a:cubicBezTo>
                  <a:cubicBezTo>
                    <a:pt x="19556" y="-236"/>
                    <a:pt x="-95" y="19272"/>
                    <a:pt x="0" y="45346"/>
                  </a:cubicBezTo>
                  <a:cubicBezTo>
                    <a:pt x="0" y="71182"/>
                    <a:pt x="20222" y="91404"/>
                    <a:pt x="45630" y="91119"/>
                  </a:cubicBezTo>
                  <a:close/>
                  <a:moveTo>
                    <a:pt x="45011" y="38780"/>
                  </a:moveTo>
                  <a:cubicBezTo>
                    <a:pt x="48913" y="38828"/>
                    <a:pt x="52196" y="40731"/>
                    <a:pt x="52196" y="45203"/>
                  </a:cubicBezTo>
                  <a:cubicBezTo>
                    <a:pt x="52196" y="49438"/>
                    <a:pt x="49341" y="51532"/>
                    <a:pt x="45487" y="52578"/>
                  </a:cubicBezTo>
                  <a:cubicBezTo>
                    <a:pt x="41538" y="51960"/>
                    <a:pt x="38731" y="50152"/>
                    <a:pt x="38588" y="45727"/>
                  </a:cubicBezTo>
                  <a:cubicBezTo>
                    <a:pt x="38398" y="41302"/>
                    <a:pt x="40729" y="38685"/>
                    <a:pt x="45011" y="38780"/>
                  </a:cubicBezTo>
                  <a:close/>
                </a:path>
              </a:pathLst>
            </a:custGeom>
            <a:solidFill>
              <a:srgbClr val="1D97C3"/>
            </a:solidFill>
            <a:ln w="4754" cap="flat">
              <a:noFill/>
              <a:prstDash val="solid"/>
              <a:miter/>
            </a:ln>
          </p:spPr>
          <p:txBody>
            <a:bodyPr rtlCol="0" anchor="ctr"/>
            <a:lstStyle/>
            <a:p>
              <a:endParaRPr lang="en-US"/>
            </a:p>
          </p:txBody>
        </p:sp>
        <p:sp>
          <p:nvSpPr>
            <p:cNvPr id="131" name="Freeform: Shape 280">
              <a:extLst>
                <a:ext uri="{FF2B5EF4-FFF2-40B4-BE49-F238E27FC236}">
                  <a16:creationId xmlns:a16="http://schemas.microsoft.com/office/drawing/2014/main" id="{0484F31C-992D-464F-910A-D10216FE3CA3}"/>
                </a:ext>
              </a:extLst>
            </p:cNvPr>
            <p:cNvSpPr/>
            <p:nvPr/>
          </p:nvSpPr>
          <p:spPr>
            <a:xfrm>
              <a:off x="1789907" y="2714682"/>
              <a:ext cx="46581" cy="38502"/>
            </a:xfrm>
            <a:custGeom>
              <a:avLst/>
              <a:gdLst>
                <a:gd name="connsiteX0" fmla="*/ 0 w 46581"/>
                <a:gd name="connsiteY0" fmla="*/ 0 h 38502"/>
                <a:gd name="connsiteX1" fmla="*/ 48 w 46581"/>
                <a:gd name="connsiteY1" fmla="*/ 28548 h 38502"/>
                <a:gd name="connsiteX2" fmla="*/ 6233 w 46581"/>
                <a:gd name="connsiteY2" fmla="*/ 36494 h 38502"/>
                <a:gd name="connsiteX3" fmla="*/ 46534 w 46581"/>
                <a:gd name="connsiteY3" fmla="*/ 2950 h 38502"/>
                <a:gd name="connsiteX4" fmla="*/ 46581 w 46581"/>
                <a:gd name="connsiteY4" fmla="*/ 238 h 38502"/>
                <a:gd name="connsiteX5" fmla="*/ 46581 w 46581"/>
                <a:gd name="connsiteY5" fmla="*/ 238 h 38502"/>
                <a:gd name="connsiteX6" fmla="*/ 0 w 46581"/>
                <a:gd name="connsiteY6" fmla="*/ 0 h 3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81" h="38502">
                  <a:moveTo>
                    <a:pt x="0" y="0"/>
                  </a:moveTo>
                  <a:cubicBezTo>
                    <a:pt x="48" y="9516"/>
                    <a:pt x="143" y="19032"/>
                    <a:pt x="48" y="28548"/>
                  </a:cubicBezTo>
                  <a:cubicBezTo>
                    <a:pt x="0" y="33021"/>
                    <a:pt x="381" y="35685"/>
                    <a:pt x="6233" y="36494"/>
                  </a:cubicBezTo>
                  <a:cubicBezTo>
                    <a:pt x="43631" y="41538"/>
                    <a:pt x="46438" y="39349"/>
                    <a:pt x="46534" y="2950"/>
                  </a:cubicBezTo>
                  <a:cubicBezTo>
                    <a:pt x="46534" y="2046"/>
                    <a:pt x="46534" y="1142"/>
                    <a:pt x="46581" y="238"/>
                  </a:cubicBezTo>
                  <a:cubicBezTo>
                    <a:pt x="46581" y="238"/>
                    <a:pt x="46581" y="238"/>
                    <a:pt x="46581" y="238"/>
                  </a:cubicBezTo>
                  <a:cubicBezTo>
                    <a:pt x="30975" y="1856"/>
                    <a:pt x="15464" y="2141"/>
                    <a:pt x="0" y="0"/>
                  </a:cubicBezTo>
                  <a:close/>
                </a:path>
              </a:pathLst>
            </a:custGeom>
            <a:solidFill>
              <a:srgbClr val="1D98C4"/>
            </a:solidFill>
            <a:ln w="4754" cap="flat">
              <a:noFill/>
              <a:prstDash val="solid"/>
              <a:miter/>
            </a:ln>
          </p:spPr>
          <p:txBody>
            <a:bodyPr rtlCol="0" anchor="ctr"/>
            <a:lstStyle/>
            <a:p>
              <a:endParaRPr lang="en-US"/>
            </a:p>
          </p:txBody>
        </p:sp>
        <p:sp>
          <p:nvSpPr>
            <p:cNvPr id="132" name="Freeform: Shape 281">
              <a:extLst>
                <a:ext uri="{FF2B5EF4-FFF2-40B4-BE49-F238E27FC236}">
                  <a16:creationId xmlns:a16="http://schemas.microsoft.com/office/drawing/2014/main" id="{A826ED91-F834-49C8-9CE2-D3BFFFFCC6B6}"/>
                </a:ext>
              </a:extLst>
            </p:cNvPr>
            <p:cNvSpPr/>
            <p:nvPr/>
          </p:nvSpPr>
          <p:spPr>
            <a:xfrm>
              <a:off x="1789907" y="2711492"/>
              <a:ext cx="46533" cy="4729"/>
            </a:xfrm>
            <a:custGeom>
              <a:avLst/>
              <a:gdLst>
                <a:gd name="connsiteX0" fmla="*/ 0 w 46533"/>
                <a:gd name="connsiteY0" fmla="*/ 3190 h 4729"/>
                <a:gd name="connsiteX1" fmla="*/ 46534 w 46533"/>
                <a:gd name="connsiteY1" fmla="*/ 3380 h 4729"/>
                <a:gd name="connsiteX2" fmla="*/ 0 w 46533"/>
                <a:gd name="connsiteY2" fmla="*/ 3190 h 4729"/>
              </a:gdLst>
              <a:ahLst/>
              <a:cxnLst>
                <a:cxn ang="0">
                  <a:pos x="connsiteX0" y="connsiteY0"/>
                </a:cxn>
                <a:cxn ang="0">
                  <a:pos x="connsiteX1" y="connsiteY1"/>
                </a:cxn>
                <a:cxn ang="0">
                  <a:pos x="connsiteX2" y="connsiteY2"/>
                </a:cxn>
              </a:cxnLst>
              <a:rect l="l" t="t" r="r" b="b"/>
              <a:pathLst>
                <a:path w="46533" h="4729">
                  <a:moveTo>
                    <a:pt x="0" y="3190"/>
                  </a:moveTo>
                  <a:cubicBezTo>
                    <a:pt x="15511" y="5331"/>
                    <a:pt x="31022" y="5093"/>
                    <a:pt x="46534" y="3380"/>
                  </a:cubicBezTo>
                  <a:cubicBezTo>
                    <a:pt x="31022" y="-1378"/>
                    <a:pt x="15511" y="-807"/>
                    <a:pt x="0" y="3190"/>
                  </a:cubicBezTo>
                  <a:close/>
                </a:path>
              </a:pathLst>
            </a:custGeom>
            <a:solidFill>
              <a:srgbClr val="1D98C4"/>
            </a:solidFill>
            <a:ln w="4754" cap="flat">
              <a:noFill/>
              <a:prstDash val="solid"/>
              <a:miter/>
            </a:ln>
          </p:spPr>
          <p:txBody>
            <a:bodyPr rtlCol="0" anchor="ctr"/>
            <a:lstStyle/>
            <a:p>
              <a:endParaRPr lang="en-US"/>
            </a:p>
          </p:txBody>
        </p:sp>
        <p:sp>
          <p:nvSpPr>
            <p:cNvPr id="133" name="Freeform: Shape 282">
              <a:extLst>
                <a:ext uri="{FF2B5EF4-FFF2-40B4-BE49-F238E27FC236}">
                  <a16:creationId xmlns:a16="http://schemas.microsoft.com/office/drawing/2014/main" id="{07801D58-8A83-4C3A-ADF5-33AA861C14A3}"/>
                </a:ext>
              </a:extLst>
            </p:cNvPr>
            <p:cNvSpPr/>
            <p:nvPr/>
          </p:nvSpPr>
          <p:spPr>
            <a:xfrm>
              <a:off x="2020697" y="2712160"/>
              <a:ext cx="48649" cy="40288"/>
            </a:xfrm>
            <a:custGeom>
              <a:avLst/>
              <a:gdLst>
                <a:gd name="connsiteX0" fmla="*/ 1450 w 48649"/>
                <a:gd name="connsiteY0" fmla="*/ 2664 h 40288"/>
                <a:gd name="connsiteX1" fmla="*/ 3686 w 48649"/>
                <a:gd name="connsiteY1" fmla="*/ 36589 h 40288"/>
                <a:gd name="connsiteX2" fmla="*/ 39038 w 48649"/>
                <a:gd name="connsiteY2" fmla="*/ 38825 h 40288"/>
                <a:gd name="connsiteX3" fmla="*/ 40418 w 48649"/>
                <a:gd name="connsiteY3" fmla="*/ 38825 h 40288"/>
                <a:gd name="connsiteX4" fmla="*/ 48174 w 48649"/>
                <a:gd name="connsiteY4" fmla="*/ 31213 h 40288"/>
                <a:gd name="connsiteX5" fmla="*/ 48650 w 48649"/>
                <a:gd name="connsiteY5" fmla="*/ 0 h 40288"/>
                <a:gd name="connsiteX6" fmla="*/ 1450 w 48649"/>
                <a:gd name="connsiteY6" fmla="*/ 2664 h 40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649" h="40288">
                  <a:moveTo>
                    <a:pt x="1450" y="2664"/>
                  </a:moveTo>
                  <a:cubicBezTo>
                    <a:pt x="2306" y="14322"/>
                    <a:pt x="-3594" y="29928"/>
                    <a:pt x="3686" y="36589"/>
                  </a:cubicBezTo>
                  <a:cubicBezTo>
                    <a:pt x="11442" y="43774"/>
                    <a:pt x="26953" y="38159"/>
                    <a:pt x="39038" y="38825"/>
                  </a:cubicBezTo>
                  <a:cubicBezTo>
                    <a:pt x="39467" y="38873"/>
                    <a:pt x="39942" y="38778"/>
                    <a:pt x="40418" y="38825"/>
                  </a:cubicBezTo>
                  <a:cubicBezTo>
                    <a:pt x="46271" y="39587"/>
                    <a:pt x="48317" y="37160"/>
                    <a:pt x="48174" y="31213"/>
                  </a:cubicBezTo>
                  <a:cubicBezTo>
                    <a:pt x="47888" y="20793"/>
                    <a:pt x="48459" y="10372"/>
                    <a:pt x="48650" y="0"/>
                  </a:cubicBezTo>
                  <a:cubicBezTo>
                    <a:pt x="33281" y="7089"/>
                    <a:pt x="17294" y="3997"/>
                    <a:pt x="1450" y="2664"/>
                  </a:cubicBezTo>
                  <a:close/>
                </a:path>
              </a:pathLst>
            </a:custGeom>
            <a:solidFill>
              <a:srgbClr val="1D98C4"/>
            </a:solidFill>
            <a:ln w="4754" cap="flat">
              <a:noFill/>
              <a:prstDash val="solid"/>
              <a:miter/>
            </a:ln>
          </p:spPr>
          <p:txBody>
            <a:bodyPr rtlCol="0" anchor="ctr"/>
            <a:lstStyle/>
            <a:p>
              <a:endParaRPr lang="en-US"/>
            </a:p>
          </p:txBody>
        </p:sp>
        <p:sp>
          <p:nvSpPr>
            <p:cNvPr id="134" name="Freeform: Shape 283">
              <a:extLst>
                <a:ext uri="{FF2B5EF4-FFF2-40B4-BE49-F238E27FC236}">
                  <a16:creationId xmlns:a16="http://schemas.microsoft.com/office/drawing/2014/main" id="{B9996893-D5A2-4428-981F-201ED73E0846}"/>
                </a:ext>
              </a:extLst>
            </p:cNvPr>
            <p:cNvSpPr/>
            <p:nvPr/>
          </p:nvSpPr>
          <p:spPr>
            <a:xfrm>
              <a:off x="2022147" y="2711638"/>
              <a:ext cx="47199" cy="5013"/>
            </a:xfrm>
            <a:custGeom>
              <a:avLst/>
              <a:gdLst>
                <a:gd name="connsiteX0" fmla="*/ 0 w 47199"/>
                <a:gd name="connsiteY0" fmla="*/ 3186 h 5013"/>
                <a:gd name="connsiteX1" fmla="*/ 47200 w 47199"/>
                <a:gd name="connsiteY1" fmla="*/ 522 h 5013"/>
                <a:gd name="connsiteX2" fmla="*/ 47200 w 47199"/>
                <a:gd name="connsiteY2" fmla="*/ 522 h 5013"/>
                <a:gd name="connsiteX3" fmla="*/ 0 w 47199"/>
                <a:gd name="connsiteY3" fmla="*/ 3186 h 5013"/>
              </a:gdLst>
              <a:ahLst/>
              <a:cxnLst>
                <a:cxn ang="0">
                  <a:pos x="connsiteX0" y="connsiteY0"/>
                </a:cxn>
                <a:cxn ang="0">
                  <a:pos x="connsiteX1" y="connsiteY1"/>
                </a:cxn>
                <a:cxn ang="0">
                  <a:pos x="connsiteX2" y="connsiteY2"/>
                </a:cxn>
                <a:cxn ang="0">
                  <a:pos x="connsiteX3" y="connsiteY3"/>
                </a:cxn>
              </a:cxnLst>
              <a:rect l="l" t="t" r="r" b="b"/>
              <a:pathLst>
                <a:path w="47199" h="5013">
                  <a:moveTo>
                    <a:pt x="0" y="3186"/>
                  </a:moveTo>
                  <a:cubicBezTo>
                    <a:pt x="15844" y="4518"/>
                    <a:pt x="31831" y="7611"/>
                    <a:pt x="47200" y="522"/>
                  </a:cubicBezTo>
                  <a:lnTo>
                    <a:pt x="47200" y="522"/>
                  </a:lnTo>
                  <a:cubicBezTo>
                    <a:pt x="31498" y="1997"/>
                    <a:pt x="15416" y="-3000"/>
                    <a:pt x="0" y="3186"/>
                  </a:cubicBezTo>
                  <a:close/>
                </a:path>
              </a:pathLst>
            </a:custGeom>
            <a:solidFill>
              <a:srgbClr val="1D98C4"/>
            </a:solidFill>
            <a:ln w="4754" cap="flat">
              <a:noFill/>
              <a:prstDash val="solid"/>
              <a:miter/>
            </a:ln>
          </p:spPr>
          <p:txBody>
            <a:bodyPr rtlCol="0" anchor="ctr"/>
            <a:lstStyle/>
            <a:p>
              <a:endParaRPr lang="en-US"/>
            </a:p>
          </p:txBody>
        </p:sp>
        <p:sp>
          <p:nvSpPr>
            <p:cNvPr id="135" name="Freeform: Shape 284">
              <a:extLst>
                <a:ext uri="{FF2B5EF4-FFF2-40B4-BE49-F238E27FC236}">
                  <a16:creationId xmlns:a16="http://schemas.microsoft.com/office/drawing/2014/main" id="{AB76AF29-8608-4FF9-8172-A887F2D82A9C}"/>
                </a:ext>
              </a:extLst>
            </p:cNvPr>
            <p:cNvSpPr/>
            <p:nvPr/>
          </p:nvSpPr>
          <p:spPr>
            <a:xfrm>
              <a:off x="1713303" y="2714682"/>
              <a:ext cx="46581" cy="38489"/>
            </a:xfrm>
            <a:custGeom>
              <a:avLst/>
              <a:gdLst>
                <a:gd name="connsiteX0" fmla="*/ 0 w 46581"/>
                <a:gd name="connsiteY0" fmla="*/ 0 h 38489"/>
                <a:gd name="connsiteX1" fmla="*/ 48 w 46581"/>
                <a:gd name="connsiteY1" fmla="*/ 28548 h 38489"/>
                <a:gd name="connsiteX2" fmla="*/ 6281 w 46581"/>
                <a:gd name="connsiteY2" fmla="*/ 36494 h 38489"/>
                <a:gd name="connsiteX3" fmla="*/ 46534 w 46581"/>
                <a:gd name="connsiteY3" fmla="*/ 2950 h 38489"/>
                <a:gd name="connsiteX4" fmla="*/ 46581 w 46581"/>
                <a:gd name="connsiteY4" fmla="*/ 238 h 38489"/>
                <a:gd name="connsiteX5" fmla="*/ 0 w 46581"/>
                <a:gd name="connsiteY5" fmla="*/ 0 h 38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81" h="38489">
                  <a:moveTo>
                    <a:pt x="0" y="0"/>
                  </a:moveTo>
                  <a:cubicBezTo>
                    <a:pt x="48" y="9516"/>
                    <a:pt x="143" y="19032"/>
                    <a:pt x="48" y="28548"/>
                  </a:cubicBezTo>
                  <a:cubicBezTo>
                    <a:pt x="0" y="33068"/>
                    <a:pt x="428" y="35685"/>
                    <a:pt x="6281" y="36494"/>
                  </a:cubicBezTo>
                  <a:cubicBezTo>
                    <a:pt x="43726" y="41490"/>
                    <a:pt x="46438" y="39397"/>
                    <a:pt x="46534" y="2950"/>
                  </a:cubicBezTo>
                  <a:cubicBezTo>
                    <a:pt x="46534" y="2046"/>
                    <a:pt x="46581" y="1142"/>
                    <a:pt x="46581" y="238"/>
                  </a:cubicBezTo>
                  <a:cubicBezTo>
                    <a:pt x="31022" y="1903"/>
                    <a:pt x="15511" y="2141"/>
                    <a:pt x="0" y="0"/>
                  </a:cubicBezTo>
                  <a:close/>
                </a:path>
              </a:pathLst>
            </a:custGeom>
            <a:solidFill>
              <a:srgbClr val="1D98C4"/>
            </a:solidFill>
            <a:ln w="4754" cap="flat">
              <a:noFill/>
              <a:prstDash val="solid"/>
              <a:miter/>
            </a:ln>
          </p:spPr>
          <p:txBody>
            <a:bodyPr rtlCol="0" anchor="ctr"/>
            <a:lstStyle/>
            <a:p>
              <a:endParaRPr lang="en-US"/>
            </a:p>
          </p:txBody>
        </p:sp>
        <p:sp>
          <p:nvSpPr>
            <p:cNvPr id="136" name="Freeform: Shape 285">
              <a:extLst>
                <a:ext uri="{FF2B5EF4-FFF2-40B4-BE49-F238E27FC236}">
                  <a16:creationId xmlns:a16="http://schemas.microsoft.com/office/drawing/2014/main" id="{B9838393-5E7B-42E5-93AB-DE58AC3CDD30}"/>
                </a:ext>
              </a:extLst>
            </p:cNvPr>
            <p:cNvSpPr/>
            <p:nvPr/>
          </p:nvSpPr>
          <p:spPr>
            <a:xfrm>
              <a:off x="1713303" y="2711510"/>
              <a:ext cx="46533" cy="4694"/>
            </a:xfrm>
            <a:custGeom>
              <a:avLst/>
              <a:gdLst>
                <a:gd name="connsiteX0" fmla="*/ 0 w 46533"/>
                <a:gd name="connsiteY0" fmla="*/ 3171 h 4694"/>
                <a:gd name="connsiteX1" fmla="*/ 46534 w 46533"/>
                <a:gd name="connsiteY1" fmla="*/ 3362 h 4694"/>
                <a:gd name="connsiteX2" fmla="*/ 0 w 46533"/>
                <a:gd name="connsiteY2" fmla="*/ 3171 h 4694"/>
              </a:gdLst>
              <a:ahLst/>
              <a:cxnLst>
                <a:cxn ang="0">
                  <a:pos x="connsiteX0" y="connsiteY0"/>
                </a:cxn>
                <a:cxn ang="0">
                  <a:pos x="connsiteX1" y="connsiteY1"/>
                </a:cxn>
                <a:cxn ang="0">
                  <a:pos x="connsiteX2" y="connsiteY2"/>
                </a:cxn>
              </a:cxnLst>
              <a:rect l="l" t="t" r="r" b="b"/>
              <a:pathLst>
                <a:path w="46533" h="4694">
                  <a:moveTo>
                    <a:pt x="0" y="3171"/>
                  </a:moveTo>
                  <a:cubicBezTo>
                    <a:pt x="15511" y="5312"/>
                    <a:pt x="31022" y="5027"/>
                    <a:pt x="46534" y="3362"/>
                  </a:cubicBezTo>
                  <a:cubicBezTo>
                    <a:pt x="31070" y="-1349"/>
                    <a:pt x="15559" y="-826"/>
                    <a:pt x="0" y="3171"/>
                  </a:cubicBezTo>
                  <a:close/>
                </a:path>
              </a:pathLst>
            </a:custGeom>
            <a:solidFill>
              <a:srgbClr val="1D98C4"/>
            </a:solidFill>
            <a:ln w="4754" cap="flat">
              <a:noFill/>
              <a:prstDash val="solid"/>
              <a:miter/>
            </a:ln>
          </p:spPr>
          <p:txBody>
            <a:bodyPr rtlCol="0" anchor="ctr"/>
            <a:lstStyle/>
            <a:p>
              <a:endParaRPr lang="en-US"/>
            </a:p>
          </p:txBody>
        </p:sp>
        <p:sp>
          <p:nvSpPr>
            <p:cNvPr id="137" name="Freeform: Shape 286">
              <a:extLst>
                <a:ext uri="{FF2B5EF4-FFF2-40B4-BE49-F238E27FC236}">
                  <a16:creationId xmlns:a16="http://schemas.microsoft.com/office/drawing/2014/main" id="{60E29CC6-82FC-479D-B711-50EC7ABC35B4}"/>
                </a:ext>
              </a:extLst>
            </p:cNvPr>
            <p:cNvSpPr/>
            <p:nvPr/>
          </p:nvSpPr>
          <p:spPr>
            <a:xfrm>
              <a:off x="1636499" y="2714824"/>
              <a:ext cx="48230" cy="37562"/>
            </a:xfrm>
            <a:custGeom>
              <a:avLst/>
              <a:gdLst>
                <a:gd name="connsiteX0" fmla="*/ 152 w 48230"/>
                <a:gd name="connsiteY0" fmla="*/ 0 h 37562"/>
                <a:gd name="connsiteX1" fmla="*/ 57 w 48230"/>
                <a:gd name="connsiteY1" fmla="*/ 27168 h 37562"/>
                <a:gd name="connsiteX2" fmla="*/ 9192 w 48230"/>
                <a:gd name="connsiteY2" fmla="*/ 36256 h 37562"/>
                <a:gd name="connsiteX3" fmla="*/ 44544 w 48230"/>
                <a:gd name="connsiteY3" fmla="*/ 33925 h 37562"/>
                <a:gd name="connsiteX4" fmla="*/ 46781 w 48230"/>
                <a:gd name="connsiteY4" fmla="*/ 0 h 37562"/>
                <a:gd name="connsiteX5" fmla="*/ 46781 w 48230"/>
                <a:gd name="connsiteY5" fmla="*/ 0 h 37562"/>
                <a:gd name="connsiteX6" fmla="*/ 152 w 48230"/>
                <a:gd name="connsiteY6" fmla="*/ 0 h 37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230" h="37562">
                  <a:moveTo>
                    <a:pt x="152" y="0"/>
                  </a:moveTo>
                  <a:cubicBezTo>
                    <a:pt x="152" y="9088"/>
                    <a:pt x="628" y="18176"/>
                    <a:pt x="57" y="27168"/>
                  </a:cubicBezTo>
                  <a:cubicBezTo>
                    <a:pt x="-419" y="34401"/>
                    <a:pt x="2055" y="36827"/>
                    <a:pt x="9192" y="36256"/>
                  </a:cubicBezTo>
                  <a:cubicBezTo>
                    <a:pt x="21278" y="35257"/>
                    <a:pt x="36789" y="41110"/>
                    <a:pt x="44544" y="33925"/>
                  </a:cubicBezTo>
                  <a:cubicBezTo>
                    <a:pt x="51824" y="27216"/>
                    <a:pt x="45924" y="11657"/>
                    <a:pt x="46781" y="0"/>
                  </a:cubicBezTo>
                  <a:cubicBezTo>
                    <a:pt x="46781" y="0"/>
                    <a:pt x="46781" y="0"/>
                    <a:pt x="46781" y="0"/>
                  </a:cubicBezTo>
                  <a:cubicBezTo>
                    <a:pt x="31222" y="1808"/>
                    <a:pt x="15711" y="1856"/>
                    <a:pt x="152" y="0"/>
                  </a:cubicBezTo>
                  <a:close/>
                </a:path>
              </a:pathLst>
            </a:custGeom>
            <a:solidFill>
              <a:srgbClr val="1D98C4"/>
            </a:solidFill>
            <a:ln w="4754" cap="flat">
              <a:noFill/>
              <a:prstDash val="solid"/>
              <a:miter/>
            </a:ln>
          </p:spPr>
          <p:txBody>
            <a:bodyPr rtlCol="0" anchor="ctr"/>
            <a:lstStyle/>
            <a:p>
              <a:endParaRPr lang="en-US"/>
            </a:p>
          </p:txBody>
        </p:sp>
        <p:sp>
          <p:nvSpPr>
            <p:cNvPr id="138" name="Freeform: Shape 287">
              <a:extLst>
                <a:ext uri="{FF2B5EF4-FFF2-40B4-BE49-F238E27FC236}">
                  <a16:creationId xmlns:a16="http://schemas.microsoft.com/office/drawing/2014/main" id="{46EB1F7A-0B07-4A41-A020-D3602828F700}"/>
                </a:ext>
              </a:extLst>
            </p:cNvPr>
            <p:cNvSpPr/>
            <p:nvPr/>
          </p:nvSpPr>
          <p:spPr>
            <a:xfrm>
              <a:off x="1636651" y="2711506"/>
              <a:ext cx="46628" cy="4710"/>
            </a:xfrm>
            <a:custGeom>
              <a:avLst/>
              <a:gdLst>
                <a:gd name="connsiteX0" fmla="*/ 0 w 46628"/>
                <a:gd name="connsiteY0" fmla="*/ 3319 h 4710"/>
                <a:gd name="connsiteX1" fmla="*/ 46629 w 46628"/>
                <a:gd name="connsiteY1" fmla="*/ 3319 h 4710"/>
                <a:gd name="connsiteX2" fmla="*/ 0 w 46628"/>
                <a:gd name="connsiteY2" fmla="*/ 3319 h 4710"/>
              </a:gdLst>
              <a:ahLst/>
              <a:cxnLst>
                <a:cxn ang="0">
                  <a:pos x="connsiteX0" y="connsiteY0"/>
                </a:cxn>
                <a:cxn ang="0">
                  <a:pos x="connsiteX1" y="connsiteY1"/>
                </a:cxn>
                <a:cxn ang="0">
                  <a:pos x="connsiteX2" y="connsiteY2"/>
                </a:cxn>
              </a:cxnLst>
              <a:rect l="l" t="t" r="r" b="b"/>
              <a:pathLst>
                <a:path w="46628" h="4710">
                  <a:moveTo>
                    <a:pt x="0" y="3319"/>
                  </a:moveTo>
                  <a:cubicBezTo>
                    <a:pt x="15559" y="5174"/>
                    <a:pt x="31070" y="5174"/>
                    <a:pt x="46629" y="3319"/>
                  </a:cubicBezTo>
                  <a:cubicBezTo>
                    <a:pt x="31070" y="-1154"/>
                    <a:pt x="15559" y="-1059"/>
                    <a:pt x="0" y="3319"/>
                  </a:cubicBezTo>
                  <a:close/>
                </a:path>
              </a:pathLst>
            </a:custGeom>
            <a:solidFill>
              <a:srgbClr val="1D98C4"/>
            </a:solidFill>
            <a:ln w="4754" cap="flat">
              <a:noFill/>
              <a:prstDash val="solid"/>
              <a:miter/>
            </a:ln>
          </p:spPr>
          <p:txBody>
            <a:bodyPr rtlCol="0" anchor="ctr"/>
            <a:lstStyle/>
            <a:p>
              <a:endParaRPr lang="en-US"/>
            </a:p>
          </p:txBody>
        </p:sp>
        <p:sp>
          <p:nvSpPr>
            <p:cNvPr id="139" name="Freeform: Shape 288">
              <a:extLst>
                <a:ext uri="{FF2B5EF4-FFF2-40B4-BE49-F238E27FC236}">
                  <a16:creationId xmlns:a16="http://schemas.microsoft.com/office/drawing/2014/main" id="{DB2C9A30-C89B-4023-9372-10C5BCC5D0D7}"/>
                </a:ext>
              </a:extLst>
            </p:cNvPr>
            <p:cNvSpPr/>
            <p:nvPr/>
          </p:nvSpPr>
          <p:spPr>
            <a:xfrm>
              <a:off x="1943402" y="2714920"/>
              <a:ext cx="46152" cy="36672"/>
            </a:xfrm>
            <a:custGeom>
              <a:avLst/>
              <a:gdLst>
                <a:gd name="connsiteX0" fmla="*/ 19080 w 46152"/>
                <a:gd name="connsiteY0" fmla="*/ 952 h 36672"/>
                <a:gd name="connsiteX1" fmla="*/ 5995 w 46152"/>
                <a:gd name="connsiteY1" fmla="*/ 13894 h 36672"/>
                <a:gd name="connsiteX2" fmla="*/ 0 w 46152"/>
                <a:gd name="connsiteY2" fmla="*/ 32688 h 36672"/>
                <a:gd name="connsiteX3" fmla="*/ 7613 w 46152"/>
                <a:gd name="connsiteY3" fmla="*/ 36018 h 36672"/>
                <a:gd name="connsiteX4" fmla="*/ 46153 w 46152"/>
                <a:gd name="connsiteY4" fmla="*/ 0 h 36672"/>
                <a:gd name="connsiteX5" fmla="*/ 46153 w 46152"/>
                <a:gd name="connsiteY5" fmla="*/ 0 h 36672"/>
                <a:gd name="connsiteX6" fmla="*/ 19080 w 46152"/>
                <a:gd name="connsiteY6" fmla="*/ 952 h 3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152" h="36672">
                  <a:moveTo>
                    <a:pt x="19080" y="952"/>
                  </a:moveTo>
                  <a:cubicBezTo>
                    <a:pt x="9802" y="856"/>
                    <a:pt x="6233" y="4710"/>
                    <a:pt x="5995" y="13894"/>
                  </a:cubicBezTo>
                  <a:cubicBezTo>
                    <a:pt x="5852" y="20460"/>
                    <a:pt x="9040" y="28739"/>
                    <a:pt x="0" y="32688"/>
                  </a:cubicBezTo>
                  <a:cubicBezTo>
                    <a:pt x="1047" y="37255"/>
                    <a:pt x="4806" y="35828"/>
                    <a:pt x="7613" y="36018"/>
                  </a:cubicBezTo>
                  <a:cubicBezTo>
                    <a:pt x="46105" y="37969"/>
                    <a:pt x="46105" y="37969"/>
                    <a:pt x="46153" y="0"/>
                  </a:cubicBezTo>
                  <a:cubicBezTo>
                    <a:pt x="46153" y="0"/>
                    <a:pt x="46153" y="0"/>
                    <a:pt x="46153" y="0"/>
                  </a:cubicBezTo>
                  <a:cubicBezTo>
                    <a:pt x="37208" y="2189"/>
                    <a:pt x="28120" y="1047"/>
                    <a:pt x="19080" y="952"/>
                  </a:cubicBezTo>
                  <a:close/>
                </a:path>
              </a:pathLst>
            </a:custGeom>
            <a:solidFill>
              <a:srgbClr val="1D98C4"/>
            </a:solidFill>
            <a:ln w="4754" cap="flat">
              <a:noFill/>
              <a:prstDash val="solid"/>
              <a:miter/>
            </a:ln>
          </p:spPr>
          <p:txBody>
            <a:bodyPr rtlCol="0" anchor="ctr"/>
            <a:lstStyle/>
            <a:p>
              <a:endParaRPr lang="en-US"/>
            </a:p>
          </p:txBody>
        </p:sp>
        <p:sp>
          <p:nvSpPr>
            <p:cNvPr id="140" name="Freeform: Shape 289">
              <a:extLst>
                <a:ext uri="{FF2B5EF4-FFF2-40B4-BE49-F238E27FC236}">
                  <a16:creationId xmlns:a16="http://schemas.microsoft.com/office/drawing/2014/main" id="{9C51871C-3121-43EC-89B6-B98FB5CC6C7F}"/>
                </a:ext>
              </a:extLst>
            </p:cNvPr>
            <p:cNvSpPr/>
            <p:nvPr/>
          </p:nvSpPr>
          <p:spPr>
            <a:xfrm>
              <a:off x="1943402" y="2711696"/>
              <a:ext cx="46200" cy="35959"/>
            </a:xfrm>
            <a:custGeom>
              <a:avLst/>
              <a:gdLst>
                <a:gd name="connsiteX0" fmla="*/ 11895 w 46200"/>
                <a:gd name="connsiteY0" fmla="*/ 417 h 35959"/>
                <a:gd name="connsiteX1" fmla="*/ 1903 w 46200"/>
                <a:gd name="connsiteY1" fmla="*/ 10742 h 35959"/>
                <a:gd name="connsiteX2" fmla="*/ 0 w 46200"/>
                <a:gd name="connsiteY2" fmla="*/ 35959 h 35959"/>
                <a:gd name="connsiteX3" fmla="*/ 5995 w 46200"/>
                <a:gd name="connsiteY3" fmla="*/ 17165 h 35959"/>
                <a:gd name="connsiteX4" fmla="*/ 19080 w 46200"/>
                <a:gd name="connsiteY4" fmla="*/ 4223 h 35959"/>
                <a:gd name="connsiteX5" fmla="*/ 46201 w 46200"/>
                <a:gd name="connsiteY5" fmla="*/ 3272 h 35959"/>
                <a:gd name="connsiteX6" fmla="*/ 11895 w 46200"/>
                <a:gd name="connsiteY6" fmla="*/ 417 h 35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00" h="35959">
                  <a:moveTo>
                    <a:pt x="11895" y="417"/>
                  </a:moveTo>
                  <a:cubicBezTo>
                    <a:pt x="3997" y="-582"/>
                    <a:pt x="2046" y="3414"/>
                    <a:pt x="1903" y="10742"/>
                  </a:cubicBezTo>
                  <a:cubicBezTo>
                    <a:pt x="1760" y="19116"/>
                    <a:pt x="4330" y="27823"/>
                    <a:pt x="0" y="35959"/>
                  </a:cubicBezTo>
                  <a:cubicBezTo>
                    <a:pt x="9040" y="32010"/>
                    <a:pt x="5852" y="23683"/>
                    <a:pt x="5995" y="17165"/>
                  </a:cubicBezTo>
                  <a:cubicBezTo>
                    <a:pt x="6233" y="7934"/>
                    <a:pt x="9802" y="4128"/>
                    <a:pt x="19080" y="4223"/>
                  </a:cubicBezTo>
                  <a:cubicBezTo>
                    <a:pt x="28120" y="4318"/>
                    <a:pt x="37208" y="5460"/>
                    <a:pt x="46201" y="3272"/>
                  </a:cubicBezTo>
                  <a:cubicBezTo>
                    <a:pt x="35162" y="-2914"/>
                    <a:pt x="23267" y="1844"/>
                    <a:pt x="11895" y="417"/>
                  </a:cubicBezTo>
                  <a:close/>
                </a:path>
              </a:pathLst>
            </a:custGeom>
            <a:solidFill>
              <a:srgbClr val="1D98C4"/>
            </a:solidFill>
            <a:ln w="4754" cap="flat">
              <a:noFill/>
              <a:prstDash val="solid"/>
              <a:miter/>
            </a:ln>
          </p:spPr>
          <p:txBody>
            <a:bodyPr rtlCol="0" anchor="ctr"/>
            <a:lstStyle/>
            <a:p>
              <a:endParaRPr lang="en-US"/>
            </a:p>
          </p:txBody>
        </p:sp>
        <p:sp>
          <p:nvSpPr>
            <p:cNvPr id="141" name="Freeform: Shape 290">
              <a:extLst>
                <a:ext uri="{FF2B5EF4-FFF2-40B4-BE49-F238E27FC236}">
                  <a16:creationId xmlns:a16="http://schemas.microsoft.com/office/drawing/2014/main" id="{B3773041-680F-4C28-BA3D-19FE54A6C9A5}"/>
                </a:ext>
              </a:extLst>
            </p:cNvPr>
            <p:cNvSpPr/>
            <p:nvPr/>
          </p:nvSpPr>
          <p:spPr>
            <a:xfrm>
              <a:off x="1866797" y="2714967"/>
              <a:ext cx="46200" cy="36672"/>
            </a:xfrm>
            <a:custGeom>
              <a:avLst/>
              <a:gdLst>
                <a:gd name="connsiteX0" fmla="*/ 19127 w 46200"/>
                <a:gd name="connsiteY0" fmla="*/ 904 h 36672"/>
                <a:gd name="connsiteX1" fmla="*/ 6043 w 46200"/>
                <a:gd name="connsiteY1" fmla="*/ 13893 h 36672"/>
                <a:gd name="connsiteX2" fmla="*/ 0 w 46200"/>
                <a:gd name="connsiteY2" fmla="*/ 32688 h 36672"/>
                <a:gd name="connsiteX3" fmla="*/ 7613 w 46200"/>
                <a:gd name="connsiteY3" fmla="*/ 36018 h 36672"/>
                <a:gd name="connsiteX4" fmla="*/ 46201 w 46200"/>
                <a:gd name="connsiteY4" fmla="*/ 0 h 36672"/>
                <a:gd name="connsiteX5" fmla="*/ 46201 w 46200"/>
                <a:gd name="connsiteY5" fmla="*/ 0 h 36672"/>
                <a:gd name="connsiteX6" fmla="*/ 19127 w 46200"/>
                <a:gd name="connsiteY6" fmla="*/ 904 h 3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00" h="36672">
                  <a:moveTo>
                    <a:pt x="19127" y="904"/>
                  </a:moveTo>
                  <a:cubicBezTo>
                    <a:pt x="9849" y="809"/>
                    <a:pt x="6281" y="4710"/>
                    <a:pt x="6043" y="13893"/>
                  </a:cubicBezTo>
                  <a:cubicBezTo>
                    <a:pt x="5900" y="20412"/>
                    <a:pt x="9088" y="28738"/>
                    <a:pt x="0" y="32688"/>
                  </a:cubicBezTo>
                  <a:cubicBezTo>
                    <a:pt x="999" y="37303"/>
                    <a:pt x="4758" y="35876"/>
                    <a:pt x="7613" y="36018"/>
                  </a:cubicBezTo>
                  <a:cubicBezTo>
                    <a:pt x="46153" y="37969"/>
                    <a:pt x="46153" y="37969"/>
                    <a:pt x="46201" y="0"/>
                  </a:cubicBezTo>
                  <a:cubicBezTo>
                    <a:pt x="46201" y="0"/>
                    <a:pt x="46201" y="0"/>
                    <a:pt x="46201" y="0"/>
                  </a:cubicBezTo>
                  <a:cubicBezTo>
                    <a:pt x="37255" y="2141"/>
                    <a:pt x="28120" y="999"/>
                    <a:pt x="19127" y="904"/>
                  </a:cubicBezTo>
                  <a:close/>
                </a:path>
              </a:pathLst>
            </a:custGeom>
            <a:solidFill>
              <a:srgbClr val="1D97C4"/>
            </a:solidFill>
            <a:ln w="4754" cap="flat">
              <a:noFill/>
              <a:prstDash val="solid"/>
              <a:miter/>
            </a:ln>
          </p:spPr>
          <p:txBody>
            <a:bodyPr rtlCol="0" anchor="ctr"/>
            <a:lstStyle/>
            <a:p>
              <a:endParaRPr lang="en-US"/>
            </a:p>
          </p:txBody>
        </p:sp>
        <p:sp>
          <p:nvSpPr>
            <p:cNvPr id="142" name="Freeform: Shape 291">
              <a:extLst>
                <a:ext uri="{FF2B5EF4-FFF2-40B4-BE49-F238E27FC236}">
                  <a16:creationId xmlns:a16="http://schemas.microsoft.com/office/drawing/2014/main" id="{F61E89FE-C955-4D07-B31C-D7E8FD192727}"/>
                </a:ext>
              </a:extLst>
            </p:cNvPr>
            <p:cNvSpPr/>
            <p:nvPr/>
          </p:nvSpPr>
          <p:spPr>
            <a:xfrm>
              <a:off x="1866845" y="2711677"/>
              <a:ext cx="46248" cy="35930"/>
            </a:xfrm>
            <a:custGeom>
              <a:avLst/>
              <a:gdLst>
                <a:gd name="connsiteX0" fmla="*/ 11895 w 46248"/>
                <a:gd name="connsiteY0" fmla="*/ 435 h 35930"/>
                <a:gd name="connsiteX1" fmla="*/ 1903 w 46248"/>
                <a:gd name="connsiteY1" fmla="*/ 10760 h 35930"/>
                <a:gd name="connsiteX2" fmla="*/ 0 w 46248"/>
                <a:gd name="connsiteY2" fmla="*/ 35930 h 35930"/>
                <a:gd name="connsiteX3" fmla="*/ 6043 w 46248"/>
                <a:gd name="connsiteY3" fmla="*/ 17136 h 35930"/>
                <a:gd name="connsiteX4" fmla="*/ 19127 w 46248"/>
                <a:gd name="connsiteY4" fmla="*/ 4147 h 35930"/>
                <a:gd name="connsiteX5" fmla="*/ 46248 w 46248"/>
                <a:gd name="connsiteY5" fmla="*/ 3195 h 35930"/>
                <a:gd name="connsiteX6" fmla="*/ 11895 w 46248"/>
                <a:gd name="connsiteY6" fmla="*/ 435 h 35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48" h="35930">
                  <a:moveTo>
                    <a:pt x="11895" y="435"/>
                  </a:moveTo>
                  <a:cubicBezTo>
                    <a:pt x="3997" y="-564"/>
                    <a:pt x="2046" y="3433"/>
                    <a:pt x="1903" y="10760"/>
                  </a:cubicBezTo>
                  <a:cubicBezTo>
                    <a:pt x="1713" y="19134"/>
                    <a:pt x="4377" y="27842"/>
                    <a:pt x="0" y="35930"/>
                  </a:cubicBezTo>
                  <a:cubicBezTo>
                    <a:pt x="9088" y="32029"/>
                    <a:pt x="5852" y="23702"/>
                    <a:pt x="6043" y="17136"/>
                  </a:cubicBezTo>
                  <a:cubicBezTo>
                    <a:pt x="6280" y="7953"/>
                    <a:pt x="9802" y="4051"/>
                    <a:pt x="19127" y="4147"/>
                  </a:cubicBezTo>
                  <a:cubicBezTo>
                    <a:pt x="28167" y="4242"/>
                    <a:pt x="37255" y="5384"/>
                    <a:pt x="46248" y="3195"/>
                  </a:cubicBezTo>
                  <a:cubicBezTo>
                    <a:pt x="35162" y="-2895"/>
                    <a:pt x="23267" y="1863"/>
                    <a:pt x="11895" y="435"/>
                  </a:cubicBezTo>
                  <a:close/>
                </a:path>
              </a:pathLst>
            </a:custGeom>
            <a:solidFill>
              <a:srgbClr val="1D97C4"/>
            </a:solidFill>
            <a:ln w="4754" cap="flat">
              <a:noFill/>
              <a:prstDash val="solid"/>
              <a:miter/>
            </a:ln>
          </p:spPr>
          <p:txBody>
            <a:bodyPr rtlCol="0" anchor="ctr"/>
            <a:lstStyle/>
            <a:p>
              <a:endParaRPr lang="en-US"/>
            </a:p>
          </p:txBody>
        </p:sp>
        <p:sp>
          <p:nvSpPr>
            <p:cNvPr id="143" name="Freeform: Shape 292">
              <a:extLst>
                <a:ext uri="{FF2B5EF4-FFF2-40B4-BE49-F238E27FC236}">
                  <a16:creationId xmlns:a16="http://schemas.microsoft.com/office/drawing/2014/main" id="{76D2566C-5891-4B30-995C-B5C7005CDD5D}"/>
                </a:ext>
              </a:extLst>
            </p:cNvPr>
            <p:cNvSpPr/>
            <p:nvPr/>
          </p:nvSpPr>
          <p:spPr>
            <a:xfrm>
              <a:off x="1555051" y="2714967"/>
              <a:ext cx="47806" cy="37492"/>
            </a:xfrm>
            <a:custGeom>
              <a:avLst/>
              <a:gdLst>
                <a:gd name="connsiteX0" fmla="*/ 19175 w 47806"/>
                <a:gd name="connsiteY0" fmla="*/ 904 h 37492"/>
                <a:gd name="connsiteX1" fmla="*/ 6090 w 47806"/>
                <a:gd name="connsiteY1" fmla="*/ 13893 h 37492"/>
                <a:gd name="connsiteX2" fmla="*/ 0 w 47806"/>
                <a:gd name="connsiteY2" fmla="*/ 32640 h 37492"/>
                <a:gd name="connsiteX3" fmla="*/ 8945 w 47806"/>
                <a:gd name="connsiteY3" fmla="*/ 35876 h 37492"/>
                <a:gd name="connsiteX4" fmla="*/ 44155 w 47806"/>
                <a:gd name="connsiteY4" fmla="*/ 33782 h 37492"/>
                <a:gd name="connsiteX5" fmla="*/ 46296 w 47806"/>
                <a:gd name="connsiteY5" fmla="*/ 0 h 37492"/>
                <a:gd name="connsiteX6" fmla="*/ 46296 w 47806"/>
                <a:gd name="connsiteY6" fmla="*/ 0 h 37492"/>
                <a:gd name="connsiteX7" fmla="*/ 19175 w 47806"/>
                <a:gd name="connsiteY7" fmla="*/ 904 h 37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806" h="37492">
                  <a:moveTo>
                    <a:pt x="19175" y="904"/>
                  </a:moveTo>
                  <a:cubicBezTo>
                    <a:pt x="9849" y="809"/>
                    <a:pt x="6328" y="4710"/>
                    <a:pt x="6090" y="13893"/>
                  </a:cubicBezTo>
                  <a:cubicBezTo>
                    <a:pt x="5948" y="20412"/>
                    <a:pt x="9183" y="28786"/>
                    <a:pt x="0" y="32640"/>
                  </a:cubicBezTo>
                  <a:cubicBezTo>
                    <a:pt x="1427" y="37922"/>
                    <a:pt x="5852" y="35971"/>
                    <a:pt x="8945" y="35876"/>
                  </a:cubicBezTo>
                  <a:cubicBezTo>
                    <a:pt x="20983" y="35495"/>
                    <a:pt x="36399" y="40919"/>
                    <a:pt x="44155" y="33782"/>
                  </a:cubicBezTo>
                  <a:cubicBezTo>
                    <a:pt x="51339" y="27121"/>
                    <a:pt x="45582" y="11610"/>
                    <a:pt x="46296" y="0"/>
                  </a:cubicBezTo>
                  <a:lnTo>
                    <a:pt x="46296" y="0"/>
                  </a:lnTo>
                  <a:cubicBezTo>
                    <a:pt x="37350" y="2094"/>
                    <a:pt x="28215" y="999"/>
                    <a:pt x="19175" y="904"/>
                  </a:cubicBezTo>
                  <a:close/>
                </a:path>
              </a:pathLst>
            </a:custGeom>
            <a:solidFill>
              <a:srgbClr val="1D97C3"/>
            </a:solidFill>
            <a:ln w="4754" cap="flat">
              <a:noFill/>
              <a:prstDash val="solid"/>
              <a:miter/>
            </a:ln>
          </p:spPr>
          <p:txBody>
            <a:bodyPr rtlCol="0" anchor="ctr"/>
            <a:lstStyle/>
            <a:p>
              <a:endParaRPr lang="en-US"/>
            </a:p>
          </p:txBody>
        </p:sp>
        <p:sp>
          <p:nvSpPr>
            <p:cNvPr id="144" name="Freeform: Shape 293">
              <a:extLst>
                <a:ext uri="{FF2B5EF4-FFF2-40B4-BE49-F238E27FC236}">
                  <a16:creationId xmlns:a16="http://schemas.microsoft.com/office/drawing/2014/main" id="{14C490C7-4639-4A26-B7C3-6B7DA021BB15}"/>
                </a:ext>
              </a:extLst>
            </p:cNvPr>
            <p:cNvSpPr/>
            <p:nvPr/>
          </p:nvSpPr>
          <p:spPr>
            <a:xfrm>
              <a:off x="1555051" y="2711527"/>
              <a:ext cx="46343" cy="36080"/>
            </a:xfrm>
            <a:custGeom>
              <a:avLst/>
              <a:gdLst>
                <a:gd name="connsiteX0" fmla="*/ 6614 w 46343"/>
                <a:gd name="connsiteY0" fmla="*/ 1109 h 36080"/>
                <a:gd name="connsiteX1" fmla="*/ 2141 w 46343"/>
                <a:gd name="connsiteY1" fmla="*/ 9531 h 36080"/>
                <a:gd name="connsiteX2" fmla="*/ 0 w 46343"/>
                <a:gd name="connsiteY2" fmla="*/ 36080 h 36080"/>
                <a:gd name="connsiteX3" fmla="*/ 6090 w 46343"/>
                <a:gd name="connsiteY3" fmla="*/ 17334 h 36080"/>
                <a:gd name="connsiteX4" fmla="*/ 19175 w 46343"/>
                <a:gd name="connsiteY4" fmla="*/ 4344 h 36080"/>
                <a:gd name="connsiteX5" fmla="*/ 46343 w 46343"/>
                <a:gd name="connsiteY5" fmla="*/ 3440 h 36080"/>
                <a:gd name="connsiteX6" fmla="*/ 6614 w 46343"/>
                <a:gd name="connsiteY6" fmla="*/ 1109 h 3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43" h="36080">
                  <a:moveTo>
                    <a:pt x="6614" y="1109"/>
                  </a:moveTo>
                  <a:cubicBezTo>
                    <a:pt x="1713" y="1014"/>
                    <a:pt x="2522" y="6009"/>
                    <a:pt x="2141" y="9531"/>
                  </a:cubicBezTo>
                  <a:cubicBezTo>
                    <a:pt x="1190" y="18380"/>
                    <a:pt x="4377" y="27516"/>
                    <a:pt x="0" y="36080"/>
                  </a:cubicBezTo>
                  <a:cubicBezTo>
                    <a:pt x="9183" y="32226"/>
                    <a:pt x="5900" y="23852"/>
                    <a:pt x="6090" y="17334"/>
                  </a:cubicBezTo>
                  <a:cubicBezTo>
                    <a:pt x="6328" y="8151"/>
                    <a:pt x="9849" y="4202"/>
                    <a:pt x="19175" y="4344"/>
                  </a:cubicBezTo>
                  <a:cubicBezTo>
                    <a:pt x="28215" y="4439"/>
                    <a:pt x="37350" y="5534"/>
                    <a:pt x="46343" y="3440"/>
                  </a:cubicBezTo>
                  <a:cubicBezTo>
                    <a:pt x="33449" y="-2745"/>
                    <a:pt x="19889" y="1347"/>
                    <a:pt x="6614" y="1109"/>
                  </a:cubicBezTo>
                  <a:close/>
                </a:path>
              </a:pathLst>
            </a:custGeom>
            <a:solidFill>
              <a:srgbClr val="1D97C3"/>
            </a:solidFill>
            <a:ln w="4754" cap="flat">
              <a:noFill/>
              <a:prstDash val="solid"/>
              <a:miter/>
            </a:ln>
          </p:spPr>
          <p:txBody>
            <a:bodyPr rtlCol="0" anchor="ctr"/>
            <a:lstStyle/>
            <a:p>
              <a:endParaRPr lang="en-US"/>
            </a:p>
          </p:txBody>
        </p:sp>
        <p:sp>
          <p:nvSpPr>
            <p:cNvPr id="145" name="Freeform: Shape 294">
              <a:extLst>
                <a:ext uri="{FF2B5EF4-FFF2-40B4-BE49-F238E27FC236}">
                  <a16:creationId xmlns:a16="http://schemas.microsoft.com/office/drawing/2014/main" id="{7CA9B1E0-8B16-4274-A542-97A286BA47FA}"/>
                </a:ext>
              </a:extLst>
            </p:cNvPr>
            <p:cNvSpPr/>
            <p:nvPr/>
          </p:nvSpPr>
          <p:spPr>
            <a:xfrm>
              <a:off x="2951868" y="2859374"/>
              <a:ext cx="34463" cy="39110"/>
            </a:xfrm>
            <a:custGeom>
              <a:avLst/>
              <a:gdLst>
                <a:gd name="connsiteX0" fmla="*/ 47 w 34463"/>
                <a:gd name="connsiteY0" fmla="*/ 39111 h 39110"/>
                <a:gd name="connsiteX1" fmla="*/ 25836 w 34463"/>
                <a:gd name="connsiteY1" fmla="*/ 38683 h 39110"/>
                <a:gd name="connsiteX2" fmla="*/ 33687 w 34463"/>
                <a:gd name="connsiteY2" fmla="*/ 31022 h 39110"/>
                <a:gd name="connsiteX3" fmla="*/ 5424 w 34463"/>
                <a:gd name="connsiteY3" fmla="*/ 333 h 39110"/>
                <a:gd name="connsiteX4" fmla="*/ 0 w 34463"/>
                <a:gd name="connsiteY4" fmla="*/ 0 h 39110"/>
                <a:gd name="connsiteX5" fmla="*/ 47 w 34463"/>
                <a:gd name="connsiteY5" fmla="*/ 39111 h 39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63" h="39110">
                  <a:moveTo>
                    <a:pt x="47" y="39111"/>
                  </a:moveTo>
                  <a:cubicBezTo>
                    <a:pt x="8660" y="38921"/>
                    <a:pt x="17272" y="38397"/>
                    <a:pt x="25836" y="38683"/>
                  </a:cubicBezTo>
                  <a:cubicBezTo>
                    <a:pt x="31736" y="38873"/>
                    <a:pt x="33306" y="36827"/>
                    <a:pt x="33687" y="31022"/>
                  </a:cubicBezTo>
                  <a:cubicBezTo>
                    <a:pt x="35733" y="714"/>
                    <a:pt x="35923" y="714"/>
                    <a:pt x="5424" y="333"/>
                  </a:cubicBezTo>
                  <a:cubicBezTo>
                    <a:pt x="3616" y="333"/>
                    <a:pt x="1808" y="95"/>
                    <a:pt x="0" y="0"/>
                  </a:cubicBezTo>
                  <a:cubicBezTo>
                    <a:pt x="6518" y="13037"/>
                    <a:pt x="6281" y="26074"/>
                    <a:pt x="47" y="39111"/>
                  </a:cubicBezTo>
                  <a:close/>
                </a:path>
              </a:pathLst>
            </a:custGeom>
            <a:solidFill>
              <a:srgbClr val="1D98C4"/>
            </a:solidFill>
            <a:ln w="4754" cap="flat">
              <a:noFill/>
              <a:prstDash val="solid"/>
              <a:miter/>
            </a:ln>
          </p:spPr>
          <p:txBody>
            <a:bodyPr rtlCol="0" anchor="ctr"/>
            <a:lstStyle/>
            <a:p>
              <a:endParaRPr lang="en-US"/>
            </a:p>
          </p:txBody>
        </p:sp>
        <p:sp>
          <p:nvSpPr>
            <p:cNvPr id="146" name="Freeform: Shape 295">
              <a:extLst>
                <a:ext uri="{FF2B5EF4-FFF2-40B4-BE49-F238E27FC236}">
                  <a16:creationId xmlns:a16="http://schemas.microsoft.com/office/drawing/2014/main" id="{CE4713C2-C14A-445F-857F-FC8887931FAE}"/>
                </a:ext>
              </a:extLst>
            </p:cNvPr>
            <p:cNvSpPr/>
            <p:nvPr/>
          </p:nvSpPr>
          <p:spPr>
            <a:xfrm>
              <a:off x="2951868" y="2859374"/>
              <a:ext cx="4787" cy="39110"/>
            </a:xfrm>
            <a:custGeom>
              <a:avLst/>
              <a:gdLst>
                <a:gd name="connsiteX0" fmla="*/ 47 w 4787"/>
                <a:gd name="connsiteY0" fmla="*/ 39111 h 39110"/>
                <a:gd name="connsiteX1" fmla="*/ 0 w 4787"/>
                <a:gd name="connsiteY1" fmla="*/ 0 h 39110"/>
                <a:gd name="connsiteX2" fmla="*/ 0 w 4787"/>
                <a:gd name="connsiteY2" fmla="*/ 0 h 39110"/>
                <a:gd name="connsiteX3" fmla="*/ 47 w 4787"/>
                <a:gd name="connsiteY3" fmla="*/ 39111 h 39110"/>
              </a:gdLst>
              <a:ahLst/>
              <a:cxnLst>
                <a:cxn ang="0">
                  <a:pos x="connsiteX0" y="connsiteY0"/>
                </a:cxn>
                <a:cxn ang="0">
                  <a:pos x="connsiteX1" y="connsiteY1"/>
                </a:cxn>
                <a:cxn ang="0">
                  <a:pos x="connsiteX2" y="connsiteY2"/>
                </a:cxn>
                <a:cxn ang="0">
                  <a:pos x="connsiteX3" y="connsiteY3"/>
                </a:cxn>
              </a:cxnLst>
              <a:rect l="l" t="t" r="r" b="b"/>
              <a:pathLst>
                <a:path w="4787" h="39110">
                  <a:moveTo>
                    <a:pt x="47" y="39111"/>
                  </a:moveTo>
                  <a:cubicBezTo>
                    <a:pt x="6281" y="26074"/>
                    <a:pt x="6471" y="13037"/>
                    <a:pt x="0" y="0"/>
                  </a:cubicBezTo>
                  <a:lnTo>
                    <a:pt x="0" y="0"/>
                  </a:lnTo>
                  <a:cubicBezTo>
                    <a:pt x="47" y="13037"/>
                    <a:pt x="47" y="26074"/>
                    <a:pt x="47" y="39111"/>
                  </a:cubicBezTo>
                  <a:close/>
                </a:path>
              </a:pathLst>
            </a:custGeom>
            <a:solidFill>
              <a:srgbClr val="1D98C4"/>
            </a:solidFill>
            <a:ln w="4754" cap="flat">
              <a:noFill/>
              <a:prstDash val="solid"/>
              <a:miter/>
            </a:ln>
          </p:spPr>
          <p:txBody>
            <a:bodyPr rtlCol="0" anchor="ctr"/>
            <a:lstStyle/>
            <a:p>
              <a:endParaRPr lang="en-US"/>
            </a:p>
          </p:txBody>
        </p:sp>
        <p:sp>
          <p:nvSpPr>
            <p:cNvPr id="147" name="Freeform: Shape 296">
              <a:extLst>
                <a:ext uri="{FF2B5EF4-FFF2-40B4-BE49-F238E27FC236}">
                  <a16:creationId xmlns:a16="http://schemas.microsoft.com/office/drawing/2014/main" id="{78135AD8-82EE-47E8-9B27-2C6DAC5B54D0}"/>
                </a:ext>
              </a:extLst>
            </p:cNvPr>
            <p:cNvSpPr/>
            <p:nvPr/>
          </p:nvSpPr>
          <p:spPr>
            <a:xfrm>
              <a:off x="2954532" y="3114009"/>
              <a:ext cx="32991" cy="38368"/>
            </a:xfrm>
            <a:custGeom>
              <a:avLst/>
              <a:gdLst>
                <a:gd name="connsiteX0" fmla="*/ 0 w 32991"/>
                <a:gd name="connsiteY0" fmla="*/ 38174 h 38368"/>
                <a:gd name="connsiteX1" fmla="*/ 23172 w 32991"/>
                <a:gd name="connsiteY1" fmla="*/ 38317 h 38368"/>
                <a:gd name="connsiteX2" fmla="*/ 32688 w 32991"/>
                <a:gd name="connsiteY2" fmla="*/ 29276 h 38368"/>
                <a:gd name="connsiteX3" fmla="*/ 4092 w 32991"/>
                <a:gd name="connsiteY3" fmla="*/ 62 h 38368"/>
                <a:gd name="connsiteX4" fmla="*/ 0 w 32991"/>
                <a:gd name="connsiteY4" fmla="*/ 110 h 38368"/>
                <a:gd name="connsiteX5" fmla="*/ 0 w 32991"/>
                <a:gd name="connsiteY5" fmla="*/ 110 h 38368"/>
                <a:gd name="connsiteX6" fmla="*/ 0 w 32991"/>
                <a:gd name="connsiteY6" fmla="*/ 38174 h 38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91" h="38368">
                  <a:moveTo>
                    <a:pt x="0" y="38174"/>
                  </a:moveTo>
                  <a:cubicBezTo>
                    <a:pt x="7708" y="38174"/>
                    <a:pt x="15464" y="37841"/>
                    <a:pt x="23172" y="38317"/>
                  </a:cubicBezTo>
                  <a:cubicBezTo>
                    <a:pt x="30071" y="38745"/>
                    <a:pt x="32402" y="36604"/>
                    <a:pt x="32688" y="29276"/>
                  </a:cubicBezTo>
                  <a:cubicBezTo>
                    <a:pt x="33687" y="-318"/>
                    <a:pt x="33972" y="-271"/>
                    <a:pt x="4092" y="62"/>
                  </a:cubicBezTo>
                  <a:cubicBezTo>
                    <a:pt x="2712" y="62"/>
                    <a:pt x="1380" y="110"/>
                    <a:pt x="0" y="110"/>
                  </a:cubicBezTo>
                  <a:lnTo>
                    <a:pt x="0" y="110"/>
                  </a:lnTo>
                  <a:cubicBezTo>
                    <a:pt x="6471" y="12766"/>
                    <a:pt x="6376" y="25470"/>
                    <a:pt x="0" y="38174"/>
                  </a:cubicBezTo>
                  <a:close/>
                </a:path>
              </a:pathLst>
            </a:custGeom>
            <a:solidFill>
              <a:srgbClr val="1E97C3"/>
            </a:solidFill>
            <a:ln w="4754" cap="flat">
              <a:noFill/>
              <a:prstDash val="solid"/>
              <a:miter/>
            </a:ln>
          </p:spPr>
          <p:txBody>
            <a:bodyPr rtlCol="0" anchor="ctr"/>
            <a:lstStyle/>
            <a:p>
              <a:endParaRPr lang="en-US"/>
            </a:p>
          </p:txBody>
        </p:sp>
        <p:sp>
          <p:nvSpPr>
            <p:cNvPr id="148" name="Freeform: Shape 297">
              <a:extLst>
                <a:ext uri="{FF2B5EF4-FFF2-40B4-BE49-F238E27FC236}">
                  <a16:creationId xmlns:a16="http://schemas.microsoft.com/office/drawing/2014/main" id="{4AA7A0C4-4DC7-457C-B1AC-A7C17D2B9967}"/>
                </a:ext>
              </a:extLst>
            </p:cNvPr>
            <p:cNvSpPr/>
            <p:nvPr/>
          </p:nvSpPr>
          <p:spPr>
            <a:xfrm>
              <a:off x="2954532" y="3114119"/>
              <a:ext cx="4781" cy="38064"/>
            </a:xfrm>
            <a:custGeom>
              <a:avLst/>
              <a:gdLst>
                <a:gd name="connsiteX0" fmla="*/ 0 w 4781"/>
                <a:gd name="connsiteY0" fmla="*/ 38064 h 38064"/>
                <a:gd name="connsiteX1" fmla="*/ 0 w 4781"/>
                <a:gd name="connsiteY1" fmla="*/ 38064 h 38064"/>
                <a:gd name="connsiteX2" fmla="*/ 0 w 4781"/>
                <a:gd name="connsiteY2" fmla="*/ 0 h 38064"/>
                <a:gd name="connsiteX3" fmla="*/ 0 w 4781"/>
                <a:gd name="connsiteY3" fmla="*/ 0 h 38064"/>
                <a:gd name="connsiteX4" fmla="*/ 0 w 4781"/>
                <a:gd name="connsiteY4" fmla="*/ 0 h 38064"/>
                <a:gd name="connsiteX5" fmla="*/ 0 w 4781"/>
                <a:gd name="connsiteY5" fmla="*/ 38064 h 38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81" h="38064">
                  <a:moveTo>
                    <a:pt x="0" y="38064"/>
                  </a:moveTo>
                  <a:lnTo>
                    <a:pt x="0" y="38064"/>
                  </a:lnTo>
                  <a:cubicBezTo>
                    <a:pt x="6328" y="25360"/>
                    <a:pt x="6423" y="12657"/>
                    <a:pt x="0" y="0"/>
                  </a:cubicBezTo>
                  <a:lnTo>
                    <a:pt x="0" y="0"/>
                  </a:lnTo>
                  <a:lnTo>
                    <a:pt x="0" y="0"/>
                  </a:lnTo>
                  <a:cubicBezTo>
                    <a:pt x="0" y="12704"/>
                    <a:pt x="0" y="25360"/>
                    <a:pt x="0" y="38064"/>
                  </a:cubicBezTo>
                  <a:close/>
                </a:path>
              </a:pathLst>
            </a:custGeom>
            <a:solidFill>
              <a:srgbClr val="1E97C3"/>
            </a:solidFill>
            <a:ln w="4754" cap="flat">
              <a:noFill/>
              <a:prstDash val="solid"/>
              <a:miter/>
            </a:ln>
          </p:spPr>
          <p:txBody>
            <a:bodyPr rtlCol="0" anchor="ctr"/>
            <a:lstStyle/>
            <a:p>
              <a:endParaRPr lang="en-US"/>
            </a:p>
          </p:txBody>
        </p:sp>
        <p:sp>
          <p:nvSpPr>
            <p:cNvPr id="149" name="Freeform: Shape 298">
              <a:extLst>
                <a:ext uri="{FF2B5EF4-FFF2-40B4-BE49-F238E27FC236}">
                  <a16:creationId xmlns:a16="http://schemas.microsoft.com/office/drawing/2014/main" id="{B80A048B-D8C7-44F1-8C2E-473F5E94E984}"/>
                </a:ext>
              </a:extLst>
            </p:cNvPr>
            <p:cNvSpPr/>
            <p:nvPr/>
          </p:nvSpPr>
          <p:spPr>
            <a:xfrm>
              <a:off x="2955056" y="2986400"/>
              <a:ext cx="32000" cy="37953"/>
            </a:xfrm>
            <a:custGeom>
              <a:avLst/>
              <a:gdLst>
                <a:gd name="connsiteX0" fmla="*/ 2284 w 32000"/>
                <a:gd name="connsiteY0" fmla="*/ 29180 h 37953"/>
                <a:gd name="connsiteX1" fmla="*/ 20697 w 32000"/>
                <a:gd name="connsiteY1" fmla="*/ 34699 h 37953"/>
                <a:gd name="connsiteX2" fmla="*/ 24837 w 32000"/>
                <a:gd name="connsiteY2" fmla="*/ 37887 h 37953"/>
                <a:gd name="connsiteX3" fmla="*/ 31451 w 32000"/>
                <a:gd name="connsiteY3" fmla="*/ 33605 h 37953"/>
                <a:gd name="connsiteX4" fmla="*/ 29500 w 32000"/>
                <a:gd name="connsiteY4" fmla="*/ 3201 h 37953"/>
                <a:gd name="connsiteX5" fmla="*/ 5377 w 32000"/>
                <a:gd name="connsiteY5" fmla="*/ 1250 h 37953"/>
                <a:gd name="connsiteX6" fmla="*/ 0 w 32000"/>
                <a:gd name="connsiteY6" fmla="*/ 1393 h 37953"/>
                <a:gd name="connsiteX7" fmla="*/ 0 w 32000"/>
                <a:gd name="connsiteY7" fmla="*/ 1393 h 37953"/>
                <a:gd name="connsiteX8" fmla="*/ 904 w 32000"/>
                <a:gd name="connsiteY8" fmla="*/ 9387 h 37953"/>
                <a:gd name="connsiteX9" fmla="*/ 2284 w 32000"/>
                <a:gd name="connsiteY9" fmla="*/ 29180 h 37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000" h="37953">
                  <a:moveTo>
                    <a:pt x="2284" y="29180"/>
                  </a:moveTo>
                  <a:cubicBezTo>
                    <a:pt x="6233" y="36222"/>
                    <a:pt x="14750" y="32035"/>
                    <a:pt x="20697" y="34699"/>
                  </a:cubicBezTo>
                  <a:cubicBezTo>
                    <a:pt x="22363" y="35461"/>
                    <a:pt x="23838" y="36317"/>
                    <a:pt x="24837" y="37887"/>
                  </a:cubicBezTo>
                  <a:cubicBezTo>
                    <a:pt x="28073" y="38030"/>
                    <a:pt x="31546" y="38363"/>
                    <a:pt x="31451" y="33605"/>
                  </a:cubicBezTo>
                  <a:cubicBezTo>
                    <a:pt x="31213" y="23280"/>
                    <a:pt x="33782" y="11433"/>
                    <a:pt x="29500" y="3201"/>
                  </a:cubicBezTo>
                  <a:cubicBezTo>
                    <a:pt x="26264" y="-3032"/>
                    <a:pt x="13751" y="1869"/>
                    <a:pt x="5377" y="1250"/>
                  </a:cubicBezTo>
                  <a:cubicBezTo>
                    <a:pt x="3616" y="1108"/>
                    <a:pt x="1760" y="1298"/>
                    <a:pt x="0" y="1393"/>
                  </a:cubicBezTo>
                  <a:cubicBezTo>
                    <a:pt x="0" y="1393"/>
                    <a:pt x="0" y="1393"/>
                    <a:pt x="0" y="1393"/>
                  </a:cubicBezTo>
                  <a:cubicBezTo>
                    <a:pt x="333" y="4058"/>
                    <a:pt x="856" y="6675"/>
                    <a:pt x="904" y="9387"/>
                  </a:cubicBezTo>
                  <a:cubicBezTo>
                    <a:pt x="952" y="16000"/>
                    <a:pt x="-1047" y="23185"/>
                    <a:pt x="2284" y="29180"/>
                  </a:cubicBezTo>
                  <a:close/>
                </a:path>
              </a:pathLst>
            </a:custGeom>
            <a:solidFill>
              <a:srgbClr val="1E97C2"/>
            </a:solidFill>
            <a:ln w="4754" cap="flat">
              <a:noFill/>
              <a:prstDash val="solid"/>
              <a:miter/>
            </a:ln>
          </p:spPr>
          <p:txBody>
            <a:bodyPr rtlCol="0" anchor="ctr"/>
            <a:lstStyle/>
            <a:p>
              <a:endParaRPr lang="en-US"/>
            </a:p>
          </p:txBody>
        </p:sp>
        <p:sp>
          <p:nvSpPr>
            <p:cNvPr id="150" name="Freeform: Shape 299">
              <a:extLst>
                <a:ext uri="{FF2B5EF4-FFF2-40B4-BE49-F238E27FC236}">
                  <a16:creationId xmlns:a16="http://schemas.microsoft.com/office/drawing/2014/main" id="{A267071C-5F1C-4EC5-87E4-05FE32DA0B08}"/>
                </a:ext>
              </a:extLst>
            </p:cNvPr>
            <p:cNvSpPr/>
            <p:nvPr/>
          </p:nvSpPr>
          <p:spPr>
            <a:xfrm>
              <a:off x="2950683" y="2987745"/>
              <a:ext cx="29209" cy="36555"/>
            </a:xfrm>
            <a:custGeom>
              <a:avLst/>
              <a:gdLst>
                <a:gd name="connsiteX0" fmla="*/ 2850 w 29209"/>
                <a:gd name="connsiteY0" fmla="*/ 32497 h 36555"/>
                <a:gd name="connsiteX1" fmla="*/ 25213 w 29209"/>
                <a:gd name="connsiteY1" fmla="*/ 35875 h 36555"/>
                <a:gd name="connsiteX2" fmla="*/ 29209 w 29209"/>
                <a:gd name="connsiteY2" fmla="*/ 36542 h 36555"/>
                <a:gd name="connsiteX3" fmla="*/ 25070 w 29209"/>
                <a:gd name="connsiteY3" fmla="*/ 33354 h 36555"/>
                <a:gd name="connsiteX4" fmla="*/ 6656 w 29209"/>
                <a:gd name="connsiteY4" fmla="*/ 27834 h 36555"/>
                <a:gd name="connsiteX5" fmla="*/ 5229 w 29209"/>
                <a:gd name="connsiteY5" fmla="*/ 7993 h 36555"/>
                <a:gd name="connsiteX6" fmla="*/ 4325 w 29209"/>
                <a:gd name="connsiteY6" fmla="*/ 0 h 36555"/>
                <a:gd name="connsiteX7" fmla="*/ 2850 w 29209"/>
                <a:gd name="connsiteY7" fmla="*/ 32497 h 36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209" h="36555">
                  <a:moveTo>
                    <a:pt x="2850" y="32497"/>
                  </a:moveTo>
                  <a:cubicBezTo>
                    <a:pt x="5610" y="40205"/>
                    <a:pt x="17552" y="34258"/>
                    <a:pt x="25213" y="35875"/>
                  </a:cubicBezTo>
                  <a:cubicBezTo>
                    <a:pt x="26545" y="36161"/>
                    <a:pt x="27877" y="36304"/>
                    <a:pt x="29209" y="36542"/>
                  </a:cubicBezTo>
                  <a:cubicBezTo>
                    <a:pt x="28210" y="34971"/>
                    <a:pt x="26735" y="34115"/>
                    <a:pt x="25070" y="33354"/>
                  </a:cubicBezTo>
                  <a:cubicBezTo>
                    <a:pt x="19075" y="30737"/>
                    <a:pt x="10606" y="34876"/>
                    <a:pt x="6656" y="27834"/>
                  </a:cubicBezTo>
                  <a:cubicBezTo>
                    <a:pt x="3326" y="21840"/>
                    <a:pt x="5324" y="14655"/>
                    <a:pt x="5229" y="7993"/>
                  </a:cubicBezTo>
                  <a:cubicBezTo>
                    <a:pt x="5181" y="5281"/>
                    <a:pt x="4658" y="2664"/>
                    <a:pt x="4325" y="0"/>
                  </a:cubicBezTo>
                  <a:cubicBezTo>
                    <a:pt x="-1765" y="10563"/>
                    <a:pt x="-623" y="22791"/>
                    <a:pt x="2850" y="32497"/>
                  </a:cubicBezTo>
                  <a:close/>
                </a:path>
              </a:pathLst>
            </a:custGeom>
            <a:solidFill>
              <a:srgbClr val="1E97C2"/>
            </a:solidFill>
            <a:ln w="4754" cap="flat">
              <a:noFill/>
              <a:prstDash val="solid"/>
              <a:miter/>
            </a:ln>
          </p:spPr>
          <p:txBody>
            <a:bodyPr rtlCol="0" anchor="ctr"/>
            <a:lstStyle/>
            <a:p>
              <a:endParaRPr lang="en-US"/>
            </a:p>
          </p:txBody>
        </p:sp>
        <p:sp>
          <p:nvSpPr>
            <p:cNvPr id="151" name="Freeform: Shape 300">
              <a:extLst>
                <a:ext uri="{FF2B5EF4-FFF2-40B4-BE49-F238E27FC236}">
                  <a16:creationId xmlns:a16="http://schemas.microsoft.com/office/drawing/2014/main" id="{CC872514-9E52-4EE5-8AF7-CFBCCE3FA7B4}"/>
                </a:ext>
              </a:extLst>
            </p:cNvPr>
            <p:cNvSpPr/>
            <p:nvPr/>
          </p:nvSpPr>
          <p:spPr>
            <a:xfrm>
              <a:off x="2952010" y="2925130"/>
              <a:ext cx="34652" cy="37251"/>
            </a:xfrm>
            <a:custGeom>
              <a:avLst/>
              <a:gdLst>
                <a:gd name="connsiteX0" fmla="*/ 17700 w 34652"/>
                <a:gd name="connsiteY0" fmla="*/ 4092 h 37251"/>
                <a:gd name="connsiteX1" fmla="*/ 3806 w 34652"/>
                <a:gd name="connsiteY1" fmla="*/ 18699 h 37251"/>
                <a:gd name="connsiteX2" fmla="*/ 0 w 34652"/>
                <a:gd name="connsiteY2" fmla="*/ 36827 h 37251"/>
                <a:gd name="connsiteX3" fmla="*/ 31927 w 34652"/>
                <a:gd name="connsiteY3" fmla="*/ 33734 h 37251"/>
                <a:gd name="connsiteX4" fmla="*/ 32926 w 34652"/>
                <a:gd name="connsiteY4" fmla="*/ 0 h 37251"/>
                <a:gd name="connsiteX5" fmla="*/ 17700 w 34652"/>
                <a:gd name="connsiteY5" fmla="*/ 4092 h 37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652" h="37251">
                  <a:moveTo>
                    <a:pt x="17700" y="4092"/>
                  </a:moveTo>
                  <a:cubicBezTo>
                    <a:pt x="6947" y="3426"/>
                    <a:pt x="3188" y="8612"/>
                    <a:pt x="3806" y="18699"/>
                  </a:cubicBezTo>
                  <a:cubicBezTo>
                    <a:pt x="4187" y="24980"/>
                    <a:pt x="3949" y="31355"/>
                    <a:pt x="0" y="36827"/>
                  </a:cubicBezTo>
                  <a:cubicBezTo>
                    <a:pt x="10896" y="34163"/>
                    <a:pt x="26693" y="41109"/>
                    <a:pt x="31927" y="33734"/>
                  </a:cubicBezTo>
                  <a:cubicBezTo>
                    <a:pt x="37351" y="26074"/>
                    <a:pt x="33021" y="11514"/>
                    <a:pt x="32926" y="0"/>
                  </a:cubicBezTo>
                  <a:cubicBezTo>
                    <a:pt x="28596" y="4092"/>
                    <a:pt x="23077" y="4425"/>
                    <a:pt x="17700" y="4092"/>
                  </a:cubicBezTo>
                  <a:close/>
                </a:path>
              </a:pathLst>
            </a:custGeom>
            <a:solidFill>
              <a:srgbClr val="1E99C5"/>
            </a:solidFill>
            <a:ln w="4754" cap="flat">
              <a:noFill/>
              <a:prstDash val="solid"/>
              <a:miter/>
            </a:ln>
          </p:spPr>
          <p:txBody>
            <a:bodyPr rtlCol="0" anchor="ctr"/>
            <a:lstStyle/>
            <a:p>
              <a:endParaRPr lang="en-US"/>
            </a:p>
          </p:txBody>
        </p:sp>
        <p:sp>
          <p:nvSpPr>
            <p:cNvPr id="152" name="Freeform: Shape 301">
              <a:extLst>
                <a:ext uri="{FF2B5EF4-FFF2-40B4-BE49-F238E27FC236}">
                  <a16:creationId xmlns:a16="http://schemas.microsoft.com/office/drawing/2014/main" id="{1799485E-7851-4008-9ECA-30F5BA7D0E0D}"/>
                </a:ext>
              </a:extLst>
            </p:cNvPr>
            <p:cNvSpPr/>
            <p:nvPr/>
          </p:nvSpPr>
          <p:spPr>
            <a:xfrm>
              <a:off x="2951963" y="2925130"/>
              <a:ext cx="32973" cy="36827"/>
            </a:xfrm>
            <a:custGeom>
              <a:avLst/>
              <a:gdLst>
                <a:gd name="connsiteX0" fmla="*/ 0 w 32973"/>
                <a:gd name="connsiteY0" fmla="*/ 34163 h 36827"/>
                <a:gd name="connsiteX1" fmla="*/ 48 w 32973"/>
                <a:gd name="connsiteY1" fmla="*/ 36827 h 36827"/>
                <a:gd name="connsiteX2" fmla="*/ 3854 w 32973"/>
                <a:gd name="connsiteY2" fmla="*/ 18699 h 36827"/>
                <a:gd name="connsiteX3" fmla="*/ 17748 w 32973"/>
                <a:gd name="connsiteY3" fmla="*/ 4092 h 36827"/>
                <a:gd name="connsiteX4" fmla="*/ 32973 w 32973"/>
                <a:gd name="connsiteY4" fmla="*/ 0 h 36827"/>
                <a:gd name="connsiteX5" fmla="*/ 0 w 32973"/>
                <a:gd name="connsiteY5" fmla="*/ 34163 h 36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973" h="36827">
                  <a:moveTo>
                    <a:pt x="0" y="34163"/>
                  </a:moveTo>
                  <a:cubicBezTo>
                    <a:pt x="0" y="35067"/>
                    <a:pt x="48" y="35971"/>
                    <a:pt x="48" y="36827"/>
                  </a:cubicBezTo>
                  <a:cubicBezTo>
                    <a:pt x="4045" y="31355"/>
                    <a:pt x="4235" y="24980"/>
                    <a:pt x="3854" y="18699"/>
                  </a:cubicBezTo>
                  <a:cubicBezTo>
                    <a:pt x="3235" y="8612"/>
                    <a:pt x="6994" y="3426"/>
                    <a:pt x="17748" y="4092"/>
                  </a:cubicBezTo>
                  <a:cubicBezTo>
                    <a:pt x="23124" y="4425"/>
                    <a:pt x="28643" y="4092"/>
                    <a:pt x="32973" y="0"/>
                  </a:cubicBezTo>
                  <a:cubicBezTo>
                    <a:pt x="48" y="619"/>
                    <a:pt x="48" y="619"/>
                    <a:pt x="0" y="34163"/>
                  </a:cubicBezTo>
                  <a:close/>
                </a:path>
              </a:pathLst>
            </a:custGeom>
            <a:solidFill>
              <a:srgbClr val="1E99C5"/>
            </a:solidFill>
            <a:ln w="4754" cap="flat">
              <a:noFill/>
              <a:prstDash val="solid"/>
              <a:miter/>
            </a:ln>
          </p:spPr>
          <p:txBody>
            <a:bodyPr rtlCol="0" anchor="ctr"/>
            <a:lstStyle/>
            <a:p>
              <a:endParaRPr lang="en-US"/>
            </a:p>
          </p:txBody>
        </p:sp>
        <p:sp>
          <p:nvSpPr>
            <p:cNvPr id="153" name="Freeform: Shape 302">
              <a:extLst>
                <a:ext uri="{FF2B5EF4-FFF2-40B4-BE49-F238E27FC236}">
                  <a16:creationId xmlns:a16="http://schemas.microsoft.com/office/drawing/2014/main" id="{49FC31EB-F1DD-4246-931C-40523AB3B203}"/>
                </a:ext>
              </a:extLst>
            </p:cNvPr>
            <p:cNvSpPr/>
            <p:nvPr/>
          </p:nvSpPr>
          <p:spPr>
            <a:xfrm>
              <a:off x="2952010" y="2794093"/>
              <a:ext cx="34311" cy="37047"/>
            </a:xfrm>
            <a:custGeom>
              <a:avLst/>
              <a:gdLst>
                <a:gd name="connsiteX0" fmla="*/ 18366 w 34311"/>
                <a:gd name="connsiteY0" fmla="*/ 3854 h 37047"/>
                <a:gd name="connsiteX1" fmla="*/ 3759 w 34311"/>
                <a:gd name="connsiteY1" fmla="*/ 19413 h 37047"/>
                <a:gd name="connsiteX2" fmla="*/ 0 w 34311"/>
                <a:gd name="connsiteY2" fmla="*/ 36351 h 37047"/>
                <a:gd name="connsiteX3" fmla="*/ 31784 w 34311"/>
                <a:gd name="connsiteY3" fmla="*/ 32926 h 37047"/>
                <a:gd name="connsiteX4" fmla="*/ 32450 w 34311"/>
                <a:gd name="connsiteY4" fmla="*/ 0 h 37047"/>
                <a:gd name="connsiteX5" fmla="*/ 32450 w 34311"/>
                <a:gd name="connsiteY5" fmla="*/ 0 h 37047"/>
                <a:gd name="connsiteX6" fmla="*/ 18366 w 34311"/>
                <a:gd name="connsiteY6" fmla="*/ 3854 h 3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11" h="37047">
                  <a:moveTo>
                    <a:pt x="18366" y="3854"/>
                  </a:moveTo>
                  <a:cubicBezTo>
                    <a:pt x="6756" y="2998"/>
                    <a:pt x="2950" y="8660"/>
                    <a:pt x="3759" y="19413"/>
                  </a:cubicBezTo>
                  <a:cubicBezTo>
                    <a:pt x="4187" y="25313"/>
                    <a:pt x="3902" y="31308"/>
                    <a:pt x="0" y="36351"/>
                  </a:cubicBezTo>
                  <a:cubicBezTo>
                    <a:pt x="10848" y="33830"/>
                    <a:pt x="26074" y="41347"/>
                    <a:pt x="31784" y="32926"/>
                  </a:cubicBezTo>
                  <a:cubicBezTo>
                    <a:pt x="36970" y="25313"/>
                    <a:pt x="32593" y="11229"/>
                    <a:pt x="32450" y="0"/>
                  </a:cubicBezTo>
                  <a:cubicBezTo>
                    <a:pt x="32450" y="0"/>
                    <a:pt x="32450" y="0"/>
                    <a:pt x="32450" y="0"/>
                  </a:cubicBezTo>
                  <a:cubicBezTo>
                    <a:pt x="28406" y="3711"/>
                    <a:pt x="23362" y="4235"/>
                    <a:pt x="18366" y="3854"/>
                  </a:cubicBezTo>
                  <a:close/>
                </a:path>
              </a:pathLst>
            </a:custGeom>
            <a:solidFill>
              <a:srgbClr val="1D99C6"/>
            </a:solidFill>
            <a:ln w="4754" cap="flat">
              <a:noFill/>
              <a:prstDash val="solid"/>
              <a:miter/>
            </a:ln>
          </p:spPr>
          <p:txBody>
            <a:bodyPr rtlCol="0" anchor="ctr"/>
            <a:lstStyle/>
            <a:p>
              <a:endParaRPr lang="en-US"/>
            </a:p>
          </p:txBody>
        </p:sp>
        <p:sp>
          <p:nvSpPr>
            <p:cNvPr id="154" name="Freeform: Shape 303">
              <a:extLst>
                <a:ext uri="{FF2B5EF4-FFF2-40B4-BE49-F238E27FC236}">
                  <a16:creationId xmlns:a16="http://schemas.microsoft.com/office/drawing/2014/main" id="{7A954D04-7E63-4C85-B5F0-22A722377818}"/>
                </a:ext>
              </a:extLst>
            </p:cNvPr>
            <p:cNvSpPr/>
            <p:nvPr/>
          </p:nvSpPr>
          <p:spPr>
            <a:xfrm>
              <a:off x="2951868" y="2793998"/>
              <a:ext cx="32591" cy="36398"/>
            </a:xfrm>
            <a:custGeom>
              <a:avLst/>
              <a:gdLst>
                <a:gd name="connsiteX0" fmla="*/ 47 w 32591"/>
                <a:gd name="connsiteY0" fmla="*/ 33687 h 36398"/>
                <a:gd name="connsiteX1" fmla="*/ 142 w 32591"/>
                <a:gd name="connsiteY1" fmla="*/ 36399 h 36398"/>
                <a:gd name="connsiteX2" fmla="*/ 3901 w 32591"/>
                <a:gd name="connsiteY2" fmla="*/ 19460 h 36398"/>
                <a:gd name="connsiteX3" fmla="*/ 18508 w 32591"/>
                <a:gd name="connsiteY3" fmla="*/ 3901 h 36398"/>
                <a:gd name="connsiteX4" fmla="*/ 32592 w 32591"/>
                <a:gd name="connsiteY4" fmla="*/ 0 h 36398"/>
                <a:gd name="connsiteX5" fmla="*/ 47 w 32591"/>
                <a:gd name="connsiteY5" fmla="*/ 33687 h 36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591" h="36398">
                  <a:moveTo>
                    <a:pt x="47" y="33687"/>
                  </a:moveTo>
                  <a:cubicBezTo>
                    <a:pt x="47" y="34591"/>
                    <a:pt x="94" y="35495"/>
                    <a:pt x="142" y="36399"/>
                  </a:cubicBezTo>
                  <a:cubicBezTo>
                    <a:pt x="4044" y="31355"/>
                    <a:pt x="4329" y="25360"/>
                    <a:pt x="3901" y="19460"/>
                  </a:cubicBezTo>
                  <a:cubicBezTo>
                    <a:pt x="3139" y="8707"/>
                    <a:pt x="6946" y="3045"/>
                    <a:pt x="18508" y="3901"/>
                  </a:cubicBezTo>
                  <a:cubicBezTo>
                    <a:pt x="23504" y="4282"/>
                    <a:pt x="28548" y="3759"/>
                    <a:pt x="32592" y="0"/>
                  </a:cubicBezTo>
                  <a:cubicBezTo>
                    <a:pt x="-239" y="190"/>
                    <a:pt x="-239" y="190"/>
                    <a:pt x="47" y="33687"/>
                  </a:cubicBezTo>
                  <a:close/>
                </a:path>
              </a:pathLst>
            </a:custGeom>
            <a:solidFill>
              <a:srgbClr val="1D99C6"/>
            </a:solidFill>
            <a:ln w="4754" cap="flat">
              <a:noFill/>
              <a:prstDash val="solid"/>
              <a:miter/>
            </a:ln>
          </p:spPr>
          <p:txBody>
            <a:bodyPr rtlCol="0" anchor="ctr"/>
            <a:lstStyle/>
            <a:p>
              <a:endParaRPr lang="en-US"/>
            </a:p>
          </p:txBody>
        </p:sp>
        <p:sp>
          <p:nvSpPr>
            <p:cNvPr id="155" name="Freeform: Shape 304">
              <a:extLst>
                <a:ext uri="{FF2B5EF4-FFF2-40B4-BE49-F238E27FC236}">
                  <a16:creationId xmlns:a16="http://schemas.microsoft.com/office/drawing/2014/main" id="{3247FD4B-D419-4B68-8002-6FFE7755C0C0}"/>
                </a:ext>
              </a:extLst>
            </p:cNvPr>
            <p:cNvSpPr/>
            <p:nvPr/>
          </p:nvSpPr>
          <p:spPr>
            <a:xfrm>
              <a:off x="2951868" y="3049838"/>
              <a:ext cx="32687" cy="32878"/>
            </a:xfrm>
            <a:custGeom>
              <a:avLst/>
              <a:gdLst>
                <a:gd name="connsiteX0" fmla="*/ 6613 w 32687"/>
                <a:gd name="connsiteY0" fmla="*/ 21173 h 32878"/>
                <a:gd name="connsiteX1" fmla="*/ 17795 w 32687"/>
                <a:gd name="connsiteY1" fmla="*/ 32878 h 32878"/>
                <a:gd name="connsiteX2" fmla="*/ 28881 w 32687"/>
                <a:gd name="connsiteY2" fmla="*/ 21031 h 32878"/>
                <a:gd name="connsiteX3" fmla="*/ 32688 w 32687"/>
                <a:gd name="connsiteY3" fmla="*/ 1570 h 32878"/>
                <a:gd name="connsiteX4" fmla="*/ 32688 w 32687"/>
                <a:gd name="connsiteY4" fmla="*/ 1570 h 32878"/>
                <a:gd name="connsiteX5" fmla="*/ 32688 w 32687"/>
                <a:gd name="connsiteY5" fmla="*/ 1570 h 32878"/>
                <a:gd name="connsiteX6" fmla="*/ 0 w 32687"/>
                <a:gd name="connsiteY6" fmla="*/ 0 h 32878"/>
                <a:gd name="connsiteX7" fmla="*/ 6613 w 32687"/>
                <a:gd name="connsiteY7" fmla="*/ 21173 h 3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87" h="32878">
                  <a:moveTo>
                    <a:pt x="6613" y="21173"/>
                  </a:moveTo>
                  <a:cubicBezTo>
                    <a:pt x="6376" y="28881"/>
                    <a:pt x="9516" y="32878"/>
                    <a:pt x="17795" y="32878"/>
                  </a:cubicBezTo>
                  <a:cubicBezTo>
                    <a:pt x="26169" y="32878"/>
                    <a:pt x="28786" y="28691"/>
                    <a:pt x="28881" y="21031"/>
                  </a:cubicBezTo>
                  <a:cubicBezTo>
                    <a:pt x="28976" y="14369"/>
                    <a:pt x="27644" y="7280"/>
                    <a:pt x="32688" y="1570"/>
                  </a:cubicBezTo>
                  <a:cubicBezTo>
                    <a:pt x="32688" y="1570"/>
                    <a:pt x="32688" y="1570"/>
                    <a:pt x="32688" y="1570"/>
                  </a:cubicBezTo>
                  <a:cubicBezTo>
                    <a:pt x="32688" y="1570"/>
                    <a:pt x="32688" y="1570"/>
                    <a:pt x="32688" y="1570"/>
                  </a:cubicBezTo>
                  <a:cubicBezTo>
                    <a:pt x="21792" y="1047"/>
                    <a:pt x="10896" y="523"/>
                    <a:pt x="0" y="0"/>
                  </a:cubicBezTo>
                  <a:cubicBezTo>
                    <a:pt x="6328" y="5757"/>
                    <a:pt x="6852" y="13370"/>
                    <a:pt x="6613" y="21173"/>
                  </a:cubicBezTo>
                  <a:close/>
                </a:path>
              </a:pathLst>
            </a:custGeom>
            <a:solidFill>
              <a:srgbClr val="1E99C6"/>
            </a:solidFill>
            <a:ln w="4754" cap="flat">
              <a:noFill/>
              <a:prstDash val="solid"/>
              <a:miter/>
            </a:ln>
          </p:spPr>
          <p:txBody>
            <a:bodyPr rtlCol="0" anchor="ctr"/>
            <a:lstStyle/>
            <a:p>
              <a:endParaRPr lang="en-US"/>
            </a:p>
          </p:txBody>
        </p:sp>
        <p:sp>
          <p:nvSpPr>
            <p:cNvPr id="156" name="Freeform: Shape 305">
              <a:extLst>
                <a:ext uri="{FF2B5EF4-FFF2-40B4-BE49-F238E27FC236}">
                  <a16:creationId xmlns:a16="http://schemas.microsoft.com/office/drawing/2014/main" id="{436505C2-3A55-4561-9645-17FF3569B113}"/>
                </a:ext>
              </a:extLst>
            </p:cNvPr>
            <p:cNvSpPr/>
            <p:nvPr/>
          </p:nvSpPr>
          <p:spPr>
            <a:xfrm>
              <a:off x="2951963" y="3049790"/>
              <a:ext cx="32735" cy="38313"/>
            </a:xfrm>
            <a:custGeom>
              <a:avLst/>
              <a:gdLst>
                <a:gd name="connsiteX0" fmla="*/ 2474 w 32735"/>
                <a:gd name="connsiteY0" fmla="*/ 28263 h 38313"/>
                <a:gd name="connsiteX1" fmla="*/ 8517 w 32735"/>
                <a:gd name="connsiteY1" fmla="*/ 36970 h 38313"/>
                <a:gd name="connsiteX2" fmla="*/ 32735 w 32735"/>
                <a:gd name="connsiteY2" fmla="*/ 17938 h 38313"/>
                <a:gd name="connsiteX3" fmla="*/ 32640 w 32735"/>
                <a:gd name="connsiteY3" fmla="*/ 1618 h 38313"/>
                <a:gd name="connsiteX4" fmla="*/ 32640 w 32735"/>
                <a:gd name="connsiteY4" fmla="*/ 1618 h 38313"/>
                <a:gd name="connsiteX5" fmla="*/ 28834 w 32735"/>
                <a:gd name="connsiteY5" fmla="*/ 21078 h 38313"/>
                <a:gd name="connsiteX6" fmla="*/ 17748 w 32735"/>
                <a:gd name="connsiteY6" fmla="*/ 32926 h 38313"/>
                <a:gd name="connsiteX7" fmla="*/ 6566 w 32735"/>
                <a:gd name="connsiteY7" fmla="*/ 21221 h 38313"/>
                <a:gd name="connsiteX8" fmla="*/ 0 w 32735"/>
                <a:gd name="connsiteY8" fmla="*/ 0 h 38313"/>
                <a:gd name="connsiteX9" fmla="*/ 0 w 32735"/>
                <a:gd name="connsiteY9" fmla="*/ 0 h 38313"/>
                <a:gd name="connsiteX10" fmla="*/ 2474 w 32735"/>
                <a:gd name="connsiteY10" fmla="*/ 28263 h 38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735" h="38313">
                  <a:moveTo>
                    <a:pt x="2474" y="28263"/>
                  </a:moveTo>
                  <a:cubicBezTo>
                    <a:pt x="2664" y="32545"/>
                    <a:pt x="2855" y="35828"/>
                    <a:pt x="8517" y="36970"/>
                  </a:cubicBezTo>
                  <a:cubicBezTo>
                    <a:pt x="27787" y="40776"/>
                    <a:pt x="32735" y="37113"/>
                    <a:pt x="32735" y="17938"/>
                  </a:cubicBezTo>
                  <a:cubicBezTo>
                    <a:pt x="32735" y="12514"/>
                    <a:pt x="32688" y="7042"/>
                    <a:pt x="32640" y="1618"/>
                  </a:cubicBezTo>
                  <a:cubicBezTo>
                    <a:pt x="32640" y="1618"/>
                    <a:pt x="32640" y="1618"/>
                    <a:pt x="32640" y="1618"/>
                  </a:cubicBezTo>
                  <a:cubicBezTo>
                    <a:pt x="27549" y="7375"/>
                    <a:pt x="28881" y="14465"/>
                    <a:pt x="28834" y="21078"/>
                  </a:cubicBezTo>
                  <a:cubicBezTo>
                    <a:pt x="28739" y="28691"/>
                    <a:pt x="26122" y="32878"/>
                    <a:pt x="17748" y="32926"/>
                  </a:cubicBezTo>
                  <a:cubicBezTo>
                    <a:pt x="9468" y="32926"/>
                    <a:pt x="6328" y="28977"/>
                    <a:pt x="6566" y="21221"/>
                  </a:cubicBezTo>
                  <a:cubicBezTo>
                    <a:pt x="6804" y="13418"/>
                    <a:pt x="6281" y="5805"/>
                    <a:pt x="0" y="0"/>
                  </a:cubicBezTo>
                  <a:cubicBezTo>
                    <a:pt x="0" y="0"/>
                    <a:pt x="0" y="0"/>
                    <a:pt x="0" y="0"/>
                  </a:cubicBezTo>
                  <a:cubicBezTo>
                    <a:pt x="3854" y="9136"/>
                    <a:pt x="2094" y="18794"/>
                    <a:pt x="2474" y="28263"/>
                  </a:cubicBezTo>
                  <a:close/>
                </a:path>
              </a:pathLst>
            </a:custGeom>
            <a:solidFill>
              <a:srgbClr val="1E99C6"/>
            </a:solidFill>
            <a:ln w="4754" cap="flat">
              <a:noFill/>
              <a:prstDash val="solid"/>
              <a:miter/>
            </a:ln>
          </p:spPr>
          <p:txBody>
            <a:bodyPr rtlCol="0" anchor="ctr"/>
            <a:lstStyle/>
            <a:p>
              <a:endParaRPr lang="en-US"/>
            </a:p>
          </p:txBody>
        </p:sp>
        <p:sp>
          <p:nvSpPr>
            <p:cNvPr id="157" name="Freeform: Shape 306">
              <a:extLst>
                <a:ext uri="{FF2B5EF4-FFF2-40B4-BE49-F238E27FC236}">
                  <a16:creationId xmlns:a16="http://schemas.microsoft.com/office/drawing/2014/main" id="{E2A38BE8-D368-4D87-ADE0-4EB5741FEB65}"/>
                </a:ext>
              </a:extLst>
            </p:cNvPr>
            <p:cNvSpPr/>
            <p:nvPr/>
          </p:nvSpPr>
          <p:spPr>
            <a:xfrm>
              <a:off x="2196910" y="2549176"/>
              <a:ext cx="98729" cy="1610"/>
            </a:xfrm>
            <a:custGeom>
              <a:avLst/>
              <a:gdLst>
                <a:gd name="connsiteX0" fmla="*/ 8945 w 98729"/>
                <a:gd name="connsiteY0" fmla="*/ 117 h 1610"/>
                <a:gd name="connsiteX1" fmla="*/ 0 w 98729"/>
                <a:gd name="connsiteY1" fmla="*/ 259 h 1610"/>
                <a:gd name="connsiteX2" fmla="*/ 98729 w 98729"/>
                <a:gd name="connsiteY2" fmla="*/ 1068 h 1610"/>
                <a:gd name="connsiteX3" fmla="*/ 8945 w 98729"/>
                <a:gd name="connsiteY3" fmla="*/ 117 h 1610"/>
              </a:gdLst>
              <a:ahLst/>
              <a:cxnLst>
                <a:cxn ang="0">
                  <a:pos x="connsiteX0" y="connsiteY0"/>
                </a:cxn>
                <a:cxn ang="0">
                  <a:pos x="connsiteX1" y="connsiteY1"/>
                </a:cxn>
                <a:cxn ang="0">
                  <a:pos x="connsiteX2" y="connsiteY2"/>
                </a:cxn>
                <a:cxn ang="0">
                  <a:pos x="connsiteX3" y="connsiteY3"/>
                </a:cxn>
              </a:cxnLst>
              <a:rect l="l" t="t" r="r" b="b"/>
              <a:pathLst>
                <a:path w="98729" h="1610">
                  <a:moveTo>
                    <a:pt x="8945" y="117"/>
                  </a:moveTo>
                  <a:cubicBezTo>
                    <a:pt x="5948" y="69"/>
                    <a:pt x="2998" y="164"/>
                    <a:pt x="0" y="259"/>
                  </a:cubicBezTo>
                  <a:cubicBezTo>
                    <a:pt x="32878" y="2401"/>
                    <a:pt x="65804" y="1449"/>
                    <a:pt x="98729" y="1068"/>
                  </a:cubicBezTo>
                  <a:cubicBezTo>
                    <a:pt x="68849" y="-1073"/>
                    <a:pt x="38873" y="783"/>
                    <a:pt x="8945" y="117"/>
                  </a:cubicBezTo>
                  <a:close/>
                </a:path>
              </a:pathLst>
            </a:custGeom>
            <a:solidFill>
              <a:srgbClr val="1D7799"/>
            </a:solidFill>
            <a:ln w="4754" cap="flat">
              <a:noFill/>
              <a:prstDash val="solid"/>
              <a:miter/>
            </a:ln>
          </p:spPr>
          <p:txBody>
            <a:bodyPr rtlCol="0" anchor="ctr"/>
            <a:lstStyle/>
            <a:p>
              <a:endParaRPr lang="en-US"/>
            </a:p>
          </p:txBody>
        </p:sp>
        <p:sp>
          <p:nvSpPr>
            <p:cNvPr id="158" name="Freeform: Shape 307">
              <a:extLst>
                <a:ext uri="{FF2B5EF4-FFF2-40B4-BE49-F238E27FC236}">
                  <a16:creationId xmlns:a16="http://schemas.microsoft.com/office/drawing/2014/main" id="{686C6F21-0E90-40C2-9C4D-B655D5CBB0CC}"/>
                </a:ext>
              </a:extLst>
            </p:cNvPr>
            <p:cNvSpPr/>
            <p:nvPr/>
          </p:nvSpPr>
          <p:spPr>
            <a:xfrm>
              <a:off x="2185491" y="2548341"/>
              <a:ext cx="110196" cy="1903"/>
            </a:xfrm>
            <a:custGeom>
              <a:avLst/>
              <a:gdLst>
                <a:gd name="connsiteX0" fmla="*/ 0 w 110196"/>
                <a:gd name="connsiteY0" fmla="*/ 238 h 1903"/>
                <a:gd name="connsiteX1" fmla="*/ 11419 w 110196"/>
                <a:gd name="connsiteY1" fmla="*/ 1094 h 1903"/>
                <a:gd name="connsiteX2" fmla="*/ 20364 w 110196"/>
                <a:gd name="connsiteY2" fmla="*/ 952 h 1903"/>
                <a:gd name="connsiteX3" fmla="*/ 110196 w 110196"/>
                <a:gd name="connsiteY3" fmla="*/ 1903 h 1903"/>
                <a:gd name="connsiteX4" fmla="*/ 105295 w 110196"/>
                <a:gd name="connsiteY4" fmla="*/ 0 h 1903"/>
                <a:gd name="connsiteX5" fmla="*/ 0 w 110196"/>
                <a:gd name="connsiteY5" fmla="*/ 238 h 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196" h="1903">
                  <a:moveTo>
                    <a:pt x="0" y="238"/>
                  </a:moveTo>
                  <a:cubicBezTo>
                    <a:pt x="3806" y="571"/>
                    <a:pt x="7613" y="857"/>
                    <a:pt x="11419" y="1094"/>
                  </a:cubicBezTo>
                  <a:cubicBezTo>
                    <a:pt x="14417" y="1047"/>
                    <a:pt x="17367" y="904"/>
                    <a:pt x="20364" y="952"/>
                  </a:cubicBezTo>
                  <a:cubicBezTo>
                    <a:pt x="50292" y="1618"/>
                    <a:pt x="80268" y="-238"/>
                    <a:pt x="110196" y="1903"/>
                  </a:cubicBezTo>
                  <a:cubicBezTo>
                    <a:pt x="108578" y="1237"/>
                    <a:pt x="106913" y="0"/>
                    <a:pt x="105295" y="0"/>
                  </a:cubicBezTo>
                  <a:cubicBezTo>
                    <a:pt x="70181" y="0"/>
                    <a:pt x="35067" y="143"/>
                    <a:pt x="0" y="238"/>
                  </a:cubicBezTo>
                  <a:close/>
                </a:path>
              </a:pathLst>
            </a:custGeom>
            <a:solidFill>
              <a:srgbClr val="1D7799"/>
            </a:solidFill>
            <a:ln w="4754" cap="flat">
              <a:noFill/>
              <a:prstDash val="solid"/>
              <a:miter/>
            </a:ln>
          </p:spPr>
          <p:txBody>
            <a:bodyPr rtlCol="0" anchor="ctr"/>
            <a:lstStyle/>
            <a:p>
              <a:endParaRPr lang="en-US"/>
            </a:p>
          </p:txBody>
        </p:sp>
        <p:sp>
          <p:nvSpPr>
            <p:cNvPr id="159" name="Freeform: Shape 308">
              <a:extLst>
                <a:ext uri="{FF2B5EF4-FFF2-40B4-BE49-F238E27FC236}">
                  <a16:creationId xmlns:a16="http://schemas.microsoft.com/office/drawing/2014/main" id="{5B0A6642-76AD-42AE-87E8-6960FAAD0CB4}"/>
                </a:ext>
              </a:extLst>
            </p:cNvPr>
            <p:cNvSpPr/>
            <p:nvPr/>
          </p:nvSpPr>
          <p:spPr>
            <a:xfrm>
              <a:off x="2242904" y="1545742"/>
              <a:ext cx="441259" cy="548817"/>
            </a:xfrm>
            <a:custGeom>
              <a:avLst/>
              <a:gdLst>
                <a:gd name="connsiteX0" fmla="*/ 50119 w 441259"/>
                <a:gd name="connsiteY0" fmla="*/ 131021 h 548817"/>
                <a:gd name="connsiteX1" fmla="*/ 50119 w 441259"/>
                <a:gd name="connsiteY1" fmla="*/ 416503 h 548817"/>
                <a:gd name="connsiteX2" fmla="*/ 30563 w 441259"/>
                <a:gd name="connsiteY2" fmla="*/ 436392 h 548817"/>
                <a:gd name="connsiteX3" fmla="*/ 16955 w 441259"/>
                <a:gd name="connsiteY3" fmla="*/ 467843 h 548817"/>
                <a:gd name="connsiteX4" fmla="*/ 8819 w 441259"/>
                <a:gd name="connsiteY4" fmla="*/ 528603 h 548817"/>
                <a:gd name="connsiteX5" fmla="*/ 68199 w 441259"/>
                <a:gd name="connsiteY5" fmla="*/ 542020 h 548817"/>
                <a:gd name="connsiteX6" fmla="*/ 70245 w 441259"/>
                <a:gd name="connsiteY6" fmla="*/ 464227 h 548817"/>
                <a:gd name="connsiteX7" fmla="*/ 61728 w 441259"/>
                <a:gd name="connsiteY7" fmla="*/ 440246 h 548817"/>
                <a:gd name="connsiteX8" fmla="*/ 78096 w 441259"/>
                <a:gd name="connsiteY8" fmla="*/ 436630 h 548817"/>
                <a:gd name="connsiteX9" fmla="*/ 151893 w 441259"/>
                <a:gd name="connsiteY9" fmla="*/ 436059 h 548817"/>
                <a:gd name="connsiteX10" fmla="*/ 167404 w 441259"/>
                <a:gd name="connsiteY10" fmla="*/ 451808 h 548817"/>
                <a:gd name="connsiteX11" fmla="*/ 157983 w 441259"/>
                <a:gd name="connsiteY11" fmla="*/ 464702 h 548817"/>
                <a:gd name="connsiteX12" fmla="*/ 137905 w 441259"/>
                <a:gd name="connsiteY12" fmla="*/ 515756 h 548817"/>
                <a:gd name="connsiteX13" fmla="*/ 175874 w 441259"/>
                <a:gd name="connsiteY13" fmla="*/ 548539 h 548817"/>
                <a:gd name="connsiteX14" fmla="*/ 223597 w 441259"/>
                <a:gd name="connsiteY14" fmla="*/ 522084 h 548817"/>
                <a:gd name="connsiteX15" fmla="*/ 203803 w 441259"/>
                <a:gd name="connsiteY15" fmla="*/ 463751 h 548817"/>
                <a:gd name="connsiteX16" fmla="*/ 197856 w 441259"/>
                <a:gd name="connsiteY16" fmla="*/ 440769 h 548817"/>
                <a:gd name="connsiteX17" fmla="*/ 204517 w 441259"/>
                <a:gd name="connsiteY17" fmla="*/ 436487 h 548817"/>
                <a:gd name="connsiteX18" fmla="*/ 298821 w 441259"/>
                <a:gd name="connsiteY18" fmla="*/ 436487 h 548817"/>
                <a:gd name="connsiteX19" fmla="*/ 305958 w 441259"/>
                <a:gd name="connsiteY19" fmla="*/ 440436 h 548817"/>
                <a:gd name="connsiteX20" fmla="*/ 297822 w 441259"/>
                <a:gd name="connsiteY20" fmla="*/ 463608 h 548817"/>
                <a:gd name="connsiteX21" fmla="*/ 277267 w 441259"/>
                <a:gd name="connsiteY21" fmla="*/ 515280 h 548817"/>
                <a:gd name="connsiteX22" fmla="*/ 321232 w 441259"/>
                <a:gd name="connsiteY22" fmla="*/ 548158 h 548817"/>
                <a:gd name="connsiteX23" fmla="*/ 364768 w 441259"/>
                <a:gd name="connsiteY23" fmla="*/ 514995 h 548817"/>
                <a:gd name="connsiteX24" fmla="*/ 345736 w 441259"/>
                <a:gd name="connsiteY24" fmla="*/ 464227 h 548817"/>
                <a:gd name="connsiteX25" fmla="*/ 337504 w 441259"/>
                <a:gd name="connsiteY25" fmla="*/ 440198 h 548817"/>
                <a:gd name="connsiteX26" fmla="*/ 352635 w 441259"/>
                <a:gd name="connsiteY26" fmla="*/ 436582 h 548817"/>
                <a:gd name="connsiteX27" fmla="*/ 371762 w 441259"/>
                <a:gd name="connsiteY27" fmla="*/ 436344 h 548817"/>
                <a:gd name="connsiteX28" fmla="*/ 441134 w 441259"/>
                <a:gd name="connsiteY28" fmla="*/ 366877 h 548817"/>
                <a:gd name="connsiteX29" fmla="*/ 441134 w 441259"/>
                <a:gd name="connsiteY29" fmla="*/ 181028 h 548817"/>
                <a:gd name="connsiteX30" fmla="*/ 385322 w 441259"/>
                <a:gd name="connsiteY30" fmla="*/ 113226 h 548817"/>
                <a:gd name="connsiteX31" fmla="*/ 340454 w 441259"/>
                <a:gd name="connsiteY31" fmla="*/ 111704 h 548817"/>
                <a:gd name="connsiteX32" fmla="*/ 325562 w 441259"/>
                <a:gd name="connsiteY32" fmla="*/ 95383 h 548817"/>
                <a:gd name="connsiteX33" fmla="*/ 335220 w 441259"/>
                <a:gd name="connsiteY33" fmla="*/ 83869 h 548817"/>
                <a:gd name="connsiteX34" fmla="*/ 353919 w 441259"/>
                <a:gd name="connsiteY34" fmla="*/ 33862 h 548817"/>
                <a:gd name="connsiteX35" fmla="*/ 312525 w 441259"/>
                <a:gd name="connsiteY35" fmla="*/ 175 h 548817"/>
                <a:gd name="connsiteX36" fmla="*/ 267704 w 441259"/>
                <a:gd name="connsiteY36" fmla="*/ 29342 h 548817"/>
                <a:gd name="connsiteX37" fmla="*/ 287164 w 441259"/>
                <a:gd name="connsiteY37" fmla="*/ 84630 h 548817"/>
                <a:gd name="connsiteX38" fmla="*/ 294634 w 441259"/>
                <a:gd name="connsiteY38" fmla="*/ 106708 h 548817"/>
                <a:gd name="connsiteX39" fmla="*/ 279979 w 441259"/>
                <a:gd name="connsiteY39" fmla="*/ 111085 h 548817"/>
                <a:gd name="connsiteX40" fmla="*/ 213034 w 441259"/>
                <a:gd name="connsiteY40" fmla="*/ 111323 h 548817"/>
                <a:gd name="connsiteX41" fmla="*/ 197523 w 441259"/>
                <a:gd name="connsiteY41" fmla="*/ 93480 h 548817"/>
                <a:gd name="connsiteX42" fmla="*/ 207562 w 441259"/>
                <a:gd name="connsiteY42" fmla="*/ 83726 h 548817"/>
                <a:gd name="connsiteX43" fmla="*/ 226737 w 441259"/>
                <a:gd name="connsiteY43" fmla="*/ 36051 h 548817"/>
                <a:gd name="connsiteX44" fmla="*/ 185342 w 441259"/>
                <a:gd name="connsiteY44" fmla="*/ 318 h 548817"/>
                <a:gd name="connsiteX45" fmla="*/ 140855 w 441259"/>
                <a:gd name="connsiteY45" fmla="*/ 26011 h 548817"/>
                <a:gd name="connsiteX46" fmla="*/ 160600 w 441259"/>
                <a:gd name="connsiteY46" fmla="*/ 85725 h 548817"/>
                <a:gd name="connsiteX47" fmla="*/ 166548 w 441259"/>
                <a:gd name="connsiteY47" fmla="*/ 107136 h 548817"/>
                <a:gd name="connsiteX48" fmla="*/ 154367 w 441259"/>
                <a:gd name="connsiteY48" fmla="*/ 111133 h 548817"/>
                <a:gd name="connsiteX49" fmla="*/ 76478 w 441259"/>
                <a:gd name="connsiteY49" fmla="*/ 111275 h 548817"/>
                <a:gd name="connsiteX50" fmla="*/ 61062 w 441259"/>
                <a:gd name="connsiteY50" fmla="*/ 93385 h 548817"/>
                <a:gd name="connsiteX51" fmla="*/ 72482 w 441259"/>
                <a:gd name="connsiteY51" fmla="*/ 83108 h 548817"/>
                <a:gd name="connsiteX52" fmla="*/ 90039 w 441259"/>
                <a:gd name="connsiteY52" fmla="*/ 33529 h 548817"/>
                <a:gd name="connsiteX53" fmla="*/ 48120 w 441259"/>
                <a:gd name="connsiteY53" fmla="*/ 80 h 548817"/>
                <a:gd name="connsiteX54" fmla="*/ 3395 w 441259"/>
                <a:gd name="connsiteY54" fmla="*/ 29532 h 548817"/>
                <a:gd name="connsiteX55" fmla="*/ 16575 w 441259"/>
                <a:gd name="connsiteY55" fmla="*/ 79825 h 548817"/>
                <a:gd name="connsiteX56" fmla="*/ 30849 w 441259"/>
                <a:gd name="connsiteY56" fmla="*/ 110942 h 548817"/>
                <a:gd name="connsiteX57" fmla="*/ 50119 w 441259"/>
                <a:gd name="connsiteY57" fmla="*/ 131021 h 548817"/>
                <a:gd name="connsiteX58" fmla="*/ 328321 w 441259"/>
                <a:gd name="connsiteY58" fmla="*/ 501863 h 548817"/>
                <a:gd name="connsiteX59" fmla="*/ 320613 w 441259"/>
                <a:gd name="connsiteY59" fmla="*/ 509237 h 548817"/>
                <a:gd name="connsiteX60" fmla="*/ 314523 w 441259"/>
                <a:gd name="connsiteY60" fmla="*/ 501910 h 548817"/>
                <a:gd name="connsiteX61" fmla="*/ 321232 w 441259"/>
                <a:gd name="connsiteY61" fmla="*/ 495201 h 548817"/>
                <a:gd name="connsiteX62" fmla="*/ 328321 w 441259"/>
                <a:gd name="connsiteY62" fmla="*/ 501863 h 548817"/>
                <a:gd name="connsiteX63" fmla="*/ 309908 w 441259"/>
                <a:gd name="connsiteY63" fmla="*/ 38858 h 548817"/>
                <a:gd name="connsiteX64" fmla="*/ 317235 w 441259"/>
                <a:gd name="connsiteY64" fmla="*/ 45614 h 548817"/>
                <a:gd name="connsiteX65" fmla="*/ 310288 w 441259"/>
                <a:gd name="connsiteY65" fmla="*/ 52751 h 548817"/>
                <a:gd name="connsiteX66" fmla="*/ 303484 w 441259"/>
                <a:gd name="connsiteY66" fmla="*/ 45900 h 548817"/>
                <a:gd name="connsiteX67" fmla="*/ 309908 w 441259"/>
                <a:gd name="connsiteY67" fmla="*/ 38858 h 548817"/>
                <a:gd name="connsiteX68" fmla="*/ 181631 w 441259"/>
                <a:gd name="connsiteY68" fmla="*/ 510094 h 548817"/>
                <a:gd name="connsiteX69" fmla="*/ 175541 w 441259"/>
                <a:gd name="connsiteY69" fmla="*/ 502814 h 548817"/>
                <a:gd name="connsiteX70" fmla="*/ 182773 w 441259"/>
                <a:gd name="connsiteY70" fmla="*/ 496676 h 548817"/>
                <a:gd name="connsiteX71" fmla="*/ 189244 w 441259"/>
                <a:gd name="connsiteY71" fmla="*/ 504051 h 548817"/>
                <a:gd name="connsiteX72" fmla="*/ 181631 w 441259"/>
                <a:gd name="connsiteY72" fmla="*/ 510094 h 548817"/>
                <a:gd name="connsiteX73" fmla="*/ 182202 w 441259"/>
                <a:gd name="connsiteY73" fmla="*/ 39001 h 548817"/>
                <a:gd name="connsiteX74" fmla="*/ 189101 w 441259"/>
                <a:gd name="connsiteY74" fmla="*/ 45947 h 548817"/>
                <a:gd name="connsiteX75" fmla="*/ 181916 w 441259"/>
                <a:gd name="connsiteY75" fmla="*/ 53037 h 548817"/>
                <a:gd name="connsiteX76" fmla="*/ 175350 w 441259"/>
                <a:gd name="connsiteY76" fmla="*/ 45710 h 548817"/>
                <a:gd name="connsiteX77" fmla="*/ 182202 w 441259"/>
                <a:gd name="connsiteY77" fmla="*/ 39001 h 548817"/>
                <a:gd name="connsiteX78" fmla="*/ 46503 w 441259"/>
                <a:gd name="connsiteY78" fmla="*/ 509285 h 548817"/>
                <a:gd name="connsiteX79" fmla="*/ 39033 w 441259"/>
                <a:gd name="connsiteY79" fmla="*/ 501958 h 548817"/>
                <a:gd name="connsiteX80" fmla="*/ 45884 w 441259"/>
                <a:gd name="connsiteY80" fmla="*/ 495249 h 548817"/>
                <a:gd name="connsiteX81" fmla="*/ 52736 w 441259"/>
                <a:gd name="connsiteY81" fmla="*/ 501958 h 548817"/>
                <a:gd name="connsiteX82" fmla="*/ 46503 w 441259"/>
                <a:gd name="connsiteY82" fmla="*/ 509285 h 548817"/>
                <a:gd name="connsiteX83" fmla="*/ 39080 w 441259"/>
                <a:gd name="connsiteY83" fmla="*/ 44901 h 548817"/>
                <a:gd name="connsiteX84" fmla="*/ 46455 w 441259"/>
                <a:gd name="connsiteY84" fmla="*/ 38953 h 548817"/>
                <a:gd name="connsiteX85" fmla="*/ 52736 w 441259"/>
                <a:gd name="connsiteY85" fmla="*/ 46090 h 548817"/>
                <a:gd name="connsiteX86" fmla="*/ 45932 w 441259"/>
                <a:gd name="connsiteY86" fmla="*/ 52847 h 548817"/>
                <a:gd name="connsiteX87" fmla="*/ 39080 w 441259"/>
                <a:gd name="connsiteY87" fmla="*/ 44901 h 54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41259" h="548817">
                  <a:moveTo>
                    <a:pt x="50119" y="131021"/>
                  </a:moveTo>
                  <a:cubicBezTo>
                    <a:pt x="50119" y="226182"/>
                    <a:pt x="50119" y="321343"/>
                    <a:pt x="50119" y="416503"/>
                  </a:cubicBezTo>
                  <a:cubicBezTo>
                    <a:pt x="50119" y="440008"/>
                    <a:pt x="51499" y="435773"/>
                    <a:pt x="30563" y="436392"/>
                  </a:cubicBezTo>
                  <a:cubicBezTo>
                    <a:pt x="31562" y="449239"/>
                    <a:pt x="30944" y="459183"/>
                    <a:pt x="16955" y="467843"/>
                  </a:cubicBezTo>
                  <a:cubicBezTo>
                    <a:pt x="-2886" y="480166"/>
                    <a:pt x="-4932" y="509047"/>
                    <a:pt x="8819" y="528603"/>
                  </a:cubicBezTo>
                  <a:cubicBezTo>
                    <a:pt x="22189" y="547635"/>
                    <a:pt x="47882" y="553440"/>
                    <a:pt x="68199" y="542020"/>
                  </a:cubicBezTo>
                  <a:cubicBezTo>
                    <a:pt x="98127" y="525177"/>
                    <a:pt x="99935" y="482069"/>
                    <a:pt x="70245" y="464227"/>
                  </a:cubicBezTo>
                  <a:cubicBezTo>
                    <a:pt x="58921" y="457423"/>
                    <a:pt x="59778" y="448668"/>
                    <a:pt x="61728" y="440246"/>
                  </a:cubicBezTo>
                  <a:cubicBezTo>
                    <a:pt x="63584" y="432157"/>
                    <a:pt x="72577" y="436773"/>
                    <a:pt x="78096" y="436630"/>
                  </a:cubicBezTo>
                  <a:cubicBezTo>
                    <a:pt x="102695" y="436059"/>
                    <a:pt x="127342" y="437201"/>
                    <a:pt x="151893" y="436059"/>
                  </a:cubicBezTo>
                  <a:cubicBezTo>
                    <a:pt x="164787" y="435440"/>
                    <a:pt x="167975" y="439675"/>
                    <a:pt x="167404" y="451808"/>
                  </a:cubicBezTo>
                  <a:cubicBezTo>
                    <a:pt x="167024" y="459373"/>
                    <a:pt x="162979" y="461514"/>
                    <a:pt x="157983" y="464702"/>
                  </a:cubicBezTo>
                  <a:cubicBezTo>
                    <a:pt x="140569" y="475789"/>
                    <a:pt x="132813" y="496058"/>
                    <a:pt x="137905" y="515756"/>
                  </a:cubicBezTo>
                  <a:cubicBezTo>
                    <a:pt x="142234" y="532457"/>
                    <a:pt x="158935" y="546921"/>
                    <a:pt x="175874" y="548539"/>
                  </a:cubicBezTo>
                  <a:cubicBezTo>
                    <a:pt x="197523" y="550632"/>
                    <a:pt x="215223" y="540831"/>
                    <a:pt x="223597" y="522084"/>
                  </a:cubicBezTo>
                  <a:cubicBezTo>
                    <a:pt x="233446" y="500150"/>
                    <a:pt x="226356" y="477549"/>
                    <a:pt x="203803" y="463751"/>
                  </a:cubicBezTo>
                  <a:cubicBezTo>
                    <a:pt x="193288" y="457327"/>
                    <a:pt x="199188" y="448477"/>
                    <a:pt x="197856" y="440769"/>
                  </a:cubicBezTo>
                  <a:cubicBezTo>
                    <a:pt x="197047" y="436059"/>
                    <a:pt x="201377" y="436487"/>
                    <a:pt x="204517" y="436487"/>
                  </a:cubicBezTo>
                  <a:cubicBezTo>
                    <a:pt x="235968" y="436440"/>
                    <a:pt x="267371" y="436440"/>
                    <a:pt x="298821" y="436487"/>
                  </a:cubicBezTo>
                  <a:cubicBezTo>
                    <a:pt x="301819" y="436487"/>
                    <a:pt x="306054" y="435678"/>
                    <a:pt x="305958" y="440436"/>
                  </a:cubicBezTo>
                  <a:cubicBezTo>
                    <a:pt x="305863" y="448906"/>
                    <a:pt x="309099" y="457565"/>
                    <a:pt x="297822" y="463608"/>
                  </a:cubicBezTo>
                  <a:cubicBezTo>
                    <a:pt x="279123" y="473647"/>
                    <a:pt x="271653" y="495059"/>
                    <a:pt x="277267" y="515280"/>
                  </a:cubicBezTo>
                  <a:cubicBezTo>
                    <a:pt x="282454" y="533837"/>
                    <a:pt x="301629" y="548158"/>
                    <a:pt x="321232" y="548158"/>
                  </a:cubicBezTo>
                  <a:cubicBezTo>
                    <a:pt x="341120" y="548111"/>
                    <a:pt x="358820" y="534645"/>
                    <a:pt x="364768" y="514995"/>
                  </a:cubicBezTo>
                  <a:cubicBezTo>
                    <a:pt x="370668" y="495582"/>
                    <a:pt x="363911" y="473885"/>
                    <a:pt x="345736" y="464227"/>
                  </a:cubicBezTo>
                  <a:cubicBezTo>
                    <a:pt x="333603" y="457803"/>
                    <a:pt x="336077" y="448525"/>
                    <a:pt x="337504" y="440198"/>
                  </a:cubicBezTo>
                  <a:cubicBezTo>
                    <a:pt x="338884" y="432252"/>
                    <a:pt x="347401" y="437296"/>
                    <a:pt x="352635" y="436582"/>
                  </a:cubicBezTo>
                  <a:cubicBezTo>
                    <a:pt x="358915" y="435773"/>
                    <a:pt x="365386" y="436487"/>
                    <a:pt x="371762" y="436344"/>
                  </a:cubicBezTo>
                  <a:cubicBezTo>
                    <a:pt x="410540" y="435678"/>
                    <a:pt x="440992" y="405417"/>
                    <a:pt x="441134" y="366877"/>
                  </a:cubicBezTo>
                  <a:cubicBezTo>
                    <a:pt x="441325" y="304927"/>
                    <a:pt x="441277" y="242978"/>
                    <a:pt x="441134" y="181028"/>
                  </a:cubicBezTo>
                  <a:cubicBezTo>
                    <a:pt x="441039" y="147389"/>
                    <a:pt x="418201" y="120268"/>
                    <a:pt x="385322" y="113226"/>
                  </a:cubicBezTo>
                  <a:cubicBezTo>
                    <a:pt x="370382" y="109991"/>
                    <a:pt x="355252" y="110562"/>
                    <a:pt x="340454" y="111704"/>
                  </a:cubicBezTo>
                  <a:cubicBezTo>
                    <a:pt x="326418" y="112750"/>
                    <a:pt x="325228" y="106517"/>
                    <a:pt x="325562" y="95383"/>
                  </a:cubicBezTo>
                  <a:cubicBezTo>
                    <a:pt x="325799" y="87961"/>
                    <a:pt x="330938" y="86819"/>
                    <a:pt x="335220" y="83869"/>
                  </a:cubicBezTo>
                  <a:cubicBezTo>
                    <a:pt x="352159" y="72259"/>
                    <a:pt x="359296" y="53037"/>
                    <a:pt x="353919" y="33862"/>
                  </a:cubicBezTo>
                  <a:cubicBezTo>
                    <a:pt x="348400" y="14164"/>
                    <a:pt x="332699" y="1412"/>
                    <a:pt x="312525" y="175"/>
                  </a:cubicBezTo>
                  <a:cubicBezTo>
                    <a:pt x="292921" y="-1014"/>
                    <a:pt x="274984" y="10643"/>
                    <a:pt x="267704" y="29342"/>
                  </a:cubicBezTo>
                  <a:cubicBezTo>
                    <a:pt x="259615" y="50087"/>
                    <a:pt x="266895" y="73544"/>
                    <a:pt x="287164" y="84630"/>
                  </a:cubicBezTo>
                  <a:cubicBezTo>
                    <a:pt x="298060" y="90578"/>
                    <a:pt x="295681" y="99000"/>
                    <a:pt x="294634" y="106708"/>
                  </a:cubicBezTo>
                  <a:cubicBezTo>
                    <a:pt x="293445" y="115605"/>
                    <a:pt x="284975" y="110990"/>
                    <a:pt x="279979" y="111085"/>
                  </a:cubicBezTo>
                  <a:cubicBezTo>
                    <a:pt x="257664" y="111608"/>
                    <a:pt x="235349" y="111323"/>
                    <a:pt x="213034" y="111323"/>
                  </a:cubicBezTo>
                  <a:cubicBezTo>
                    <a:pt x="197047" y="111323"/>
                    <a:pt x="195572" y="109087"/>
                    <a:pt x="197523" y="93480"/>
                  </a:cubicBezTo>
                  <a:cubicBezTo>
                    <a:pt x="198379" y="86676"/>
                    <a:pt x="203851" y="86391"/>
                    <a:pt x="207562" y="83726"/>
                  </a:cubicBezTo>
                  <a:cubicBezTo>
                    <a:pt x="223216" y="72592"/>
                    <a:pt x="231067" y="53465"/>
                    <a:pt x="226737" y="36051"/>
                  </a:cubicBezTo>
                  <a:cubicBezTo>
                    <a:pt x="221646" y="15686"/>
                    <a:pt x="205897" y="2078"/>
                    <a:pt x="185342" y="318"/>
                  </a:cubicBezTo>
                  <a:cubicBezTo>
                    <a:pt x="167071" y="-1252"/>
                    <a:pt x="148896" y="9215"/>
                    <a:pt x="140855" y="26011"/>
                  </a:cubicBezTo>
                  <a:cubicBezTo>
                    <a:pt x="130387" y="47803"/>
                    <a:pt x="137857" y="72592"/>
                    <a:pt x="160600" y="85725"/>
                  </a:cubicBezTo>
                  <a:cubicBezTo>
                    <a:pt x="170973" y="91720"/>
                    <a:pt x="166929" y="99999"/>
                    <a:pt x="166548" y="107136"/>
                  </a:cubicBezTo>
                  <a:cubicBezTo>
                    <a:pt x="166167" y="114320"/>
                    <a:pt x="158650" y="111085"/>
                    <a:pt x="154367" y="111133"/>
                  </a:cubicBezTo>
                  <a:cubicBezTo>
                    <a:pt x="128388" y="111466"/>
                    <a:pt x="102410" y="111275"/>
                    <a:pt x="76478" y="111275"/>
                  </a:cubicBezTo>
                  <a:cubicBezTo>
                    <a:pt x="60729" y="111275"/>
                    <a:pt x="58826" y="108611"/>
                    <a:pt x="61062" y="93385"/>
                  </a:cubicBezTo>
                  <a:cubicBezTo>
                    <a:pt x="62157" y="86105"/>
                    <a:pt x="68437" y="86058"/>
                    <a:pt x="72482" y="83108"/>
                  </a:cubicBezTo>
                  <a:cubicBezTo>
                    <a:pt x="87755" y="72069"/>
                    <a:pt x="95225" y="51609"/>
                    <a:pt x="90039" y="33529"/>
                  </a:cubicBezTo>
                  <a:cubicBezTo>
                    <a:pt x="84519" y="14402"/>
                    <a:pt x="68104" y="1270"/>
                    <a:pt x="48120" y="80"/>
                  </a:cubicBezTo>
                  <a:cubicBezTo>
                    <a:pt x="28898" y="-1110"/>
                    <a:pt x="10389" y="11071"/>
                    <a:pt x="3395" y="29532"/>
                  </a:cubicBezTo>
                  <a:cubicBezTo>
                    <a:pt x="-3266" y="47089"/>
                    <a:pt x="968" y="70784"/>
                    <a:pt x="16575" y="79825"/>
                  </a:cubicBezTo>
                  <a:cubicBezTo>
                    <a:pt x="30468" y="87866"/>
                    <a:pt x="32324" y="97763"/>
                    <a:pt x="30849" y="110942"/>
                  </a:cubicBezTo>
                  <a:cubicBezTo>
                    <a:pt x="51308" y="111656"/>
                    <a:pt x="50119" y="107183"/>
                    <a:pt x="50119" y="131021"/>
                  </a:cubicBezTo>
                  <a:close/>
                  <a:moveTo>
                    <a:pt x="328321" y="501863"/>
                  </a:moveTo>
                  <a:cubicBezTo>
                    <a:pt x="328274" y="506335"/>
                    <a:pt x="325086" y="509428"/>
                    <a:pt x="320613" y="509237"/>
                  </a:cubicBezTo>
                  <a:cubicBezTo>
                    <a:pt x="316664" y="509095"/>
                    <a:pt x="314523" y="506050"/>
                    <a:pt x="314523" y="501910"/>
                  </a:cubicBezTo>
                  <a:cubicBezTo>
                    <a:pt x="314523" y="497485"/>
                    <a:pt x="317235" y="495725"/>
                    <a:pt x="321232" y="495201"/>
                  </a:cubicBezTo>
                  <a:cubicBezTo>
                    <a:pt x="324895" y="496010"/>
                    <a:pt x="328369" y="497771"/>
                    <a:pt x="328321" y="501863"/>
                  </a:cubicBezTo>
                  <a:close/>
                  <a:moveTo>
                    <a:pt x="309908" y="38858"/>
                  </a:moveTo>
                  <a:cubicBezTo>
                    <a:pt x="313952" y="39524"/>
                    <a:pt x="317235" y="41380"/>
                    <a:pt x="317235" y="45614"/>
                  </a:cubicBezTo>
                  <a:cubicBezTo>
                    <a:pt x="317235" y="49706"/>
                    <a:pt x="314095" y="52466"/>
                    <a:pt x="310288" y="52751"/>
                  </a:cubicBezTo>
                  <a:cubicBezTo>
                    <a:pt x="306149" y="53037"/>
                    <a:pt x="303722" y="49944"/>
                    <a:pt x="303484" y="45900"/>
                  </a:cubicBezTo>
                  <a:cubicBezTo>
                    <a:pt x="303199" y="41475"/>
                    <a:pt x="305911" y="39381"/>
                    <a:pt x="309908" y="38858"/>
                  </a:cubicBezTo>
                  <a:close/>
                  <a:moveTo>
                    <a:pt x="181631" y="510094"/>
                  </a:moveTo>
                  <a:cubicBezTo>
                    <a:pt x="177158" y="509809"/>
                    <a:pt x="175208" y="506858"/>
                    <a:pt x="175541" y="502814"/>
                  </a:cubicBezTo>
                  <a:cubicBezTo>
                    <a:pt x="175874" y="498770"/>
                    <a:pt x="178300" y="496058"/>
                    <a:pt x="182773" y="496676"/>
                  </a:cubicBezTo>
                  <a:cubicBezTo>
                    <a:pt x="186865" y="497200"/>
                    <a:pt x="189101" y="499769"/>
                    <a:pt x="189244" y="504051"/>
                  </a:cubicBezTo>
                  <a:cubicBezTo>
                    <a:pt x="188149" y="507858"/>
                    <a:pt x="186008" y="510380"/>
                    <a:pt x="181631" y="510094"/>
                  </a:cubicBezTo>
                  <a:close/>
                  <a:moveTo>
                    <a:pt x="182202" y="39001"/>
                  </a:moveTo>
                  <a:cubicBezTo>
                    <a:pt x="185961" y="39239"/>
                    <a:pt x="189434" y="41475"/>
                    <a:pt x="189101" y="45947"/>
                  </a:cubicBezTo>
                  <a:cubicBezTo>
                    <a:pt x="188816" y="50039"/>
                    <a:pt x="185723" y="52085"/>
                    <a:pt x="181916" y="53037"/>
                  </a:cubicBezTo>
                  <a:cubicBezTo>
                    <a:pt x="177920" y="52133"/>
                    <a:pt x="175398" y="50135"/>
                    <a:pt x="175350" y="45710"/>
                  </a:cubicBezTo>
                  <a:cubicBezTo>
                    <a:pt x="175350" y="41047"/>
                    <a:pt x="178157" y="38763"/>
                    <a:pt x="182202" y="39001"/>
                  </a:cubicBezTo>
                  <a:close/>
                  <a:moveTo>
                    <a:pt x="46503" y="509285"/>
                  </a:moveTo>
                  <a:cubicBezTo>
                    <a:pt x="41982" y="509666"/>
                    <a:pt x="39033" y="506858"/>
                    <a:pt x="39033" y="501958"/>
                  </a:cubicBezTo>
                  <a:cubicBezTo>
                    <a:pt x="38985" y="497438"/>
                    <a:pt x="42316" y="495249"/>
                    <a:pt x="45884" y="495249"/>
                  </a:cubicBezTo>
                  <a:cubicBezTo>
                    <a:pt x="49453" y="495249"/>
                    <a:pt x="52736" y="497390"/>
                    <a:pt x="52736" y="501958"/>
                  </a:cubicBezTo>
                  <a:cubicBezTo>
                    <a:pt x="52926" y="506240"/>
                    <a:pt x="50261" y="508952"/>
                    <a:pt x="46503" y="509285"/>
                  </a:cubicBezTo>
                  <a:close/>
                  <a:moveTo>
                    <a:pt x="39080" y="44901"/>
                  </a:moveTo>
                  <a:cubicBezTo>
                    <a:pt x="39508" y="40571"/>
                    <a:pt x="42649" y="38620"/>
                    <a:pt x="46455" y="38953"/>
                  </a:cubicBezTo>
                  <a:cubicBezTo>
                    <a:pt x="50309" y="39286"/>
                    <a:pt x="52974" y="41665"/>
                    <a:pt x="52736" y="46090"/>
                  </a:cubicBezTo>
                  <a:cubicBezTo>
                    <a:pt x="52498" y="50420"/>
                    <a:pt x="49595" y="52942"/>
                    <a:pt x="45932" y="52847"/>
                  </a:cubicBezTo>
                  <a:cubicBezTo>
                    <a:pt x="41554" y="52799"/>
                    <a:pt x="38557" y="49849"/>
                    <a:pt x="39080" y="44901"/>
                  </a:cubicBezTo>
                  <a:close/>
                </a:path>
              </a:pathLst>
            </a:custGeom>
            <a:solidFill>
              <a:srgbClr val="1C97C3"/>
            </a:solidFill>
            <a:ln w="4754" cap="flat">
              <a:noFill/>
              <a:prstDash val="solid"/>
              <a:miter/>
            </a:ln>
          </p:spPr>
          <p:txBody>
            <a:bodyPr rtlCol="0" anchor="ctr"/>
            <a:lstStyle/>
            <a:p>
              <a:endParaRPr lang="en-US"/>
            </a:p>
          </p:txBody>
        </p:sp>
        <p:sp>
          <p:nvSpPr>
            <p:cNvPr id="160" name="Freeform: Shape 309">
              <a:extLst>
                <a:ext uri="{FF2B5EF4-FFF2-40B4-BE49-F238E27FC236}">
                  <a16:creationId xmlns:a16="http://schemas.microsoft.com/office/drawing/2014/main" id="{12146DE4-EC8F-4F7B-ADCA-B282C23D0D68}"/>
                </a:ext>
              </a:extLst>
            </p:cNvPr>
            <p:cNvSpPr/>
            <p:nvPr/>
          </p:nvSpPr>
          <p:spPr>
            <a:xfrm>
              <a:off x="1906455" y="1634893"/>
              <a:ext cx="382431" cy="369128"/>
            </a:xfrm>
            <a:custGeom>
              <a:avLst/>
              <a:gdLst>
                <a:gd name="connsiteX0" fmla="*/ 101466 w 382431"/>
                <a:gd name="connsiteY0" fmla="*/ 21744 h 369128"/>
                <a:gd name="connsiteX1" fmla="*/ 101466 w 382431"/>
                <a:gd name="connsiteY1" fmla="*/ 21744 h 369128"/>
                <a:gd name="connsiteX2" fmla="*/ 70110 w 382431"/>
                <a:gd name="connsiteY2" fmla="*/ 22220 h 369128"/>
                <a:gd name="connsiteX3" fmla="*/ 595 w 382431"/>
                <a:gd name="connsiteY3" fmla="*/ 88547 h 369128"/>
                <a:gd name="connsiteX4" fmla="*/ 548 w 382431"/>
                <a:gd name="connsiteY4" fmla="*/ 280914 h 369128"/>
                <a:gd name="connsiteX5" fmla="*/ 53885 w 382431"/>
                <a:gd name="connsiteY5" fmla="*/ 345005 h 369128"/>
                <a:gd name="connsiteX6" fmla="*/ 101370 w 382431"/>
                <a:gd name="connsiteY6" fmla="*/ 347337 h 369128"/>
                <a:gd name="connsiteX7" fmla="*/ 132393 w 382431"/>
                <a:gd name="connsiteY7" fmla="*/ 347241 h 369128"/>
                <a:gd name="connsiteX8" fmla="*/ 132393 w 382431"/>
                <a:gd name="connsiteY8" fmla="*/ 347241 h 369128"/>
                <a:gd name="connsiteX9" fmla="*/ 211186 w 382431"/>
                <a:gd name="connsiteY9" fmla="*/ 347241 h 369128"/>
                <a:gd name="connsiteX10" fmla="*/ 233596 w 382431"/>
                <a:gd name="connsiteY10" fmla="*/ 369128 h 369128"/>
                <a:gd name="connsiteX11" fmla="*/ 235833 w 382431"/>
                <a:gd name="connsiteY11" fmla="*/ 363038 h 369128"/>
                <a:gd name="connsiteX12" fmla="*/ 257862 w 382431"/>
                <a:gd name="connsiteY12" fmla="*/ 347241 h 369128"/>
                <a:gd name="connsiteX13" fmla="*/ 263191 w 382431"/>
                <a:gd name="connsiteY13" fmla="*/ 353617 h 369128"/>
                <a:gd name="connsiteX14" fmla="*/ 264048 w 382431"/>
                <a:gd name="connsiteY14" fmla="*/ 367130 h 369128"/>
                <a:gd name="connsiteX15" fmla="*/ 264048 w 382431"/>
                <a:gd name="connsiteY15" fmla="*/ 367130 h 369128"/>
                <a:gd name="connsiteX16" fmla="*/ 265190 w 382431"/>
                <a:gd name="connsiteY16" fmla="*/ 361896 h 369128"/>
                <a:gd name="connsiteX17" fmla="*/ 279987 w 382431"/>
                <a:gd name="connsiteY17" fmla="*/ 346956 h 369128"/>
                <a:gd name="connsiteX18" fmla="*/ 367059 w 382431"/>
                <a:gd name="connsiteY18" fmla="*/ 347289 h 369128"/>
                <a:gd name="connsiteX19" fmla="*/ 382428 w 382431"/>
                <a:gd name="connsiteY19" fmla="*/ 319693 h 369128"/>
                <a:gd name="connsiteX20" fmla="*/ 382428 w 382431"/>
                <a:gd name="connsiteY20" fmla="*/ 49626 h 369128"/>
                <a:gd name="connsiteX21" fmla="*/ 367202 w 382431"/>
                <a:gd name="connsiteY21" fmla="*/ 21887 h 369128"/>
                <a:gd name="connsiteX22" fmla="*/ 288076 w 382431"/>
                <a:gd name="connsiteY22" fmla="*/ 22220 h 369128"/>
                <a:gd name="connsiteX23" fmla="*/ 264048 w 382431"/>
                <a:gd name="connsiteY23" fmla="*/ 2094 h 369128"/>
                <a:gd name="connsiteX24" fmla="*/ 263334 w 382431"/>
                <a:gd name="connsiteY24" fmla="*/ 7470 h 369128"/>
                <a:gd name="connsiteX25" fmla="*/ 250963 w 382431"/>
                <a:gd name="connsiteY25" fmla="*/ 22410 h 369128"/>
                <a:gd name="connsiteX26" fmla="*/ 235833 w 382431"/>
                <a:gd name="connsiteY26" fmla="*/ 7327 h 369128"/>
                <a:gd name="connsiteX27" fmla="*/ 233311 w 382431"/>
                <a:gd name="connsiteY27" fmla="*/ 0 h 369128"/>
                <a:gd name="connsiteX28" fmla="*/ 233311 w 382431"/>
                <a:gd name="connsiteY28" fmla="*/ 6804 h 369128"/>
                <a:gd name="connsiteX29" fmla="*/ 218038 w 382431"/>
                <a:gd name="connsiteY29" fmla="*/ 22505 h 369128"/>
                <a:gd name="connsiteX30" fmla="*/ 132203 w 382431"/>
                <a:gd name="connsiteY30" fmla="*/ 21887 h 369128"/>
                <a:gd name="connsiteX31" fmla="*/ 101466 w 382431"/>
                <a:gd name="connsiteY31" fmla="*/ 21744 h 369128"/>
                <a:gd name="connsiteX32" fmla="*/ 101466 w 382431"/>
                <a:gd name="connsiteY32" fmla="*/ 21744 h 369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82431" h="369128">
                  <a:moveTo>
                    <a:pt x="101466" y="21744"/>
                  </a:moveTo>
                  <a:lnTo>
                    <a:pt x="101466" y="21744"/>
                  </a:lnTo>
                  <a:cubicBezTo>
                    <a:pt x="90998" y="21887"/>
                    <a:pt x="80530" y="21887"/>
                    <a:pt x="70110" y="22220"/>
                  </a:cubicBezTo>
                  <a:cubicBezTo>
                    <a:pt x="31761" y="23409"/>
                    <a:pt x="1071" y="51625"/>
                    <a:pt x="595" y="88547"/>
                  </a:cubicBezTo>
                  <a:cubicBezTo>
                    <a:pt x="-261" y="152638"/>
                    <a:pt x="-118" y="216776"/>
                    <a:pt x="548" y="280914"/>
                  </a:cubicBezTo>
                  <a:cubicBezTo>
                    <a:pt x="881" y="312413"/>
                    <a:pt x="22910" y="337250"/>
                    <a:pt x="53885" y="345005"/>
                  </a:cubicBezTo>
                  <a:cubicBezTo>
                    <a:pt x="69682" y="348954"/>
                    <a:pt x="85574" y="346242"/>
                    <a:pt x="101370" y="347337"/>
                  </a:cubicBezTo>
                  <a:cubicBezTo>
                    <a:pt x="111695" y="347289"/>
                    <a:pt x="122020" y="347241"/>
                    <a:pt x="132393" y="347241"/>
                  </a:cubicBezTo>
                  <a:lnTo>
                    <a:pt x="132393" y="347241"/>
                  </a:lnTo>
                  <a:cubicBezTo>
                    <a:pt x="158657" y="347241"/>
                    <a:pt x="184922" y="347241"/>
                    <a:pt x="211186" y="347241"/>
                  </a:cubicBezTo>
                  <a:cubicBezTo>
                    <a:pt x="232788" y="347241"/>
                    <a:pt x="232788" y="347241"/>
                    <a:pt x="233596" y="369128"/>
                  </a:cubicBezTo>
                  <a:cubicBezTo>
                    <a:pt x="234358" y="367083"/>
                    <a:pt x="235642" y="365084"/>
                    <a:pt x="235833" y="363038"/>
                  </a:cubicBezTo>
                  <a:cubicBezTo>
                    <a:pt x="237117" y="348050"/>
                    <a:pt x="243065" y="343863"/>
                    <a:pt x="257862" y="347241"/>
                  </a:cubicBezTo>
                  <a:cubicBezTo>
                    <a:pt x="261764" y="348146"/>
                    <a:pt x="263096" y="349954"/>
                    <a:pt x="263191" y="353617"/>
                  </a:cubicBezTo>
                  <a:cubicBezTo>
                    <a:pt x="263334" y="358137"/>
                    <a:pt x="263715" y="362610"/>
                    <a:pt x="264048" y="367130"/>
                  </a:cubicBezTo>
                  <a:cubicBezTo>
                    <a:pt x="264048" y="367130"/>
                    <a:pt x="264048" y="367130"/>
                    <a:pt x="264048" y="367130"/>
                  </a:cubicBezTo>
                  <a:cubicBezTo>
                    <a:pt x="264476" y="365370"/>
                    <a:pt x="265428" y="363562"/>
                    <a:pt x="265190" y="361896"/>
                  </a:cubicBezTo>
                  <a:cubicBezTo>
                    <a:pt x="263286" y="349954"/>
                    <a:pt x="267949" y="346575"/>
                    <a:pt x="279987" y="346956"/>
                  </a:cubicBezTo>
                  <a:cubicBezTo>
                    <a:pt x="308964" y="347908"/>
                    <a:pt x="338035" y="347289"/>
                    <a:pt x="367059" y="347289"/>
                  </a:cubicBezTo>
                  <a:cubicBezTo>
                    <a:pt x="380858" y="342912"/>
                    <a:pt x="382523" y="332634"/>
                    <a:pt x="382428" y="319693"/>
                  </a:cubicBezTo>
                  <a:cubicBezTo>
                    <a:pt x="381952" y="229670"/>
                    <a:pt x="382000" y="139648"/>
                    <a:pt x="382428" y="49626"/>
                  </a:cubicBezTo>
                  <a:cubicBezTo>
                    <a:pt x="382475" y="36780"/>
                    <a:pt x="381238" y="26264"/>
                    <a:pt x="367202" y="21887"/>
                  </a:cubicBezTo>
                  <a:cubicBezTo>
                    <a:pt x="340843" y="21982"/>
                    <a:pt x="314435" y="22125"/>
                    <a:pt x="288076" y="22220"/>
                  </a:cubicBezTo>
                  <a:cubicBezTo>
                    <a:pt x="267141" y="22268"/>
                    <a:pt x="267141" y="22220"/>
                    <a:pt x="264048" y="2094"/>
                  </a:cubicBezTo>
                  <a:cubicBezTo>
                    <a:pt x="263810" y="3901"/>
                    <a:pt x="263239" y="5710"/>
                    <a:pt x="263334" y="7470"/>
                  </a:cubicBezTo>
                  <a:cubicBezTo>
                    <a:pt x="263905" y="16415"/>
                    <a:pt x="263524" y="22696"/>
                    <a:pt x="250963" y="22410"/>
                  </a:cubicBezTo>
                  <a:cubicBezTo>
                    <a:pt x="239401" y="22172"/>
                    <a:pt x="233739" y="19746"/>
                    <a:pt x="235833" y="7327"/>
                  </a:cubicBezTo>
                  <a:cubicBezTo>
                    <a:pt x="236261" y="4663"/>
                    <a:pt x="235880" y="1856"/>
                    <a:pt x="233311" y="0"/>
                  </a:cubicBezTo>
                  <a:cubicBezTo>
                    <a:pt x="233311" y="2284"/>
                    <a:pt x="232930" y="4615"/>
                    <a:pt x="233311" y="6804"/>
                  </a:cubicBezTo>
                  <a:cubicBezTo>
                    <a:pt x="235309" y="19080"/>
                    <a:pt x="230742" y="22981"/>
                    <a:pt x="218038" y="22505"/>
                  </a:cubicBezTo>
                  <a:cubicBezTo>
                    <a:pt x="189442" y="21411"/>
                    <a:pt x="160846" y="21982"/>
                    <a:pt x="132203" y="21887"/>
                  </a:cubicBezTo>
                  <a:cubicBezTo>
                    <a:pt x="121973" y="21792"/>
                    <a:pt x="111695" y="21792"/>
                    <a:pt x="101466" y="21744"/>
                  </a:cubicBezTo>
                  <a:lnTo>
                    <a:pt x="101466" y="21744"/>
                  </a:lnTo>
                  <a:close/>
                </a:path>
              </a:pathLst>
            </a:custGeom>
            <a:solidFill>
              <a:srgbClr val="1D7799"/>
            </a:solidFill>
            <a:ln w="4754" cap="flat">
              <a:noFill/>
              <a:prstDash val="solid"/>
              <a:miter/>
            </a:ln>
          </p:spPr>
          <p:txBody>
            <a:bodyPr rtlCol="0" anchor="ctr"/>
            <a:lstStyle/>
            <a:p>
              <a:endParaRPr lang="en-US"/>
            </a:p>
          </p:txBody>
        </p:sp>
        <p:sp>
          <p:nvSpPr>
            <p:cNvPr id="161" name="Freeform: Shape 310">
              <a:extLst>
                <a:ext uri="{FF2B5EF4-FFF2-40B4-BE49-F238E27FC236}">
                  <a16:creationId xmlns:a16="http://schemas.microsoft.com/office/drawing/2014/main" id="{4B6C6843-6C2F-4657-8B15-1B159C98C5DA}"/>
                </a:ext>
              </a:extLst>
            </p:cNvPr>
            <p:cNvSpPr/>
            <p:nvPr/>
          </p:nvSpPr>
          <p:spPr>
            <a:xfrm>
              <a:off x="2273467" y="1656732"/>
              <a:ext cx="19574" cy="325402"/>
            </a:xfrm>
            <a:custGeom>
              <a:avLst/>
              <a:gdLst>
                <a:gd name="connsiteX0" fmla="*/ 15368 w 19574"/>
                <a:gd name="connsiteY0" fmla="*/ 27739 h 325402"/>
                <a:gd name="connsiteX1" fmla="*/ 15368 w 19574"/>
                <a:gd name="connsiteY1" fmla="*/ 297806 h 325402"/>
                <a:gd name="connsiteX2" fmla="*/ 0 w 19574"/>
                <a:gd name="connsiteY2" fmla="*/ 325402 h 325402"/>
                <a:gd name="connsiteX3" fmla="*/ 19555 w 19574"/>
                <a:gd name="connsiteY3" fmla="*/ 305514 h 325402"/>
                <a:gd name="connsiteX4" fmla="*/ 19555 w 19574"/>
                <a:gd name="connsiteY4" fmla="*/ 20031 h 325402"/>
                <a:gd name="connsiteX5" fmla="*/ 143 w 19574"/>
                <a:gd name="connsiteY5" fmla="*/ 0 h 325402"/>
                <a:gd name="connsiteX6" fmla="*/ 15368 w 19574"/>
                <a:gd name="connsiteY6" fmla="*/ 27739 h 325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4" h="325402">
                  <a:moveTo>
                    <a:pt x="15368" y="27739"/>
                  </a:moveTo>
                  <a:cubicBezTo>
                    <a:pt x="14940" y="117761"/>
                    <a:pt x="14940" y="207783"/>
                    <a:pt x="15368" y="297806"/>
                  </a:cubicBezTo>
                  <a:cubicBezTo>
                    <a:pt x="15416" y="310795"/>
                    <a:pt x="13798" y="321025"/>
                    <a:pt x="0" y="325402"/>
                  </a:cubicBezTo>
                  <a:cubicBezTo>
                    <a:pt x="20935" y="324784"/>
                    <a:pt x="19555" y="329018"/>
                    <a:pt x="19555" y="305514"/>
                  </a:cubicBezTo>
                  <a:cubicBezTo>
                    <a:pt x="19555" y="210353"/>
                    <a:pt x="19555" y="115192"/>
                    <a:pt x="19555" y="20031"/>
                  </a:cubicBezTo>
                  <a:cubicBezTo>
                    <a:pt x="19555" y="-3807"/>
                    <a:pt x="20745" y="666"/>
                    <a:pt x="143" y="0"/>
                  </a:cubicBezTo>
                  <a:cubicBezTo>
                    <a:pt x="14179" y="4377"/>
                    <a:pt x="15416" y="14893"/>
                    <a:pt x="15368" y="27739"/>
                  </a:cubicBezTo>
                  <a:close/>
                </a:path>
              </a:pathLst>
            </a:custGeom>
            <a:solidFill>
              <a:srgbClr val="1D7799"/>
            </a:solidFill>
            <a:ln w="4754" cap="flat">
              <a:noFill/>
              <a:prstDash val="solid"/>
              <a:miter/>
            </a:ln>
          </p:spPr>
          <p:txBody>
            <a:bodyPr rtlCol="0" anchor="ctr"/>
            <a:lstStyle/>
            <a:p>
              <a:endParaRPr lang="en-US"/>
            </a:p>
          </p:txBody>
        </p:sp>
        <p:sp>
          <p:nvSpPr>
            <p:cNvPr id="162" name="Freeform: Shape 311">
              <a:extLst>
                <a:ext uri="{FF2B5EF4-FFF2-40B4-BE49-F238E27FC236}">
                  <a16:creationId xmlns:a16="http://schemas.microsoft.com/office/drawing/2014/main" id="{294534D2-8F13-4F99-B960-F23D42D0379B}"/>
                </a:ext>
              </a:extLst>
            </p:cNvPr>
            <p:cNvSpPr/>
            <p:nvPr/>
          </p:nvSpPr>
          <p:spPr>
            <a:xfrm>
              <a:off x="1726844" y="683651"/>
              <a:ext cx="1999156" cy="768152"/>
            </a:xfrm>
            <a:custGeom>
              <a:avLst/>
              <a:gdLst>
                <a:gd name="connsiteX0" fmla="*/ 1979982 w 1999156"/>
                <a:gd name="connsiteY0" fmla="*/ 763728 h 768152"/>
                <a:gd name="connsiteX1" fmla="*/ 1994304 w 1999156"/>
                <a:gd name="connsiteY1" fmla="*/ 748787 h 768152"/>
                <a:gd name="connsiteX2" fmla="*/ 1994304 w 1999156"/>
                <a:gd name="connsiteY2" fmla="*/ 733800 h 768152"/>
                <a:gd name="connsiteX3" fmla="*/ 1994399 w 1999156"/>
                <a:gd name="connsiteY3" fmla="*/ 264467 h 768152"/>
                <a:gd name="connsiteX4" fmla="*/ 1999157 w 1999156"/>
                <a:gd name="connsiteY4" fmla="*/ 239868 h 768152"/>
                <a:gd name="connsiteX5" fmla="*/ 1917842 w 1999156"/>
                <a:gd name="connsiteY5" fmla="*/ 107642 h 768152"/>
                <a:gd name="connsiteX6" fmla="*/ 1894194 w 1999156"/>
                <a:gd name="connsiteY6" fmla="*/ 94605 h 768152"/>
                <a:gd name="connsiteX7" fmla="*/ 929074 w 1999156"/>
                <a:gd name="connsiteY7" fmla="*/ 95033 h 768152"/>
                <a:gd name="connsiteX8" fmla="*/ 905569 w 1999156"/>
                <a:gd name="connsiteY8" fmla="*/ 86849 h 768152"/>
                <a:gd name="connsiteX9" fmla="*/ 842002 w 1999156"/>
                <a:gd name="connsiteY9" fmla="*/ 35224 h 768152"/>
                <a:gd name="connsiteX10" fmla="*/ 814786 w 1999156"/>
                <a:gd name="connsiteY10" fmla="*/ 26137 h 768152"/>
                <a:gd name="connsiteX11" fmla="*/ 101223 w 1999156"/>
                <a:gd name="connsiteY11" fmla="*/ 26470 h 768152"/>
                <a:gd name="connsiteX12" fmla="*/ 80811 w 1999156"/>
                <a:gd name="connsiteY12" fmla="*/ 17096 h 768152"/>
                <a:gd name="connsiteX13" fmla="*/ 14484 w 1999156"/>
                <a:gd name="connsiteY13" fmla="*/ 12814 h 768152"/>
                <a:gd name="connsiteX14" fmla="*/ 15103 w 1999156"/>
                <a:gd name="connsiteY14" fmla="*/ 79474 h 768152"/>
                <a:gd name="connsiteX15" fmla="*/ 81525 w 1999156"/>
                <a:gd name="connsiteY15" fmla="*/ 74003 h 768152"/>
                <a:gd name="connsiteX16" fmla="*/ 98178 w 1999156"/>
                <a:gd name="connsiteY16" fmla="*/ 65486 h 768152"/>
                <a:gd name="connsiteX17" fmla="*/ 806269 w 1999156"/>
                <a:gd name="connsiteY17" fmla="*/ 65486 h 768152"/>
                <a:gd name="connsiteX18" fmla="*/ 823398 w 1999156"/>
                <a:gd name="connsiteY18" fmla="*/ 71766 h 768152"/>
                <a:gd name="connsiteX19" fmla="*/ 889154 w 1999156"/>
                <a:gd name="connsiteY19" fmla="*/ 125056 h 768152"/>
                <a:gd name="connsiteX20" fmla="*/ 914990 w 1999156"/>
                <a:gd name="connsiteY20" fmla="*/ 134287 h 768152"/>
                <a:gd name="connsiteX21" fmla="*/ 1873259 w 1999156"/>
                <a:gd name="connsiteY21" fmla="*/ 133859 h 768152"/>
                <a:gd name="connsiteX22" fmla="*/ 1894004 w 1999156"/>
                <a:gd name="connsiteY22" fmla="*/ 144897 h 768152"/>
                <a:gd name="connsiteX23" fmla="*/ 1953670 w 1999156"/>
                <a:gd name="connsiteY23" fmla="*/ 240962 h 768152"/>
                <a:gd name="connsiteX24" fmla="*/ 1960617 w 1999156"/>
                <a:gd name="connsiteY24" fmla="*/ 265133 h 768152"/>
                <a:gd name="connsiteX25" fmla="*/ 1960474 w 1999156"/>
                <a:gd name="connsiteY25" fmla="*/ 768153 h 768152"/>
                <a:gd name="connsiteX26" fmla="*/ 1979982 w 1999156"/>
                <a:gd name="connsiteY26" fmla="*/ 763728 h 768152"/>
                <a:gd name="connsiteX27" fmla="*/ 45649 w 1999156"/>
                <a:gd name="connsiteY27" fmla="*/ 52353 h 768152"/>
                <a:gd name="connsiteX28" fmla="*/ 38798 w 1999156"/>
                <a:gd name="connsiteY28" fmla="*/ 45597 h 768152"/>
                <a:gd name="connsiteX29" fmla="*/ 45982 w 1999156"/>
                <a:gd name="connsiteY29" fmla="*/ 38841 h 768152"/>
                <a:gd name="connsiteX30" fmla="*/ 52453 w 1999156"/>
                <a:gd name="connsiteY30" fmla="*/ 45930 h 768152"/>
                <a:gd name="connsiteX31" fmla="*/ 45649 w 1999156"/>
                <a:gd name="connsiteY31" fmla="*/ 52353 h 768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99156" h="768152">
                  <a:moveTo>
                    <a:pt x="1979982" y="763728"/>
                  </a:moveTo>
                  <a:cubicBezTo>
                    <a:pt x="1990687" y="764061"/>
                    <a:pt x="1994732" y="758922"/>
                    <a:pt x="1994304" y="748787"/>
                  </a:cubicBezTo>
                  <a:cubicBezTo>
                    <a:pt x="1994113" y="743791"/>
                    <a:pt x="1994304" y="738796"/>
                    <a:pt x="1994304" y="733800"/>
                  </a:cubicBezTo>
                  <a:cubicBezTo>
                    <a:pt x="1994304" y="577355"/>
                    <a:pt x="1994256" y="420911"/>
                    <a:pt x="1994399" y="264467"/>
                  </a:cubicBezTo>
                  <a:cubicBezTo>
                    <a:pt x="1994399" y="256093"/>
                    <a:pt x="1992115" y="247005"/>
                    <a:pt x="1999157" y="239868"/>
                  </a:cubicBezTo>
                  <a:cubicBezTo>
                    <a:pt x="1971941" y="195856"/>
                    <a:pt x="1944392" y="152034"/>
                    <a:pt x="1917842" y="107642"/>
                  </a:cubicBezTo>
                  <a:cubicBezTo>
                    <a:pt x="1911894" y="97698"/>
                    <a:pt x="1905566" y="94557"/>
                    <a:pt x="1894194" y="94605"/>
                  </a:cubicBezTo>
                  <a:cubicBezTo>
                    <a:pt x="1572504" y="94938"/>
                    <a:pt x="1250813" y="94843"/>
                    <a:pt x="929074" y="95033"/>
                  </a:cubicBezTo>
                  <a:cubicBezTo>
                    <a:pt x="919891" y="95033"/>
                    <a:pt x="912707" y="92844"/>
                    <a:pt x="905569" y="86849"/>
                  </a:cubicBezTo>
                  <a:cubicBezTo>
                    <a:pt x="884682" y="69292"/>
                    <a:pt x="862795" y="52877"/>
                    <a:pt x="842002" y="35224"/>
                  </a:cubicBezTo>
                  <a:cubicBezTo>
                    <a:pt x="833723" y="28183"/>
                    <a:pt x="825301" y="26137"/>
                    <a:pt x="814786" y="26137"/>
                  </a:cubicBezTo>
                  <a:cubicBezTo>
                    <a:pt x="576932" y="26375"/>
                    <a:pt x="339078" y="26279"/>
                    <a:pt x="101223" y="26470"/>
                  </a:cubicBezTo>
                  <a:cubicBezTo>
                    <a:pt x="92516" y="26470"/>
                    <a:pt x="86711" y="24804"/>
                    <a:pt x="80811" y="17096"/>
                  </a:cubicBezTo>
                  <a:cubicBezTo>
                    <a:pt x="64539" y="-4220"/>
                    <a:pt x="33754" y="-5552"/>
                    <a:pt x="14484" y="12814"/>
                  </a:cubicBezTo>
                  <a:cubicBezTo>
                    <a:pt x="-5071" y="31466"/>
                    <a:pt x="-4786" y="60870"/>
                    <a:pt x="15103" y="79474"/>
                  </a:cubicBezTo>
                  <a:cubicBezTo>
                    <a:pt x="34087" y="97222"/>
                    <a:pt x="65776" y="95033"/>
                    <a:pt x="81525" y="74003"/>
                  </a:cubicBezTo>
                  <a:cubicBezTo>
                    <a:pt x="86188" y="67722"/>
                    <a:pt x="90613" y="65438"/>
                    <a:pt x="98178" y="65486"/>
                  </a:cubicBezTo>
                  <a:cubicBezTo>
                    <a:pt x="334224" y="65676"/>
                    <a:pt x="570271" y="65676"/>
                    <a:pt x="806269" y="65486"/>
                  </a:cubicBezTo>
                  <a:cubicBezTo>
                    <a:pt x="813168" y="65486"/>
                    <a:pt x="818259" y="67532"/>
                    <a:pt x="823398" y="71766"/>
                  </a:cubicBezTo>
                  <a:cubicBezTo>
                    <a:pt x="845238" y="89656"/>
                    <a:pt x="867505" y="106976"/>
                    <a:pt x="889154" y="125056"/>
                  </a:cubicBezTo>
                  <a:cubicBezTo>
                    <a:pt x="896910" y="131527"/>
                    <a:pt x="904713" y="134287"/>
                    <a:pt x="914990" y="134287"/>
                  </a:cubicBezTo>
                  <a:cubicBezTo>
                    <a:pt x="1234397" y="134049"/>
                    <a:pt x="1553852" y="134144"/>
                    <a:pt x="1873259" y="133859"/>
                  </a:cubicBezTo>
                  <a:cubicBezTo>
                    <a:pt x="1882965" y="133859"/>
                    <a:pt x="1888818" y="136238"/>
                    <a:pt x="1894004" y="144897"/>
                  </a:cubicBezTo>
                  <a:cubicBezTo>
                    <a:pt x="1913369" y="177204"/>
                    <a:pt x="1933496" y="209131"/>
                    <a:pt x="1953670" y="240962"/>
                  </a:cubicBezTo>
                  <a:cubicBezTo>
                    <a:pt x="1958475" y="248527"/>
                    <a:pt x="1960617" y="256045"/>
                    <a:pt x="1960617" y="265133"/>
                  </a:cubicBezTo>
                  <a:cubicBezTo>
                    <a:pt x="1960379" y="432806"/>
                    <a:pt x="1960474" y="600479"/>
                    <a:pt x="1960474" y="768153"/>
                  </a:cubicBezTo>
                  <a:cubicBezTo>
                    <a:pt x="1966231" y="763014"/>
                    <a:pt x="1973273" y="763490"/>
                    <a:pt x="1979982" y="763728"/>
                  </a:cubicBezTo>
                  <a:close/>
                  <a:moveTo>
                    <a:pt x="45649" y="52353"/>
                  </a:moveTo>
                  <a:cubicBezTo>
                    <a:pt x="41748" y="52068"/>
                    <a:pt x="38465" y="49832"/>
                    <a:pt x="38798" y="45597"/>
                  </a:cubicBezTo>
                  <a:cubicBezTo>
                    <a:pt x="39131" y="41743"/>
                    <a:pt x="42033" y="38793"/>
                    <a:pt x="45982" y="38841"/>
                  </a:cubicBezTo>
                  <a:cubicBezTo>
                    <a:pt x="50027" y="38888"/>
                    <a:pt x="52263" y="41743"/>
                    <a:pt x="52453" y="45930"/>
                  </a:cubicBezTo>
                  <a:cubicBezTo>
                    <a:pt x="52406" y="50403"/>
                    <a:pt x="49884" y="52639"/>
                    <a:pt x="45649" y="52353"/>
                  </a:cubicBezTo>
                  <a:close/>
                </a:path>
              </a:pathLst>
            </a:custGeom>
            <a:solidFill>
              <a:srgbClr val="1C97C3"/>
            </a:solidFill>
            <a:ln w="4754" cap="flat">
              <a:noFill/>
              <a:prstDash val="solid"/>
              <a:miter/>
            </a:ln>
          </p:spPr>
          <p:txBody>
            <a:bodyPr rtlCol="0" anchor="ctr"/>
            <a:lstStyle/>
            <a:p>
              <a:endParaRPr lang="en-US"/>
            </a:p>
          </p:txBody>
        </p:sp>
        <p:sp>
          <p:nvSpPr>
            <p:cNvPr id="163" name="Freeform: Shape 312">
              <a:extLst>
                <a:ext uri="{FF2B5EF4-FFF2-40B4-BE49-F238E27FC236}">
                  <a16:creationId xmlns:a16="http://schemas.microsoft.com/office/drawing/2014/main" id="{04DD1AF8-B082-4B7B-A5E4-924F18FD99EE}"/>
                </a:ext>
              </a:extLst>
            </p:cNvPr>
            <p:cNvSpPr/>
            <p:nvPr/>
          </p:nvSpPr>
          <p:spPr>
            <a:xfrm>
              <a:off x="3687413" y="923519"/>
              <a:ext cx="38635" cy="528738"/>
            </a:xfrm>
            <a:custGeom>
              <a:avLst/>
              <a:gdLst>
                <a:gd name="connsiteX0" fmla="*/ 23172 w 38635"/>
                <a:gd name="connsiteY0" fmla="*/ 528475 h 528738"/>
                <a:gd name="connsiteX1" fmla="*/ 38588 w 38635"/>
                <a:gd name="connsiteY1" fmla="*/ 513583 h 528738"/>
                <a:gd name="connsiteX2" fmla="*/ 38302 w 38635"/>
                <a:gd name="connsiteY2" fmla="*/ 284102 h 528738"/>
                <a:gd name="connsiteX3" fmla="*/ 38635 w 38635"/>
                <a:gd name="connsiteY3" fmla="*/ 0 h 528738"/>
                <a:gd name="connsiteX4" fmla="*/ 33877 w 38635"/>
                <a:gd name="connsiteY4" fmla="*/ 24599 h 528738"/>
                <a:gd name="connsiteX5" fmla="*/ 33782 w 38635"/>
                <a:gd name="connsiteY5" fmla="*/ 493932 h 528738"/>
                <a:gd name="connsiteX6" fmla="*/ 33782 w 38635"/>
                <a:gd name="connsiteY6" fmla="*/ 508920 h 528738"/>
                <a:gd name="connsiteX7" fmla="*/ 19461 w 38635"/>
                <a:gd name="connsiteY7" fmla="*/ 523860 h 528738"/>
                <a:gd name="connsiteX8" fmla="*/ 0 w 38635"/>
                <a:gd name="connsiteY8" fmla="*/ 528190 h 528738"/>
                <a:gd name="connsiteX9" fmla="*/ 23172 w 38635"/>
                <a:gd name="connsiteY9" fmla="*/ 528475 h 52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35" h="528738">
                  <a:moveTo>
                    <a:pt x="23172" y="528475"/>
                  </a:moveTo>
                  <a:cubicBezTo>
                    <a:pt x="34972" y="529855"/>
                    <a:pt x="38683" y="525953"/>
                    <a:pt x="38588" y="513583"/>
                  </a:cubicBezTo>
                  <a:cubicBezTo>
                    <a:pt x="37969" y="437073"/>
                    <a:pt x="38255" y="360612"/>
                    <a:pt x="38302" y="284102"/>
                  </a:cubicBezTo>
                  <a:cubicBezTo>
                    <a:pt x="38350" y="189417"/>
                    <a:pt x="38540" y="94685"/>
                    <a:pt x="38635" y="0"/>
                  </a:cubicBezTo>
                  <a:cubicBezTo>
                    <a:pt x="31593" y="7137"/>
                    <a:pt x="33877" y="16225"/>
                    <a:pt x="33877" y="24599"/>
                  </a:cubicBezTo>
                  <a:cubicBezTo>
                    <a:pt x="33735" y="181043"/>
                    <a:pt x="33782" y="337488"/>
                    <a:pt x="33782" y="493932"/>
                  </a:cubicBezTo>
                  <a:cubicBezTo>
                    <a:pt x="33782" y="498928"/>
                    <a:pt x="33544" y="503971"/>
                    <a:pt x="33782" y="508920"/>
                  </a:cubicBezTo>
                  <a:cubicBezTo>
                    <a:pt x="34210" y="519007"/>
                    <a:pt x="30166" y="524193"/>
                    <a:pt x="19461" y="523860"/>
                  </a:cubicBezTo>
                  <a:cubicBezTo>
                    <a:pt x="12752" y="523670"/>
                    <a:pt x="5662" y="523146"/>
                    <a:pt x="0" y="528190"/>
                  </a:cubicBezTo>
                  <a:cubicBezTo>
                    <a:pt x="7708" y="528237"/>
                    <a:pt x="15511" y="527571"/>
                    <a:pt x="23172" y="528475"/>
                  </a:cubicBezTo>
                  <a:close/>
                </a:path>
              </a:pathLst>
            </a:custGeom>
            <a:solidFill>
              <a:srgbClr val="1C97C3"/>
            </a:solidFill>
            <a:ln w="4754" cap="flat">
              <a:noFill/>
              <a:prstDash val="solid"/>
              <a:miter/>
            </a:ln>
          </p:spPr>
          <p:txBody>
            <a:bodyPr rtlCol="0" anchor="ctr"/>
            <a:lstStyle/>
            <a:p>
              <a:endParaRPr lang="en-US"/>
            </a:p>
          </p:txBody>
        </p:sp>
        <p:sp>
          <p:nvSpPr>
            <p:cNvPr id="164" name="Freeform: Shape 313">
              <a:extLst>
                <a:ext uri="{FF2B5EF4-FFF2-40B4-BE49-F238E27FC236}">
                  <a16:creationId xmlns:a16="http://schemas.microsoft.com/office/drawing/2014/main" id="{4B9C7666-1C90-4E6A-9D5C-2183F10B4D71}"/>
                </a:ext>
              </a:extLst>
            </p:cNvPr>
            <p:cNvSpPr/>
            <p:nvPr/>
          </p:nvSpPr>
          <p:spPr>
            <a:xfrm>
              <a:off x="1630525" y="794959"/>
              <a:ext cx="1829929" cy="656749"/>
            </a:xfrm>
            <a:custGeom>
              <a:avLst/>
              <a:gdLst>
                <a:gd name="connsiteX0" fmla="*/ 1795529 w 1829929"/>
                <a:gd name="connsiteY0" fmla="*/ 230001 h 656749"/>
                <a:gd name="connsiteX1" fmla="*/ 1795957 w 1829929"/>
                <a:gd name="connsiteY1" fmla="*/ 247701 h 656749"/>
                <a:gd name="connsiteX2" fmla="*/ 1795957 w 1829929"/>
                <a:gd name="connsiteY2" fmla="*/ 622539 h 656749"/>
                <a:gd name="connsiteX3" fmla="*/ 1795957 w 1829929"/>
                <a:gd name="connsiteY3" fmla="*/ 636147 h 656749"/>
                <a:gd name="connsiteX4" fmla="*/ 1811659 w 1829929"/>
                <a:gd name="connsiteY4" fmla="*/ 652467 h 656749"/>
                <a:gd name="connsiteX5" fmla="*/ 1829739 w 1829929"/>
                <a:gd name="connsiteY5" fmla="*/ 656749 h 656749"/>
                <a:gd name="connsiteX6" fmla="*/ 1829929 w 1829929"/>
                <a:gd name="connsiteY6" fmla="*/ 219390 h 656749"/>
                <a:gd name="connsiteX7" fmla="*/ 1823554 w 1829929"/>
                <a:gd name="connsiteY7" fmla="*/ 197837 h 656749"/>
                <a:gd name="connsiteX8" fmla="*/ 1756608 w 1829929"/>
                <a:gd name="connsiteY8" fmla="*/ 93445 h 656749"/>
                <a:gd name="connsiteX9" fmla="*/ 1736053 w 1829929"/>
                <a:gd name="connsiteY9" fmla="*/ 82359 h 656749"/>
                <a:gd name="connsiteX10" fmla="*/ 1022538 w 1829929"/>
                <a:gd name="connsiteY10" fmla="*/ 82597 h 656749"/>
                <a:gd name="connsiteX11" fmla="*/ 954688 w 1829929"/>
                <a:gd name="connsiteY11" fmla="*/ 80694 h 656749"/>
                <a:gd name="connsiteX12" fmla="*/ 901874 w 1829929"/>
                <a:gd name="connsiteY12" fmla="*/ 42867 h 656749"/>
                <a:gd name="connsiteX13" fmla="*/ 891026 w 1829929"/>
                <a:gd name="connsiteY13" fmla="*/ 34588 h 656749"/>
                <a:gd name="connsiteX14" fmla="*/ 863810 w 1829929"/>
                <a:gd name="connsiteY14" fmla="*/ 25215 h 656749"/>
                <a:gd name="connsiteX15" fmla="*/ 99717 w 1829929"/>
                <a:gd name="connsiteY15" fmla="*/ 25596 h 656749"/>
                <a:gd name="connsiteX16" fmla="*/ 80542 w 1829929"/>
                <a:gd name="connsiteY16" fmla="*/ 16746 h 656749"/>
                <a:gd name="connsiteX17" fmla="*/ 15166 w 1829929"/>
                <a:gd name="connsiteY17" fmla="*/ 12035 h 656749"/>
                <a:gd name="connsiteX18" fmla="*/ 15309 w 1829929"/>
                <a:gd name="connsiteY18" fmla="*/ 79599 h 656749"/>
                <a:gd name="connsiteX19" fmla="*/ 80637 w 1829929"/>
                <a:gd name="connsiteY19" fmla="*/ 74556 h 656749"/>
                <a:gd name="connsiteX20" fmla="*/ 99907 w 1829929"/>
                <a:gd name="connsiteY20" fmla="*/ 65896 h 656749"/>
                <a:gd name="connsiteX21" fmla="*/ 832597 w 1829929"/>
                <a:gd name="connsiteY21" fmla="*/ 65611 h 656749"/>
                <a:gd name="connsiteX22" fmla="*/ 892073 w 1829929"/>
                <a:gd name="connsiteY22" fmla="*/ 85261 h 656749"/>
                <a:gd name="connsiteX23" fmla="*/ 929899 w 1829929"/>
                <a:gd name="connsiteY23" fmla="*/ 114381 h 656749"/>
                <a:gd name="connsiteX24" fmla="*/ 955973 w 1829929"/>
                <a:gd name="connsiteY24" fmla="*/ 123326 h 656749"/>
                <a:gd name="connsiteX25" fmla="*/ 1710503 w 1829929"/>
                <a:gd name="connsiteY25" fmla="*/ 123135 h 656749"/>
                <a:gd name="connsiteX26" fmla="*/ 1720066 w 1829929"/>
                <a:gd name="connsiteY26" fmla="*/ 123088 h 656749"/>
                <a:gd name="connsiteX27" fmla="*/ 1732247 w 1829929"/>
                <a:gd name="connsiteY27" fmla="*/ 129654 h 656749"/>
                <a:gd name="connsiteX28" fmla="*/ 1789200 w 1829929"/>
                <a:gd name="connsiteY28" fmla="*/ 219343 h 656749"/>
                <a:gd name="connsiteX29" fmla="*/ 1795529 w 1829929"/>
                <a:gd name="connsiteY29" fmla="*/ 230001 h 656749"/>
                <a:gd name="connsiteX30" fmla="*/ 46189 w 1829929"/>
                <a:gd name="connsiteY30" fmla="*/ 52526 h 656749"/>
                <a:gd name="connsiteX31" fmla="*/ 39004 w 1829929"/>
                <a:gd name="connsiteY31" fmla="*/ 46008 h 656749"/>
                <a:gd name="connsiteX32" fmla="*/ 45475 w 1829929"/>
                <a:gd name="connsiteY32" fmla="*/ 39013 h 656749"/>
                <a:gd name="connsiteX33" fmla="*/ 52517 w 1829929"/>
                <a:gd name="connsiteY33" fmla="*/ 45437 h 656749"/>
                <a:gd name="connsiteX34" fmla="*/ 46189 w 1829929"/>
                <a:gd name="connsiteY34" fmla="*/ 52526 h 656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29929" h="656749">
                  <a:moveTo>
                    <a:pt x="1795529" y="230001"/>
                  </a:moveTo>
                  <a:cubicBezTo>
                    <a:pt x="1796337" y="235853"/>
                    <a:pt x="1795957" y="241801"/>
                    <a:pt x="1795957" y="247701"/>
                  </a:cubicBezTo>
                  <a:cubicBezTo>
                    <a:pt x="1795957" y="372647"/>
                    <a:pt x="1795957" y="497593"/>
                    <a:pt x="1795957" y="622539"/>
                  </a:cubicBezTo>
                  <a:cubicBezTo>
                    <a:pt x="1795957" y="627059"/>
                    <a:pt x="1796243" y="631627"/>
                    <a:pt x="1795957" y="636147"/>
                  </a:cubicBezTo>
                  <a:cubicBezTo>
                    <a:pt x="1795196" y="647471"/>
                    <a:pt x="1799573" y="653228"/>
                    <a:pt x="1811659" y="652467"/>
                  </a:cubicBezTo>
                  <a:cubicBezTo>
                    <a:pt x="1817892" y="652086"/>
                    <a:pt x="1824505" y="651944"/>
                    <a:pt x="1829739" y="656749"/>
                  </a:cubicBezTo>
                  <a:cubicBezTo>
                    <a:pt x="1829739" y="510963"/>
                    <a:pt x="1829691" y="365177"/>
                    <a:pt x="1829929" y="219390"/>
                  </a:cubicBezTo>
                  <a:cubicBezTo>
                    <a:pt x="1829929" y="211207"/>
                    <a:pt x="1827883" y="204498"/>
                    <a:pt x="1823554" y="197837"/>
                  </a:cubicBezTo>
                  <a:cubicBezTo>
                    <a:pt x="1801096" y="163151"/>
                    <a:pt x="1778542" y="128464"/>
                    <a:pt x="1756608" y="93445"/>
                  </a:cubicBezTo>
                  <a:cubicBezTo>
                    <a:pt x="1751469" y="85214"/>
                    <a:pt x="1745998" y="82311"/>
                    <a:pt x="1736053" y="82359"/>
                  </a:cubicBezTo>
                  <a:cubicBezTo>
                    <a:pt x="1498199" y="82740"/>
                    <a:pt x="1260345" y="82644"/>
                    <a:pt x="1022538" y="82597"/>
                  </a:cubicBezTo>
                  <a:cubicBezTo>
                    <a:pt x="999747" y="82597"/>
                    <a:pt x="975386" y="87355"/>
                    <a:pt x="954688" y="80694"/>
                  </a:cubicBezTo>
                  <a:cubicBezTo>
                    <a:pt x="935085" y="74366"/>
                    <a:pt x="919336" y="55952"/>
                    <a:pt x="901874" y="42867"/>
                  </a:cubicBezTo>
                  <a:cubicBezTo>
                    <a:pt x="898258" y="40155"/>
                    <a:pt x="894356" y="37681"/>
                    <a:pt x="891026" y="34588"/>
                  </a:cubicBezTo>
                  <a:cubicBezTo>
                    <a:pt x="883270" y="27356"/>
                    <a:pt x="874515" y="25215"/>
                    <a:pt x="863810" y="25215"/>
                  </a:cubicBezTo>
                  <a:cubicBezTo>
                    <a:pt x="609112" y="25500"/>
                    <a:pt x="354414" y="25405"/>
                    <a:pt x="99717" y="25596"/>
                  </a:cubicBezTo>
                  <a:cubicBezTo>
                    <a:pt x="91485" y="25596"/>
                    <a:pt x="86061" y="23835"/>
                    <a:pt x="80542" y="16746"/>
                  </a:cubicBezTo>
                  <a:cubicBezTo>
                    <a:pt x="64460" y="-3857"/>
                    <a:pt x="34008" y="-5474"/>
                    <a:pt x="15166" y="12035"/>
                  </a:cubicBezTo>
                  <a:cubicBezTo>
                    <a:pt x="-5103" y="30877"/>
                    <a:pt x="-5055" y="60805"/>
                    <a:pt x="15309" y="79599"/>
                  </a:cubicBezTo>
                  <a:cubicBezTo>
                    <a:pt x="34151" y="97014"/>
                    <a:pt x="64698" y="95253"/>
                    <a:pt x="80637" y="74556"/>
                  </a:cubicBezTo>
                  <a:cubicBezTo>
                    <a:pt x="86251" y="67228"/>
                    <a:pt x="91866" y="65896"/>
                    <a:pt x="99907" y="65896"/>
                  </a:cubicBezTo>
                  <a:cubicBezTo>
                    <a:pt x="344137" y="66039"/>
                    <a:pt x="588367" y="66277"/>
                    <a:pt x="832597" y="65611"/>
                  </a:cubicBezTo>
                  <a:cubicBezTo>
                    <a:pt x="855531" y="65563"/>
                    <a:pt x="874944" y="68941"/>
                    <a:pt x="892073" y="85261"/>
                  </a:cubicBezTo>
                  <a:cubicBezTo>
                    <a:pt x="903539" y="96157"/>
                    <a:pt x="917576" y="104294"/>
                    <a:pt x="929899" y="114381"/>
                  </a:cubicBezTo>
                  <a:cubicBezTo>
                    <a:pt x="937702" y="120804"/>
                    <a:pt x="945791" y="123373"/>
                    <a:pt x="955973" y="123326"/>
                  </a:cubicBezTo>
                  <a:cubicBezTo>
                    <a:pt x="1207483" y="123088"/>
                    <a:pt x="1458993" y="123135"/>
                    <a:pt x="1710503" y="123135"/>
                  </a:cubicBezTo>
                  <a:cubicBezTo>
                    <a:pt x="1713690" y="123135"/>
                    <a:pt x="1716879" y="123373"/>
                    <a:pt x="1720066" y="123088"/>
                  </a:cubicBezTo>
                  <a:cubicBezTo>
                    <a:pt x="1725681" y="122612"/>
                    <a:pt x="1729202" y="124753"/>
                    <a:pt x="1732247" y="129654"/>
                  </a:cubicBezTo>
                  <a:cubicBezTo>
                    <a:pt x="1751041" y="159677"/>
                    <a:pt x="1770168" y="189462"/>
                    <a:pt x="1789200" y="219343"/>
                  </a:cubicBezTo>
                  <a:cubicBezTo>
                    <a:pt x="1795291" y="220485"/>
                    <a:pt x="1794910" y="225719"/>
                    <a:pt x="1795529" y="230001"/>
                  </a:cubicBezTo>
                  <a:close/>
                  <a:moveTo>
                    <a:pt x="46189" y="52526"/>
                  </a:moveTo>
                  <a:cubicBezTo>
                    <a:pt x="41764" y="52431"/>
                    <a:pt x="39147" y="50290"/>
                    <a:pt x="39004" y="46008"/>
                  </a:cubicBezTo>
                  <a:cubicBezTo>
                    <a:pt x="38861" y="41773"/>
                    <a:pt x="41098" y="39156"/>
                    <a:pt x="45475" y="39013"/>
                  </a:cubicBezTo>
                  <a:cubicBezTo>
                    <a:pt x="49757" y="38871"/>
                    <a:pt x="52327" y="41154"/>
                    <a:pt x="52517" y="45437"/>
                  </a:cubicBezTo>
                  <a:cubicBezTo>
                    <a:pt x="52707" y="49766"/>
                    <a:pt x="50233" y="52003"/>
                    <a:pt x="46189" y="52526"/>
                  </a:cubicBezTo>
                  <a:close/>
                </a:path>
              </a:pathLst>
            </a:custGeom>
            <a:solidFill>
              <a:srgbClr val="1D97C3"/>
            </a:solidFill>
            <a:ln w="4754" cap="flat">
              <a:noFill/>
              <a:prstDash val="solid"/>
              <a:miter/>
            </a:ln>
          </p:spPr>
          <p:txBody>
            <a:bodyPr rtlCol="0" anchor="ctr"/>
            <a:lstStyle/>
            <a:p>
              <a:endParaRPr lang="en-US"/>
            </a:p>
          </p:txBody>
        </p:sp>
        <p:sp>
          <p:nvSpPr>
            <p:cNvPr id="165" name="Freeform: Shape 314">
              <a:extLst>
                <a:ext uri="{FF2B5EF4-FFF2-40B4-BE49-F238E27FC236}">
                  <a16:creationId xmlns:a16="http://schemas.microsoft.com/office/drawing/2014/main" id="{1A0C4B29-6931-404B-9ECC-71AA86667DFE}"/>
                </a:ext>
              </a:extLst>
            </p:cNvPr>
            <p:cNvSpPr/>
            <p:nvPr/>
          </p:nvSpPr>
          <p:spPr>
            <a:xfrm>
              <a:off x="3419725" y="1014349"/>
              <a:ext cx="40490" cy="437510"/>
            </a:xfrm>
            <a:custGeom>
              <a:avLst/>
              <a:gdLst>
                <a:gd name="connsiteX0" fmla="*/ 2094 w 40490"/>
                <a:gd name="connsiteY0" fmla="*/ 15749 h 437510"/>
                <a:gd name="connsiteX1" fmla="*/ 2189 w 40490"/>
                <a:gd name="connsiteY1" fmla="*/ 399485 h 437510"/>
                <a:gd name="connsiteX2" fmla="*/ 40491 w 40490"/>
                <a:gd name="connsiteY2" fmla="*/ 437406 h 437510"/>
                <a:gd name="connsiteX3" fmla="*/ 22410 w 40490"/>
                <a:gd name="connsiteY3" fmla="*/ 433124 h 437510"/>
                <a:gd name="connsiteX4" fmla="*/ 6709 w 40490"/>
                <a:gd name="connsiteY4" fmla="*/ 416804 h 437510"/>
                <a:gd name="connsiteX5" fmla="*/ 6709 w 40490"/>
                <a:gd name="connsiteY5" fmla="*/ 403196 h 437510"/>
                <a:gd name="connsiteX6" fmla="*/ 6709 w 40490"/>
                <a:gd name="connsiteY6" fmla="*/ 28358 h 437510"/>
                <a:gd name="connsiteX7" fmla="*/ 6281 w 40490"/>
                <a:gd name="connsiteY7" fmla="*/ 10658 h 437510"/>
                <a:gd name="connsiteX8" fmla="*/ 0 w 40490"/>
                <a:gd name="connsiteY8" fmla="*/ 0 h 437510"/>
                <a:gd name="connsiteX9" fmla="*/ 2094 w 40490"/>
                <a:gd name="connsiteY9" fmla="*/ 15749 h 4375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490" h="437510">
                  <a:moveTo>
                    <a:pt x="2094" y="15749"/>
                  </a:moveTo>
                  <a:cubicBezTo>
                    <a:pt x="2189" y="143645"/>
                    <a:pt x="2189" y="271589"/>
                    <a:pt x="2189" y="399485"/>
                  </a:cubicBezTo>
                  <a:cubicBezTo>
                    <a:pt x="2189" y="437930"/>
                    <a:pt x="2189" y="437930"/>
                    <a:pt x="40491" y="437406"/>
                  </a:cubicBezTo>
                  <a:cubicBezTo>
                    <a:pt x="35257" y="432601"/>
                    <a:pt x="28691" y="432743"/>
                    <a:pt x="22410" y="433124"/>
                  </a:cubicBezTo>
                  <a:cubicBezTo>
                    <a:pt x="10325" y="433885"/>
                    <a:pt x="5948" y="428128"/>
                    <a:pt x="6709" y="416804"/>
                  </a:cubicBezTo>
                  <a:cubicBezTo>
                    <a:pt x="6994" y="412284"/>
                    <a:pt x="6709" y="407716"/>
                    <a:pt x="6709" y="403196"/>
                  </a:cubicBezTo>
                  <a:cubicBezTo>
                    <a:pt x="6709" y="278250"/>
                    <a:pt x="6709" y="153304"/>
                    <a:pt x="6709" y="28358"/>
                  </a:cubicBezTo>
                  <a:cubicBezTo>
                    <a:pt x="6709" y="22458"/>
                    <a:pt x="7090" y="16510"/>
                    <a:pt x="6281" y="10658"/>
                  </a:cubicBezTo>
                  <a:cubicBezTo>
                    <a:pt x="5662" y="6376"/>
                    <a:pt x="6090" y="1190"/>
                    <a:pt x="0" y="0"/>
                  </a:cubicBezTo>
                  <a:cubicBezTo>
                    <a:pt x="3902" y="4758"/>
                    <a:pt x="2094" y="10468"/>
                    <a:pt x="2094" y="15749"/>
                  </a:cubicBezTo>
                  <a:close/>
                </a:path>
              </a:pathLst>
            </a:custGeom>
            <a:solidFill>
              <a:srgbClr val="1D97C3"/>
            </a:solidFill>
            <a:ln w="4754" cap="flat">
              <a:noFill/>
              <a:prstDash val="solid"/>
              <a:miter/>
            </a:ln>
          </p:spPr>
          <p:txBody>
            <a:bodyPr rtlCol="0" anchor="ctr"/>
            <a:lstStyle/>
            <a:p>
              <a:endParaRPr lang="en-US"/>
            </a:p>
          </p:txBody>
        </p:sp>
        <p:sp>
          <p:nvSpPr>
            <p:cNvPr id="166" name="Freeform: Shape 315">
              <a:extLst>
                <a:ext uri="{FF2B5EF4-FFF2-40B4-BE49-F238E27FC236}">
                  <a16:creationId xmlns:a16="http://schemas.microsoft.com/office/drawing/2014/main" id="{6A1CAD2A-B32C-44FD-BA4F-A53A23A7BA94}"/>
                </a:ext>
              </a:extLst>
            </p:cNvPr>
            <p:cNvSpPr/>
            <p:nvPr/>
          </p:nvSpPr>
          <p:spPr>
            <a:xfrm>
              <a:off x="1516151" y="906206"/>
              <a:ext cx="1835010" cy="545550"/>
            </a:xfrm>
            <a:custGeom>
              <a:avLst/>
              <a:gdLst>
                <a:gd name="connsiteX0" fmla="*/ 1800753 w 1835010"/>
                <a:gd name="connsiteY0" fmla="*/ 212107 h 545550"/>
                <a:gd name="connsiteX1" fmla="*/ 1800943 w 1835010"/>
                <a:gd name="connsiteY1" fmla="*/ 509960 h 545550"/>
                <a:gd name="connsiteX2" fmla="*/ 1800943 w 1835010"/>
                <a:gd name="connsiteY2" fmla="*/ 526375 h 545550"/>
                <a:gd name="connsiteX3" fmla="*/ 1815313 w 1835010"/>
                <a:gd name="connsiteY3" fmla="*/ 541268 h 545550"/>
                <a:gd name="connsiteX4" fmla="*/ 1834821 w 1835010"/>
                <a:gd name="connsiteY4" fmla="*/ 545550 h 545550"/>
                <a:gd name="connsiteX5" fmla="*/ 1834821 w 1835010"/>
                <a:gd name="connsiteY5" fmla="*/ 545550 h 545550"/>
                <a:gd name="connsiteX6" fmla="*/ 1835011 w 1835010"/>
                <a:gd name="connsiteY6" fmla="*/ 187508 h 545550"/>
                <a:gd name="connsiteX7" fmla="*/ 1828350 w 1835010"/>
                <a:gd name="connsiteY7" fmla="*/ 167572 h 545550"/>
                <a:gd name="connsiteX8" fmla="*/ 1766448 w 1835010"/>
                <a:gd name="connsiteY8" fmla="*/ 82736 h 545550"/>
                <a:gd name="connsiteX9" fmla="*/ 1745227 w 1835010"/>
                <a:gd name="connsiteY9" fmla="*/ 71888 h 545550"/>
                <a:gd name="connsiteX10" fmla="*/ 1116500 w 1835010"/>
                <a:gd name="connsiteY10" fmla="*/ 72126 h 545550"/>
                <a:gd name="connsiteX11" fmla="*/ 1043178 w 1835010"/>
                <a:gd name="connsiteY11" fmla="*/ 70317 h 545550"/>
                <a:gd name="connsiteX12" fmla="*/ 981181 w 1835010"/>
                <a:gd name="connsiteY12" fmla="*/ 31492 h 545550"/>
                <a:gd name="connsiteX13" fmla="*/ 955821 w 1835010"/>
                <a:gd name="connsiteY13" fmla="*/ 24022 h 545550"/>
                <a:gd name="connsiteX14" fmla="*/ 102943 w 1835010"/>
                <a:gd name="connsiteY14" fmla="*/ 24355 h 545550"/>
                <a:gd name="connsiteX15" fmla="*/ 77249 w 1835010"/>
                <a:gd name="connsiteY15" fmla="*/ 13602 h 545550"/>
                <a:gd name="connsiteX16" fmla="*/ 11731 w 1835010"/>
                <a:gd name="connsiteY16" fmla="*/ 15172 h 545550"/>
                <a:gd name="connsiteX17" fmla="*/ 15204 w 1835010"/>
                <a:gd name="connsiteY17" fmla="*/ 79976 h 545550"/>
                <a:gd name="connsiteX18" fmla="*/ 80580 w 1835010"/>
                <a:gd name="connsiteY18" fmla="*/ 74362 h 545550"/>
                <a:gd name="connsiteX19" fmla="*/ 101896 w 1835010"/>
                <a:gd name="connsiteY19" fmla="*/ 64227 h 545550"/>
                <a:gd name="connsiteX20" fmla="*/ 886449 w 1835010"/>
                <a:gd name="connsiteY20" fmla="*/ 64417 h 545550"/>
                <a:gd name="connsiteX21" fmla="*/ 958438 w 1835010"/>
                <a:gd name="connsiteY21" fmla="*/ 66273 h 545550"/>
                <a:gd name="connsiteX22" fmla="*/ 1017913 w 1835010"/>
                <a:gd name="connsiteY22" fmla="*/ 104147 h 545550"/>
                <a:gd name="connsiteX23" fmla="*/ 1043274 w 1835010"/>
                <a:gd name="connsiteY23" fmla="*/ 111427 h 545550"/>
                <a:gd name="connsiteX24" fmla="*/ 1383616 w 1835010"/>
                <a:gd name="connsiteY24" fmla="*/ 111284 h 545550"/>
                <a:gd name="connsiteX25" fmla="*/ 1725291 w 1835010"/>
                <a:gd name="connsiteY25" fmla="*/ 111284 h 545550"/>
                <a:gd name="connsiteX26" fmla="*/ 1741991 w 1835010"/>
                <a:gd name="connsiteY26" fmla="*/ 117137 h 545550"/>
                <a:gd name="connsiteX27" fmla="*/ 1794615 w 1835010"/>
                <a:gd name="connsiteY27" fmla="*/ 190125 h 545550"/>
                <a:gd name="connsiteX28" fmla="*/ 1800753 w 1835010"/>
                <a:gd name="connsiteY28" fmla="*/ 212107 h 545550"/>
                <a:gd name="connsiteX29" fmla="*/ 52079 w 1835010"/>
                <a:gd name="connsiteY29" fmla="*/ 47907 h 545550"/>
                <a:gd name="connsiteX30" fmla="*/ 45037 w 1835010"/>
                <a:gd name="connsiteY30" fmla="*/ 52713 h 545550"/>
                <a:gd name="connsiteX31" fmla="*/ 38662 w 1835010"/>
                <a:gd name="connsiteY31" fmla="*/ 45338 h 545550"/>
                <a:gd name="connsiteX32" fmla="*/ 46037 w 1835010"/>
                <a:gd name="connsiteY32" fmla="*/ 39152 h 545550"/>
                <a:gd name="connsiteX33" fmla="*/ 52079 w 1835010"/>
                <a:gd name="connsiteY33" fmla="*/ 47907 h 545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35010" h="545550">
                  <a:moveTo>
                    <a:pt x="1800753" y="212107"/>
                  </a:moveTo>
                  <a:cubicBezTo>
                    <a:pt x="1800991" y="311407"/>
                    <a:pt x="1800896" y="410660"/>
                    <a:pt x="1800943" y="509960"/>
                  </a:cubicBezTo>
                  <a:cubicBezTo>
                    <a:pt x="1800943" y="515432"/>
                    <a:pt x="1801181" y="520904"/>
                    <a:pt x="1800943" y="526375"/>
                  </a:cubicBezTo>
                  <a:cubicBezTo>
                    <a:pt x="1800563" y="536510"/>
                    <a:pt x="1804607" y="541649"/>
                    <a:pt x="1815313" y="541268"/>
                  </a:cubicBezTo>
                  <a:cubicBezTo>
                    <a:pt x="1822022" y="541030"/>
                    <a:pt x="1829111" y="540554"/>
                    <a:pt x="1834821" y="545550"/>
                  </a:cubicBezTo>
                  <a:lnTo>
                    <a:pt x="1834821" y="545550"/>
                  </a:lnTo>
                  <a:cubicBezTo>
                    <a:pt x="1834821" y="426219"/>
                    <a:pt x="1834773" y="306840"/>
                    <a:pt x="1835011" y="187508"/>
                  </a:cubicBezTo>
                  <a:cubicBezTo>
                    <a:pt x="1835011" y="179800"/>
                    <a:pt x="1832965" y="173757"/>
                    <a:pt x="1828350" y="167572"/>
                  </a:cubicBezTo>
                  <a:cubicBezTo>
                    <a:pt x="1807367" y="139547"/>
                    <a:pt x="1786669" y="111332"/>
                    <a:pt x="1766448" y="82736"/>
                  </a:cubicBezTo>
                  <a:cubicBezTo>
                    <a:pt x="1760881" y="74885"/>
                    <a:pt x="1754981" y="71888"/>
                    <a:pt x="1745227" y="71888"/>
                  </a:cubicBezTo>
                  <a:cubicBezTo>
                    <a:pt x="1535635" y="72221"/>
                    <a:pt x="1326091" y="72126"/>
                    <a:pt x="1116500" y="72126"/>
                  </a:cubicBezTo>
                  <a:cubicBezTo>
                    <a:pt x="1091901" y="72126"/>
                    <a:pt x="1065779" y="77074"/>
                    <a:pt x="1043178" y="70317"/>
                  </a:cubicBezTo>
                  <a:cubicBezTo>
                    <a:pt x="1020625" y="63609"/>
                    <a:pt x="1001355" y="45433"/>
                    <a:pt x="981181" y="31492"/>
                  </a:cubicBezTo>
                  <a:cubicBezTo>
                    <a:pt x="973235" y="26020"/>
                    <a:pt x="965337" y="23974"/>
                    <a:pt x="955821" y="24022"/>
                  </a:cubicBezTo>
                  <a:cubicBezTo>
                    <a:pt x="671528" y="24212"/>
                    <a:pt x="387235" y="24117"/>
                    <a:pt x="102943" y="24355"/>
                  </a:cubicBezTo>
                  <a:cubicBezTo>
                    <a:pt x="92285" y="24355"/>
                    <a:pt x="84862" y="22119"/>
                    <a:pt x="77249" y="13602"/>
                  </a:cubicBezTo>
                  <a:cubicBezTo>
                    <a:pt x="60215" y="-5526"/>
                    <a:pt x="29288" y="-4003"/>
                    <a:pt x="11731" y="15172"/>
                  </a:cubicBezTo>
                  <a:cubicBezTo>
                    <a:pt x="-5208" y="33681"/>
                    <a:pt x="-3590" y="63751"/>
                    <a:pt x="15204" y="79976"/>
                  </a:cubicBezTo>
                  <a:cubicBezTo>
                    <a:pt x="34903" y="96962"/>
                    <a:pt x="65782" y="95012"/>
                    <a:pt x="80580" y="74362"/>
                  </a:cubicBezTo>
                  <a:cubicBezTo>
                    <a:pt x="86575" y="65988"/>
                    <a:pt x="92618" y="64227"/>
                    <a:pt x="101896" y="64227"/>
                  </a:cubicBezTo>
                  <a:cubicBezTo>
                    <a:pt x="363398" y="64417"/>
                    <a:pt x="624899" y="64370"/>
                    <a:pt x="886449" y="64417"/>
                  </a:cubicBezTo>
                  <a:cubicBezTo>
                    <a:pt x="910572" y="64417"/>
                    <a:pt x="936218" y="59659"/>
                    <a:pt x="958438" y="66273"/>
                  </a:cubicBezTo>
                  <a:cubicBezTo>
                    <a:pt x="980134" y="72744"/>
                    <a:pt x="998548" y="90587"/>
                    <a:pt x="1017913" y="104147"/>
                  </a:cubicBezTo>
                  <a:cubicBezTo>
                    <a:pt x="1025859" y="109714"/>
                    <a:pt x="1033853" y="111474"/>
                    <a:pt x="1043274" y="111427"/>
                  </a:cubicBezTo>
                  <a:cubicBezTo>
                    <a:pt x="1156705" y="111189"/>
                    <a:pt x="1270137" y="111284"/>
                    <a:pt x="1383616" y="111284"/>
                  </a:cubicBezTo>
                  <a:cubicBezTo>
                    <a:pt x="1497523" y="111284"/>
                    <a:pt x="1611431" y="111284"/>
                    <a:pt x="1725291" y="111284"/>
                  </a:cubicBezTo>
                  <a:cubicBezTo>
                    <a:pt x="1731476" y="111284"/>
                    <a:pt x="1737233" y="110333"/>
                    <a:pt x="1741991" y="117137"/>
                  </a:cubicBezTo>
                  <a:cubicBezTo>
                    <a:pt x="1759120" y="141783"/>
                    <a:pt x="1777011" y="165859"/>
                    <a:pt x="1794615" y="190125"/>
                  </a:cubicBezTo>
                  <a:cubicBezTo>
                    <a:pt x="1803894" y="195359"/>
                    <a:pt x="1800753" y="204494"/>
                    <a:pt x="1800753" y="212107"/>
                  </a:cubicBezTo>
                  <a:close/>
                  <a:moveTo>
                    <a:pt x="52079" y="47907"/>
                  </a:moveTo>
                  <a:cubicBezTo>
                    <a:pt x="51746" y="50714"/>
                    <a:pt x="49082" y="53141"/>
                    <a:pt x="45037" y="52713"/>
                  </a:cubicBezTo>
                  <a:cubicBezTo>
                    <a:pt x="41136" y="52332"/>
                    <a:pt x="38376" y="49715"/>
                    <a:pt x="38662" y="45338"/>
                  </a:cubicBezTo>
                  <a:cubicBezTo>
                    <a:pt x="38947" y="40818"/>
                    <a:pt x="42087" y="38962"/>
                    <a:pt x="46037" y="39152"/>
                  </a:cubicBezTo>
                  <a:cubicBezTo>
                    <a:pt x="50271" y="39295"/>
                    <a:pt x="52555" y="41912"/>
                    <a:pt x="52079" y="47907"/>
                  </a:cubicBezTo>
                  <a:close/>
                </a:path>
              </a:pathLst>
            </a:custGeom>
            <a:solidFill>
              <a:srgbClr val="1D97C3"/>
            </a:solidFill>
            <a:ln w="4754" cap="flat">
              <a:noFill/>
              <a:prstDash val="solid"/>
              <a:miter/>
            </a:ln>
          </p:spPr>
          <p:txBody>
            <a:bodyPr rtlCol="0" anchor="ctr"/>
            <a:lstStyle/>
            <a:p>
              <a:endParaRPr lang="en-US"/>
            </a:p>
          </p:txBody>
        </p:sp>
        <p:sp>
          <p:nvSpPr>
            <p:cNvPr id="167" name="Freeform: Shape 316">
              <a:extLst>
                <a:ext uri="{FF2B5EF4-FFF2-40B4-BE49-F238E27FC236}">
                  <a16:creationId xmlns:a16="http://schemas.microsoft.com/office/drawing/2014/main" id="{FB54C510-5A48-449A-8546-0DC24D57AAB1}"/>
                </a:ext>
              </a:extLst>
            </p:cNvPr>
            <p:cNvSpPr/>
            <p:nvPr/>
          </p:nvSpPr>
          <p:spPr>
            <a:xfrm>
              <a:off x="3310719" y="1096235"/>
              <a:ext cx="40253" cy="357055"/>
            </a:xfrm>
            <a:custGeom>
              <a:avLst/>
              <a:gdLst>
                <a:gd name="connsiteX0" fmla="*/ 1951 w 40253"/>
                <a:gd name="connsiteY0" fmla="*/ 14512 h 357055"/>
                <a:gd name="connsiteX1" fmla="*/ 2141 w 40253"/>
                <a:gd name="connsiteY1" fmla="*/ 317647 h 357055"/>
                <a:gd name="connsiteX2" fmla="*/ 4710 w 40253"/>
                <a:gd name="connsiteY2" fmla="*/ 353094 h 357055"/>
                <a:gd name="connsiteX3" fmla="*/ 40253 w 40253"/>
                <a:gd name="connsiteY3" fmla="*/ 355473 h 357055"/>
                <a:gd name="connsiteX4" fmla="*/ 40253 w 40253"/>
                <a:gd name="connsiteY4" fmla="*/ 355473 h 357055"/>
                <a:gd name="connsiteX5" fmla="*/ 40253 w 40253"/>
                <a:gd name="connsiteY5" fmla="*/ 355473 h 357055"/>
                <a:gd name="connsiteX6" fmla="*/ 20745 w 40253"/>
                <a:gd name="connsiteY6" fmla="*/ 351191 h 357055"/>
                <a:gd name="connsiteX7" fmla="*/ 6376 w 40253"/>
                <a:gd name="connsiteY7" fmla="*/ 336298 h 357055"/>
                <a:gd name="connsiteX8" fmla="*/ 6376 w 40253"/>
                <a:gd name="connsiteY8" fmla="*/ 319883 h 357055"/>
                <a:gd name="connsiteX9" fmla="*/ 6185 w 40253"/>
                <a:gd name="connsiteY9" fmla="*/ 22030 h 357055"/>
                <a:gd name="connsiteX10" fmla="*/ 0 w 40253"/>
                <a:gd name="connsiteY10" fmla="*/ 0 h 357055"/>
                <a:gd name="connsiteX11" fmla="*/ 1951 w 40253"/>
                <a:gd name="connsiteY11" fmla="*/ 14512 h 357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253" h="357055">
                  <a:moveTo>
                    <a:pt x="1951" y="14512"/>
                  </a:moveTo>
                  <a:cubicBezTo>
                    <a:pt x="2046" y="115573"/>
                    <a:pt x="1951" y="216586"/>
                    <a:pt x="2141" y="317647"/>
                  </a:cubicBezTo>
                  <a:cubicBezTo>
                    <a:pt x="2189" y="329780"/>
                    <a:pt x="-3235" y="345386"/>
                    <a:pt x="4710" y="353094"/>
                  </a:cubicBezTo>
                  <a:cubicBezTo>
                    <a:pt x="12609" y="360707"/>
                    <a:pt x="28120" y="354902"/>
                    <a:pt x="40253" y="355473"/>
                  </a:cubicBezTo>
                  <a:lnTo>
                    <a:pt x="40253" y="355473"/>
                  </a:lnTo>
                  <a:lnTo>
                    <a:pt x="40253" y="355473"/>
                  </a:lnTo>
                  <a:cubicBezTo>
                    <a:pt x="34543" y="350477"/>
                    <a:pt x="27454" y="350953"/>
                    <a:pt x="20745" y="351191"/>
                  </a:cubicBezTo>
                  <a:cubicBezTo>
                    <a:pt x="10039" y="351571"/>
                    <a:pt x="5995" y="346433"/>
                    <a:pt x="6376" y="336298"/>
                  </a:cubicBezTo>
                  <a:cubicBezTo>
                    <a:pt x="6566" y="330826"/>
                    <a:pt x="6376" y="325355"/>
                    <a:pt x="6376" y="319883"/>
                  </a:cubicBezTo>
                  <a:cubicBezTo>
                    <a:pt x="6376" y="220583"/>
                    <a:pt x="6471" y="121330"/>
                    <a:pt x="6185" y="22030"/>
                  </a:cubicBezTo>
                  <a:cubicBezTo>
                    <a:pt x="6185" y="14464"/>
                    <a:pt x="9278" y="5281"/>
                    <a:pt x="0" y="0"/>
                  </a:cubicBezTo>
                  <a:cubicBezTo>
                    <a:pt x="3569" y="4473"/>
                    <a:pt x="1951" y="9706"/>
                    <a:pt x="1951" y="14512"/>
                  </a:cubicBezTo>
                  <a:close/>
                </a:path>
              </a:pathLst>
            </a:custGeom>
            <a:solidFill>
              <a:srgbClr val="1D97C3"/>
            </a:solidFill>
            <a:ln w="4754" cap="flat">
              <a:noFill/>
              <a:prstDash val="solid"/>
              <a:miter/>
            </a:ln>
          </p:spPr>
          <p:txBody>
            <a:bodyPr rtlCol="0" anchor="ctr"/>
            <a:lstStyle/>
            <a:p>
              <a:endParaRPr lang="en-US"/>
            </a:p>
          </p:txBody>
        </p:sp>
        <p:sp>
          <p:nvSpPr>
            <p:cNvPr id="168" name="Freeform: Shape 317">
              <a:extLst>
                <a:ext uri="{FF2B5EF4-FFF2-40B4-BE49-F238E27FC236}">
                  <a16:creationId xmlns:a16="http://schemas.microsoft.com/office/drawing/2014/main" id="{33681C55-B669-4399-935B-0B3145825D2B}"/>
                </a:ext>
              </a:extLst>
            </p:cNvPr>
            <p:cNvSpPr/>
            <p:nvPr/>
          </p:nvSpPr>
          <p:spPr>
            <a:xfrm>
              <a:off x="1343965" y="1017251"/>
              <a:ext cx="1914891" cy="429947"/>
            </a:xfrm>
            <a:custGeom>
              <a:avLst/>
              <a:gdLst>
                <a:gd name="connsiteX0" fmla="*/ 1882727 w 1914891"/>
                <a:gd name="connsiteY0" fmla="*/ 193510 h 429947"/>
                <a:gd name="connsiteX1" fmla="*/ 1882918 w 1914891"/>
                <a:gd name="connsiteY1" fmla="*/ 339582 h 429947"/>
                <a:gd name="connsiteX2" fmla="*/ 1882918 w 1914891"/>
                <a:gd name="connsiteY2" fmla="*/ 402388 h 429947"/>
                <a:gd name="connsiteX3" fmla="*/ 1896668 w 1914891"/>
                <a:gd name="connsiteY3" fmla="*/ 429937 h 429947"/>
                <a:gd name="connsiteX4" fmla="*/ 1909753 w 1914891"/>
                <a:gd name="connsiteY4" fmla="*/ 403054 h 429947"/>
                <a:gd name="connsiteX5" fmla="*/ 1909848 w 1914891"/>
                <a:gd name="connsiteY5" fmla="*/ 181901 h 429947"/>
                <a:gd name="connsiteX6" fmla="*/ 1914891 w 1914891"/>
                <a:gd name="connsiteY6" fmla="*/ 160204 h 429947"/>
                <a:gd name="connsiteX7" fmla="*/ 1853037 w 1914891"/>
                <a:gd name="connsiteY7" fmla="*/ 78794 h 429947"/>
                <a:gd name="connsiteX8" fmla="*/ 1830579 w 1914891"/>
                <a:gd name="connsiteY8" fmla="*/ 67660 h 429947"/>
                <a:gd name="connsiteX9" fmla="*/ 1241391 w 1914891"/>
                <a:gd name="connsiteY9" fmla="*/ 68802 h 429947"/>
                <a:gd name="connsiteX10" fmla="*/ 1125295 w 1914891"/>
                <a:gd name="connsiteY10" fmla="*/ 34497 h 429947"/>
                <a:gd name="connsiteX11" fmla="*/ 1097508 w 1914891"/>
                <a:gd name="connsiteY11" fmla="*/ 26123 h 429947"/>
                <a:gd name="connsiteX12" fmla="*/ 152895 w 1914891"/>
                <a:gd name="connsiteY12" fmla="*/ 26313 h 429947"/>
                <a:gd name="connsiteX13" fmla="*/ 96845 w 1914891"/>
                <a:gd name="connsiteY13" fmla="*/ 26646 h 429947"/>
                <a:gd name="connsiteX14" fmla="*/ 82286 w 1914891"/>
                <a:gd name="connsiteY14" fmla="*/ 19414 h 429947"/>
                <a:gd name="connsiteX15" fmla="*/ 16339 w 1914891"/>
                <a:gd name="connsiteY15" fmla="*/ 10564 h 429947"/>
                <a:gd name="connsiteX16" fmla="*/ 11629 w 1914891"/>
                <a:gd name="connsiteY16" fmla="*/ 76225 h 429947"/>
                <a:gd name="connsiteX17" fmla="*/ 77861 w 1914891"/>
                <a:gd name="connsiteY17" fmla="*/ 76843 h 429947"/>
                <a:gd name="connsiteX18" fmla="*/ 105743 w 1914891"/>
                <a:gd name="connsiteY18" fmla="*/ 65471 h 429947"/>
                <a:gd name="connsiteX19" fmla="*/ 1035321 w 1914891"/>
                <a:gd name="connsiteY19" fmla="*/ 64663 h 429947"/>
                <a:gd name="connsiteX20" fmla="*/ 1155128 w 1914891"/>
                <a:gd name="connsiteY20" fmla="*/ 100205 h 429947"/>
                <a:gd name="connsiteX21" fmla="*/ 1179251 w 1914891"/>
                <a:gd name="connsiteY21" fmla="*/ 107152 h 429947"/>
                <a:gd name="connsiteX22" fmla="*/ 1810786 w 1914891"/>
                <a:gd name="connsiteY22" fmla="*/ 106819 h 429947"/>
                <a:gd name="connsiteX23" fmla="*/ 1832387 w 1914891"/>
                <a:gd name="connsiteY23" fmla="*/ 117287 h 429947"/>
                <a:gd name="connsiteX24" fmla="*/ 1876161 w 1914891"/>
                <a:gd name="connsiteY24" fmla="*/ 174811 h 429947"/>
                <a:gd name="connsiteX25" fmla="*/ 1876161 w 1914891"/>
                <a:gd name="connsiteY25" fmla="*/ 174811 h 429947"/>
                <a:gd name="connsiteX26" fmla="*/ 1882727 w 1914891"/>
                <a:gd name="connsiteY26" fmla="*/ 193510 h 429947"/>
                <a:gd name="connsiteX27" fmla="*/ 45744 w 1914891"/>
                <a:gd name="connsiteY27" fmla="*/ 52244 h 429947"/>
                <a:gd name="connsiteX28" fmla="*/ 38560 w 1914891"/>
                <a:gd name="connsiteY28" fmla="*/ 45821 h 429947"/>
                <a:gd name="connsiteX29" fmla="*/ 45126 w 1914891"/>
                <a:gd name="connsiteY29" fmla="*/ 38541 h 429947"/>
                <a:gd name="connsiteX30" fmla="*/ 52072 w 1914891"/>
                <a:gd name="connsiteY30" fmla="*/ 43442 h 429947"/>
                <a:gd name="connsiteX31" fmla="*/ 45744 w 1914891"/>
                <a:gd name="connsiteY31" fmla="*/ 52244 h 429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14891" h="429947">
                  <a:moveTo>
                    <a:pt x="1882727" y="193510"/>
                  </a:moveTo>
                  <a:cubicBezTo>
                    <a:pt x="1883060" y="242185"/>
                    <a:pt x="1882870" y="290907"/>
                    <a:pt x="1882918" y="339582"/>
                  </a:cubicBezTo>
                  <a:cubicBezTo>
                    <a:pt x="1882918" y="360517"/>
                    <a:pt x="1882918" y="381453"/>
                    <a:pt x="1882918" y="402388"/>
                  </a:cubicBezTo>
                  <a:cubicBezTo>
                    <a:pt x="1882918" y="427891"/>
                    <a:pt x="1884059" y="430128"/>
                    <a:pt x="1896668" y="429937"/>
                  </a:cubicBezTo>
                  <a:cubicBezTo>
                    <a:pt x="1908801" y="429747"/>
                    <a:pt x="1909753" y="427796"/>
                    <a:pt x="1909753" y="403054"/>
                  </a:cubicBezTo>
                  <a:cubicBezTo>
                    <a:pt x="1909753" y="329352"/>
                    <a:pt x="1909705" y="255603"/>
                    <a:pt x="1909848" y="181901"/>
                  </a:cubicBezTo>
                  <a:cubicBezTo>
                    <a:pt x="1909848" y="174431"/>
                    <a:pt x="1908040" y="166247"/>
                    <a:pt x="1914891" y="160204"/>
                  </a:cubicBezTo>
                  <a:cubicBezTo>
                    <a:pt x="1894194" y="133131"/>
                    <a:pt x="1873068" y="106343"/>
                    <a:pt x="1853037" y="78794"/>
                  </a:cubicBezTo>
                  <a:cubicBezTo>
                    <a:pt x="1846947" y="70467"/>
                    <a:pt x="1840761" y="67660"/>
                    <a:pt x="1830579" y="67660"/>
                  </a:cubicBezTo>
                  <a:cubicBezTo>
                    <a:pt x="1634167" y="67993"/>
                    <a:pt x="1437803" y="66756"/>
                    <a:pt x="1241391" y="68802"/>
                  </a:cubicBezTo>
                  <a:cubicBezTo>
                    <a:pt x="1197570" y="69278"/>
                    <a:pt x="1159125" y="62522"/>
                    <a:pt x="1125295" y="34497"/>
                  </a:cubicBezTo>
                  <a:cubicBezTo>
                    <a:pt x="1117159" y="27788"/>
                    <a:pt x="1108024" y="26075"/>
                    <a:pt x="1097508" y="26123"/>
                  </a:cubicBezTo>
                  <a:cubicBezTo>
                    <a:pt x="782621" y="26360"/>
                    <a:pt x="467782" y="26313"/>
                    <a:pt x="152895" y="26313"/>
                  </a:cubicBezTo>
                  <a:cubicBezTo>
                    <a:pt x="134196" y="26313"/>
                    <a:pt x="115497" y="25647"/>
                    <a:pt x="96845" y="26646"/>
                  </a:cubicBezTo>
                  <a:cubicBezTo>
                    <a:pt x="89613" y="27027"/>
                    <a:pt x="86330" y="25504"/>
                    <a:pt x="82286" y="19414"/>
                  </a:cubicBezTo>
                  <a:cubicBezTo>
                    <a:pt x="67584" y="-2664"/>
                    <a:pt x="37227" y="-6327"/>
                    <a:pt x="16339" y="10564"/>
                  </a:cubicBezTo>
                  <a:cubicBezTo>
                    <a:pt x="-3406" y="26503"/>
                    <a:pt x="-5595" y="57288"/>
                    <a:pt x="11629" y="76225"/>
                  </a:cubicBezTo>
                  <a:cubicBezTo>
                    <a:pt x="29519" y="95923"/>
                    <a:pt x="61493" y="97398"/>
                    <a:pt x="77861" y="76843"/>
                  </a:cubicBezTo>
                  <a:cubicBezTo>
                    <a:pt x="86187" y="66423"/>
                    <a:pt x="94657" y="65471"/>
                    <a:pt x="105743" y="65471"/>
                  </a:cubicBezTo>
                  <a:cubicBezTo>
                    <a:pt x="415586" y="65567"/>
                    <a:pt x="725477" y="66376"/>
                    <a:pt x="1035321" y="64663"/>
                  </a:cubicBezTo>
                  <a:cubicBezTo>
                    <a:pt x="1080570" y="64425"/>
                    <a:pt x="1120252" y="71038"/>
                    <a:pt x="1155128" y="100205"/>
                  </a:cubicBezTo>
                  <a:cubicBezTo>
                    <a:pt x="1162122" y="106058"/>
                    <a:pt x="1170211" y="107152"/>
                    <a:pt x="1179251" y="107152"/>
                  </a:cubicBezTo>
                  <a:cubicBezTo>
                    <a:pt x="1389795" y="106962"/>
                    <a:pt x="1600290" y="107057"/>
                    <a:pt x="1810786" y="106819"/>
                  </a:cubicBezTo>
                  <a:cubicBezTo>
                    <a:pt x="1820349" y="106819"/>
                    <a:pt x="1826678" y="109293"/>
                    <a:pt x="1832387" y="117287"/>
                  </a:cubicBezTo>
                  <a:cubicBezTo>
                    <a:pt x="1846423" y="136842"/>
                    <a:pt x="1861506" y="155684"/>
                    <a:pt x="1876161" y="174811"/>
                  </a:cubicBezTo>
                  <a:cubicBezTo>
                    <a:pt x="1876161" y="174811"/>
                    <a:pt x="1876161" y="174811"/>
                    <a:pt x="1876161" y="174811"/>
                  </a:cubicBezTo>
                  <a:cubicBezTo>
                    <a:pt x="1885059" y="178570"/>
                    <a:pt x="1882680" y="186801"/>
                    <a:pt x="1882727" y="193510"/>
                  </a:cubicBezTo>
                  <a:close/>
                  <a:moveTo>
                    <a:pt x="45744" y="52244"/>
                  </a:moveTo>
                  <a:cubicBezTo>
                    <a:pt x="41747" y="52339"/>
                    <a:pt x="38702" y="50341"/>
                    <a:pt x="38560" y="45821"/>
                  </a:cubicBezTo>
                  <a:cubicBezTo>
                    <a:pt x="38417" y="41443"/>
                    <a:pt x="41176" y="38827"/>
                    <a:pt x="45126" y="38541"/>
                  </a:cubicBezTo>
                  <a:cubicBezTo>
                    <a:pt x="49265" y="38208"/>
                    <a:pt x="51787" y="40872"/>
                    <a:pt x="52072" y="43442"/>
                  </a:cubicBezTo>
                  <a:cubicBezTo>
                    <a:pt x="52405" y="49675"/>
                    <a:pt x="49931" y="52149"/>
                    <a:pt x="45744" y="52244"/>
                  </a:cubicBezTo>
                  <a:close/>
                </a:path>
              </a:pathLst>
            </a:custGeom>
            <a:solidFill>
              <a:srgbClr val="1D98C5"/>
            </a:solidFill>
            <a:ln w="4754" cap="flat">
              <a:noFill/>
              <a:prstDash val="solid"/>
              <a:miter/>
            </a:ln>
          </p:spPr>
          <p:txBody>
            <a:bodyPr rtlCol="0" anchor="ctr"/>
            <a:lstStyle/>
            <a:p>
              <a:endParaRPr lang="en-US"/>
            </a:p>
          </p:txBody>
        </p:sp>
        <p:sp>
          <p:nvSpPr>
            <p:cNvPr id="169" name="Freeform: Shape 318">
              <a:extLst>
                <a:ext uri="{FF2B5EF4-FFF2-40B4-BE49-F238E27FC236}">
                  <a16:creationId xmlns:a16="http://schemas.microsoft.com/office/drawing/2014/main" id="{06DE464E-38C5-407D-AF22-F414EB965236}"/>
                </a:ext>
              </a:extLst>
            </p:cNvPr>
            <p:cNvSpPr/>
            <p:nvPr/>
          </p:nvSpPr>
          <p:spPr>
            <a:xfrm>
              <a:off x="3220031" y="1177455"/>
              <a:ext cx="39149" cy="274912"/>
            </a:xfrm>
            <a:custGeom>
              <a:avLst/>
              <a:gdLst>
                <a:gd name="connsiteX0" fmla="*/ 2189 w 39149"/>
                <a:gd name="connsiteY0" fmla="*/ 27597 h 274912"/>
                <a:gd name="connsiteX1" fmla="*/ 2236 w 39149"/>
                <a:gd name="connsiteY1" fmla="*/ 94542 h 274912"/>
                <a:gd name="connsiteX2" fmla="*/ 2331 w 39149"/>
                <a:gd name="connsiteY2" fmla="*/ 261264 h 274912"/>
                <a:gd name="connsiteX3" fmla="*/ 6804 w 39149"/>
                <a:gd name="connsiteY3" fmla="*/ 273730 h 274912"/>
                <a:gd name="connsiteX4" fmla="*/ 35067 w 39149"/>
                <a:gd name="connsiteY4" fmla="*/ 272873 h 274912"/>
                <a:gd name="connsiteX5" fmla="*/ 38112 w 39149"/>
                <a:gd name="connsiteY5" fmla="*/ 252747 h 274912"/>
                <a:gd name="connsiteX6" fmla="*/ 38778 w 39149"/>
                <a:gd name="connsiteY6" fmla="*/ 0 h 274912"/>
                <a:gd name="connsiteX7" fmla="*/ 33734 w 39149"/>
                <a:gd name="connsiteY7" fmla="*/ 21697 h 274912"/>
                <a:gd name="connsiteX8" fmla="*/ 33639 w 39149"/>
                <a:gd name="connsiteY8" fmla="*/ 242850 h 274912"/>
                <a:gd name="connsiteX9" fmla="*/ 20555 w 39149"/>
                <a:gd name="connsiteY9" fmla="*/ 269733 h 274912"/>
                <a:gd name="connsiteX10" fmla="*/ 6804 w 39149"/>
                <a:gd name="connsiteY10" fmla="*/ 242184 h 274912"/>
                <a:gd name="connsiteX11" fmla="*/ 6804 w 39149"/>
                <a:gd name="connsiteY11" fmla="*/ 179378 h 274912"/>
                <a:gd name="connsiteX12" fmla="*/ 6614 w 39149"/>
                <a:gd name="connsiteY12" fmla="*/ 33306 h 274912"/>
                <a:gd name="connsiteX13" fmla="*/ 0 w 39149"/>
                <a:gd name="connsiteY13" fmla="*/ 14560 h 274912"/>
                <a:gd name="connsiteX14" fmla="*/ 2189 w 39149"/>
                <a:gd name="connsiteY14" fmla="*/ 27597 h 274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149" h="274912">
                  <a:moveTo>
                    <a:pt x="2189" y="27597"/>
                  </a:moveTo>
                  <a:cubicBezTo>
                    <a:pt x="2331" y="49912"/>
                    <a:pt x="2236" y="72227"/>
                    <a:pt x="2236" y="94542"/>
                  </a:cubicBezTo>
                  <a:cubicBezTo>
                    <a:pt x="2236" y="150116"/>
                    <a:pt x="2189" y="205690"/>
                    <a:pt x="2331" y="261264"/>
                  </a:cubicBezTo>
                  <a:cubicBezTo>
                    <a:pt x="2331" y="265736"/>
                    <a:pt x="-333" y="272921"/>
                    <a:pt x="6804" y="273730"/>
                  </a:cubicBezTo>
                  <a:cubicBezTo>
                    <a:pt x="16177" y="274777"/>
                    <a:pt x="26788" y="276109"/>
                    <a:pt x="35067" y="272873"/>
                  </a:cubicBezTo>
                  <a:cubicBezTo>
                    <a:pt x="41918" y="270161"/>
                    <a:pt x="38064" y="259694"/>
                    <a:pt x="38112" y="252747"/>
                  </a:cubicBezTo>
                  <a:cubicBezTo>
                    <a:pt x="38492" y="168482"/>
                    <a:pt x="38588" y="84217"/>
                    <a:pt x="38778" y="0"/>
                  </a:cubicBezTo>
                  <a:cubicBezTo>
                    <a:pt x="31927" y="6043"/>
                    <a:pt x="33782" y="14227"/>
                    <a:pt x="33734" y="21697"/>
                  </a:cubicBezTo>
                  <a:cubicBezTo>
                    <a:pt x="33544" y="95399"/>
                    <a:pt x="33639" y="169148"/>
                    <a:pt x="33639" y="242850"/>
                  </a:cubicBezTo>
                  <a:cubicBezTo>
                    <a:pt x="33639" y="267592"/>
                    <a:pt x="32688" y="269543"/>
                    <a:pt x="20555" y="269733"/>
                  </a:cubicBezTo>
                  <a:cubicBezTo>
                    <a:pt x="7946" y="269971"/>
                    <a:pt x="6804" y="267687"/>
                    <a:pt x="6804" y="242184"/>
                  </a:cubicBezTo>
                  <a:cubicBezTo>
                    <a:pt x="6804" y="221249"/>
                    <a:pt x="6804" y="200313"/>
                    <a:pt x="6804" y="179378"/>
                  </a:cubicBezTo>
                  <a:cubicBezTo>
                    <a:pt x="6804" y="130703"/>
                    <a:pt x="6947" y="81981"/>
                    <a:pt x="6614" y="33306"/>
                  </a:cubicBezTo>
                  <a:cubicBezTo>
                    <a:pt x="6566" y="26645"/>
                    <a:pt x="8945" y="18414"/>
                    <a:pt x="0" y="14560"/>
                  </a:cubicBezTo>
                  <a:cubicBezTo>
                    <a:pt x="3616" y="18414"/>
                    <a:pt x="2141" y="23219"/>
                    <a:pt x="2189" y="27597"/>
                  </a:cubicBezTo>
                  <a:close/>
                </a:path>
              </a:pathLst>
            </a:custGeom>
            <a:solidFill>
              <a:srgbClr val="1D98C5"/>
            </a:solidFill>
            <a:ln w="4754" cap="flat">
              <a:noFill/>
              <a:prstDash val="solid"/>
              <a:miter/>
            </a:ln>
          </p:spPr>
          <p:txBody>
            <a:bodyPr rtlCol="0" anchor="ctr"/>
            <a:lstStyle/>
            <a:p>
              <a:endParaRPr lang="en-US"/>
            </a:p>
          </p:txBody>
        </p:sp>
        <p:sp>
          <p:nvSpPr>
            <p:cNvPr id="170" name="Freeform: Shape 319">
              <a:extLst>
                <a:ext uri="{FF2B5EF4-FFF2-40B4-BE49-F238E27FC236}">
                  <a16:creationId xmlns:a16="http://schemas.microsoft.com/office/drawing/2014/main" id="{963B0D15-3D4D-4D74-B9E1-3CB6BCE2561E}"/>
                </a:ext>
              </a:extLst>
            </p:cNvPr>
            <p:cNvSpPr/>
            <p:nvPr/>
          </p:nvSpPr>
          <p:spPr>
            <a:xfrm>
              <a:off x="2615235" y="2076908"/>
              <a:ext cx="400921" cy="94238"/>
            </a:xfrm>
            <a:custGeom>
              <a:avLst/>
              <a:gdLst>
                <a:gd name="connsiteX0" fmla="*/ 33022 w 400921"/>
                <a:gd name="connsiteY0" fmla="*/ 1624 h 94238"/>
                <a:gd name="connsiteX1" fmla="*/ 1 w 400921"/>
                <a:gd name="connsiteY1" fmla="*/ 54867 h 94238"/>
                <a:gd name="connsiteX2" fmla="*/ 26408 w 400921"/>
                <a:gd name="connsiteY2" fmla="*/ 87221 h 94238"/>
                <a:gd name="connsiteX3" fmla="*/ 75702 w 400921"/>
                <a:gd name="connsiteY3" fmla="*/ 79371 h 94238"/>
                <a:gd name="connsiteX4" fmla="*/ 94829 w 400921"/>
                <a:gd name="connsiteY4" fmla="*/ 71948 h 94238"/>
                <a:gd name="connsiteX5" fmla="*/ 302327 w 400921"/>
                <a:gd name="connsiteY5" fmla="*/ 71996 h 94238"/>
                <a:gd name="connsiteX6" fmla="*/ 323405 w 400921"/>
                <a:gd name="connsiteY6" fmla="*/ 80465 h 94238"/>
                <a:gd name="connsiteX7" fmla="*/ 389780 w 400921"/>
                <a:gd name="connsiteY7" fmla="*/ 78324 h 94238"/>
                <a:gd name="connsiteX8" fmla="*/ 382785 w 400921"/>
                <a:gd name="connsiteY8" fmla="*/ 11949 h 94238"/>
                <a:gd name="connsiteX9" fmla="*/ 317457 w 400921"/>
                <a:gd name="connsiteY9" fmla="*/ 23844 h 94238"/>
                <a:gd name="connsiteX10" fmla="*/ 300186 w 400921"/>
                <a:gd name="connsiteY10" fmla="*/ 33123 h 94238"/>
                <a:gd name="connsiteX11" fmla="*/ 102251 w 400921"/>
                <a:gd name="connsiteY11" fmla="*/ 33123 h 94238"/>
                <a:gd name="connsiteX12" fmla="*/ 84361 w 400921"/>
                <a:gd name="connsiteY12" fmla="*/ 22988 h 94238"/>
                <a:gd name="connsiteX13" fmla="*/ 33022 w 400921"/>
                <a:gd name="connsiteY13" fmla="*/ 1624 h 94238"/>
                <a:gd name="connsiteX14" fmla="*/ 355141 w 400921"/>
                <a:gd name="connsiteY14" fmla="*/ 41735 h 94238"/>
                <a:gd name="connsiteX15" fmla="*/ 362421 w 400921"/>
                <a:gd name="connsiteY15" fmla="*/ 48158 h 94238"/>
                <a:gd name="connsiteX16" fmla="*/ 356188 w 400921"/>
                <a:gd name="connsiteY16" fmla="*/ 55343 h 94238"/>
                <a:gd name="connsiteX17" fmla="*/ 348337 w 400921"/>
                <a:gd name="connsiteY17" fmla="*/ 48301 h 94238"/>
                <a:gd name="connsiteX18" fmla="*/ 355141 w 400921"/>
                <a:gd name="connsiteY18" fmla="*/ 41735 h 94238"/>
                <a:gd name="connsiteX19" fmla="*/ 52197 w 400921"/>
                <a:gd name="connsiteY19" fmla="*/ 45541 h 94238"/>
                <a:gd name="connsiteX20" fmla="*/ 45536 w 400921"/>
                <a:gd name="connsiteY20" fmla="*/ 52678 h 94238"/>
                <a:gd name="connsiteX21" fmla="*/ 38589 w 400921"/>
                <a:gd name="connsiteY21" fmla="*/ 46159 h 94238"/>
                <a:gd name="connsiteX22" fmla="*/ 45060 w 400921"/>
                <a:gd name="connsiteY22" fmla="*/ 39213 h 94238"/>
                <a:gd name="connsiteX23" fmla="*/ 52197 w 400921"/>
                <a:gd name="connsiteY23" fmla="*/ 45541 h 9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0921" h="94238">
                  <a:moveTo>
                    <a:pt x="33022" y="1624"/>
                  </a:moveTo>
                  <a:cubicBezTo>
                    <a:pt x="13181" y="7096"/>
                    <a:pt x="-142" y="25129"/>
                    <a:pt x="1" y="54867"/>
                  </a:cubicBezTo>
                  <a:cubicBezTo>
                    <a:pt x="287" y="65382"/>
                    <a:pt x="9232" y="79418"/>
                    <a:pt x="26408" y="87221"/>
                  </a:cubicBezTo>
                  <a:cubicBezTo>
                    <a:pt x="44156" y="95262"/>
                    <a:pt x="61380" y="92550"/>
                    <a:pt x="75702" y="79371"/>
                  </a:cubicBezTo>
                  <a:cubicBezTo>
                    <a:pt x="81601" y="73947"/>
                    <a:pt x="87026" y="71948"/>
                    <a:pt x="94829" y="71948"/>
                  </a:cubicBezTo>
                  <a:cubicBezTo>
                    <a:pt x="164011" y="72234"/>
                    <a:pt x="233192" y="72234"/>
                    <a:pt x="302327" y="71996"/>
                  </a:cubicBezTo>
                  <a:cubicBezTo>
                    <a:pt x="310844" y="71948"/>
                    <a:pt x="316982" y="73471"/>
                    <a:pt x="323405" y="80465"/>
                  </a:cubicBezTo>
                  <a:cubicBezTo>
                    <a:pt x="341485" y="99973"/>
                    <a:pt x="372175" y="98308"/>
                    <a:pt x="389780" y="78324"/>
                  </a:cubicBezTo>
                  <a:cubicBezTo>
                    <a:pt x="407099" y="58673"/>
                    <a:pt x="403816" y="27651"/>
                    <a:pt x="382785" y="11949"/>
                  </a:cubicBezTo>
                  <a:cubicBezTo>
                    <a:pt x="361422" y="-3990"/>
                    <a:pt x="331256" y="1006"/>
                    <a:pt x="317457" y="23844"/>
                  </a:cubicBezTo>
                  <a:cubicBezTo>
                    <a:pt x="312937" y="31362"/>
                    <a:pt x="308179" y="33170"/>
                    <a:pt x="300186" y="33123"/>
                  </a:cubicBezTo>
                  <a:cubicBezTo>
                    <a:pt x="234192" y="32837"/>
                    <a:pt x="168198" y="32837"/>
                    <a:pt x="102251" y="33123"/>
                  </a:cubicBezTo>
                  <a:cubicBezTo>
                    <a:pt x="93687" y="33170"/>
                    <a:pt x="88691" y="31410"/>
                    <a:pt x="84361" y="22988"/>
                  </a:cubicBezTo>
                  <a:cubicBezTo>
                    <a:pt x="74893" y="4622"/>
                    <a:pt x="52720" y="-3800"/>
                    <a:pt x="33022" y="1624"/>
                  </a:cubicBezTo>
                  <a:close/>
                  <a:moveTo>
                    <a:pt x="355141" y="41735"/>
                  </a:moveTo>
                  <a:cubicBezTo>
                    <a:pt x="359614" y="41592"/>
                    <a:pt x="361517" y="44066"/>
                    <a:pt x="362421" y="48158"/>
                  </a:cubicBezTo>
                  <a:cubicBezTo>
                    <a:pt x="361898" y="51726"/>
                    <a:pt x="360327" y="54867"/>
                    <a:pt x="356188" y="55343"/>
                  </a:cubicBezTo>
                  <a:cubicBezTo>
                    <a:pt x="351287" y="55866"/>
                    <a:pt x="348480" y="52535"/>
                    <a:pt x="348337" y="48301"/>
                  </a:cubicBezTo>
                  <a:cubicBezTo>
                    <a:pt x="348147" y="44637"/>
                    <a:pt x="350716" y="41925"/>
                    <a:pt x="355141" y="41735"/>
                  </a:cubicBezTo>
                  <a:close/>
                  <a:moveTo>
                    <a:pt x="52197" y="45541"/>
                  </a:moveTo>
                  <a:cubicBezTo>
                    <a:pt x="51864" y="49776"/>
                    <a:pt x="49723" y="52440"/>
                    <a:pt x="45536" y="52678"/>
                  </a:cubicBezTo>
                  <a:cubicBezTo>
                    <a:pt x="41206" y="52916"/>
                    <a:pt x="38779" y="50394"/>
                    <a:pt x="38589" y="46159"/>
                  </a:cubicBezTo>
                  <a:cubicBezTo>
                    <a:pt x="38446" y="41925"/>
                    <a:pt x="40682" y="39308"/>
                    <a:pt x="45060" y="39213"/>
                  </a:cubicBezTo>
                  <a:cubicBezTo>
                    <a:pt x="49294" y="39070"/>
                    <a:pt x="51673" y="41354"/>
                    <a:pt x="52197" y="45541"/>
                  </a:cubicBezTo>
                  <a:close/>
                </a:path>
              </a:pathLst>
            </a:custGeom>
            <a:solidFill>
              <a:srgbClr val="1D97C3"/>
            </a:solidFill>
            <a:ln w="4754" cap="flat">
              <a:noFill/>
              <a:prstDash val="solid"/>
              <a:miter/>
            </a:ln>
          </p:spPr>
          <p:txBody>
            <a:bodyPr rtlCol="0" anchor="ctr"/>
            <a:lstStyle/>
            <a:p>
              <a:endParaRPr lang="en-US"/>
            </a:p>
          </p:txBody>
        </p:sp>
        <p:sp>
          <p:nvSpPr>
            <p:cNvPr id="171" name="Freeform: Shape 320">
              <a:extLst>
                <a:ext uri="{FF2B5EF4-FFF2-40B4-BE49-F238E27FC236}">
                  <a16:creationId xmlns:a16="http://schemas.microsoft.com/office/drawing/2014/main" id="{A2B516E5-BB86-40B3-A60B-2A7E5382C209}"/>
                </a:ext>
              </a:extLst>
            </p:cNvPr>
            <p:cNvSpPr/>
            <p:nvPr/>
          </p:nvSpPr>
          <p:spPr>
            <a:xfrm>
              <a:off x="3499807" y="1168090"/>
              <a:ext cx="91267" cy="278622"/>
            </a:xfrm>
            <a:custGeom>
              <a:avLst/>
              <a:gdLst>
                <a:gd name="connsiteX0" fmla="*/ 35824 w 91267"/>
                <a:gd name="connsiteY0" fmla="*/ 108903 h 278622"/>
                <a:gd name="connsiteX1" fmla="*/ 35967 w 91267"/>
                <a:gd name="connsiteY1" fmla="*/ 256497 h 278622"/>
                <a:gd name="connsiteX2" fmla="*/ 36395 w 91267"/>
                <a:gd name="connsiteY2" fmla="*/ 270153 h 278622"/>
                <a:gd name="connsiteX3" fmla="*/ 45102 w 91267"/>
                <a:gd name="connsiteY3" fmla="*/ 278622 h 278622"/>
                <a:gd name="connsiteX4" fmla="*/ 54238 w 91267"/>
                <a:gd name="connsiteY4" fmla="*/ 270629 h 278622"/>
                <a:gd name="connsiteX5" fmla="*/ 54761 w 91267"/>
                <a:gd name="connsiteY5" fmla="*/ 256973 h 278622"/>
                <a:gd name="connsiteX6" fmla="*/ 54951 w 91267"/>
                <a:gd name="connsiteY6" fmla="*/ 107999 h 278622"/>
                <a:gd name="connsiteX7" fmla="*/ 61755 w 91267"/>
                <a:gd name="connsiteY7" fmla="*/ 89490 h 278622"/>
                <a:gd name="connsiteX8" fmla="*/ 61755 w 91267"/>
                <a:gd name="connsiteY8" fmla="*/ 89490 h 278622"/>
                <a:gd name="connsiteX9" fmla="*/ 61755 w 91267"/>
                <a:gd name="connsiteY9" fmla="*/ 89490 h 278622"/>
                <a:gd name="connsiteX10" fmla="*/ 71033 w 91267"/>
                <a:gd name="connsiteY10" fmla="*/ 84019 h 278622"/>
                <a:gd name="connsiteX11" fmla="*/ 89590 w 91267"/>
                <a:gd name="connsiteY11" fmla="*/ 34107 h 278622"/>
                <a:gd name="connsiteX12" fmla="*/ 47148 w 91267"/>
                <a:gd name="connsiteY12" fmla="*/ 39 h 278622"/>
                <a:gd name="connsiteX13" fmla="*/ 3612 w 91267"/>
                <a:gd name="connsiteY13" fmla="*/ 28873 h 278622"/>
                <a:gd name="connsiteX14" fmla="*/ 29876 w 91267"/>
                <a:gd name="connsiteY14" fmla="*/ 89395 h 278622"/>
                <a:gd name="connsiteX15" fmla="*/ 29876 w 91267"/>
                <a:gd name="connsiteY15" fmla="*/ 89395 h 278622"/>
                <a:gd name="connsiteX16" fmla="*/ 29876 w 91267"/>
                <a:gd name="connsiteY16" fmla="*/ 89395 h 278622"/>
                <a:gd name="connsiteX17" fmla="*/ 35824 w 91267"/>
                <a:gd name="connsiteY17" fmla="*/ 108903 h 278622"/>
                <a:gd name="connsiteX18" fmla="*/ 45911 w 91267"/>
                <a:gd name="connsiteY18" fmla="*/ 38865 h 278622"/>
                <a:gd name="connsiteX19" fmla="*/ 53191 w 91267"/>
                <a:gd name="connsiteY19" fmla="*/ 45288 h 278622"/>
                <a:gd name="connsiteX20" fmla="*/ 46196 w 91267"/>
                <a:gd name="connsiteY20" fmla="*/ 52949 h 278622"/>
                <a:gd name="connsiteX21" fmla="*/ 38964 w 91267"/>
                <a:gd name="connsiteY21" fmla="*/ 45431 h 278622"/>
                <a:gd name="connsiteX22" fmla="*/ 45911 w 91267"/>
                <a:gd name="connsiteY22" fmla="*/ 38865 h 278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1267" h="278622">
                  <a:moveTo>
                    <a:pt x="35824" y="108903"/>
                  </a:moveTo>
                  <a:cubicBezTo>
                    <a:pt x="36109" y="158101"/>
                    <a:pt x="35967" y="207299"/>
                    <a:pt x="35967" y="256497"/>
                  </a:cubicBezTo>
                  <a:cubicBezTo>
                    <a:pt x="35967" y="261065"/>
                    <a:pt x="35871" y="265585"/>
                    <a:pt x="36395" y="270153"/>
                  </a:cubicBezTo>
                  <a:cubicBezTo>
                    <a:pt x="37013" y="275387"/>
                    <a:pt x="39440" y="278527"/>
                    <a:pt x="45102" y="278622"/>
                  </a:cubicBezTo>
                  <a:cubicBezTo>
                    <a:pt x="50621" y="278670"/>
                    <a:pt x="53524" y="276053"/>
                    <a:pt x="54238" y="270629"/>
                  </a:cubicBezTo>
                  <a:cubicBezTo>
                    <a:pt x="54808" y="266109"/>
                    <a:pt x="54761" y="261541"/>
                    <a:pt x="54761" y="256973"/>
                  </a:cubicBezTo>
                  <a:cubicBezTo>
                    <a:pt x="54808" y="207299"/>
                    <a:pt x="54618" y="157673"/>
                    <a:pt x="54951" y="107999"/>
                  </a:cubicBezTo>
                  <a:cubicBezTo>
                    <a:pt x="54999" y="101385"/>
                    <a:pt x="52429" y="93059"/>
                    <a:pt x="61755" y="89490"/>
                  </a:cubicBezTo>
                  <a:lnTo>
                    <a:pt x="61755" y="89490"/>
                  </a:lnTo>
                  <a:lnTo>
                    <a:pt x="61755" y="89490"/>
                  </a:lnTo>
                  <a:cubicBezTo>
                    <a:pt x="64848" y="87682"/>
                    <a:pt x="68083" y="86065"/>
                    <a:pt x="71033" y="84019"/>
                  </a:cubicBezTo>
                  <a:cubicBezTo>
                    <a:pt x="87591" y="72790"/>
                    <a:pt x="94823" y="53139"/>
                    <a:pt x="89590" y="34107"/>
                  </a:cubicBezTo>
                  <a:cubicBezTo>
                    <a:pt x="84118" y="14266"/>
                    <a:pt x="67512" y="943"/>
                    <a:pt x="47148" y="39"/>
                  </a:cubicBezTo>
                  <a:cubicBezTo>
                    <a:pt x="28544" y="-770"/>
                    <a:pt x="10797" y="10983"/>
                    <a:pt x="3612" y="28873"/>
                  </a:cubicBezTo>
                  <a:cubicBezTo>
                    <a:pt x="-5904" y="52473"/>
                    <a:pt x="3564" y="74265"/>
                    <a:pt x="29876" y="89395"/>
                  </a:cubicBezTo>
                  <a:cubicBezTo>
                    <a:pt x="29876" y="89395"/>
                    <a:pt x="29876" y="89395"/>
                    <a:pt x="29876" y="89395"/>
                  </a:cubicBezTo>
                  <a:cubicBezTo>
                    <a:pt x="29876" y="89395"/>
                    <a:pt x="29876" y="89395"/>
                    <a:pt x="29876" y="89395"/>
                  </a:cubicBezTo>
                  <a:cubicBezTo>
                    <a:pt x="37965" y="94011"/>
                    <a:pt x="35776" y="102099"/>
                    <a:pt x="35824" y="108903"/>
                  </a:cubicBezTo>
                  <a:close/>
                  <a:moveTo>
                    <a:pt x="45911" y="38865"/>
                  </a:moveTo>
                  <a:cubicBezTo>
                    <a:pt x="49765" y="39055"/>
                    <a:pt x="52001" y="42053"/>
                    <a:pt x="53191" y="45288"/>
                  </a:cubicBezTo>
                  <a:cubicBezTo>
                    <a:pt x="52429" y="49761"/>
                    <a:pt x="49908" y="52616"/>
                    <a:pt x="46196" y="52949"/>
                  </a:cubicBezTo>
                  <a:cubicBezTo>
                    <a:pt x="41391" y="53424"/>
                    <a:pt x="38916" y="49999"/>
                    <a:pt x="38964" y="45431"/>
                  </a:cubicBezTo>
                  <a:cubicBezTo>
                    <a:pt x="39059" y="41244"/>
                    <a:pt x="41914" y="38675"/>
                    <a:pt x="45911" y="38865"/>
                  </a:cubicBezTo>
                  <a:close/>
                </a:path>
              </a:pathLst>
            </a:custGeom>
            <a:solidFill>
              <a:srgbClr val="1D97C3"/>
            </a:solidFill>
            <a:ln w="4754" cap="flat">
              <a:noFill/>
              <a:prstDash val="solid"/>
              <a:miter/>
            </a:ln>
          </p:spPr>
          <p:txBody>
            <a:bodyPr rtlCol="0" anchor="ctr"/>
            <a:lstStyle/>
            <a:p>
              <a:endParaRPr lang="en-US"/>
            </a:p>
          </p:txBody>
        </p:sp>
        <p:sp>
          <p:nvSpPr>
            <p:cNvPr id="172" name="Freeform: Shape 321">
              <a:extLst>
                <a:ext uri="{FF2B5EF4-FFF2-40B4-BE49-F238E27FC236}">
                  <a16:creationId xmlns:a16="http://schemas.microsoft.com/office/drawing/2014/main" id="{77FDA4B7-2E2B-4720-8298-A98529D4FA32}"/>
                </a:ext>
              </a:extLst>
            </p:cNvPr>
            <p:cNvSpPr/>
            <p:nvPr/>
          </p:nvSpPr>
          <p:spPr>
            <a:xfrm>
              <a:off x="3529541" y="1257533"/>
              <a:ext cx="31926" cy="194603"/>
            </a:xfrm>
            <a:custGeom>
              <a:avLst/>
              <a:gdLst>
                <a:gd name="connsiteX0" fmla="*/ 1998 w 31926"/>
                <a:gd name="connsiteY0" fmla="*/ 14464 h 194603"/>
                <a:gd name="connsiteX1" fmla="*/ 1808 w 31926"/>
                <a:gd name="connsiteY1" fmla="*/ 180996 h 194603"/>
                <a:gd name="connsiteX2" fmla="*/ 15749 w 31926"/>
                <a:gd name="connsiteY2" fmla="*/ 194604 h 194603"/>
                <a:gd name="connsiteX3" fmla="*/ 29738 w 31926"/>
                <a:gd name="connsiteY3" fmla="*/ 180805 h 194603"/>
                <a:gd name="connsiteX4" fmla="*/ 29548 w 31926"/>
                <a:gd name="connsiteY4" fmla="*/ 14274 h 194603"/>
                <a:gd name="connsiteX5" fmla="*/ 31927 w 31926"/>
                <a:gd name="connsiteY5" fmla="*/ 0 h 194603"/>
                <a:gd name="connsiteX6" fmla="*/ 31927 w 31926"/>
                <a:gd name="connsiteY6" fmla="*/ 0 h 194603"/>
                <a:gd name="connsiteX7" fmla="*/ 25123 w 31926"/>
                <a:gd name="connsiteY7" fmla="*/ 18509 h 194603"/>
                <a:gd name="connsiteX8" fmla="*/ 24932 w 31926"/>
                <a:gd name="connsiteY8" fmla="*/ 167483 h 194603"/>
                <a:gd name="connsiteX9" fmla="*/ 24409 w 31926"/>
                <a:gd name="connsiteY9" fmla="*/ 181139 h 194603"/>
                <a:gd name="connsiteX10" fmla="*/ 15273 w 31926"/>
                <a:gd name="connsiteY10" fmla="*/ 189132 h 194603"/>
                <a:gd name="connsiteX11" fmla="*/ 6566 w 31926"/>
                <a:gd name="connsiteY11" fmla="*/ 180663 h 194603"/>
                <a:gd name="connsiteX12" fmla="*/ 6138 w 31926"/>
                <a:gd name="connsiteY12" fmla="*/ 167007 h 194603"/>
                <a:gd name="connsiteX13" fmla="*/ 5995 w 31926"/>
                <a:gd name="connsiteY13" fmla="*/ 19413 h 194603"/>
                <a:gd name="connsiteX14" fmla="*/ 0 w 31926"/>
                <a:gd name="connsiteY14" fmla="*/ 0 h 194603"/>
                <a:gd name="connsiteX15" fmla="*/ 0 w 31926"/>
                <a:gd name="connsiteY15" fmla="*/ 0 h 194603"/>
                <a:gd name="connsiteX16" fmla="*/ 1998 w 31926"/>
                <a:gd name="connsiteY16" fmla="*/ 14464 h 194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926" h="194603">
                  <a:moveTo>
                    <a:pt x="1998" y="14464"/>
                  </a:moveTo>
                  <a:cubicBezTo>
                    <a:pt x="2141" y="69991"/>
                    <a:pt x="2427" y="125517"/>
                    <a:pt x="1808" y="180996"/>
                  </a:cubicBezTo>
                  <a:cubicBezTo>
                    <a:pt x="1713" y="192177"/>
                    <a:pt x="5377" y="194604"/>
                    <a:pt x="15749" y="194604"/>
                  </a:cubicBezTo>
                  <a:cubicBezTo>
                    <a:pt x="26264" y="194604"/>
                    <a:pt x="29833" y="191892"/>
                    <a:pt x="29738" y="180805"/>
                  </a:cubicBezTo>
                  <a:cubicBezTo>
                    <a:pt x="29167" y="125279"/>
                    <a:pt x="29452" y="69800"/>
                    <a:pt x="29548" y="14274"/>
                  </a:cubicBezTo>
                  <a:cubicBezTo>
                    <a:pt x="29548" y="9469"/>
                    <a:pt x="27692" y="4187"/>
                    <a:pt x="31927" y="0"/>
                  </a:cubicBezTo>
                  <a:lnTo>
                    <a:pt x="31927" y="0"/>
                  </a:lnTo>
                  <a:cubicBezTo>
                    <a:pt x="22648" y="3569"/>
                    <a:pt x="25170" y="11895"/>
                    <a:pt x="25123" y="18509"/>
                  </a:cubicBezTo>
                  <a:cubicBezTo>
                    <a:pt x="24789" y="68183"/>
                    <a:pt x="24980" y="117809"/>
                    <a:pt x="24932" y="167483"/>
                  </a:cubicBezTo>
                  <a:cubicBezTo>
                    <a:pt x="24932" y="172051"/>
                    <a:pt x="25027" y="176571"/>
                    <a:pt x="24409" y="181139"/>
                  </a:cubicBezTo>
                  <a:cubicBezTo>
                    <a:pt x="23695" y="186563"/>
                    <a:pt x="20793" y="189180"/>
                    <a:pt x="15273" y="189132"/>
                  </a:cubicBezTo>
                  <a:cubicBezTo>
                    <a:pt x="9611" y="189084"/>
                    <a:pt x="7185" y="185944"/>
                    <a:pt x="6566" y="180663"/>
                  </a:cubicBezTo>
                  <a:cubicBezTo>
                    <a:pt x="6043" y="176095"/>
                    <a:pt x="6138" y="171575"/>
                    <a:pt x="6138" y="167007"/>
                  </a:cubicBezTo>
                  <a:cubicBezTo>
                    <a:pt x="6090" y="117809"/>
                    <a:pt x="6281" y="68611"/>
                    <a:pt x="5995" y="19413"/>
                  </a:cubicBezTo>
                  <a:cubicBezTo>
                    <a:pt x="5948" y="12609"/>
                    <a:pt x="8136" y="4520"/>
                    <a:pt x="0" y="0"/>
                  </a:cubicBezTo>
                  <a:cubicBezTo>
                    <a:pt x="0" y="0"/>
                    <a:pt x="0" y="0"/>
                    <a:pt x="0" y="0"/>
                  </a:cubicBezTo>
                  <a:cubicBezTo>
                    <a:pt x="3711" y="4425"/>
                    <a:pt x="1951" y="9659"/>
                    <a:pt x="1998" y="14464"/>
                  </a:cubicBezTo>
                  <a:close/>
                </a:path>
              </a:pathLst>
            </a:custGeom>
            <a:solidFill>
              <a:srgbClr val="1D97C3"/>
            </a:solidFill>
            <a:ln w="4754" cap="flat">
              <a:noFill/>
              <a:prstDash val="solid"/>
              <a:miter/>
            </a:ln>
          </p:spPr>
          <p:txBody>
            <a:bodyPr rtlCol="0" anchor="ctr"/>
            <a:lstStyle/>
            <a:p>
              <a:endParaRPr lang="en-US"/>
            </a:p>
          </p:txBody>
        </p:sp>
        <p:sp>
          <p:nvSpPr>
            <p:cNvPr id="173" name="Freeform: Shape 322">
              <a:extLst>
                <a:ext uri="{FF2B5EF4-FFF2-40B4-BE49-F238E27FC236}">
                  <a16:creationId xmlns:a16="http://schemas.microsoft.com/office/drawing/2014/main" id="{1BB2286C-BDB7-464B-90F2-F338F5BD5734}"/>
                </a:ext>
              </a:extLst>
            </p:cNvPr>
            <p:cNvSpPr/>
            <p:nvPr/>
          </p:nvSpPr>
          <p:spPr>
            <a:xfrm>
              <a:off x="1387996" y="1531089"/>
              <a:ext cx="136669" cy="92123"/>
            </a:xfrm>
            <a:custGeom>
              <a:avLst/>
              <a:gdLst>
                <a:gd name="connsiteX0" fmla="*/ 95 w 136669"/>
                <a:gd name="connsiteY0" fmla="*/ 69070 h 92123"/>
                <a:gd name="connsiteX1" fmla="*/ 32830 w 136669"/>
                <a:gd name="connsiteY1" fmla="*/ 68784 h 92123"/>
                <a:gd name="connsiteX2" fmla="*/ 59904 w 136669"/>
                <a:gd name="connsiteY2" fmla="*/ 79157 h 92123"/>
                <a:gd name="connsiteX3" fmla="*/ 124280 w 136669"/>
                <a:gd name="connsiteY3" fmla="*/ 77063 h 92123"/>
                <a:gd name="connsiteX4" fmla="*/ 121425 w 136669"/>
                <a:gd name="connsiteY4" fmla="*/ 12449 h 92123"/>
                <a:gd name="connsiteX5" fmla="*/ 58381 w 136669"/>
                <a:gd name="connsiteY5" fmla="*/ 15161 h 92123"/>
                <a:gd name="connsiteX6" fmla="*/ 23172 w 136669"/>
                <a:gd name="connsiteY6" fmla="*/ 29816 h 92123"/>
                <a:gd name="connsiteX7" fmla="*/ 0 w 136669"/>
                <a:gd name="connsiteY7" fmla="*/ 29578 h 92123"/>
                <a:gd name="connsiteX8" fmla="*/ 95 w 136669"/>
                <a:gd name="connsiteY8" fmla="*/ 69070 h 92123"/>
                <a:gd name="connsiteX9" fmla="*/ 91354 w 136669"/>
                <a:gd name="connsiteY9" fmla="*/ 39189 h 92123"/>
                <a:gd name="connsiteX10" fmla="*/ 98206 w 136669"/>
                <a:gd name="connsiteY10" fmla="*/ 45565 h 92123"/>
                <a:gd name="connsiteX11" fmla="*/ 90831 w 136669"/>
                <a:gd name="connsiteY11" fmla="*/ 53130 h 92123"/>
                <a:gd name="connsiteX12" fmla="*/ 84122 w 136669"/>
                <a:gd name="connsiteY12" fmla="*/ 46564 h 92123"/>
                <a:gd name="connsiteX13" fmla="*/ 91354 w 136669"/>
                <a:gd name="connsiteY13" fmla="*/ 39189 h 92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669" h="92123">
                  <a:moveTo>
                    <a:pt x="95" y="69070"/>
                  </a:moveTo>
                  <a:cubicBezTo>
                    <a:pt x="10991" y="69022"/>
                    <a:pt x="21935" y="69308"/>
                    <a:pt x="32830" y="68784"/>
                  </a:cubicBezTo>
                  <a:cubicBezTo>
                    <a:pt x="43536" y="68308"/>
                    <a:pt x="51625" y="69974"/>
                    <a:pt x="59904" y="79157"/>
                  </a:cubicBezTo>
                  <a:cubicBezTo>
                    <a:pt x="76795" y="97761"/>
                    <a:pt x="106961" y="95715"/>
                    <a:pt x="124280" y="77063"/>
                  </a:cubicBezTo>
                  <a:cubicBezTo>
                    <a:pt x="141837" y="58174"/>
                    <a:pt x="140600" y="30101"/>
                    <a:pt x="121425" y="12449"/>
                  </a:cubicBezTo>
                  <a:cubicBezTo>
                    <a:pt x="103202" y="-4347"/>
                    <a:pt x="72417" y="-4823"/>
                    <a:pt x="58381" y="15161"/>
                  </a:cubicBezTo>
                  <a:cubicBezTo>
                    <a:pt x="48342" y="29435"/>
                    <a:pt x="37303" y="30577"/>
                    <a:pt x="23172" y="29816"/>
                  </a:cubicBezTo>
                  <a:cubicBezTo>
                    <a:pt x="15464" y="29388"/>
                    <a:pt x="7708" y="29626"/>
                    <a:pt x="0" y="29578"/>
                  </a:cubicBezTo>
                  <a:cubicBezTo>
                    <a:pt x="6376" y="42758"/>
                    <a:pt x="6233" y="55890"/>
                    <a:pt x="95" y="69070"/>
                  </a:cubicBezTo>
                  <a:close/>
                  <a:moveTo>
                    <a:pt x="91354" y="39189"/>
                  </a:moveTo>
                  <a:cubicBezTo>
                    <a:pt x="95256" y="39522"/>
                    <a:pt x="97016" y="42900"/>
                    <a:pt x="98206" y="45565"/>
                  </a:cubicBezTo>
                  <a:cubicBezTo>
                    <a:pt x="97302" y="50513"/>
                    <a:pt x="94495" y="52988"/>
                    <a:pt x="90831" y="53130"/>
                  </a:cubicBezTo>
                  <a:cubicBezTo>
                    <a:pt x="87025" y="53273"/>
                    <a:pt x="84075" y="51037"/>
                    <a:pt x="84122" y="46564"/>
                  </a:cubicBezTo>
                  <a:cubicBezTo>
                    <a:pt x="84170" y="41759"/>
                    <a:pt x="86549" y="38761"/>
                    <a:pt x="91354" y="39189"/>
                  </a:cubicBezTo>
                  <a:close/>
                </a:path>
              </a:pathLst>
            </a:custGeom>
            <a:solidFill>
              <a:srgbClr val="1D97C3"/>
            </a:solidFill>
            <a:ln w="4754" cap="flat">
              <a:noFill/>
              <a:prstDash val="solid"/>
              <a:miter/>
            </a:ln>
          </p:spPr>
          <p:txBody>
            <a:bodyPr rtlCol="0" anchor="ctr"/>
            <a:lstStyle/>
            <a:p>
              <a:endParaRPr lang="en-US"/>
            </a:p>
          </p:txBody>
        </p:sp>
        <p:sp>
          <p:nvSpPr>
            <p:cNvPr id="174" name="Freeform: Shape 323">
              <a:extLst>
                <a:ext uri="{FF2B5EF4-FFF2-40B4-BE49-F238E27FC236}">
                  <a16:creationId xmlns:a16="http://schemas.microsoft.com/office/drawing/2014/main" id="{2FBA6FBD-C813-4E76-8A06-A27E7BA4DB81}"/>
                </a:ext>
              </a:extLst>
            </p:cNvPr>
            <p:cNvSpPr/>
            <p:nvPr/>
          </p:nvSpPr>
          <p:spPr>
            <a:xfrm>
              <a:off x="1387996" y="1644111"/>
              <a:ext cx="136606" cy="92135"/>
            </a:xfrm>
            <a:custGeom>
              <a:avLst/>
              <a:gdLst>
                <a:gd name="connsiteX0" fmla="*/ 0 w 136606"/>
                <a:gd name="connsiteY0" fmla="*/ 67814 h 92135"/>
                <a:gd name="connsiteX1" fmla="*/ 25884 w 136606"/>
                <a:gd name="connsiteY1" fmla="*/ 67576 h 92135"/>
                <a:gd name="connsiteX2" fmla="*/ 61569 w 136606"/>
                <a:gd name="connsiteY2" fmla="*/ 80090 h 92135"/>
                <a:gd name="connsiteX3" fmla="*/ 124661 w 136606"/>
                <a:gd name="connsiteY3" fmla="*/ 76426 h 92135"/>
                <a:gd name="connsiteX4" fmla="*/ 121996 w 136606"/>
                <a:gd name="connsiteY4" fmla="*/ 12811 h 92135"/>
                <a:gd name="connsiteX5" fmla="*/ 58857 w 136606"/>
                <a:gd name="connsiteY5" fmla="*/ 14382 h 92135"/>
                <a:gd name="connsiteX6" fmla="*/ 23219 w 136606"/>
                <a:gd name="connsiteY6" fmla="*/ 28561 h 92135"/>
                <a:gd name="connsiteX7" fmla="*/ 48 w 136606"/>
                <a:gd name="connsiteY7" fmla="*/ 28370 h 92135"/>
                <a:gd name="connsiteX8" fmla="*/ 48 w 136606"/>
                <a:gd name="connsiteY8" fmla="*/ 28370 h 92135"/>
                <a:gd name="connsiteX9" fmla="*/ 0 w 136606"/>
                <a:gd name="connsiteY9" fmla="*/ 67814 h 92135"/>
                <a:gd name="connsiteX10" fmla="*/ 90403 w 136606"/>
                <a:gd name="connsiteY10" fmla="*/ 39409 h 92135"/>
                <a:gd name="connsiteX11" fmla="*/ 98063 w 136606"/>
                <a:gd name="connsiteY11" fmla="*/ 45452 h 92135"/>
                <a:gd name="connsiteX12" fmla="*/ 91307 w 136606"/>
                <a:gd name="connsiteY12" fmla="*/ 52874 h 92135"/>
                <a:gd name="connsiteX13" fmla="*/ 84265 w 136606"/>
                <a:gd name="connsiteY13" fmla="*/ 46451 h 92135"/>
                <a:gd name="connsiteX14" fmla="*/ 90403 w 136606"/>
                <a:gd name="connsiteY14" fmla="*/ 39409 h 92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6606" h="92135">
                  <a:moveTo>
                    <a:pt x="0" y="67814"/>
                  </a:moveTo>
                  <a:cubicBezTo>
                    <a:pt x="8612" y="67767"/>
                    <a:pt x="17272" y="68005"/>
                    <a:pt x="25884" y="67576"/>
                  </a:cubicBezTo>
                  <a:cubicBezTo>
                    <a:pt x="39539" y="66863"/>
                    <a:pt x="50673" y="68290"/>
                    <a:pt x="61569" y="80090"/>
                  </a:cubicBezTo>
                  <a:cubicBezTo>
                    <a:pt x="78317" y="98218"/>
                    <a:pt x="108007" y="94983"/>
                    <a:pt x="124661" y="76426"/>
                  </a:cubicBezTo>
                  <a:cubicBezTo>
                    <a:pt x="141552" y="57584"/>
                    <a:pt x="140410" y="30511"/>
                    <a:pt x="121996" y="12811"/>
                  </a:cubicBezTo>
                  <a:cubicBezTo>
                    <a:pt x="104534" y="-3937"/>
                    <a:pt x="72513" y="-5126"/>
                    <a:pt x="58857" y="14382"/>
                  </a:cubicBezTo>
                  <a:cubicBezTo>
                    <a:pt x="48580" y="29084"/>
                    <a:pt x="37018" y="28751"/>
                    <a:pt x="23219" y="28561"/>
                  </a:cubicBezTo>
                  <a:cubicBezTo>
                    <a:pt x="15511" y="28418"/>
                    <a:pt x="7756" y="28418"/>
                    <a:pt x="48" y="28370"/>
                  </a:cubicBezTo>
                  <a:lnTo>
                    <a:pt x="48" y="28370"/>
                  </a:lnTo>
                  <a:cubicBezTo>
                    <a:pt x="6281" y="41502"/>
                    <a:pt x="6328" y="54682"/>
                    <a:pt x="0" y="67814"/>
                  </a:cubicBezTo>
                  <a:close/>
                  <a:moveTo>
                    <a:pt x="90403" y="39409"/>
                  </a:moveTo>
                  <a:cubicBezTo>
                    <a:pt x="94447" y="39361"/>
                    <a:pt x="97112" y="41455"/>
                    <a:pt x="98063" y="45452"/>
                  </a:cubicBezTo>
                  <a:cubicBezTo>
                    <a:pt x="97540" y="49591"/>
                    <a:pt x="95066" y="52398"/>
                    <a:pt x="91307" y="52874"/>
                  </a:cubicBezTo>
                  <a:cubicBezTo>
                    <a:pt x="87167" y="53398"/>
                    <a:pt x="84646" y="50590"/>
                    <a:pt x="84265" y="46451"/>
                  </a:cubicBezTo>
                  <a:cubicBezTo>
                    <a:pt x="83884" y="42216"/>
                    <a:pt x="85978" y="39504"/>
                    <a:pt x="90403" y="39409"/>
                  </a:cubicBezTo>
                  <a:close/>
                </a:path>
              </a:pathLst>
            </a:custGeom>
            <a:solidFill>
              <a:srgbClr val="1D97C3"/>
            </a:solidFill>
            <a:ln w="4754" cap="flat">
              <a:noFill/>
              <a:prstDash val="solid"/>
              <a:miter/>
            </a:ln>
          </p:spPr>
          <p:txBody>
            <a:bodyPr rtlCol="0" anchor="ctr"/>
            <a:lstStyle/>
            <a:p>
              <a:endParaRPr lang="en-US"/>
            </a:p>
          </p:txBody>
        </p:sp>
        <p:sp>
          <p:nvSpPr>
            <p:cNvPr id="175" name="Freeform: Shape 324">
              <a:extLst>
                <a:ext uri="{FF2B5EF4-FFF2-40B4-BE49-F238E27FC236}">
                  <a16:creationId xmlns:a16="http://schemas.microsoft.com/office/drawing/2014/main" id="{E8DDC151-2C74-400C-9EE9-346FB9956D7F}"/>
                </a:ext>
              </a:extLst>
            </p:cNvPr>
            <p:cNvSpPr/>
            <p:nvPr/>
          </p:nvSpPr>
          <p:spPr>
            <a:xfrm>
              <a:off x="1387948" y="1750370"/>
              <a:ext cx="133458" cy="92292"/>
            </a:xfrm>
            <a:custGeom>
              <a:avLst/>
              <a:gdLst>
                <a:gd name="connsiteX0" fmla="*/ 0 w 133458"/>
                <a:gd name="connsiteY0" fmla="*/ 65280 h 92292"/>
                <a:gd name="connsiteX1" fmla="*/ 24551 w 133458"/>
                <a:gd name="connsiteY1" fmla="*/ 64995 h 92292"/>
                <a:gd name="connsiteX2" fmla="*/ 55717 w 133458"/>
                <a:gd name="connsiteY2" fmla="*/ 77604 h 92292"/>
                <a:gd name="connsiteX3" fmla="*/ 118903 w 133458"/>
                <a:gd name="connsiteY3" fmla="*/ 79317 h 92292"/>
                <a:gd name="connsiteX4" fmla="*/ 121663 w 133458"/>
                <a:gd name="connsiteY4" fmla="*/ 15606 h 92292"/>
                <a:gd name="connsiteX5" fmla="*/ 57477 w 133458"/>
                <a:gd name="connsiteY5" fmla="*/ 12894 h 92292"/>
                <a:gd name="connsiteX6" fmla="*/ 22030 w 133458"/>
                <a:gd name="connsiteY6" fmla="*/ 25789 h 92292"/>
                <a:gd name="connsiteX7" fmla="*/ 190 w 133458"/>
                <a:gd name="connsiteY7" fmla="*/ 25551 h 92292"/>
                <a:gd name="connsiteX8" fmla="*/ 0 w 133458"/>
                <a:gd name="connsiteY8" fmla="*/ 65280 h 92292"/>
                <a:gd name="connsiteX9" fmla="*/ 87215 w 133458"/>
                <a:gd name="connsiteY9" fmla="*/ 39539 h 92292"/>
                <a:gd name="connsiteX10" fmla="*/ 95066 w 133458"/>
                <a:gd name="connsiteY10" fmla="*/ 45534 h 92292"/>
                <a:gd name="connsiteX11" fmla="*/ 88262 w 133458"/>
                <a:gd name="connsiteY11" fmla="*/ 53147 h 92292"/>
                <a:gd name="connsiteX12" fmla="*/ 80982 w 133458"/>
                <a:gd name="connsiteY12" fmla="*/ 46676 h 92292"/>
                <a:gd name="connsiteX13" fmla="*/ 87215 w 133458"/>
                <a:gd name="connsiteY13" fmla="*/ 39539 h 92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3458" h="92292">
                  <a:moveTo>
                    <a:pt x="0" y="65280"/>
                  </a:moveTo>
                  <a:cubicBezTo>
                    <a:pt x="8184" y="65233"/>
                    <a:pt x="16415" y="65613"/>
                    <a:pt x="24551" y="64995"/>
                  </a:cubicBezTo>
                  <a:cubicBezTo>
                    <a:pt x="37208" y="64043"/>
                    <a:pt x="46581" y="66565"/>
                    <a:pt x="55717" y="77604"/>
                  </a:cubicBezTo>
                  <a:cubicBezTo>
                    <a:pt x="71799" y="97112"/>
                    <a:pt x="100585" y="96683"/>
                    <a:pt x="118903" y="79317"/>
                  </a:cubicBezTo>
                  <a:cubicBezTo>
                    <a:pt x="137174" y="61997"/>
                    <a:pt x="138411" y="33972"/>
                    <a:pt x="121663" y="15606"/>
                  </a:cubicBezTo>
                  <a:cubicBezTo>
                    <a:pt x="104582" y="-3093"/>
                    <a:pt x="73512" y="-6185"/>
                    <a:pt x="57477" y="12894"/>
                  </a:cubicBezTo>
                  <a:cubicBezTo>
                    <a:pt x="46724" y="25693"/>
                    <a:pt x="35543" y="26217"/>
                    <a:pt x="22030" y="25789"/>
                  </a:cubicBezTo>
                  <a:cubicBezTo>
                    <a:pt x="14750" y="25551"/>
                    <a:pt x="7470" y="25646"/>
                    <a:pt x="190" y="25551"/>
                  </a:cubicBezTo>
                  <a:cubicBezTo>
                    <a:pt x="6233" y="38873"/>
                    <a:pt x="6471" y="52101"/>
                    <a:pt x="0" y="65280"/>
                  </a:cubicBezTo>
                  <a:close/>
                  <a:moveTo>
                    <a:pt x="87215" y="39539"/>
                  </a:moveTo>
                  <a:cubicBezTo>
                    <a:pt x="91354" y="39397"/>
                    <a:pt x="93829" y="41823"/>
                    <a:pt x="95066" y="45534"/>
                  </a:cubicBezTo>
                  <a:cubicBezTo>
                    <a:pt x="94590" y="49817"/>
                    <a:pt x="91973" y="52624"/>
                    <a:pt x="88262" y="53147"/>
                  </a:cubicBezTo>
                  <a:cubicBezTo>
                    <a:pt x="83979" y="53813"/>
                    <a:pt x="81410" y="50530"/>
                    <a:pt x="80982" y="46676"/>
                  </a:cubicBezTo>
                  <a:cubicBezTo>
                    <a:pt x="80506" y="42584"/>
                    <a:pt x="82790" y="39682"/>
                    <a:pt x="87215" y="39539"/>
                  </a:cubicBezTo>
                  <a:close/>
                </a:path>
              </a:pathLst>
            </a:custGeom>
            <a:solidFill>
              <a:srgbClr val="1D97C3"/>
            </a:solidFill>
            <a:ln w="4754" cap="flat">
              <a:noFill/>
              <a:prstDash val="solid"/>
              <a:miter/>
            </a:ln>
          </p:spPr>
          <p:txBody>
            <a:bodyPr rtlCol="0" anchor="ctr"/>
            <a:lstStyle/>
            <a:p>
              <a:endParaRPr lang="en-US"/>
            </a:p>
          </p:txBody>
        </p:sp>
        <p:sp>
          <p:nvSpPr>
            <p:cNvPr id="176" name="Freeform: Shape 325">
              <a:extLst>
                <a:ext uri="{FF2B5EF4-FFF2-40B4-BE49-F238E27FC236}">
                  <a16:creationId xmlns:a16="http://schemas.microsoft.com/office/drawing/2014/main" id="{A4B7BA03-42ED-4A44-8B86-4F8510706D67}"/>
                </a:ext>
              </a:extLst>
            </p:cNvPr>
            <p:cNvSpPr/>
            <p:nvPr/>
          </p:nvSpPr>
          <p:spPr>
            <a:xfrm>
              <a:off x="1387948" y="1858738"/>
              <a:ext cx="130659" cy="91417"/>
            </a:xfrm>
            <a:custGeom>
              <a:avLst/>
              <a:gdLst>
                <a:gd name="connsiteX0" fmla="*/ 38064 w 130659"/>
                <a:gd name="connsiteY0" fmla="*/ 33375 h 91417"/>
                <a:gd name="connsiteX1" fmla="*/ 23172 w 130659"/>
                <a:gd name="connsiteY1" fmla="*/ 34517 h 91417"/>
                <a:gd name="connsiteX2" fmla="*/ 4044 w 130659"/>
                <a:gd name="connsiteY2" fmla="*/ 53454 h 91417"/>
                <a:gd name="connsiteX3" fmla="*/ 0 w 130659"/>
                <a:gd name="connsiteY3" fmla="*/ 68917 h 91417"/>
                <a:gd name="connsiteX4" fmla="*/ 30023 w 130659"/>
                <a:gd name="connsiteY4" fmla="*/ 68584 h 91417"/>
                <a:gd name="connsiteX5" fmla="*/ 53290 w 130659"/>
                <a:gd name="connsiteY5" fmla="*/ 78100 h 91417"/>
                <a:gd name="connsiteX6" fmla="*/ 108388 w 130659"/>
                <a:gd name="connsiteY6" fmla="*/ 85047 h 91417"/>
                <a:gd name="connsiteX7" fmla="*/ 128800 w 130659"/>
                <a:gd name="connsiteY7" fmla="*/ 33470 h 91417"/>
                <a:gd name="connsiteX8" fmla="*/ 91069 w 130659"/>
                <a:gd name="connsiteY8" fmla="*/ 592 h 91417"/>
                <a:gd name="connsiteX9" fmla="*/ 43441 w 130659"/>
                <a:gd name="connsiteY9" fmla="*/ 27332 h 91417"/>
                <a:gd name="connsiteX10" fmla="*/ 43441 w 130659"/>
                <a:gd name="connsiteY10" fmla="*/ 27332 h 91417"/>
                <a:gd name="connsiteX11" fmla="*/ 38064 w 130659"/>
                <a:gd name="connsiteY11" fmla="*/ 33375 h 91417"/>
                <a:gd name="connsiteX12" fmla="*/ 85883 w 130659"/>
                <a:gd name="connsiteY12" fmla="*/ 38751 h 91417"/>
                <a:gd name="connsiteX13" fmla="*/ 92353 w 130659"/>
                <a:gd name="connsiteY13" fmla="*/ 45936 h 91417"/>
                <a:gd name="connsiteX14" fmla="*/ 84170 w 130659"/>
                <a:gd name="connsiteY14" fmla="*/ 52454 h 91417"/>
                <a:gd name="connsiteX15" fmla="*/ 78508 w 130659"/>
                <a:gd name="connsiteY15" fmla="*/ 45032 h 91417"/>
                <a:gd name="connsiteX16" fmla="*/ 85883 w 130659"/>
                <a:gd name="connsiteY16" fmla="*/ 38751 h 91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0659" h="91417">
                  <a:moveTo>
                    <a:pt x="38064" y="33375"/>
                  </a:moveTo>
                  <a:cubicBezTo>
                    <a:pt x="33211" y="34802"/>
                    <a:pt x="28168" y="34421"/>
                    <a:pt x="23172" y="34517"/>
                  </a:cubicBezTo>
                  <a:cubicBezTo>
                    <a:pt x="4758" y="34754"/>
                    <a:pt x="4710" y="34754"/>
                    <a:pt x="4044" y="53454"/>
                  </a:cubicBezTo>
                  <a:cubicBezTo>
                    <a:pt x="3854" y="58925"/>
                    <a:pt x="3854" y="64397"/>
                    <a:pt x="0" y="68917"/>
                  </a:cubicBezTo>
                  <a:cubicBezTo>
                    <a:pt x="10039" y="68870"/>
                    <a:pt x="20079" y="69155"/>
                    <a:pt x="30023" y="68584"/>
                  </a:cubicBezTo>
                  <a:cubicBezTo>
                    <a:pt x="39539" y="68013"/>
                    <a:pt x="46391" y="70154"/>
                    <a:pt x="53290" y="78100"/>
                  </a:cubicBezTo>
                  <a:cubicBezTo>
                    <a:pt x="66422" y="93278"/>
                    <a:pt x="90783" y="95324"/>
                    <a:pt x="108388" y="85047"/>
                  </a:cubicBezTo>
                  <a:cubicBezTo>
                    <a:pt x="126373" y="74532"/>
                    <a:pt x="134652" y="53644"/>
                    <a:pt x="128800" y="33470"/>
                  </a:cubicBezTo>
                  <a:cubicBezTo>
                    <a:pt x="123281" y="14485"/>
                    <a:pt x="110101" y="3637"/>
                    <a:pt x="91069" y="592"/>
                  </a:cubicBezTo>
                  <a:cubicBezTo>
                    <a:pt x="71275" y="-2596"/>
                    <a:pt x="54813" y="7206"/>
                    <a:pt x="43441" y="27332"/>
                  </a:cubicBezTo>
                  <a:cubicBezTo>
                    <a:pt x="43441" y="27332"/>
                    <a:pt x="43441" y="27332"/>
                    <a:pt x="43441" y="27332"/>
                  </a:cubicBezTo>
                  <a:cubicBezTo>
                    <a:pt x="44630" y="31900"/>
                    <a:pt x="40872" y="32518"/>
                    <a:pt x="38064" y="33375"/>
                  </a:cubicBezTo>
                  <a:close/>
                  <a:moveTo>
                    <a:pt x="85883" y="38751"/>
                  </a:moveTo>
                  <a:cubicBezTo>
                    <a:pt x="89689" y="39608"/>
                    <a:pt x="92544" y="42177"/>
                    <a:pt x="92353" y="45936"/>
                  </a:cubicBezTo>
                  <a:cubicBezTo>
                    <a:pt x="92163" y="50456"/>
                    <a:pt x="89023" y="52978"/>
                    <a:pt x="84170" y="52454"/>
                  </a:cubicBezTo>
                  <a:cubicBezTo>
                    <a:pt x="79697" y="51979"/>
                    <a:pt x="77984" y="48886"/>
                    <a:pt x="78508" y="45032"/>
                  </a:cubicBezTo>
                  <a:cubicBezTo>
                    <a:pt x="78983" y="41321"/>
                    <a:pt x="81410" y="38656"/>
                    <a:pt x="85883" y="38751"/>
                  </a:cubicBezTo>
                  <a:close/>
                </a:path>
              </a:pathLst>
            </a:custGeom>
            <a:solidFill>
              <a:srgbClr val="1D97C3"/>
            </a:solidFill>
            <a:ln w="4754" cap="flat">
              <a:noFill/>
              <a:prstDash val="solid"/>
              <a:miter/>
            </a:ln>
          </p:spPr>
          <p:txBody>
            <a:bodyPr rtlCol="0" anchor="ctr"/>
            <a:lstStyle/>
            <a:p>
              <a:endParaRPr lang="en-US"/>
            </a:p>
          </p:txBody>
        </p:sp>
        <p:sp>
          <p:nvSpPr>
            <p:cNvPr id="177" name="Freeform: Shape 326">
              <a:extLst>
                <a:ext uri="{FF2B5EF4-FFF2-40B4-BE49-F238E27FC236}">
                  <a16:creationId xmlns:a16="http://schemas.microsoft.com/office/drawing/2014/main" id="{32BACD29-8115-40F8-9634-1456B84EEC71}"/>
                </a:ext>
              </a:extLst>
            </p:cNvPr>
            <p:cNvSpPr/>
            <p:nvPr/>
          </p:nvSpPr>
          <p:spPr>
            <a:xfrm>
              <a:off x="1386935" y="1886022"/>
              <a:ext cx="44714" cy="41632"/>
            </a:xfrm>
            <a:custGeom>
              <a:avLst/>
              <a:gdLst>
                <a:gd name="connsiteX0" fmla="*/ 36318 w 44714"/>
                <a:gd name="connsiteY0" fmla="*/ 3188 h 41632"/>
                <a:gd name="connsiteX1" fmla="*/ 3155 w 44714"/>
                <a:gd name="connsiteY1" fmla="*/ 6233 h 41632"/>
                <a:gd name="connsiteX2" fmla="*/ 1014 w 44714"/>
                <a:gd name="connsiteY2" fmla="*/ 41633 h 41632"/>
                <a:gd name="connsiteX3" fmla="*/ 5058 w 44714"/>
                <a:gd name="connsiteY3" fmla="*/ 26169 h 41632"/>
                <a:gd name="connsiteX4" fmla="*/ 24185 w 44714"/>
                <a:gd name="connsiteY4" fmla="*/ 7232 h 41632"/>
                <a:gd name="connsiteX5" fmla="*/ 39078 w 44714"/>
                <a:gd name="connsiteY5" fmla="*/ 6090 h 41632"/>
                <a:gd name="connsiteX6" fmla="*/ 44502 w 44714"/>
                <a:gd name="connsiteY6" fmla="*/ 0 h 41632"/>
                <a:gd name="connsiteX7" fmla="*/ 36318 w 44714"/>
                <a:gd name="connsiteY7" fmla="*/ 3188 h 41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714" h="41632">
                  <a:moveTo>
                    <a:pt x="36318" y="3188"/>
                  </a:moveTo>
                  <a:cubicBezTo>
                    <a:pt x="24899" y="4235"/>
                    <a:pt x="8960" y="-2236"/>
                    <a:pt x="3155" y="6233"/>
                  </a:cubicBezTo>
                  <a:cubicBezTo>
                    <a:pt x="-2602" y="14560"/>
                    <a:pt x="1347" y="29547"/>
                    <a:pt x="1014" y="41633"/>
                  </a:cubicBezTo>
                  <a:cubicBezTo>
                    <a:pt x="4868" y="37113"/>
                    <a:pt x="4820" y="31641"/>
                    <a:pt x="5058" y="26169"/>
                  </a:cubicBezTo>
                  <a:cubicBezTo>
                    <a:pt x="5772" y="7470"/>
                    <a:pt x="5772" y="7470"/>
                    <a:pt x="24185" y="7232"/>
                  </a:cubicBezTo>
                  <a:cubicBezTo>
                    <a:pt x="29181" y="7185"/>
                    <a:pt x="34225" y="7565"/>
                    <a:pt x="39078" y="6090"/>
                  </a:cubicBezTo>
                  <a:cubicBezTo>
                    <a:pt x="41933" y="5234"/>
                    <a:pt x="45644" y="4663"/>
                    <a:pt x="44502" y="0"/>
                  </a:cubicBezTo>
                  <a:cubicBezTo>
                    <a:pt x="42742" y="3569"/>
                    <a:pt x="39411" y="2902"/>
                    <a:pt x="36318" y="3188"/>
                  </a:cubicBezTo>
                  <a:close/>
                </a:path>
              </a:pathLst>
            </a:custGeom>
            <a:solidFill>
              <a:srgbClr val="1D97C3"/>
            </a:solidFill>
            <a:ln w="4754" cap="flat">
              <a:noFill/>
              <a:prstDash val="solid"/>
              <a:miter/>
            </a:ln>
          </p:spPr>
          <p:txBody>
            <a:bodyPr rtlCol="0" anchor="ctr"/>
            <a:lstStyle/>
            <a:p>
              <a:endParaRPr lang="en-US"/>
            </a:p>
          </p:txBody>
        </p:sp>
        <p:sp>
          <p:nvSpPr>
            <p:cNvPr id="178" name="Freeform: Shape 327">
              <a:extLst>
                <a:ext uri="{FF2B5EF4-FFF2-40B4-BE49-F238E27FC236}">
                  <a16:creationId xmlns:a16="http://schemas.microsoft.com/office/drawing/2014/main" id="{FD40DB80-3D61-42E7-9F17-808C943FC9CE}"/>
                </a:ext>
              </a:extLst>
            </p:cNvPr>
            <p:cNvSpPr/>
            <p:nvPr/>
          </p:nvSpPr>
          <p:spPr>
            <a:xfrm>
              <a:off x="1977248" y="1982087"/>
              <a:ext cx="91828" cy="111807"/>
            </a:xfrm>
            <a:custGeom>
              <a:avLst/>
              <a:gdLst>
                <a:gd name="connsiteX0" fmla="*/ 30578 w 91828"/>
                <a:gd name="connsiteY0" fmla="*/ 143 h 111807"/>
                <a:gd name="connsiteX1" fmla="*/ 22251 w 91828"/>
                <a:gd name="connsiteY1" fmla="*/ 27263 h 111807"/>
                <a:gd name="connsiteX2" fmla="*/ 1506 w 91828"/>
                <a:gd name="connsiteY2" fmla="*/ 77604 h 111807"/>
                <a:gd name="connsiteX3" fmla="*/ 42996 w 91828"/>
                <a:gd name="connsiteY3" fmla="*/ 111671 h 111807"/>
                <a:gd name="connsiteX4" fmla="*/ 87722 w 91828"/>
                <a:gd name="connsiteY4" fmla="*/ 83979 h 111807"/>
                <a:gd name="connsiteX5" fmla="*/ 74685 w 91828"/>
                <a:gd name="connsiteY5" fmla="*/ 31546 h 111807"/>
                <a:gd name="connsiteX6" fmla="*/ 61600 w 91828"/>
                <a:gd name="connsiteY6" fmla="*/ 0 h 111807"/>
                <a:gd name="connsiteX7" fmla="*/ 61600 w 91828"/>
                <a:gd name="connsiteY7" fmla="*/ 0 h 111807"/>
                <a:gd name="connsiteX8" fmla="*/ 30578 w 91828"/>
                <a:gd name="connsiteY8" fmla="*/ 143 h 111807"/>
                <a:gd name="connsiteX9" fmla="*/ 52988 w 91828"/>
                <a:gd name="connsiteY9" fmla="*/ 66327 h 111807"/>
                <a:gd name="connsiteX10" fmla="*/ 45423 w 91828"/>
                <a:gd name="connsiteY10" fmla="*/ 72893 h 111807"/>
                <a:gd name="connsiteX11" fmla="*/ 39142 w 91828"/>
                <a:gd name="connsiteY11" fmla="*/ 65566 h 111807"/>
                <a:gd name="connsiteX12" fmla="*/ 46137 w 91828"/>
                <a:gd name="connsiteY12" fmla="*/ 59142 h 111807"/>
                <a:gd name="connsiteX13" fmla="*/ 52988 w 91828"/>
                <a:gd name="connsiteY13" fmla="*/ 66327 h 111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828" h="111807">
                  <a:moveTo>
                    <a:pt x="30578" y="143"/>
                  </a:moveTo>
                  <a:cubicBezTo>
                    <a:pt x="29198" y="9564"/>
                    <a:pt x="35431" y="20222"/>
                    <a:pt x="22251" y="27263"/>
                  </a:cubicBezTo>
                  <a:cubicBezTo>
                    <a:pt x="3885" y="37160"/>
                    <a:pt x="-3442" y="57477"/>
                    <a:pt x="1506" y="77604"/>
                  </a:cubicBezTo>
                  <a:cubicBezTo>
                    <a:pt x="6027" y="95970"/>
                    <a:pt x="23060" y="109911"/>
                    <a:pt x="42996" y="111671"/>
                  </a:cubicBezTo>
                  <a:cubicBezTo>
                    <a:pt x="60744" y="113241"/>
                    <a:pt x="80299" y="101108"/>
                    <a:pt x="87722" y="83979"/>
                  </a:cubicBezTo>
                  <a:cubicBezTo>
                    <a:pt x="95811" y="65233"/>
                    <a:pt x="92194" y="42394"/>
                    <a:pt x="74685" y="31546"/>
                  </a:cubicBezTo>
                  <a:cubicBezTo>
                    <a:pt x="60839" y="22934"/>
                    <a:pt x="60696" y="12656"/>
                    <a:pt x="61600" y="0"/>
                  </a:cubicBezTo>
                  <a:lnTo>
                    <a:pt x="61600" y="0"/>
                  </a:lnTo>
                  <a:cubicBezTo>
                    <a:pt x="51275" y="6185"/>
                    <a:pt x="40903" y="5852"/>
                    <a:pt x="30578" y="143"/>
                  </a:cubicBezTo>
                  <a:close/>
                  <a:moveTo>
                    <a:pt x="52988" y="66327"/>
                  </a:moveTo>
                  <a:cubicBezTo>
                    <a:pt x="51894" y="70181"/>
                    <a:pt x="49372" y="73036"/>
                    <a:pt x="45423" y="72893"/>
                  </a:cubicBezTo>
                  <a:cubicBezTo>
                    <a:pt x="41379" y="72750"/>
                    <a:pt x="39047" y="69991"/>
                    <a:pt x="39142" y="65566"/>
                  </a:cubicBezTo>
                  <a:cubicBezTo>
                    <a:pt x="39238" y="60903"/>
                    <a:pt x="42283" y="58809"/>
                    <a:pt x="46137" y="59142"/>
                  </a:cubicBezTo>
                  <a:cubicBezTo>
                    <a:pt x="49848" y="59380"/>
                    <a:pt x="52798" y="61807"/>
                    <a:pt x="52988" y="66327"/>
                  </a:cubicBezTo>
                  <a:close/>
                </a:path>
              </a:pathLst>
            </a:custGeom>
            <a:solidFill>
              <a:srgbClr val="1D97C3"/>
            </a:solidFill>
            <a:ln w="4754" cap="flat">
              <a:noFill/>
              <a:prstDash val="solid"/>
              <a:miter/>
            </a:ln>
          </p:spPr>
          <p:txBody>
            <a:bodyPr rtlCol="0" anchor="ctr"/>
            <a:lstStyle/>
            <a:p>
              <a:endParaRPr lang="en-US"/>
            </a:p>
          </p:txBody>
        </p:sp>
        <p:sp>
          <p:nvSpPr>
            <p:cNvPr id="179" name="Freeform: Shape 328">
              <a:extLst>
                <a:ext uri="{FF2B5EF4-FFF2-40B4-BE49-F238E27FC236}">
                  <a16:creationId xmlns:a16="http://schemas.microsoft.com/office/drawing/2014/main" id="{E5F57F23-70DA-4D9D-97B5-C8380C44D2F1}"/>
                </a:ext>
              </a:extLst>
            </p:cNvPr>
            <p:cNvSpPr/>
            <p:nvPr/>
          </p:nvSpPr>
          <p:spPr>
            <a:xfrm>
              <a:off x="2007778" y="1982134"/>
              <a:ext cx="31022" cy="4490"/>
            </a:xfrm>
            <a:custGeom>
              <a:avLst/>
              <a:gdLst>
                <a:gd name="connsiteX0" fmla="*/ 31022 w 31022"/>
                <a:gd name="connsiteY0" fmla="*/ 0 h 4490"/>
                <a:gd name="connsiteX1" fmla="*/ 0 w 31022"/>
                <a:gd name="connsiteY1" fmla="*/ 95 h 4490"/>
                <a:gd name="connsiteX2" fmla="*/ 31022 w 31022"/>
                <a:gd name="connsiteY2" fmla="*/ 0 h 4490"/>
              </a:gdLst>
              <a:ahLst/>
              <a:cxnLst>
                <a:cxn ang="0">
                  <a:pos x="connsiteX0" y="connsiteY0"/>
                </a:cxn>
                <a:cxn ang="0">
                  <a:pos x="connsiteX1" y="connsiteY1"/>
                </a:cxn>
                <a:cxn ang="0">
                  <a:pos x="connsiteX2" y="connsiteY2"/>
                </a:cxn>
              </a:cxnLst>
              <a:rect l="l" t="t" r="r" b="b"/>
              <a:pathLst>
                <a:path w="31022" h="4490">
                  <a:moveTo>
                    <a:pt x="31022" y="0"/>
                  </a:moveTo>
                  <a:cubicBezTo>
                    <a:pt x="20697" y="48"/>
                    <a:pt x="10372" y="95"/>
                    <a:pt x="0" y="95"/>
                  </a:cubicBezTo>
                  <a:cubicBezTo>
                    <a:pt x="10372" y="5805"/>
                    <a:pt x="20745" y="6138"/>
                    <a:pt x="31022" y="0"/>
                  </a:cubicBezTo>
                  <a:close/>
                </a:path>
              </a:pathLst>
            </a:custGeom>
            <a:solidFill>
              <a:srgbClr val="1D97C3"/>
            </a:solidFill>
            <a:ln w="4754" cap="flat">
              <a:noFill/>
              <a:prstDash val="solid"/>
              <a:miter/>
            </a:ln>
          </p:spPr>
          <p:txBody>
            <a:bodyPr rtlCol="0" anchor="ctr"/>
            <a:lstStyle/>
            <a:p>
              <a:endParaRPr lang="en-US"/>
            </a:p>
          </p:txBody>
        </p:sp>
        <p:sp>
          <p:nvSpPr>
            <p:cNvPr id="180" name="Freeform: Shape 329">
              <a:extLst>
                <a:ext uri="{FF2B5EF4-FFF2-40B4-BE49-F238E27FC236}">
                  <a16:creationId xmlns:a16="http://schemas.microsoft.com/office/drawing/2014/main" id="{60766C6A-F3D8-483B-ADCD-562ED389F2EC}"/>
                </a:ext>
              </a:extLst>
            </p:cNvPr>
            <p:cNvSpPr/>
            <p:nvPr/>
          </p:nvSpPr>
          <p:spPr>
            <a:xfrm>
              <a:off x="1977294" y="1545954"/>
              <a:ext cx="91836" cy="110777"/>
            </a:xfrm>
            <a:custGeom>
              <a:avLst/>
              <a:gdLst>
                <a:gd name="connsiteX0" fmla="*/ 61363 w 91836"/>
                <a:gd name="connsiteY0" fmla="*/ 110778 h 110777"/>
                <a:gd name="connsiteX1" fmla="*/ 75067 w 91836"/>
                <a:gd name="connsiteY1" fmla="*/ 79280 h 110777"/>
                <a:gd name="connsiteX2" fmla="*/ 77921 w 91836"/>
                <a:gd name="connsiteY2" fmla="*/ 13428 h 110777"/>
                <a:gd name="connsiteX3" fmla="*/ 12165 w 91836"/>
                <a:gd name="connsiteY3" fmla="*/ 14380 h 110777"/>
                <a:gd name="connsiteX4" fmla="*/ 16352 w 91836"/>
                <a:gd name="connsiteY4" fmla="*/ 79660 h 110777"/>
                <a:gd name="connsiteX5" fmla="*/ 30579 w 91836"/>
                <a:gd name="connsiteY5" fmla="*/ 110683 h 110777"/>
                <a:gd name="connsiteX6" fmla="*/ 61363 w 91836"/>
                <a:gd name="connsiteY6" fmla="*/ 110778 h 110777"/>
                <a:gd name="connsiteX7" fmla="*/ 46471 w 91836"/>
                <a:gd name="connsiteY7" fmla="*/ 38932 h 110777"/>
                <a:gd name="connsiteX8" fmla="*/ 52751 w 91836"/>
                <a:gd name="connsiteY8" fmla="*/ 46354 h 110777"/>
                <a:gd name="connsiteX9" fmla="*/ 44948 w 91836"/>
                <a:gd name="connsiteY9" fmla="*/ 52730 h 110777"/>
                <a:gd name="connsiteX10" fmla="*/ 39048 w 91836"/>
                <a:gd name="connsiteY10" fmla="*/ 44831 h 110777"/>
                <a:gd name="connsiteX11" fmla="*/ 46471 w 91836"/>
                <a:gd name="connsiteY11" fmla="*/ 38932 h 110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836" h="110777">
                  <a:moveTo>
                    <a:pt x="61363" y="110778"/>
                  </a:moveTo>
                  <a:cubicBezTo>
                    <a:pt x="60174" y="97788"/>
                    <a:pt x="61982" y="88272"/>
                    <a:pt x="75067" y="79280"/>
                  </a:cubicBezTo>
                  <a:cubicBezTo>
                    <a:pt x="97049" y="64102"/>
                    <a:pt x="96811" y="32556"/>
                    <a:pt x="77921" y="13428"/>
                  </a:cubicBezTo>
                  <a:cubicBezTo>
                    <a:pt x="59841" y="-4842"/>
                    <a:pt x="29294" y="-4414"/>
                    <a:pt x="12165" y="14380"/>
                  </a:cubicBezTo>
                  <a:cubicBezTo>
                    <a:pt x="-4964" y="33174"/>
                    <a:pt x="-4393" y="65814"/>
                    <a:pt x="16352" y="79660"/>
                  </a:cubicBezTo>
                  <a:cubicBezTo>
                    <a:pt x="29294" y="88272"/>
                    <a:pt x="32435" y="97265"/>
                    <a:pt x="30579" y="110683"/>
                  </a:cubicBezTo>
                  <a:cubicBezTo>
                    <a:pt x="40904" y="105021"/>
                    <a:pt x="51134" y="104592"/>
                    <a:pt x="61363" y="110778"/>
                  </a:cubicBezTo>
                  <a:close/>
                  <a:moveTo>
                    <a:pt x="46471" y="38932"/>
                  </a:moveTo>
                  <a:cubicBezTo>
                    <a:pt x="50325" y="39503"/>
                    <a:pt x="53560" y="41977"/>
                    <a:pt x="52751" y="46354"/>
                  </a:cubicBezTo>
                  <a:cubicBezTo>
                    <a:pt x="52038" y="50113"/>
                    <a:pt x="49183" y="52539"/>
                    <a:pt x="44948" y="52730"/>
                  </a:cubicBezTo>
                  <a:cubicBezTo>
                    <a:pt x="40904" y="51588"/>
                    <a:pt x="38763" y="49114"/>
                    <a:pt x="39048" y="44831"/>
                  </a:cubicBezTo>
                  <a:cubicBezTo>
                    <a:pt x="39429" y="40169"/>
                    <a:pt x="42426" y="38313"/>
                    <a:pt x="46471" y="38932"/>
                  </a:cubicBezTo>
                  <a:close/>
                </a:path>
              </a:pathLst>
            </a:custGeom>
            <a:solidFill>
              <a:srgbClr val="1D97C3"/>
            </a:solidFill>
            <a:ln w="4754" cap="flat">
              <a:noFill/>
              <a:prstDash val="solid"/>
              <a:miter/>
            </a:ln>
          </p:spPr>
          <p:txBody>
            <a:bodyPr rtlCol="0" anchor="ctr"/>
            <a:lstStyle/>
            <a:p>
              <a:endParaRPr lang="en-US"/>
            </a:p>
          </p:txBody>
        </p:sp>
        <p:sp>
          <p:nvSpPr>
            <p:cNvPr id="181" name="Freeform: Shape 330">
              <a:extLst>
                <a:ext uri="{FF2B5EF4-FFF2-40B4-BE49-F238E27FC236}">
                  <a16:creationId xmlns:a16="http://schemas.microsoft.com/office/drawing/2014/main" id="{CD4D3546-5B5B-4618-A191-09D43F73C84D}"/>
                </a:ext>
              </a:extLst>
            </p:cNvPr>
            <p:cNvSpPr/>
            <p:nvPr/>
          </p:nvSpPr>
          <p:spPr>
            <a:xfrm>
              <a:off x="2007921" y="1652247"/>
              <a:ext cx="30736" cy="4532"/>
            </a:xfrm>
            <a:custGeom>
              <a:avLst/>
              <a:gdLst>
                <a:gd name="connsiteX0" fmla="*/ 0 w 30736"/>
                <a:gd name="connsiteY0" fmla="*/ 4390 h 4532"/>
                <a:gd name="connsiteX1" fmla="*/ 0 w 30736"/>
                <a:gd name="connsiteY1" fmla="*/ 4390 h 4532"/>
                <a:gd name="connsiteX2" fmla="*/ 30737 w 30736"/>
                <a:gd name="connsiteY2" fmla="*/ 4533 h 4532"/>
                <a:gd name="connsiteX3" fmla="*/ 0 w 30736"/>
                <a:gd name="connsiteY3" fmla="*/ 4390 h 4532"/>
              </a:gdLst>
              <a:ahLst/>
              <a:cxnLst>
                <a:cxn ang="0">
                  <a:pos x="connsiteX0" y="connsiteY0"/>
                </a:cxn>
                <a:cxn ang="0">
                  <a:pos x="connsiteX1" y="connsiteY1"/>
                </a:cxn>
                <a:cxn ang="0">
                  <a:pos x="connsiteX2" y="connsiteY2"/>
                </a:cxn>
                <a:cxn ang="0">
                  <a:pos x="connsiteX3" y="connsiteY3"/>
                </a:cxn>
              </a:cxnLst>
              <a:rect l="l" t="t" r="r" b="b"/>
              <a:pathLst>
                <a:path w="30736" h="4532">
                  <a:moveTo>
                    <a:pt x="0" y="4390"/>
                  </a:moveTo>
                  <a:lnTo>
                    <a:pt x="0" y="4390"/>
                  </a:lnTo>
                  <a:cubicBezTo>
                    <a:pt x="10230" y="4438"/>
                    <a:pt x="20507" y="4485"/>
                    <a:pt x="30737" y="4533"/>
                  </a:cubicBezTo>
                  <a:cubicBezTo>
                    <a:pt x="20507" y="-1700"/>
                    <a:pt x="10277" y="-1272"/>
                    <a:pt x="0" y="4390"/>
                  </a:cubicBezTo>
                  <a:close/>
                </a:path>
              </a:pathLst>
            </a:custGeom>
            <a:solidFill>
              <a:srgbClr val="1D97C3"/>
            </a:solidFill>
            <a:ln w="4754" cap="flat">
              <a:noFill/>
              <a:prstDash val="solid"/>
              <a:miter/>
            </a:ln>
          </p:spPr>
          <p:txBody>
            <a:bodyPr rtlCol="0" anchor="ctr"/>
            <a:lstStyle/>
            <a:p>
              <a:endParaRPr lang="en-US"/>
            </a:p>
          </p:txBody>
        </p:sp>
        <p:sp>
          <p:nvSpPr>
            <p:cNvPr id="182" name="Freeform: Shape 331">
              <a:extLst>
                <a:ext uri="{FF2B5EF4-FFF2-40B4-BE49-F238E27FC236}">
                  <a16:creationId xmlns:a16="http://schemas.microsoft.com/office/drawing/2014/main" id="{A5FD57E4-5A4A-4E5D-ABAD-F3FB2D6C53F8}"/>
                </a:ext>
              </a:extLst>
            </p:cNvPr>
            <p:cNvSpPr/>
            <p:nvPr/>
          </p:nvSpPr>
          <p:spPr>
            <a:xfrm>
              <a:off x="2110090" y="1985880"/>
              <a:ext cx="91374" cy="107973"/>
            </a:xfrm>
            <a:custGeom>
              <a:avLst/>
              <a:gdLst>
                <a:gd name="connsiteX0" fmla="*/ 56512 w 91374"/>
                <a:gd name="connsiteY0" fmla="*/ 9291 h 107973"/>
                <a:gd name="connsiteX1" fmla="*/ 45616 w 91374"/>
                <a:gd name="connsiteY1" fmla="*/ 13 h 107973"/>
                <a:gd name="connsiteX2" fmla="*/ 35909 w 91374"/>
                <a:gd name="connsiteY2" fmla="*/ 9101 h 107973"/>
                <a:gd name="connsiteX3" fmla="*/ 29914 w 91374"/>
                <a:gd name="connsiteY3" fmla="*/ 18093 h 107973"/>
                <a:gd name="connsiteX4" fmla="*/ 24300 w 91374"/>
                <a:gd name="connsiteY4" fmla="*/ 21614 h 107973"/>
                <a:gd name="connsiteX5" fmla="*/ 1414 w 91374"/>
                <a:gd name="connsiteY5" fmla="*/ 72097 h 107973"/>
                <a:gd name="connsiteX6" fmla="*/ 45425 w 91374"/>
                <a:gd name="connsiteY6" fmla="*/ 107973 h 107973"/>
                <a:gd name="connsiteX7" fmla="*/ 89485 w 91374"/>
                <a:gd name="connsiteY7" fmla="*/ 75475 h 107973"/>
                <a:gd name="connsiteX8" fmla="*/ 67503 w 91374"/>
                <a:gd name="connsiteY8" fmla="*/ 21852 h 107973"/>
                <a:gd name="connsiteX9" fmla="*/ 60413 w 91374"/>
                <a:gd name="connsiteY9" fmla="*/ 16095 h 107973"/>
                <a:gd name="connsiteX10" fmla="*/ 60413 w 91374"/>
                <a:gd name="connsiteY10" fmla="*/ 16095 h 107973"/>
                <a:gd name="connsiteX11" fmla="*/ 56512 w 91374"/>
                <a:gd name="connsiteY11" fmla="*/ 9291 h 107973"/>
                <a:gd name="connsiteX12" fmla="*/ 46187 w 91374"/>
                <a:gd name="connsiteY12" fmla="*/ 69100 h 107973"/>
                <a:gd name="connsiteX13" fmla="*/ 38574 w 91374"/>
                <a:gd name="connsiteY13" fmla="*/ 61677 h 107973"/>
                <a:gd name="connsiteX14" fmla="*/ 45711 w 91374"/>
                <a:gd name="connsiteY14" fmla="*/ 55063 h 107973"/>
                <a:gd name="connsiteX15" fmla="*/ 52372 w 91374"/>
                <a:gd name="connsiteY15" fmla="*/ 61820 h 107973"/>
                <a:gd name="connsiteX16" fmla="*/ 46187 w 91374"/>
                <a:gd name="connsiteY16" fmla="*/ 69100 h 107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374" h="107973">
                  <a:moveTo>
                    <a:pt x="56512" y="9291"/>
                  </a:moveTo>
                  <a:cubicBezTo>
                    <a:pt x="55655" y="2820"/>
                    <a:pt x="52325" y="-225"/>
                    <a:pt x="45616" y="13"/>
                  </a:cubicBezTo>
                  <a:cubicBezTo>
                    <a:pt x="39478" y="251"/>
                    <a:pt x="36908" y="3344"/>
                    <a:pt x="35909" y="9101"/>
                  </a:cubicBezTo>
                  <a:cubicBezTo>
                    <a:pt x="35291" y="12717"/>
                    <a:pt x="35814" y="17760"/>
                    <a:pt x="29914" y="18093"/>
                  </a:cubicBezTo>
                  <a:cubicBezTo>
                    <a:pt x="28059" y="19283"/>
                    <a:pt x="26203" y="20472"/>
                    <a:pt x="24300" y="21614"/>
                  </a:cubicBezTo>
                  <a:cubicBezTo>
                    <a:pt x="5220" y="32748"/>
                    <a:pt x="-3678" y="52351"/>
                    <a:pt x="1414" y="72097"/>
                  </a:cubicBezTo>
                  <a:cubicBezTo>
                    <a:pt x="6885" y="93413"/>
                    <a:pt x="24538" y="107830"/>
                    <a:pt x="45425" y="107973"/>
                  </a:cubicBezTo>
                  <a:cubicBezTo>
                    <a:pt x="64933" y="108116"/>
                    <a:pt x="84251" y="93841"/>
                    <a:pt x="89485" y="75475"/>
                  </a:cubicBezTo>
                  <a:cubicBezTo>
                    <a:pt x="95480" y="54397"/>
                    <a:pt x="86963" y="33510"/>
                    <a:pt x="67503" y="21852"/>
                  </a:cubicBezTo>
                  <a:cubicBezTo>
                    <a:pt x="64838" y="20235"/>
                    <a:pt x="61555" y="19568"/>
                    <a:pt x="60413" y="16095"/>
                  </a:cubicBezTo>
                  <a:lnTo>
                    <a:pt x="60413" y="16095"/>
                  </a:lnTo>
                  <a:cubicBezTo>
                    <a:pt x="57654" y="14668"/>
                    <a:pt x="56892" y="11956"/>
                    <a:pt x="56512" y="9291"/>
                  </a:cubicBezTo>
                  <a:close/>
                  <a:moveTo>
                    <a:pt x="46187" y="69100"/>
                  </a:moveTo>
                  <a:cubicBezTo>
                    <a:pt x="41714" y="69242"/>
                    <a:pt x="38526" y="66102"/>
                    <a:pt x="38574" y="61677"/>
                  </a:cubicBezTo>
                  <a:cubicBezTo>
                    <a:pt x="38621" y="57776"/>
                    <a:pt x="41857" y="55729"/>
                    <a:pt x="45711" y="55063"/>
                  </a:cubicBezTo>
                  <a:cubicBezTo>
                    <a:pt x="49708" y="55587"/>
                    <a:pt x="52372" y="57490"/>
                    <a:pt x="52372" y="61820"/>
                  </a:cubicBezTo>
                  <a:cubicBezTo>
                    <a:pt x="52277" y="65864"/>
                    <a:pt x="50136" y="68957"/>
                    <a:pt x="46187" y="69100"/>
                  </a:cubicBezTo>
                  <a:close/>
                </a:path>
              </a:pathLst>
            </a:custGeom>
            <a:solidFill>
              <a:srgbClr val="1D97C3"/>
            </a:solidFill>
            <a:ln w="4754" cap="flat">
              <a:noFill/>
              <a:prstDash val="solid"/>
              <a:miter/>
            </a:ln>
          </p:spPr>
          <p:txBody>
            <a:bodyPr rtlCol="0" anchor="ctr"/>
            <a:lstStyle/>
            <a:p>
              <a:endParaRPr lang="en-US"/>
            </a:p>
          </p:txBody>
        </p:sp>
        <p:sp>
          <p:nvSpPr>
            <p:cNvPr id="183" name="Freeform: Shape 332">
              <a:extLst>
                <a:ext uri="{FF2B5EF4-FFF2-40B4-BE49-F238E27FC236}">
                  <a16:creationId xmlns:a16="http://schemas.microsoft.com/office/drawing/2014/main" id="{82A261A7-8799-4FEB-9290-005702042B57}"/>
                </a:ext>
              </a:extLst>
            </p:cNvPr>
            <p:cNvSpPr/>
            <p:nvPr/>
          </p:nvSpPr>
          <p:spPr>
            <a:xfrm>
              <a:off x="2140051" y="1980989"/>
              <a:ext cx="30451" cy="22984"/>
            </a:xfrm>
            <a:custGeom>
              <a:avLst/>
              <a:gdLst>
                <a:gd name="connsiteX0" fmla="*/ 29595 w 30451"/>
                <a:gd name="connsiteY0" fmla="*/ 7474 h 22984"/>
                <a:gd name="connsiteX1" fmla="*/ 24266 w 30451"/>
                <a:gd name="connsiteY1" fmla="*/ 1098 h 22984"/>
                <a:gd name="connsiteX2" fmla="*/ 2236 w 30451"/>
                <a:gd name="connsiteY2" fmla="*/ 16894 h 22984"/>
                <a:gd name="connsiteX3" fmla="*/ 0 w 30451"/>
                <a:gd name="connsiteY3" fmla="*/ 22985 h 22984"/>
                <a:gd name="connsiteX4" fmla="*/ 5995 w 30451"/>
                <a:gd name="connsiteY4" fmla="*/ 13992 h 22984"/>
                <a:gd name="connsiteX5" fmla="*/ 15702 w 30451"/>
                <a:gd name="connsiteY5" fmla="*/ 4904 h 22984"/>
                <a:gd name="connsiteX6" fmla="*/ 26597 w 30451"/>
                <a:gd name="connsiteY6" fmla="*/ 14182 h 22984"/>
                <a:gd name="connsiteX7" fmla="*/ 30451 w 30451"/>
                <a:gd name="connsiteY7" fmla="*/ 20986 h 22984"/>
                <a:gd name="connsiteX8" fmla="*/ 30451 w 30451"/>
                <a:gd name="connsiteY8" fmla="*/ 20986 h 22984"/>
                <a:gd name="connsiteX9" fmla="*/ 30451 w 30451"/>
                <a:gd name="connsiteY9" fmla="*/ 20986 h 22984"/>
                <a:gd name="connsiteX10" fmla="*/ 29595 w 30451"/>
                <a:gd name="connsiteY10" fmla="*/ 7474 h 22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451" h="22984">
                  <a:moveTo>
                    <a:pt x="29595" y="7474"/>
                  </a:moveTo>
                  <a:cubicBezTo>
                    <a:pt x="29500" y="3810"/>
                    <a:pt x="28168" y="2002"/>
                    <a:pt x="24266" y="1098"/>
                  </a:cubicBezTo>
                  <a:cubicBezTo>
                    <a:pt x="9468" y="-2281"/>
                    <a:pt x="3473" y="1907"/>
                    <a:pt x="2236" y="16894"/>
                  </a:cubicBezTo>
                  <a:cubicBezTo>
                    <a:pt x="2046" y="18988"/>
                    <a:pt x="761" y="20986"/>
                    <a:pt x="0" y="22985"/>
                  </a:cubicBezTo>
                  <a:cubicBezTo>
                    <a:pt x="5900" y="22652"/>
                    <a:pt x="5377" y="17608"/>
                    <a:pt x="5995" y="13992"/>
                  </a:cubicBezTo>
                  <a:cubicBezTo>
                    <a:pt x="6994" y="8235"/>
                    <a:pt x="9611" y="5142"/>
                    <a:pt x="15702" y="4904"/>
                  </a:cubicBezTo>
                  <a:cubicBezTo>
                    <a:pt x="22410" y="4666"/>
                    <a:pt x="25741" y="7711"/>
                    <a:pt x="26597" y="14182"/>
                  </a:cubicBezTo>
                  <a:cubicBezTo>
                    <a:pt x="26931" y="16847"/>
                    <a:pt x="27692" y="19559"/>
                    <a:pt x="30451" y="20986"/>
                  </a:cubicBezTo>
                  <a:lnTo>
                    <a:pt x="30451" y="20986"/>
                  </a:lnTo>
                  <a:cubicBezTo>
                    <a:pt x="30451" y="20986"/>
                    <a:pt x="30451" y="20986"/>
                    <a:pt x="30451" y="20986"/>
                  </a:cubicBezTo>
                  <a:cubicBezTo>
                    <a:pt x="30118" y="16466"/>
                    <a:pt x="29690" y="11994"/>
                    <a:pt x="29595" y="7474"/>
                  </a:cubicBezTo>
                  <a:close/>
                </a:path>
              </a:pathLst>
            </a:custGeom>
            <a:solidFill>
              <a:srgbClr val="1D97C3"/>
            </a:solidFill>
            <a:ln w="4754" cap="flat">
              <a:noFill/>
              <a:prstDash val="solid"/>
              <a:miter/>
            </a:ln>
          </p:spPr>
          <p:txBody>
            <a:bodyPr rtlCol="0" anchor="ctr"/>
            <a:lstStyle/>
            <a:p>
              <a:endParaRPr lang="en-US"/>
            </a:p>
          </p:txBody>
        </p:sp>
        <p:sp>
          <p:nvSpPr>
            <p:cNvPr id="184" name="Freeform: Shape 333">
              <a:extLst>
                <a:ext uri="{FF2B5EF4-FFF2-40B4-BE49-F238E27FC236}">
                  <a16:creationId xmlns:a16="http://schemas.microsoft.com/office/drawing/2014/main" id="{244B964B-3F4E-40D7-9826-F9A259966214}"/>
                </a:ext>
              </a:extLst>
            </p:cNvPr>
            <p:cNvSpPr/>
            <p:nvPr/>
          </p:nvSpPr>
          <p:spPr>
            <a:xfrm>
              <a:off x="2109774" y="1545782"/>
              <a:ext cx="91237" cy="107163"/>
            </a:xfrm>
            <a:custGeom>
              <a:avLst/>
              <a:gdLst>
                <a:gd name="connsiteX0" fmla="*/ 36177 w 91237"/>
                <a:gd name="connsiteY0" fmla="*/ 97818 h 107163"/>
                <a:gd name="connsiteX1" fmla="*/ 45789 w 91237"/>
                <a:gd name="connsiteY1" fmla="*/ 107144 h 107163"/>
                <a:gd name="connsiteX2" fmla="*/ 56827 w 91237"/>
                <a:gd name="connsiteY2" fmla="*/ 98008 h 107163"/>
                <a:gd name="connsiteX3" fmla="*/ 60681 w 91237"/>
                <a:gd name="connsiteY3" fmla="*/ 91204 h 107163"/>
                <a:gd name="connsiteX4" fmla="*/ 60681 w 91237"/>
                <a:gd name="connsiteY4" fmla="*/ 91204 h 107163"/>
                <a:gd name="connsiteX5" fmla="*/ 60681 w 91237"/>
                <a:gd name="connsiteY5" fmla="*/ 91204 h 107163"/>
                <a:gd name="connsiteX6" fmla="*/ 70483 w 91237"/>
                <a:gd name="connsiteY6" fmla="*/ 84210 h 107163"/>
                <a:gd name="connsiteX7" fmla="*/ 90657 w 91237"/>
                <a:gd name="connsiteY7" fmla="*/ 38485 h 107163"/>
                <a:gd name="connsiteX8" fmla="*/ 61110 w 91237"/>
                <a:gd name="connsiteY8" fmla="*/ 2800 h 107163"/>
                <a:gd name="connsiteX9" fmla="*/ 12578 w 91237"/>
                <a:gd name="connsiteY9" fmla="*/ 14838 h 107163"/>
                <a:gd name="connsiteX10" fmla="*/ 30040 w 91237"/>
                <a:gd name="connsiteY10" fmla="*/ 89158 h 107163"/>
                <a:gd name="connsiteX11" fmla="*/ 36177 w 91237"/>
                <a:gd name="connsiteY11" fmla="*/ 97818 h 107163"/>
                <a:gd name="connsiteX12" fmla="*/ 46122 w 91237"/>
                <a:gd name="connsiteY12" fmla="*/ 38961 h 107163"/>
                <a:gd name="connsiteX13" fmla="*/ 52640 w 91237"/>
                <a:gd name="connsiteY13" fmla="*/ 45955 h 107163"/>
                <a:gd name="connsiteX14" fmla="*/ 45741 w 91237"/>
                <a:gd name="connsiteY14" fmla="*/ 52712 h 107163"/>
                <a:gd name="connsiteX15" fmla="*/ 38890 w 91237"/>
                <a:gd name="connsiteY15" fmla="*/ 45527 h 107163"/>
                <a:gd name="connsiteX16" fmla="*/ 46122 w 91237"/>
                <a:gd name="connsiteY16" fmla="*/ 38961 h 10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237" h="107163">
                  <a:moveTo>
                    <a:pt x="36177" y="97818"/>
                  </a:moveTo>
                  <a:cubicBezTo>
                    <a:pt x="37177" y="103480"/>
                    <a:pt x="39556" y="106858"/>
                    <a:pt x="45789" y="107144"/>
                  </a:cubicBezTo>
                  <a:cubicBezTo>
                    <a:pt x="52450" y="107429"/>
                    <a:pt x="55971" y="104574"/>
                    <a:pt x="56827" y="98008"/>
                  </a:cubicBezTo>
                  <a:cubicBezTo>
                    <a:pt x="57160" y="95344"/>
                    <a:pt x="57922" y="92632"/>
                    <a:pt x="60681" y="91204"/>
                  </a:cubicBezTo>
                  <a:cubicBezTo>
                    <a:pt x="60681" y="91204"/>
                    <a:pt x="60681" y="91204"/>
                    <a:pt x="60681" y="91204"/>
                  </a:cubicBezTo>
                  <a:cubicBezTo>
                    <a:pt x="60681" y="91204"/>
                    <a:pt x="60681" y="91204"/>
                    <a:pt x="60681" y="91204"/>
                  </a:cubicBezTo>
                  <a:cubicBezTo>
                    <a:pt x="62775" y="87207"/>
                    <a:pt x="67152" y="86446"/>
                    <a:pt x="70483" y="84210"/>
                  </a:cubicBezTo>
                  <a:cubicBezTo>
                    <a:pt x="86851" y="73171"/>
                    <a:pt x="93321" y="57803"/>
                    <a:pt x="90657" y="38485"/>
                  </a:cubicBezTo>
                  <a:cubicBezTo>
                    <a:pt x="88183" y="20595"/>
                    <a:pt x="77810" y="8367"/>
                    <a:pt x="61110" y="2800"/>
                  </a:cubicBezTo>
                  <a:cubicBezTo>
                    <a:pt x="42934" y="-3243"/>
                    <a:pt x="26090" y="373"/>
                    <a:pt x="12578" y="14838"/>
                  </a:cubicBezTo>
                  <a:cubicBezTo>
                    <a:pt x="-9500" y="38438"/>
                    <a:pt x="-1792" y="71173"/>
                    <a:pt x="30040" y="89158"/>
                  </a:cubicBezTo>
                  <a:cubicBezTo>
                    <a:pt x="36082" y="89111"/>
                    <a:pt x="35559" y="94202"/>
                    <a:pt x="36177" y="97818"/>
                  </a:cubicBezTo>
                  <a:close/>
                  <a:moveTo>
                    <a:pt x="46122" y="38961"/>
                  </a:moveTo>
                  <a:cubicBezTo>
                    <a:pt x="50404" y="38913"/>
                    <a:pt x="52688" y="41530"/>
                    <a:pt x="52640" y="45955"/>
                  </a:cubicBezTo>
                  <a:cubicBezTo>
                    <a:pt x="52069" y="49952"/>
                    <a:pt x="49881" y="53045"/>
                    <a:pt x="45741" y="52712"/>
                  </a:cubicBezTo>
                  <a:cubicBezTo>
                    <a:pt x="41982" y="52379"/>
                    <a:pt x="38842" y="49619"/>
                    <a:pt x="38890" y="45527"/>
                  </a:cubicBezTo>
                  <a:cubicBezTo>
                    <a:pt x="38937" y="41340"/>
                    <a:pt x="42125" y="39009"/>
                    <a:pt x="46122" y="38961"/>
                  </a:cubicBezTo>
                  <a:close/>
                </a:path>
              </a:pathLst>
            </a:custGeom>
            <a:solidFill>
              <a:srgbClr val="1D97C3"/>
            </a:solidFill>
            <a:ln w="4754" cap="flat">
              <a:noFill/>
              <a:prstDash val="solid"/>
              <a:miter/>
            </a:ln>
          </p:spPr>
          <p:txBody>
            <a:bodyPr rtlCol="0" anchor="ctr"/>
            <a:lstStyle/>
            <a:p>
              <a:endParaRPr lang="en-US"/>
            </a:p>
          </p:txBody>
        </p:sp>
        <p:sp>
          <p:nvSpPr>
            <p:cNvPr id="185" name="Freeform: Shape 334">
              <a:extLst>
                <a:ext uri="{FF2B5EF4-FFF2-40B4-BE49-F238E27FC236}">
                  <a16:creationId xmlns:a16="http://schemas.microsoft.com/office/drawing/2014/main" id="{E785EF56-1EBD-4AD1-BE75-F91D38CFE2FE}"/>
                </a:ext>
              </a:extLst>
            </p:cNvPr>
            <p:cNvSpPr/>
            <p:nvPr/>
          </p:nvSpPr>
          <p:spPr>
            <a:xfrm>
              <a:off x="2139766" y="1634845"/>
              <a:ext cx="30689" cy="22419"/>
            </a:xfrm>
            <a:custGeom>
              <a:avLst/>
              <a:gdLst>
                <a:gd name="connsiteX0" fmla="*/ 2474 w 30689"/>
                <a:gd name="connsiteY0" fmla="*/ 7327 h 22419"/>
                <a:gd name="connsiteX1" fmla="*/ 17605 w 30689"/>
                <a:gd name="connsiteY1" fmla="*/ 22410 h 22419"/>
                <a:gd name="connsiteX2" fmla="*/ 29976 w 30689"/>
                <a:gd name="connsiteY2" fmla="*/ 7470 h 22419"/>
                <a:gd name="connsiteX3" fmla="*/ 30689 w 30689"/>
                <a:gd name="connsiteY3" fmla="*/ 2094 h 22419"/>
                <a:gd name="connsiteX4" fmla="*/ 30689 w 30689"/>
                <a:gd name="connsiteY4" fmla="*/ 2094 h 22419"/>
                <a:gd name="connsiteX5" fmla="*/ 26835 w 30689"/>
                <a:gd name="connsiteY5" fmla="*/ 8898 h 22419"/>
                <a:gd name="connsiteX6" fmla="*/ 15797 w 30689"/>
                <a:gd name="connsiteY6" fmla="*/ 18033 h 22419"/>
                <a:gd name="connsiteX7" fmla="*/ 6185 w 30689"/>
                <a:gd name="connsiteY7" fmla="*/ 8707 h 22419"/>
                <a:gd name="connsiteX8" fmla="*/ 0 w 30689"/>
                <a:gd name="connsiteY8" fmla="*/ 0 h 22419"/>
                <a:gd name="connsiteX9" fmla="*/ 2474 w 30689"/>
                <a:gd name="connsiteY9" fmla="*/ 7327 h 22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689" h="22419">
                  <a:moveTo>
                    <a:pt x="2474" y="7327"/>
                  </a:moveTo>
                  <a:cubicBezTo>
                    <a:pt x="381" y="19698"/>
                    <a:pt x="6043" y="22125"/>
                    <a:pt x="17605" y="22410"/>
                  </a:cubicBezTo>
                  <a:cubicBezTo>
                    <a:pt x="30166" y="22696"/>
                    <a:pt x="30594" y="16368"/>
                    <a:pt x="29976" y="7470"/>
                  </a:cubicBezTo>
                  <a:cubicBezTo>
                    <a:pt x="29880" y="5710"/>
                    <a:pt x="30404" y="3902"/>
                    <a:pt x="30689" y="2094"/>
                  </a:cubicBezTo>
                  <a:cubicBezTo>
                    <a:pt x="30689" y="2094"/>
                    <a:pt x="30689" y="2094"/>
                    <a:pt x="30689" y="2094"/>
                  </a:cubicBezTo>
                  <a:cubicBezTo>
                    <a:pt x="27930" y="3521"/>
                    <a:pt x="27168" y="6233"/>
                    <a:pt x="26835" y="8898"/>
                  </a:cubicBezTo>
                  <a:cubicBezTo>
                    <a:pt x="25979" y="15511"/>
                    <a:pt x="22506" y="18318"/>
                    <a:pt x="15797" y="18033"/>
                  </a:cubicBezTo>
                  <a:cubicBezTo>
                    <a:pt x="9564" y="17748"/>
                    <a:pt x="7185" y="14369"/>
                    <a:pt x="6185" y="8707"/>
                  </a:cubicBezTo>
                  <a:cubicBezTo>
                    <a:pt x="5567" y="5091"/>
                    <a:pt x="6043" y="0"/>
                    <a:pt x="0" y="0"/>
                  </a:cubicBezTo>
                  <a:cubicBezTo>
                    <a:pt x="2569" y="1856"/>
                    <a:pt x="2950" y="4710"/>
                    <a:pt x="2474" y="7327"/>
                  </a:cubicBezTo>
                  <a:close/>
                </a:path>
              </a:pathLst>
            </a:custGeom>
            <a:solidFill>
              <a:srgbClr val="1D97C3"/>
            </a:solidFill>
            <a:ln w="4754" cap="flat">
              <a:noFill/>
              <a:prstDash val="solid"/>
              <a:miter/>
            </a:ln>
          </p:spPr>
          <p:txBody>
            <a:bodyPr rtlCol="0" anchor="ctr"/>
            <a:lstStyle/>
            <a:p>
              <a:endParaRPr lang="en-US"/>
            </a:p>
          </p:txBody>
        </p:sp>
        <p:sp>
          <p:nvSpPr>
            <p:cNvPr id="186" name="Freeform: Shape 335">
              <a:extLst>
                <a:ext uri="{FF2B5EF4-FFF2-40B4-BE49-F238E27FC236}">
                  <a16:creationId xmlns:a16="http://schemas.microsoft.com/office/drawing/2014/main" id="{ED799699-336E-4E39-A200-479BC9699F28}"/>
                </a:ext>
              </a:extLst>
            </p:cNvPr>
            <p:cNvSpPr/>
            <p:nvPr/>
          </p:nvSpPr>
          <p:spPr>
            <a:xfrm>
              <a:off x="2047696" y="562572"/>
              <a:ext cx="91787" cy="90879"/>
            </a:xfrm>
            <a:custGeom>
              <a:avLst/>
              <a:gdLst>
                <a:gd name="connsiteX0" fmla="*/ 45870 w 91787"/>
                <a:gd name="connsiteY0" fmla="*/ 90880 h 90879"/>
                <a:gd name="connsiteX1" fmla="*/ 91785 w 91787"/>
                <a:gd name="connsiteY1" fmla="*/ 44822 h 90879"/>
                <a:gd name="connsiteX2" fmla="*/ 46536 w 91787"/>
                <a:gd name="connsiteY2" fmla="*/ 1 h 90879"/>
                <a:gd name="connsiteX3" fmla="*/ 2 w 91787"/>
                <a:gd name="connsiteY3" fmla="*/ 44870 h 90879"/>
                <a:gd name="connsiteX4" fmla="*/ 45870 w 91787"/>
                <a:gd name="connsiteY4" fmla="*/ 90880 h 90879"/>
                <a:gd name="connsiteX5" fmla="*/ 43157 w 91787"/>
                <a:gd name="connsiteY5" fmla="*/ 39303 h 90879"/>
                <a:gd name="connsiteX6" fmla="*/ 48534 w 91787"/>
                <a:gd name="connsiteY6" fmla="*/ 48200 h 90879"/>
                <a:gd name="connsiteX7" fmla="*/ 44680 w 91787"/>
                <a:gd name="connsiteY7" fmla="*/ 52292 h 90879"/>
                <a:gd name="connsiteX8" fmla="*/ 38875 w 91787"/>
                <a:gd name="connsiteY8" fmla="*/ 44965 h 90879"/>
                <a:gd name="connsiteX9" fmla="*/ 43157 w 91787"/>
                <a:gd name="connsiteY9" fmla="*/ 39303 h 9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787" h="90879">
                  <a:moveTo>
                    <a:pt x="45870" y="90880"/>
                  </a:moveTo>
                  <a:cubicBezTo>
                    <a:pt x="70849" y="90832"/>
                    <a:pt x="92070" y="69564"/>
                    <a:pt x="91785" y="44822"/>
                  </a:cubicBezTo>
                  <a:cubicBezTo>
                    <a:pt x="91499" y="19747"/>
                    <a:pt x="71706" y="192"/>
                    <a:pt x="46536" y="1"/>
                  </a:cubicBezTo>
                  <a:cubicBezTo>
                    <a:pt x="20414" y="-189"/>
                    <a:pt x="287" y="19176"/>
                    <a:pt x="2" y="44870"/>
                  </a:cubicBezTo>
                  <a:cubicBezTo>
                    <a:pt x="-236" y="69707"/>
                    <a:pt x="20890" y="90880"/>
                    <a:pt x="45870" y="90880"/>
                  </a:cubicBezTo>
                  <a:close/>
                  <a:moveTo>
                    <a:pt x="43157" y="39303"/>
                  </a:moveTo>
                  <a:cubicBezTo>
                    <a:pt x="48582" y="39683"/>
                    <a:pt x="48106" y="44394"/>
                    <a:pt x="48534" y="48200"/>
                  </a:cubicBezTo>
                  <a:cubicBezTo>
                    <a:pt x="48772" y="50674"/>
                    <a:pt x="48153" y="52530"/>
                    <a:pt x="44680" y="52292"/>
                  </a:cubicBezTo>
                  <a:cubicBezTo>
                    <a:pt x="41397" y="51245"/>
                    <a:pt x="38875" y="48771"/>
                    <a:pt x="38875" y="44965"/>
                  </a:cubicBezTo>
                  <a:cubicBezTo>
                    <a:pt x="38875" y="42491"/>
                    <a:pt x="39969" y="39065"/>
                    <a:pt x="43157" y="39303"/>
                  </a:cubicBezTo>
                  <a:close/>
                </a:path>
              </a:pathLst>
            </a:custGeom>
            <a:solidFill>
              <a:srgbClr val="1D97C3"/>
            </a:solidFill>
            <a:ln w="4754" cap="flat">
              <a:noFill/>
              <a:prstDash val="solid"/>
              <a:miter/>
            </a:ln>
          </p:spPr>
          <p:txBody>
            <a:bodyPr rtlCol="0" anchor="ctr"/>
            <a:lstStyle/>
            <a:p>
              <a:endParaRPr lang="en-US"/>
            </a:p>
          </p:txBody>
        </p:sp>
        <p:sp>
          <p:nvSpPr>
            <p:cNvPr id="187" name="Freeform: Shape 336">
              <a:extLst>
                <a:ext uri="{FF2B5EF4-FFF2-40B4-BE49-F238E27FC236}">
                  <a16:creationId xmlns:a16="http://schemas.microsoft.com/office/drawing/2014/main" id="{204AD54E-ABA8-407D-8111-6ECD66243222}"/>
                </a:ext>
              </a:extLst>
            </p:cNvPr>
            <p:cNvSpPr/>
            <p:nvPr/>
          </p:nvSpPr>
          <p:spPr>
            <a:xfrm>
              <a:off x="2287312" y="562573"/>
              <a:ext cx="90736" cy="90880"/>
            </a:xfrm>
            <a:custGeom>
              <a:avLst/>
              <a:gdLst>
                <a:gd name="connsiteX0" fmla="*/ 45297 w 90736"/>
                <a:gd name="connsiteY0" fmla="*/ 90879 h 90880"/>
                <a:gd name="connsiteX1" fmla="*/ 90736 w 90736"/>
                <a:gd name="connsiteY1" fmla="*/ 45059 h 90880"/>
                <a:gd name="connsiteX2" fmla="*/ 44964 w 90736"/>
                <a:gd name="connsiteY2" fmla="*/ 1 h 90880"/>
                <a:gd name="connsiteX3" fmla="*/ 0 w 90736"/>
                <a:gd name="connsiteY3" fmla="*/ 44726 h 90880"/>
                <a:gd name="connsiteX4" fmla="*/ 45297 w 90736"/>
                <a:gd name="connsiteY4" fmla="*/ 90879 h 90880"/>
                <a:gd name="connsiteX5" fmla="*/ 45249 w 90736"/>
                <a:gd name="connsiteY5" fmla="*/ 38684 h 90880"/>
                <a:gd name="connsiteX6" fmla="*/ 52148 w 90736"/>
                <a:gd name="connsiteY6" fmla="*/ 45202 h 90880"/>
                <a:gd name="connsiteX7" fmla="*/ 45678 w 90736"/>
                <a:gd name="connsiteY7" fmla="*/ 52387 h 90880"/>
                <a:gd name="connsiteX8" fmla="*/ 38588 w 90736"/>
                <a:gd name="connsiteY8" fmla="*/ 45535 h 90880"/>
                <a:gd name="connsiteX9" fmla="*/ 45249 w 90736"/>
                <a:gd name="connsiteY9" fmla="*/ 38684 h 9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736" h="90880">
                  <a:moveTo>
                    <a:pt x="45297" y="90879"/>
                  </a:moveTo>
                  <a:cubicBezTo>
                    <a:pt x="70800" y="91022"/>
                    <a:pt x="90784" y="70896"/>
                    <a:pt x="90736" y="45059"/>
                  </a:cubicBezTo>
                  <a:cubicBezTo>
                    <a:pt x="90736" y="19081"/>
                    <a:pt x="71181" y="-142"/>
                    <a:pt x="44964" y="1"/>
                  </a:cubicBezTo>
                  <a:cubicBezTo>
                    <a:pt x="19746" y="144"/>
                    <a:pt x="143" y="19604"/>
                    <a:pt x="0" y="44726"/>
                  </a:cubicBezTo>
                  <a:cubicBezTo>
                    <a:pt x="-95" y="70372"/>
                    <a:pt x="19889" y="90737"/>
                    <a:pt x="45297" y="90879"/>
                  </a:cubicBezTo>
                  <a:close/>
                  <a:moveTo>
                    <a:pt x="45249" y="38684"/>
                  </a:moveTo>
                  <a:cubicBezTo>
                    <a:pt x="49436" y="38493"/>
                    <a:pt x="52053" y="40777"/>
                    <a:pt x="52148" y="45202"/>
                  </a:cubicBezTo>
                  <a:cubicBezTo>
                    <a:pt x="52243" y="49580"/>
                    <a:pt x="49532" y="51578"/>
                    <a:pt x="45678" y="52387"/>
                  </a:cubicBezTo>
                  <a:cubicBezTo>
                    <a:pt x="41443" y="51911"/>
                    <a:pt x="38826" y="49580"/>
                    <a:pt x="38588" y="45535"/>
                  </a:cubicBezTo>
                  <a:cubicBezTo>
                    <a:pt x="38302" y="41158"/>
                    <a:pt x="41157" y="38826"/>
                    <a:pt x="45249" y="38684"/>
                  </a:cubicBezTo>
                  <a:close/>
                </a:path>
              </a:pathLst>
            </a:custGeom>
            <a:solidFill>
              <a:srgbClr val="1D97C3"/>
            </a:solidFill>
            <a:ln w="4754" cap="flat">
              <a:noFill/>
              <a:prstDash val="solid"/>
              <a:miter/>
            </a:ln>
          </p:spPr>
          <p:txBody>
            <a:bodyPr rtlCol="0" anchor="ctr"/>
            <a:lstStyle/>
            <a:p>
              <a:endParaRPr lang="en-US"/>
            </a:p>
          </p:txBody>
        </p:sp>
        <p:sp>
          <p:nvSpPr>
            <p:cNvPr id="188" name="Freeform: Shape 337">
              <a:extLst>
                <a:ext uri="{FF2B5EF4-FFF2-40B4-BE49-F238E27FC236}">
                  <a16:creationId xmlns:a16="http://schemas.microsoft.com/office/drawing/2014/main" id="{3BBBFE32-ECB0-4454-9BED-86F56A8E549B}"/>
                </a:ext>
              </a:extLst>
            </p:cNvPr>
            <p:cNvSpPr/>
            <p:nvPr/>
          </p:nvSpPr>
          <p:spPr>
            <a:xfrm>
              <a:off x="2122660" y="3948250"/>
              <a:ext cx="542107" cy="159490"/>
            </a:xfrm>
            <a:custGeom>
              <a:avLst/>
              <a:gdLst>
                <a:gd name="connsiteX0" fmla="*/ 250678 w 542107"/>
                <a:gd name="connsiteY0" fmla="*/ 904 h 159490"/>
                <a:gd name="connsiteX1" fmla="*/ 250297 w 542107"/>
                <a:gd name="connsiteY1" fmla="*/ 0 h 159490"/>
                <a:gd name="connsiteX2" fmla="*/ 237451 w 542107"/>
                <a:gd name="connsiteY2" fmla="*/ 1618 h 159490"/>
                <a:gd name="connsiteX3" fmla="*/ 98278 w 542107"/>
                <a:gd name="connsiteY3" fmla="*/ 1808 h 159490"/>
                <a:gd name="connsiteX4" fmla="*/ 3260 w 542107"/>
                <a:gd name="connsiteY4" fmla="*/ 76937 h 159490"/>
                <a:gd name="connsiteX5" fmla="*/ 500 w 542107"/>
                <a:gd name="connsiteY5" fmla="*/ 143455 h 159490"/>
                <a:gd name="connsiteX6" fmla="*/ 500 w 542107"/>
                <a:gd name="connsiteY6" fmla="*/ 143598 h 159490"/>
                <a:gd name="connsiteX7" fmla="*/ 1547 w 542107"/>
                <a:gd name="connsiteY7" fmla="*/ 143931 h 159490"/>
                <a:gd name="connsiteX8" fmla="*/ 27431 w 542107"/>
                <a:gd name="connsiteY8" fmla="*/ 159394 h 159490"/>
                <a:gd name="connsiteX9" fmla="*/ 512608 w 542107"/>
                <a:gd name="connsiteY9" fmla="*/ 159490 h 159490"/>
                <a:gd name="connsiteX10" fmla="*/ 541394 w 542107"/>
                <a:gd name="connsiteY10" fmla="*/ 141124 h 159490"/>
                <a:gd name="connsiteX11" fmla="*/ 542108 w 542107"/>
                <a:gd name="connsiteY11" fmla="*/ 140648 h 159490"/>
                <a:gd name="connsiteX12" fmla="*/ 541822 w 542107"/>
                <a:gd name="connsiteY12" fmla="*/ 100680 h 159490"/>
                <a:gd name="connsiteX13" fmla="*/ 442998 w 542107"/>
                <a:gd name="connsiteY13" fmla="*/ 1808 h 159490"/>
                <a:gd name="connsiteX14" fmla="*/ 291645 w 542107"/>
                <a:gd name="connsiteY14" fmla="*/ 1998 h 159490"/>
                <a:gd name="connsiteX15" fmla="*/ 290884 w 542107"/>
                <a:gd name="connsiteY15" fmla="*/ 3140 h 159490"/>
                <a:gd name="connsiteX16" fmla="*/ 250678 w 542107"/>
                <a:gd name="connsiteY16" fmla="*/ 904 h 159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2107" h="159490">
                  <a:moveTo>
                    <a:pt x="250678" y="904"/>
                  </a:moveTo>
                  <a:cubicBezTo>
                    <a:pt x="250535" y="619"/>
                    <a:pt x="250440" y="285"/>
                    <a:pt x="250297" y="0"/>
                  </a:cubicBezTo>
                  <a:cubicBezTo>
                    <a:pt x="246443" y="2760"/>
                    <a:pt x="241781" y="1618"/>
                    <a:pt x="237451" y="1618"/>
                  </a:cubicBezTo>
                  <a:cubicBezTo>
                    <a:pt x="191060" y="1713"/>
                    <a:pt x="144669" y="1380"/>
                    <a:pt x="98278" y="1808"/>
                  </a:cubicBezTo>
                  <a:cubicBezTo>
                    <a:pt x="52173" y="2236"/>
                    <a:pt x="14537" y="32307"/>
                    <a:pt x="3260" y="76937"/>
                  </a:cubicBezTo>
                  <a:cubicBezTo>
                    <a:pt x="-2307" y="98919"/>
                    <a:pt x="1071" y="121235"/>
                    <a:pt x="500" y="143455"/>
                  </a:cubicBezTo>
                  <a:cubicBezTo>
                    <a:pt x="500" y="143503"/>
                    <a:pt x="500" y="143550"/>
                    <a:pt x="500" y="143598"/>
                  </a:cubicBezTo>
                  <a:cubicBezTo>
                    <a:pt x="833" y="143740"/>
                    <a:pt x="1167" y="143788"/>
                    <a:pt x="1547" y="143931"/>
                  </a:cubicBezTo>
                  <a:cubicBezTo>
                    <a:pt x="4830" y="158062"/>
                    <a:pt x="14965" y="159442"/>
                    <a:pt x="27431" y="159394"/>
                  </a:cubicBezTo>
                  <a:cubicBezTo>
                    <a:pt x="189157" y="159156"/>
                    <a:pt x="350882" y="159061"/>
                    <a:pt x="512608" y="159490"/>
                  </a:cubicBezTo>
                  <a:cubicBezTo>
                    <a:pt x="527310" y="159537"/>
                    <a:pt x="538682" y="158109"/>
                    <a:pt x="541394" y="141124"/>
                  </a:cubicBezTo>
                  <a:cubicBezTo>
                    <a:pt x="541632" y="140933"/>
                    <a:pt x="541870" y="140838"/>
                    <a:pt x="542108" y="140648"/>
                  </a:cubicBezTo>
                  <a:cubicBezTo>
                    <a:pt x="542013" y="127325"/>
                    <a:pt x="542060" y="114003"/>
                    <a:pt x="541822" y="100680"/>
                  </a:cubicBezTo>
                  <a:cubicBezTo>
                    <a:pt x="540680" y="44821"/>
                    <a:pt x="498524" y="2236"/>
                    <a:pt x="442998" y="1808"/>
                  </a:cubicBezTo>
                  <a:cubicBezTo>
                    <a:pt x="392563" y="1427"/>
                    <a:pt x="342080" y="1903"/>
                    <a:pt x="291645" y="1998"/>
                  </a:cubicBezTo>
                  <a:cubicBezTo>
                    <a:pt x="291407" y="2379"/>
                    <a:pt x="291169" y="2760"/>
                    <a:pt x="290884" y="3140"/>
                  </a:cubicBezTo>
                  <a:cubicBezTo>
                    <a:pt x="277180" y="7470"/>
                    <a:pt x="263620" y="9992"/>
                    <a:pt x="250678" y="904"/>
                  </a:cubicBezTo>
                  <a:close/>
                </a:path>
              </a:pathLst>
            </a:custGeom>
            <a:solidFill>
              <a:srgbClr val="1E789A"/>
            </a:solidFill>
            <a:ln w="4754" cap="flat">
              <a:noFill/>
              <a:prstDash val="solid"/>
              <a:miter/>
            </a:ln>
          </p:spPr>
          <p:txBody>
            <a:bodyPr rtlCol="0" anchor="ctr"/>
            <a:lstStyle/>
            <a:p>
              <a:endParaRPr lang="en-US"/>
            </a:p>
          </p:txBody>
        </p:sp>
        <p:sp>
          <p:nvSpPr>
            <p:cNvPr id="189" name="Freeform: Shape 338">
              <a:extLst>
                <a:ext uri="{FF2B5EF4-FFF2-40B4-BE49-F238E27FC236}">
                  <a16:creationId xmlns:a16="http://schemas.microsoft.com/office/drawing/2014/main" id="{6C7B09C9-C5F1-447F-A888-7EE7CAEFC531}"/>
                </a:ext>
              </a:extLst>
            </p:cNvPr>
            <p:cNvSpPr/>
            <p:nvPr/>
          </p:nvSpPr>
          <p:spPr>
            <a:xfrm>
              <a:off x="2372957" y="3947109"/>
              <a:ext cx="41347" cy="8196"/>
            </a:xfrm>
            <a:custGeom>
              <a:avLst/>
              <a:gdLst>
                <a:gd name="connsiteX0" fmla="*/ 1332 w 41347"/>
                <a:gd name="connsiteY0" fmla="*/ 0 h 8196"/>
                <a:gd name="connsiteX1" fmla="*/ 0 w 41347"/>
                <a:gd name="connsiteY1" fmla="*/ 1142 h 8196"/>
                <a:gd name="connsiteX2" fmla="*/ 381 w 41347"/>
                <a:gd name="connsiteY2" fmla="*/ 2046 h 8196"/>
                <a:gd name="connsiteX3" fmla="*/ 40586 w 41347"/>
                <a:gd name="connsiteY3" fmla="*/ 4282 h 8196"/>
                <a:gd name="connsiteX4" fmla="*/ 41347 w 41347"/>
                <a:gd name="connsiteY4" fmla="*/ 3140 h 8196"/>
                <a:gd name="connsiteX5" fmla="*/ 41109 w 41347"/>
                <a:gd name="connsiteY5" fmla="*/ 3140 h 8196"/>
                <a:gd name="connsiteX6" fmla="*/ 1332 w 41347"/>
                <a:gd name="connsiteY6" fmla="*/ 0 h 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347" h="8196">
                  <a:moveTo>
                    <a:pt x="1332" y="0"/>
                  </a:moveTo>
                  <a:cubicBezTo>
                    <a:pt x="904" y="428"/>
                    <a:pt x="428" y="809"/>
                    <a:pt x="0" y="1142"/>
                  </a:cubicBezTo>
                  <a:cubicBezTo>
                    <a:pt x="143" y="1427"/>
                    <a:pt x="238" y="1760"/>
                    <a:pt x="381" y="2046"/>
                  </a:cubicBezTo>
                  <a:cubicBezTo>
                    <a:pt x="13322" y="11134"/>
                    <a:pt x="26883" y="8612"/>
                    <a:pt x="40586" y="4282"/>
                  </a:cubicBezTo>
                  <a:cubicBezTo>
                    <a:pt x="40872" y="3902"/>
                    <a:pt x="41062" y="3521"/>
                    <a:pt x="41347" y="3140"/>
                  </a:cubicBezTo>
                  <a:cubicBezTo>
                    <a:pt x="41252" y="3140"/>
                    <a:pt x="41205" y="3140"/>
                    <a:pt x="41109" y="3140"/>
                  </a:cubicBezTo>
                  <a:cubicBezTo>
                    <a:pt x="27882" y="1570"/>
                    <a:pt x="14131" y="6899"/>
                    <a:pt x="1332" y="0"/>
                  </a:cubicBezTo>
                  <a:close/>
                </a:path>
              </a:pathLst>
            </a:custGeom>
            <a:solidFill>
              <a:srgbClr val="1E789A"/>
            </a:solidFill>
            <a:ln w="4754" cap="flat">
              <a:noFill/>
              <a:prstDash val="solid"/>
              <a:miter/>
            </a:ln>
          </p:spPr>
          <p:txBody>
            <a:bodyPr rtlCol="0" anchor="ctr"/>
            <a:lstStyle/>
            <a:p>
              <a:endParaRPr lang="en-US"/>
            </a:p>
          </p:txBody>
        </p:sp>
        <p:sp>
          <p:nvSpPr>
            <p:cNvPr id="190" name="Freeform: Shape 339">
              <a:extLst>
                <a:ext uri="{FF2B5EF4-FFF2-40B4-BE49-F238E27FC236}">
                  <a16:creationId xmlns:a16="http://schemas.microsoft.com/office/drawing/2014/main" id="{7E1D7672-E35A-4A10-989C-642E71427D7B}"/>
                </a:ext>
              </a:extLst>
            </p:cNvPr>
            <p:cNvSpPr/>
            <p:nvPr/>
          </p:nvSpPr>
          <p:spPr>
            <a:xfrm>
              <a:off x="2123113" y="4088850"/>
              <a:ext cx="542103" cy="23219"/>
            </a:xfrm>
            <a:custGeom>
              <a:avLst/>
              <a:gdLst>
                <a:gd name="connsiteX0" fmla="*/ 512108 w 542103"/>
                <a:gd name="connsiteY0" fmla="*/ 18842 h 23219"/>
                <a:gd name="connsiteX1" fmla="*/ 26931 w 542103"/>
                <a:gd name="connsiteY1" fmla="*/ 18747 h 23219"/>
                <a:gd name="connsiteX2" fmla="*/ 1047 w 542103"/>
                <a:gd name="connsiteY2" fmla="*/ 3283 h 23219"/>
                <a:gd name="connsiteX3" fmla="*/ 0 w 542103"/>
                <a:gd name="connsiteY3" fmla="*/ 2950 h 23219"/>
                <a:gd name="connsiteX4" fmla="*/ 20793 w 542103"/>
                <a:gd name="connsiteY4" fmla="*/ 22934 h 23219"/>
                <a:gd name="connsiteX5" fmla="*/ 525478 w 542103"/>
                <a:gd name="connsiteY5" fmla="*/ 23219 h 23219"/>
                <a:gd name="connsiteX6" fmla="*/ 541607 w 542103"/>
                <a:gd name="connsiteY6" fmla="*/ 6471 h 23219"/>
                <a:gd name="connsiteX7" fmla="*/ 541607 w 542103"/>
                <a:gd name="connsiteY7" fmla="*/ 999 h 23219"/>
                <a:gd name="connsiteX8" fmla="*/ 541607 w 542103"/>
                <a:gd name="connsiteY8" fmla="*/ 0 h 23219"/>
                <a:gd name="connsiteX9" fmla="*/ 540894 w 542103"/>
                <a:gd name="connsiteY9" fmla="*/ 476 h 23219"/>
                <a:gd name="connsiteX10" fmla="*/ 512108 w 542103"/>
                <a:gd name="connsiteY10" fmla="*/ 18842 h 2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2103" h="23219">
                  <a:moveTo>
                    <a:pt x="512108" y="18842"/>
                  </a:moveTo>
                  <a:cubicBezTo>
                    <a:pt x="350382" y="18414"/>
                    <a:pt x="188656" y="18461"/>
                    <a:pt x="26931" y="18747"/>
                  </a:cubicBezTo>
                  <a:cubicBezTo>
                    <a:pt x="14464" y="18747"/>
                    <a:pt x="4330" y="17415"/>
                    <a:pt x="1047" y="3283"/>
                  </a:cubicBezTo>
                  <a:cubicBezTo>
                    <a:pt x="714" y="3140"/>
                    <a:pt x="381" y="3093"/>
                    <a:pt x="0" y="2950"/>
                  </a:cubicBezTo>
                  <a:cubicBezTo>
                    <a:pt x="571" y="22934"/>
                    <a:pt x="619" y="22934"/>
                    <a:pt x="20793" y="22934"/>
                  </a:cubicBezTo>
                  <a:cubicBezTo>
                    <a:pt x="189037" y="22934"/>
                    <a:pt x="357281" y="22791"/>
                    <a:pt x="525478" y="23219"/>
                  </a:cubicBezTo>
                  <a:cubicBezTo>
                    <a:pt x="538800" y="23267"/>
                    <a:pt x="543796" y="19413"/>
                    <a:pt x="541607" y="6471"/>
                  </a:cubicBezTo>
                  <a:cubicBezTo>
                    <a:pt x="541322" y="4710"/>
                    <a:pt x="541607" y="2855"/>
                    <a:pt x="541607" y="999"/>
                  </a:cubicBezTo>
                  <a:cubicBezTo>
                    <a:pt x="541607" y="666"/>
                    <a:pt x="541607" y="333"/>
                    <a:pt x="541607" y="0"/>
                  </a:cubicBezTo>
                  <a:cubicBezTo>
                    <a:pt x="541369" y="143"/>
                    <a:pt x="541132" y="285"/>
                    <a:pt x="540894" y="476"/>
                  </a:cubicBezTo>
                  <a:cubicBezTo>
                    <a:pt x="538182" y="17462"/>
                    <a:pt x="526810" y="18890"/>
                    <a:pt x="512108" y="18842"/>
                  </a:cubicBezTo>
                  <a:close/>
                </a:path>
              </a:pathLst>
            </a:custGeom>
            <a:solidFill>
              <a:srgbClr val="1E789A"/>
            </a:solidFill>
            <a:ln w="4754" cap="flat">
              <a:noFill/>
              <a:prstDash val="solid"/>
              <a:miter/>
            </a:ln>
          </p:spPr>
          <p:txBody>
            <a:bodyPr rtlCol="0" anchor="ctr"/>
            <a:lstStyle/>
            <a:p>
              <a:endParaRPr lang="en-US"/>
            </a:p>
          </p:txBody>
        </p:sp>
        <p:sp>
          <p:nvSpPr>
            <p:cNvPr id="191" name="Freeform: Shape 340">
              <a:extLst>
                <a:ext uri="{FF2B5EF4-FFF2-40B4-BE49-F238E27FC236}">
                  <a16:creationId xmlns:a16="http://schemas.microsoft.com/office/drawing/2014/main" id="{65C9677B-C370-42BD-AF07-8BF95B199BB4}"/>
                </a:ext>
              </a:extLst>
            </p:cNvPr>
            <p:cNvSpPr/>
            <p:nvPr/>
          </p:nvSpPr>
          <p:spPr>
            <a:xfrm>
              <a:off x="2372529" y="3854708"/>
              <a:ext cx="2869" cy="74700"/>
            </a:xfrm>
            <a:custGeom>
              <a:avLst/>
              <a:gdLst>
                <a:gd name="connsiteX0" fmla="*/ 1808 w 2869"/>
                <a:gd name="connsiteY0" fmla="*/ 74701 h 74700"/>
                <a:gd name="connsiteX1" fmla="*/ 0 w 2869"/>
                <a:gd name="connsiteY1" fmla="*/ 0 h 74700"/>
                <a:gd name="connsiteX2" fmla="*/ 1808 w 2869"/>
                <a:gd name="connsiteY2" fmla="*/ 74701 h 74700"/>
              </a:gdLst>
              <a:ahLst/>
              <a:cxnLst>
                <a:cxn ang="0">
                  <a:pos x="connsiteX0" y="connsiteY0"/>
                </a:cxn>
                <a:cxn ang="0">
                  <a:pos x="connsiteX1" y="connsiteY1"/>
                </a:cxn>
                <a:cxn ang="0">
                  <a:pos x="connsiteX2" y="connsiteY2"/>
                </a:cxn>
              </a:cxnLst>
              <a:rect l="l" t="t" r="r" b="b"/>
              <a:pathLst>
                <a:path w="2869" h="74700">
                  <a:moveTo>
                    <a:pt x="1808" y="74701"/>
                  </a:moveTo>
                  <a:cubicBezTo>
                    <a:pt x="2046" y="49769"/>
                    <a:pt x="4948" y="24789"/>
                    <a:pt x="0" y="0"/>
                  </a:cubicBezTo>
                  <a:cubicBezTo>
                    <a:pt x="571" y="24884"/>
                    <a:pt x="-904" y="49817"/>
                    <a:pt x="1808" y="74701"/>
                  </a:cubicBezTo>
                  <a:close/>
                </a:path>
              </a:pathLst>
            </a:custGeom>
            <a:solidFill>
              <a:srgbClr val="1E789A"/>
            </a:solidFill>
            <a:ln w="4754" cap="flat">
              <a:noFill/>
              <a:prstDash val="solid"/>
              <a:miter/>
            </a:ln>
          </p:spPr>
          <p:txBody>
            <a:bodyPr rtlCol="0" anchor="ctr"/>
            <a:lstStyle/>
            <a:p>
              <a:endParaRPr lang="en-US"/>
            </a:p>
          </p:txBody>
        </p:sp>
        <p:sp>
          <p:nvSpPr>
            <p:cNvPr id="192" name="Freeform: Shape 341">
              <a:extLst>
                <a:ext uri="{FF2B5EF4-FFF2-40B4-BE49-F238E27FC236}">
                  <a16:creationId xmlns:a16="http://schemas.microsoft.com/office/drawing/2014/main" id="{E4D3BF88-00F0-4ADB-85CA-DA56D517D957}"/>
                </a:ext>
              </a:extLst>
            </p:cNvPr>
            <p:cNvSpPr/>
            <p:nvPr/>
          </p:nvSpPr>
          <p:spPr>
            <a:xfrm>
              <a:off x="1477147" y="4273358"/>
              <a:ext cx="91646" cy="268126"/>
            </a:xfrm>
            <a:custGeom>
              <a:avLst/>
              <a:gdLst>
                <a:gd name="connsiteX0" fmla="*/ 42314 w 91646"/>
                <a:gd name="connsiteY0" fmla="*/ 199 h 268126"/>
                <a:gd name="connsiteX1" fmla="*/ 1299 w 91646"/>
                <a:gd name="connsiteY1" fmla="*/ 34885 h 268126"/>
                <a:gd name="connsiteX2" fmla="*/ 22758 w 91646"/>
                <a:gd name="connsiteY2" fmla="*/ 85083 h 268126"/>
                <a:gd name="connsiteX3" fmla="*/ 30942 w 91646"/>
                <a:gd name="connsiteY3" fmla="*/ 100118 h 268126"/>
                <a:gd name="connsiteX4" fmla="*/ 30799 w 91646"/>
                <a:gd name="connsiteY4" fmla="*/ 172488 h 268126"/>
                <a:gd name="connsiteX5" fmla="*/ 30847 w 91646"/>
                <a:gd name="connsiteY5" fmla="*/ 172488 h 268126"/>
                <a:gd name="connsiteX6" fmla="*/ 30894 w 91646"/>
                <a:gd name="connsiteY6" fmla="*/ 248949 h 268126"/>
                <a:gd name="connsiteX7" fmla="*/ 47690 w 91646"/>
                <a:gd name="connsiteY7" fmla="*/ 268029 h 268126"/>
                <a:gd name="connsiteX8" fmla="*/ 67531 w 91646"/>
                <a:gd name="connsiteY8" fmla="*/ 246570 h 268126"/>
                <a:gd name="connsiteX9" fmla="*/ 67484 w 91646"/>
                <a:gd name="connsiteY9" fmla="*/ 99119 h 268126"/>
                <a:gd name="connsiteX10" fmla="*/ 75334 w 91646"/>
                <a:gd name="connsiteY10" fmla="*/ 80420 h 268126"/>
                <a:gd name="connsiteX11" fmla="*/ 87420 w 91646"/>
                <a:gd name="connsiteY11" fmla="*/ 27368 h 268126"/>
                <a:gd name="connsiteX12" fmla="*/ 42314 w 91646"/>
                <a:gd name="connsiteY12" fmla="*/ 199 h 268126"/>
                <a:gd name="connsiteX13" fmla="*/ 45739 w 91646"/>
                <a:gd name="connsiteY13" fmla="*/ 52966 h 268126"/>
                <a:gd name="connsiteX14" fmla="*/ 38983 w 91646"/>
                <a:gd name="connsiteY14" fmla="*/ 46304 h 268126"/>
                <a:gd name="connsiteX15" fmla="*/ 46310 w 91646"/>
                <a:gd name="connsiteY15" fmla="*/ 38977 h 268126"/>
                <a:gd name="connsiteX16" fmla="*/ 52876 w 91646"/>
                <a:gd name="connsiteY16" fmla="*/ 46019 h 268126"/>
                <a:gd name="connsiteX17" fmla="*/ 45739 w 91646"/>
                <a:gd name="connsiteY17" fmla="*/ 52966 h 26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1646" h="268126">
                  <a:moveTo>
                    <a:pt x="42314" y="199"/>
                  </a:moveTo>
                  <a:cubicBezTo>
                    <a:pt x="22235" y="2388"/>
                    <a:pt x="5486" y="16519"/>
                    <a:pt x="1299" y="34885"/>
                  </a:cubicBezTo>
                  <a:cubicBezTo>
                    <a:pt x="-3316" y="55012"/>
                    <a:pt x="4487" y="74710"/>
                    <a:pt x="22758" y="85083"/>
                  </a:cubicBezTo>
                  <a:cubicBezTo>
                    <a:pt x="29562" y="88937"/>
                    <a:pt x="31037" y="93076"/>
                    <a:pt x="30942" y="100118"/>
                  </a:cubicBezTo>
                  <a:cubicBezTo>
                    <a:pt x="30561" y="124241"/>
                    <a:pt x="30799" y="148364"/>
                    <a:pt x="30799" y="172488"/>
                  </a:cubicBezTo>
                  <a:cubicBezTo>
                    <a:pt x="30799" y="172488"/>
                    <a:pt x="30847" y="172488"/>
                    <a:pt x="30847" y="172488"/>
                  </a:cubicBezTo>
                  <a:cubicBezTo>
                    <a:pt x="30847" y="197991"/>
                    <a:pt x="30799" y="223446"/>
                    <a:pt x="30894" y="248949"/>
                  </a:cubicBezTo>
                  <a:cubicBezTo>
                    <a:pt x="30942" y="260083"/>
                    <a:pt x="36176" y="267078"/>
                    <a:pt x="47690" y="268029"/>
                  </a:cubicBezTo>
                  <a:cubicBezTo>
                    <a:pt x="60537" y="269076"/>
                    <a:pt x="67484" y="261653"/>
                    <a:pt x="67531" y="246570"/>
                  </a:cubicBezTo>
                  <a:cubicBezTo>
                    <a:pt x="67674" y="197420"/>
                    <a:pt x="67721" y="148269"/>
                    <a:pt x="67484" y="99119"/>
                  </a:cubicBezTo>
                  <a:cubicBezTo>
                    <a:pt x="67436" y="91411"/>
                    <a:pt x="68768" y="85891"/>
                    <a:pt x="75334" y="80420"/>
                  </a:cubicBezTo>
                  <a:cubicBezTo>
                    <a:pt x="91702" y="66669"/>
                    <a:pt x="95794" y="45971"/>
                    <a:pt x="87420" y="27368"/>
                  </a:cubicBezTo>
                  <a:cubicBezTo>
                    <a:pt x="79712" y="10238"/>
                    <a:pt x="59871" y="-1704"/>
                    <a:pt x="42314" y="199"/>
                  </a:cubicBezTo>
                  <a:close/>
                  <a:moveTo>
                    <a:pt x="45739" y="52966"/>
                  </a:moveTo>
                  <a:cubicBezTo>
                    <a:pt x="42028" y="53061"/>
                    <a:pt x="38983" y="50872"/>
                    <a:pt x="38983" y="46304"/>
                  </a:cubicBezTo>
                  <a:cubicBezTo>
                    <a:pt x="38983" y="41404"/>
                    <a:pt x="41552" y="38454"/>
                    <a:pt x="46310" y="38977"/>
                  </a:cubicBezTo>
                  <a:cubicBezTo>
                    <a:pt x="50022" y="39405"/>
                    <a:pt x="52734" y="41975"/>
                    <a:pt x="52876" y="46019"/>
                  </a:cubicBezTo>
                  <a:cubicBezTo>
                    <a:pt x="52448" y="50587"/>
                    <a:pt x="49355" y="52871"/>
                    <a:pt x="45739" y="52966"/>
                  </a:cubicBezTo>
                  <a:close/>
                </a:path>
              </a:pathLst>
            </a:custGeom>
            <a:solidFill>
              <a:srgbClr val="1D97C3"/>
            </a:solidFill>
            <a:ln w="4754" cap="flat">
              <a:noFill/>
              <a:prstDash val="solid"/>
              <a:miter/>
            </a:ln>
          </p:spPr>
          <p:txBody>
            <a:bodyPr rtlCol="0" anchor="ctr"/>
            <a:lstStyle/>
            <a:p>
              <a:endParaRPr lang="en-US"/>
            </a:p>
          </p:txBody>
        </p:sp>
        <p:sp>
          <p:nvSpPr>
            <p:cNvPr id="193" name="Freeform: Shape 342">
              <a:extLst>
                <a:ext uri="{FF2B5EF4-FFF2-40B4-BE49-F238E27FC236}">
                  <a16:creationId xmlns:a16="http://schemas.microsoft.com/office/drawing/2014/main" id="{E20A6ADB-7B71-47DE-905D-0961A0F66411}"/>
                </a:ext>
              </a:extLst>
            </p:cNvPr>
            <p:cNvSpPr/>
            <p:nvPr/>
          </p:nvSpPr>
          <p:spPr>
            <a:xfrm>
              <a:off x="2921430" y="3640994"/>
              <a:ext cx="282692" cy="91967"/>
            </a:xfrm>
            <a:custGeom>
              <a:avLst/>
              <a:gdLst>
                <a:gd name="connsiteX0" fmla="*/ 200537 w 282692"/>
                <a:gd name="connsiteY0" fmla="*/ 18776 h 91967"/>
                <a:gd name="connsiteX1" fmla="*/ 185882 w 282692"/>
                <a:gd name="connsiteY1" fmla="*/ 25723 h 91967"/>
                <a:gd name="connsiteX2" fmla="*/ 103901 w 282692"/>
                <a:gd name="connsiteY2" fmla="*/ 25771 h 91967"/>
                <a:gd name="connsiteX3" fmla="*/ 78589 w 282692"/>
                <a:gd name="connsiteY3" fmla="*/ 15208 h 91967"/>
                <a:gd name="connsiteX4" fmla="*/ 14165 w 282692"/>
                <a:gd name="connsiteY4" fmla="*/ 12734 h 91967"/>
                <a:gd name="connsiteX5" fmla="*/ 11976 w 282692"/>
                <a:gd name="connsiteY5" fmla="*/ 76587 h 91967"/>
                <a:gd name="connsiteX6" fmla="*/ 75115 w 282692"/>
                <a:gd name="connsiteY6" fmla="*/ 79441 h 91967"/>
                <a:gd name="connsiteX7" fmla="*/ 111657 w 282692"/>
                <a:gd name="connsiteY7" fmla="*/ 66024 h 91967"/>
                <a:gd name="connsiteX8" fmla="*/ 140348 w 282692"/>
                <a:gd name="connsiteY8" fmla="*/ 66071 h 91967"/>
                <a:gd name="connsiteX9" fmla="*/ 185454 w 282692"/>
                <a:gd name="connsiteY9" fmla="*/ 65976 h 91967"/>
                <a:gd name="connsiteX10" fmla="*/ 201060 w 282692"/>
                <a:gd name="connsiteY10" fmla="*/ 73494 h 91967"/>
                <a:gd name="connsiteX11" fmla="*/ 268387 w 282692"/>
                <a:gd name="connsiteY11" fmla="*/ 78823 h 91967"/>
                <a:gd name="connsiteX12" fmla="*/ 267768 w 282692"/>
                <a:gd name="connsiteY12" fmla="*/ 12115 h 91967"/>
                <a:gd name="connsiteX13" fmla="*/ 200537 w 282692"/>
                <a:gd name="connsiteY13" fmla="*/ 18776 h 91967"/>
                <a:gd name="connsiteX14" fmla="*/ 44949 w 282692"/>
                <a:gd name="connsiteY14" fmla="*/ 52416 h 91967"/>
                <a:gd name="connsiteX15" fmla="*/ 38764 w 282692"/>
                <a:gd name="connsiteY15" fmla="*/ 45231 h 91967"/>
                <a:gd name="connsiteX16" fmla="*/ 46044 w 282692"/>
                <a:gd name="connsiteY16" fmla="*/ 38998 h 91967"/>
                <a:gd name="connsiteX17" fmla="*/ 52372 w 282692"/>
                <a:gd name="connsiteY17" fmla="*/ 45802 h 91967"/>
                <a:gd name="connsiteX18" fmla="*/ 44949 w 282692"/>
                <a:gd name="connsiteY18" fmla="*/ 52416 h 91967"/>
                <a:gd name="connsiteX19" fmla="*/ 243645 w 282692"/>
                <a:gd name="connsiteY19" fmla="*/ 47039 h 91967"/>
                <a:gd name="connsiteX20" fmla="*/ 235604 w 282692"/>
                <a:gd name="connsiteY20" fmla="*/ 52368 h 91967"/>
                <a:gd name="connsiteX21" fmla="*/ 230275 w 282692"/>
                <a:gd name="connsiteY21" fmla="*/ 44518 h 91967"/>
                <a:gd name="connsiteX22" fmla="*/ 238268 w 282692"/>
                <a:gd name="connsiteY22" fmla="*/ 39093 h 91967"/>
                <a:gd name="connsiteX23" fmla="*/ 243645 w 282692"/>
                <a:gd name="connsiteY23" fmla="*/ 47039 h 9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2692" h="91967">
                  <a:moveTo>
                    <a:pt x="200537" y="18776"/>
                  </a:moveTo>
                  <a:cubicBezTo>
                    <a:pt x="196302" y="24438"/>
                    <a:pt x="192163" y="25771"/>
                    <a:pt x="185882" y="25723"/>
                  </a:cubicBezTo>
                  <a:cubicBezTo>
                    <a:pt x="158571" y="25485"/>
                    <a:pt x="131212" y="25342"/>
                    <a:pt x="103901" y="25771"/>
                  </a:cubicBezTo>
                  <a:cubicBezTo>
                    <a:pt x="93624" y="25913"/>
                    <a:pt x="86059" y="24391"/>
                    <a:pt x="78589" y="15208"/>
                  </a:cubicBezTo>
                  <a:cubicBezTo>
                    <a:pt x="62459" y="-4538"/>
                    <a:pt x="32483" y="-4728"/>
                    <a:pt x="14165" y="12734"/>
                  </a:cubicBezTo>
                  <a:cubicBezTo>
                    <a:pt x="-3821" y="29863"/>
                    <a:pt x="-4820" y="58601"/>
                    <a:pt x="11976" y="76587"/>
                  </a:cubicBezTo>
                  <a:cubicBezTo>
                    <a:pt x="29105" y="94953"/>
                    <a:pt x="59414" y="98045"/>
                    <a:pt x="75115" y="79441"/>
                  </a:cubicBezTo>
                  <a:cubicBezTo>
                    <a:pt x="86059" y="66452"/>
                    <a:pt x="97573" y="65548"/>
                    <a:pt x="111657" y="66024"/>
                  </a:cubicBezTo>
                  <a:cubicBezTo>
                    <a:pt x="121220" y="66357"/>
                    <a:pt x="130784" y="66071"/>
                    <a:pt x="140348" y="66071"/>
                  </a:cubicBezTo>
                  <a:cubicBezTo>
                    <a:pt x="155383" y="66071"/>
                    <a:pt x="170419" y="66309"/>
                    <a:pt x="185454" y="65976"/>
                  </a:cubicBezTo>
                  <a:cubicBezTo>
                    <a:pt x="192258" y="65833"/>
                    <a:pt x="196445" y="67546"/>
                    <a:pt x="201060" y="73494"/>
                  </a:cubicBezTo>
                  <a:cubicBezTo>
                    <a:pt x="217856" y="95428"/>
                    <a:pt x="249022" y="97427"/>
                    <a:pt x="268387" y="78823"/>
                  </a:cubicBezTo>
                  <a:cubicBezTo>
                    <a:pt x="287704" y="60267"/>
                    <a:pt x="287419" y="30434"/>
                    <a:pt x="267768" y="12115"/>
                  </a:cubicBezTo>
                  <a:cubicBezTo>
                    <a:pt x="248022" y="-6156"/>
                    <a:pt x="217238" y="-3539"/>
                    <a:pt x="200537" y="18776"/>
                  </a:cubicBezTo>
                  <a:close/>
                  <a:moveTo>
                    <a:pt x="44949" y="52416"/>
                  </a:moveTo>
                  <a:cubicBezTo>
                    <a:pt x="40667" y="52083"/>
                    <a:pt x="38336" y="49513"/>
                    <a:pt x="38764" y="45231"/>
                  </a:cubicBezTo>
                  <a:cubicBezTo>
                    <a:pt x="39144" y="41044"/>
                    <a:pt x="41761" y="38713"/>
                    <a:pt x="46044" y="38998"/>
                  </a:cubicBezTo>
                  <a:cubicBezTo>
                    <a:pt x="50468" y="39284"/>
                    <a:pt x="52039" y="42233"/>
                    <a:pt x="52372" y="45802"/>
                  </a:cubicBezTo>
                  <a:cubicBezTo>
                    <a:pt x="51658" y="50512"/>
                    <a:pt x="49231" y="52796"/>
                    <a:pt x="44949" y="52416"/>
                  </a:cubicBezTo>
                  <a:close/>
                  <a:moveTo>
                    <a:pt x="243645" y="47039"/>
                  </a:moveTo>
                  <a:cubicBezTo>
                    <a:pt x="242598" y="51274"/>
                    <a:pt x="239743" y="53130"/>
                    <a:pt x="235604" y="52368"/>
                  </a:cubicBezTo>
                  <a:cubicBezTo>
                    <a:pt x="231417" y="51607"/>
                    <a:pt x="229371" y="48705"/>
                    <a:pt x="230275" y="44518"/>
                  </a:cubicBezTo>
                  <a:cubicBezTo>
                    <a:pt x="231131" y="40473"/>
                    <a:pt x="234081" y="38332"/>
                    <a:pt x="238268" y="39093"/>
                  </a:cubicBezTo>
                  <a:cubicBezTo>
                    <a:pt x="242455" y="39854"/>
                    <a:pt x="244025" y="42900"/>
                    <a:pt x="243645" y="47039"/>
                  </a:cubicBezTo>
                  <a:close/>
                </a:path>
              </a:pathLst>
            </a:custGeom>
            <a:solidFill>
              <a:srgbClr val="1D97C3"/>
            </a:solidFill>
            <a:ln w="4754" cap="flat">
              <a:noFill/>
              <a:prstDash val="solid"/>
              <a:miter/>
            </a:ln>
          </p:spPr>
          <p:txBody>
            <a:bodyPr rtlCol="0" anchor="ctr"/>
            <a:lstStyle/>
            <a:p>
              <a:endParaRPr lang="en-US"/>
            </a:p>
          </p:txBody>
        </p:sp>
        <p:sp>
          <p:nvSpPr>
            <p:cNvPr id="194" name="Freeform: Shape 343">
              <a:extLst>
                <a:ext uri="{FF2B5EF4-FFF2-40B4-BE49-F238E27FC236}">
                  <a16:creationId xmlns:a16="http://schemas.microsoft.com/office/drawing/2014/main" id="{30F2FB5F-AC11-4E77-9C68-3676A2E72BA8}"/>
                </a:ext>
              </a:extLst>
            </p:cNvPr>
            <p:cNvSpPr/>
            <p:nvPr/>
          </p:nvSpPr>
          <p:spPr>
            <a:xfrm>
              <a:off x="4299724" y="1208714"/>
              <a:ext cx="237428" cy="237570"/>
            </a:xfrm>
            <a:custGeom>
              <a:avLst/>
              <a:gdLst>
                <a:gd name="connsiteX0" fmla="*/ 237426 w 237428"/>
                <a:gd name="connsiteY0" fmla="*/ 118429 h 237570"/>
                <a:gd name="connsiteX1" fmla="*/ 117999 w 237428"/>
                <a:gd name="connsiteY1" fmla="*/ 2 h 237570"/>
                <a:gd name="connsiteX2" fmla="*/ 0 w 237428"/>
                <a:gd name="connsiteY2" fmla="*/ 118144 h 237570"/>
                <a:gd name="connsiteX3" fmla="*/ 117714 w 237428"/>
                <a:gd name="connsiteY3" fmla="*/ 237570 h 237570"/>
                <a:gd name="connsiteX4" fmla="*/ 237426 w 237428"/>
                <a:gd name="connsiteY4" fmla="*/ 118429 h 237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428" h="237570">
                  <a:moveTo>
                    <a:pt x="237426" y="118429"/>
                  </a:moveTo>
                  <a:cubicBezTo>
                    <a:pt x="237093" y="53387"/>
                    <a:pt x="182899" y="-332"/>
                    <a:pt x="117999" y="2"/>
                  </a:cubicBezTo>
                  <a:cubicBezTo>
                    <a:pt x="53290" y="287"/>
                    <a:pt x="95" y="53577"/>
                    <a:pt x="0" y="118144"/>
                  </a:cubicBezTo>
                  <a:cubicBezTo>
                    <a:pt x="-95" y="184138"/>
                    <a:pt x="52481" y="237475"/>
                    <a:pt x="117714" y="237570"/>
                  </a:cubicBezTo>
                  <a:cubicBezTo>
                    <a:pt x="184136" y="237665"/>
                    <a:pt x="237807" y="184280"/>
                    <a:pt x="237426" y="118429"/>
                  </a:cubicBezTo>
                  <a:close/>
                </a:path>
              </a:pathLst>
            </a:custGeom>
            <a:solidFill>
              <a:srgbClr val="1C97C3"/>
            </a:solidFill>
            <a:ln w="4754" cap="flat">
              <a:noFill/>
              <a:prstDash val="solid"/>
              <a:miter/>
            </a:ln>
          </p:spPr>
          <p:txBody>
            <a:bodyPr rtlCol="0" anchor="ctr"/>
            <a:lstStyle/>
            <a:p>
              <a:endParaRPr lang="en-US"/>
            </a:p>
          </p:txBody>
        </p:sp>
        <p:sp>
          <p:nvSpPr>
            <p:cNvPr id="195" name="Freeform: Shape 344">
              <a:extLst>
                <a:ext uri="{FF2B5EF4-FFF2-40B4-BE49-F238E27FC236}">
                  <a16:creationId xmlns:a16="http://schemas.microsoft.com/office/drawing/2014/main" id="{79424CD2-38E6-47B5-A4BF-854F8AE605D7}"/>
                </a:ext>
              </a:extLst>
            </p:cNvPr>
            <p:cNvSpPr/>
            <p:nvPr/>
          </p:nvSpPr>
          <p:spPr>
            <a:xfrm>
              <a:off x="5489908" y="2161924"/>
              <a:ext cx="92128" cy="325943"/>
            </a:xfrm>
            <a:custGeom>
              <a:avLst/>
              <a:gdLst>
                <a:gd name="connsiteX0" fmla="*/ 23449 w 92128"/>
                <a:gd name="connsiteY0" fmla="*/ 241011 h 325943"/>
                <a:gd name="connsiteX1" fmla="*/ 2513 w 92128"/>
                <a:gd name="connsiteY1" fmla="*/ 292160 h 325943"/>
                <a:gd name="connsiteX2" fmla="*/ 46667 w 92128"/>
                <a:gd name="connsiteY2" fmla="*/ 325942 h 325943"/>
                <a:gd name="connsiteX3" fmla="*/ 90346 w 92128"/>
                <a:gd name="connsiteY3" fmla="*/ 292921 h 325943"/>
                <a:gd name="connsiteX4" fmla="*/ 69554 w 92128"/>
                <a:gd name="connsiteY4" fmla="*/ 241201 h 325943"/>
                <a:gd name="connsiteX5" fmla="*/ 61180 w 92128"/>
                <a:gd name="connsiteY5" fmla="*/ 226261 h 325943"/>
                <a:gd name="connsiteX6" fmla="*/ 61132 w 92128"/>
                <a:gd name="connsiteY6" fmla="*/ 103456 h 325943"/>
                <a:gd name="connsiteX7" fmla="*/ 71742 w 92128"/>
                <a:gd name="connsiteY7" fmla="*/ 82997 h 325943"/>
                <a:gd name="connsiteX8" fmla="*/ 82068 w 92128"/>
                <a:gd name="connsiteY8" fmla="*/ 17336 h 325943"/>
                <a:gd name="connsiteX9" fmla="*/ 15503 w 92128"/>
                <a:gd name="connsiteY9" fmla="*/ 11816 h 325943"/>
                <a:gd name="connsiteX10" fmla="*/ 15075 w 92128"/>
                <a:gd name="connsiteY10" fmla="*/ 77810 h 325943"/>
                <a:gd name="connsiteX11" fmla="*/ 30776 w 92128"/>
                <a:gd name="connsiteY11" fmla="*/ 116636 h 325943"/>
                <a:gd name="connsiteX12" fmla="*/ 30633 w 92128"/>
                <a:gd name="connsiteY12" fmla="*/ 163027 h 325943"/>
                <a:gd name="connsiteX13" fmla="*/ 30776 w 92128"/>
                <a:gd name="connsiteY13" fmla="*/ 227165 h 325943"/>
                <a:gd name="connsiteX14" fmla="*/ 23449 w 92128"/>
                <a:gd name="connsiteY14" fmla="*/ 241011 h 325943"/>
                <a:gd name="connsiteX15" fmla="*/ 46430 w 92128"/>
                <a:gd name="connsiteY15" fmla="*/ 38890 h 325943"/>
                <a:gd name="connsiteX16" fmla="*/ 52853 w 92128"/>
                <a:gd name="connsiteY16" fmla="*/ 45931 h 325943"/>
                <a:gd name="connsiteX17" fmla="*/ 45716 w 92128"/>
                <a:gd name="connsiteY17" fmla="*/ 52498 h 325943"/>
                <a:gd name="connsiteX18" fmla="*/ 39293 w 92128"/>
                <a:gd name="connsiteY18" fmla="*/ 45313 h 325943"/>
                <a:gd name="connsiteX19" fmla="*/ 46430 w 92128"/>
                <a:gd name="connsiteY19" fmla="*/ 38890 h 325943"/>
                <a:gd name="connsiteX20" fmla="*/ 45621 w 92128"/>
                <a:gd name="connsiteY20" fmla="*/ 273651 h 325943"/>
                <a:gd name="connsiteX21" fmla="*/ 52948 w 92128"/>
                <a:gd name="connsiteY21" fmla="*/ 279218 h 325943"/>
                <a:gd name="connsiteX22" fmla="*/ 46763 w 92128"/>
                <a:gd name="connsiteY22" fmla="*/ 287212 h 325943"/>
                <a:gd name="connsiteX23" fmla="*/ 39340 w 92128"/>
                <a:gd name="connsiteY23" fmla="*/ 280836 h 325943"/>
                <a:gd name="connsiteX24" fmla="*/ 45621 w 92128"/>
                <a:gd name="connsiteY24" fmla="*/ 273651 h 325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2128" h="325943">
                  <a:moveTo>
                    <a:pt x="23449" y="241011"/>
                  </a:moveTo>
                  <a:cubicBezTo>
                    <a:pt x="4274" y="252288"/>
                    <a:pt x="-3434" y="272319"/>
                    <a:pt x="2513" y="292160"/>
                  </a:cubicBezTo>
                  <a:cubicBezTo>
                    <a:pt x="8651" y="312715"/>
                    <a:pt x="26113" y="326085"/>
                    <a:pt x="46667" y="325942"/>
                  </a:cubicBezTo>
                  <a:cubicBezTo>
                    <a:pt x="66461" y="325752"/>
                    <a:pt x="84970" y="311716"/>
                    <a:pt x="90346" y="292921"/>
                  </a:cubicBezTo>
                  <a:cubicBezTo>
                    <a:pt x="95961" y="273175"/>
                    <a:pt x="88110" y="252288"/>
                    <a:pt x="69554" y="241201"/>
                  </a:cubicBezTo>
                  <a:cubicBezTo>
                    <a:pt x="63083" y="237347"/>
                    <a:pt x="61132" y="233446"/>
                    <a:pt x="61180" y="226261"/>
                  </a:cubicBezTo>
                  <a:cubicBezTo>
                    <a:pt x="61513" y="185342"/>
                    <a:pt x="61608" y="144375"/>
                    <a:pt x="61132" y="103456"/>
                  </a:cubicBezTo>
                  <a:cubicBezTo>
                    <a:pt x="61037" y="94083"/>
                    <a:pt x="63035" y="88468"/>
                    <a:pt x="71742" y="82997"/>
                  </a:cubicBezTo>
                  <a:cubicBezTo>
                    <a:pt x="94153" y="68960"/>
                    <a:pt x="98388" y="37510"/>
                    <a:pt x="82068" y="17336"/>
                  </a:cubicBezTo>
                  <a:cubicBezTo>
                    <a:pt x="65319" y="-3362"/>
                    <a:pt x="34868" y="-5931"/>
                    <a:pt x="15503" y="11816"/>
                  </a:cubicBezTo>
                  <a:cubicBezTo>
                    <a:pt x="-4005" y="29659"/>
                    <a:pt x="-6147" y="62823"/>
                    <a:pt x="15075" y="77810"/>
                  </a:cubicBezTo>
                  <a:cubicBezTo>
                    <a:pt x="30776" y="88897"/>
                    <a:pt x="31394" y="101172"/>
                    <a:pt x="30776" y="116636"/>
                  </a:cubicBezTo>
                  <a:cubicBezTo>
                    <a:pt x="30205" y="132100"/>
                    <a:pt x="30633" y="147563"/>
                    <a:pt x="30633" y="163027"/>
                  </a:cubicBezTo>
                  <a:cubicBezTo>
                    <a:pt x="30633" y="184390"/>
                    <a:pt x="30443" y="205802"/>
                    <a:pt x="30776" y="227165"/>
                  </a:cubicBezTo>
                  <a:cubicBezTo>
                    <a:pt x="30919" y="233493"/>
                    <a:pt x="29634" y="237395"/>
                    <a:pt x="23449" y="241011"/>
                  </a:cubicBezTo>
                  <a:close/>
                  <a:moveTo>
                    <a:pt x="46430" y="38890"/>
                  </a:moveTo>
                  <a:cubicBezTo>
                    <a:pt x="50902" y="39032"/>
                    <a:pt x="52996" y="41840"/>
                    <a:pt x="52853" y="45931"/>
                  </a:cubicBezTo>
                  <a:cubicBezTo>
                    <a:pt x="52663" y="50023"/>
                    <a:pt x="50236" y="52498"/>
                    <a:pt x="45716" y="52498"/>
                  </a:cubicBezTo>
                  <a:cubicBezTo>
                    <a:pt x="41815" y="51736"/>
                    <a:pt x="39007" y="49500"/>
                    <a:pt x="39293" y="45313"/>
                  </a:cubicBezTo>
                  <a:cubicBezTo>
                    <a:pt x="39530" y="41173"/>
                    <a:pt x="42052" y="38699"/>
                    <a:pt x="46430" y="38890"/>
                  </a:cubicBezTo>
                  <a:close/>
                  <a:moveTo>
                    <a:pt x="45621" y="273651"/>
                  </a:moveTo>
                  <a:cubicBezTo>
                    <a:pt x="49903" y="273128"/>
                    <a:pt x="52425" y="275316"/>
                    <a:pt x="52948" y="279218"/>
                  </a:cubicBezTo>
                  <a:cubicBezTo>
                    <a:pt x="52996" y="283976"/>
                    <a:pt x="50902" y="286831"/>
                    <a:pt x="46763" y="287212"/>
                  </a:cubicBezTo>
                  <a:cubicBezTo>
                    <a:pt x="42528" y="287592"/>
                    <a:pt x="39959" y="284737"/>
                    <a:pt x="39340" y="280836"/>
                  </a:cubicBezTo>
                  <a:cubicBezTo>
                    <a:pt x="38579" y="276316"/>
                    <a:pt x="41624" y="274175"/>
                    <a:pt x="45621" y="273651"/>
                  </a:cubicBezTo>
                  <a:close/>
                </a:path>
              </a:pathLst>
            </a:custGeom>
            <a:solidFill>
              <a:srgbClr val="1D97C3"/>
            </a:solidFill>
            <a:ln w="4754" cap="flat">
              <a:noFill/>
              <a:prstDash val="solid"/>
              <a:miter/>
            </a:ln>
          </p:spPr>
          <p:txBody>
            <a:bodyPr rtlCol="0" anchor="ctr"/>
            <a:lstStyle/>
            <a:p>
              <a:endParaRPr lang="en-US"/>
            </a:p>
          </p:txBody>
        </p:sp>
      </p:grpSp>
    </p:spTree>
    <p:extLst>
      <p:ext uri="{BB962C8B-B14F-4D97-AF65-F5344CB8AC3E}">
        <p14:creationId xmlns:p14="http://schemas.microsoft.com/office/powerpoint/2010/main" val="34231334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90">
            <a:extLst>
              <a:ext uri="{FF2B5EF4-FFF2-40B4-BE49-F238E27FC236}">
                <a16:creationId xmlns:a16="http://schemas.microsoft.com/office/drawing/2014/main" id="{F1E08B33-824D-41A4-BFB2-567D2AD12CD1}"/>
              </a:ext>
            </a:extLst>
          </p:cNvPr>
          <p:cNvSpPr/>
          <p:nvPr/>
        </p:nvSpPr>
        <p:spPr>
          <a:xfrm>
            <a:off x="5857584" y="3354980"/>
            <a:ext cx="566802" cy="566802"/>
          </a:xfrm>
          <a:prstGeom prst="ellipse">
            <a:avLst/>
          </a:prstGeom>
          <a:no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grpSp>
        <p:nvGrpSpPr>
          <p:cNvPr id="6" name="Group 91">
            <a:extLst>
              <a:ext uri="{FF2B5EF4-FFF2-40B4-BE49-F238E27FC236}">
                <a16:creationId xmlns:a16="http://schemas.microsoft.com/office/drawing/2014/main" id="{ABC70022-CEF6-4216-8BB6-FB5A9E412586}"/>
              </a:ext>
            </a:extLst>
          </p:cNvPr>
          <p:cNvGrpSpPr/>
          <p:nvPr/>
        </p:nvGrpSpPr>
        <p:grpSpPr>
          <a:xfrm>
            <a:off x="6505218" y="3297271"/>
            <a:ext cx="5098164" cy="497558"/>
            <a:chOff x="6516215" y="1781402"/>
            <a:chExt cx="3376305" cy="497558"/>
          </a:xfrm>
        </p:grpSpPr>
        <p:sp>
          <p:nvSpPr>
            <p:cNvPr id="7" name="TextBox 6">
              <a:extLst>
                <a:ext uri="{FF2B5EF4-FFF2-40B4-BE49-F238E27FC236}">
                  <a16:creationId xmlns:a16="http://schemas.microsoft.com/office/drawing/2014/main" id="{52750EC9-F4B7-4186-B647-3A3EFDE987F5}"/>
                </a:ext>
              </a:extLst>
            </p:cNvPr>
            <p:cNvSpPr txBox="1"/>
            <p:nvPr/>
          </p:nvSpPr>
          <p:spPr>
            <a:xfrm>
              <a:off x="6516215" y="1781402"/>
              <a:ext cx="3376305" cy="307777"/>
            </a:xfrm>
            <a:prstGeom prst="rect">
              <a:avLst/>
            </a:prstGeom>
            <a:noFill/>
          </p:spPr>
          <p:txBody>
            <a:bodyPr wrap="square" rtlCol="0">
              <a:spAutoFit/>
            </a:bodyPr>
            <a:lstStyle/>
            <a:p>
              <a:r>
                <a:rPr lang="en-US" altLang="ko-KR" sz="1400" b="1" dirty="0" smtClean="0">
                  <a:solidFill>
                    <a:schemeClr val="tx1">
                      <a:lumMod val="75000"/>
                      <a:lumOff val="25000"/>
                    </a:schemeClr>
                  </a:solidFill>
                  <a:cs typeface="Arial" pitchFamily="34" charset="0"/>
                </a:rPr>
                <a:t>Learners</a:t>
              </a:r>
              <a:endParaRPr lang="ko-KR" altLang="en-US" sz="1400" b="1" dirty="0">
                <a:solidFill>
                  <a:schemeClr val="tx1">
                    <a:lumMod val="75000"/>
                    <a:lumOff val="25000"/>
                  </a:schemeClr>
                </a:solidFill>
                <a:cs typeface="Arial" pitchFamily="34" charset="0"/>
              </a:endParaRPr>
            </a:p>
          </p:txBody>
        </p:sp>
        <p:sp>
          <p:nvSpPr>
            <p:cNvPr id="8" name="TextBox 7">
              <a:extLst>
                <a:ext uri="{FF2B5EF4-FFF2-40B4-BE49-F238E27FC236}">
                  <a16:creationId xmlns:a16="http://schemas.microsoft.com/office/drawing/2014/main" id="{D700BBD4-5E25-4E43-890E-C12959FC34F3}"/>
                </a:ext>
              </a:extLst>
            </p:cNvPr>
            <p:cNvSpPr txBox="1"/>
            <p:nvPr/>
          </p:nvSpPr>
          <p:spPr>
            <a:xfrm>
              <a:off x="6516215" y="2001961"/>
              <a:ext cx="3376305"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Sometimes find it hard to register and submit their research for feedback.</a:t>
              </a:r>
              <a:endParaRPr lang="ko-KR" altLang="en-US" sz="1200" dirty="0">
                <a:solidFill>
                  <a:schemeClr val="tx1">
                    <a:lumMod val="75000"/>
                    <a:lumOff val="25000"/>
                  </a:schemeClr>
                </a:solidFill>
                <a:cs typeface="Arial" pitchFamily="34" charset="0"/>
              </a:endParaRPr>
            </a:p>
          </p:txBody>
        </p:sp>
      </p:grpSp>
      <p:sp>
        <p:nvSpPr>
          <p:cNvPr id="9" name="Oval 109">
            <a:extLst>
              <a:ext uri="{FF2B5EF4-FFF2-40B4-BE49-F238E27FC236}">
                <a16:creationId xmlns:a16="http://schemas.microsoft.com/office/drawing/2014/main" id="{F8FE39B4-60EF-492F-AA8B-0BAE0E2F3AC3}"/>
              </a:ext>
            </a:extLst>
          </p:cNvPr>
          <p:cNvSpPr/>
          <p:nvPr/>
        </p:nvSpPr>
        <p:spPr>
          <a:xfrm>
            <a:off x="5866092" y="4139334"/>
            <a:ext cx="566802" cy="566802"/>
          </a:xfrm>
          <a:prstGeom prst="ellipse">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grpSp>
        <p:nvGrpSpPr>
          <p:cNvPr id="10" name="Group 110">
            <a:extLst>
              <a:ext uri="{FF2B5EF4-FFF2-40B4-BE49-F238E27FC236}">
                <a16:creationId xmlns:a16="http://schemas.microsoft.com/office/drawing/2014/main" id="{B9B441F3-0AEE-4E79-9319-F84A515BF2DB}"/>
              </a:ext>
            </a:extLst>
          </p:cNvPr>
          <p:cNvGrpSpPr/>
          <p:nvPr/>
        </p:nvGrpSpPr>
        <p:grpSpPr>
          <a:xfrm>
            <a:off x="6505218" y="4087520"/>
            <a:ext cx="5098164" cy="497558"/>
            <a:chOff x="6516215" y="1781402"/>
            <a:chExt cx="3376305" cy="497558"/>
          </a:xfrm>
        </p:grpSpPr>
        <p:sp>
          <p:nvSpPr>
            <p:cNvPr id="11" name="TextBox 10">
              <a:extLst>
                <a:ext uri="{FF2B5EF4-FFF2-40B4-BE49-F238E27FC236}">
                  <a16:creationId xmlns:a16="http://schemas.microsoft.com/office/drawing/2014/main" id="{6BA056DA-B13A-4A73-B61E-D96F54F1A294}"/>
                </a:ext>
              </a:extLst>
            </p:cNvPr>
            <p:cNvSpPr txBox="1"/>
            <p:nvPr/>
          </p:nvSpPr>
          <p:spPr>
            <a:xfrm>
              <a:off x="6516215" y="1781402"/>
              <a:ext cx="3376305" cy="307777"/>
            </a:xfrm>
            <a:prstGeom prst="rect">
              <a:avLst/>
            </a:prstGeom>
            <a:noFill/>
          </p:spPr>
          <p:txBody>
            <a:bodyPr wrap="square" rtlCol="0">
              <a:spAutoFit/>
            </a:bodyPr>
            <a:lstStyle/>
            <a:p>
              <a:r>
                <a:rPr lang="en-US" altLang="ko-KR" sz="1400" b="1" dirty="0" smtClean="0">
                  <a:solidFill>
                    <a:schemeClr val="tx1">
                      <a:lumMod val="75000"/>
                      <a:lumOff val="25000"/>
                    </a:schemeClr>
                  </a:solidFill>
                  <a:cs typeface="Arial" pitchFamily="34" charset="0"/>
                </a:rPr>
                <a:t>Judges</a:t>
              </a:r>
              <a:endParaRPr lang="ko-KR" altLang="en-US" sz="1400" b="1" dirty="0">
                <a:solidFill>
                  <a:schemeClr val="tx1">
                    <a:lumMod val="75000"/>
                    <a:lumOff val="25000"/>
                  </a:schemeClr>
                </a:solidFill>
                <a:cs typeface="Arial" pitchFamily="34" charset="0"/>
              </a:endParaRPr>
            </a:p>
          </p:txBody>
        </p:sp>
        <p:sp>
          <p:nvSpPr>
            <p:cNvPr id="12" name="TextBox 11">
              <a:extLst>
                <a:ext uri="{FF2B5EF4-FFF2-40B4-BE49-F238E27FC236}">
                  <a16:creationId xmlns:a16="http://schemas.microsoft.com/office/drawing/2014/main" id="{555E3706-0F47-453E-9140-27A2B873B652}"/>
                </a:ext>
              </a:extLst>
            </p:cNvPr>
            <p:cNvSpPr txBox="1"/>
            <p:nvPr/>
          </p:nvSpPr>
          <p:spPr>
            <a:xfrm>
              <a:off x="6516215" y="2001961"/>
              <a:ext cx="3376305"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Sometimes fail to evaluate projects and provide feedback</a:t>
              </a:r>
              <a:endParaRPr lang="ko-KR" altLang="en-US" sz="1200" dirty="0">
                <a:solidFill>
                  <a:schemeClr val="tx1">
                    <a:lumMod val="75000"/>
                    <a:lumOff val="25000"/>
                  </a:schemeClr>
                </a:solidFill>
                <a:cs typeface="Arial" pitchFamily="34" charset="0"/>
              </a:endParaRPr>
            </a:p>
          </p:txBody>
        </p:sp>
      </p:grpSp>
      <p:sp>
        <p:nvSpPr>
          <p:cNvPr id="13" name="Oval 125">
            <a:extLst>
              <a:ext uri="{FF2B5EF4-FFF2-40B4-BE49-F238E27FC236}">
                <a16:creationId xmlns:a16="http://schemas.microsoft.com/office/drawing/2014/main" id="{EB9A6BC4-1BDF-47EC-A577-74BF3B7EAAF6}"/>
              </a:ext>
            </a:extLst>
          </p:cNvPr>
          <p:cNvSpPr/>
          <p:nvPr/>
        </p:nvSpPr>
        <p:spPr>
          <a:xfrm>
            <a:off x="5874600" y="4923688"/>
            <a:ext cx="566802" cy="566802"/>
          </a:xfrm>
          <a:prstGeom prst="ellipse">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lumMod val="75000"/>
                  <a:lumOff val="25000"/>
                </a:schemeClr>
              </a:solidFill>
            </a:endParaRPr>
          </a:p>
        </p:txBody>
      </p:sp>
      <p:grpSp>
        <p:nvGrpSpPr>
          <p:cNvPr id="14" name="Group 126">
            <a:extLst>
              <a:ext uri="{FF2B5EF4-FFF2-40B4-BE49-F238E27FC236}">
                <a16:creationId xmlns:a16="http://schemas.microsoft.com/office/drawing/2014/main" id="{96959416-43C6-4C80-9D45-36B2755118C8}"/>
              </a:ext>
            </a:extLst>
          </p:cNvPr>
          <p:cNvGrpSpPr/>
          <p:nvPr/>
        </p:nvGrpSpPr>
        <p:grpSpPr>
          <a:xfrm>
            <a:off x="6505218" y="4877769"/>
            <a:ext cx="5098164" cy="497558"/>
            <a:chOff x="6516215" y="1781402"/>
            <a:chExt cx="3376305" cy="497558"/>
          </a:xfrm>
        </p:grpSpPr>
        <p:sp>
          <p:nvSpPr>
            <p:cNvPr id="15" name="TextBox 14">
              <a:extLst>
                <a:ext uri="{FF2B5EF4-FFF2-40B4-BE49-F238E27FC236}">
                  <a16:creationId xmlns:a16="http://schemas.microsoft.com/office/drawing/2014/main" id="{DEEE5873-7A34-48BB-8D5C-7388F30FB41D}"/>
                </a:ext>
              </a:extLst>
            </p:cNvPr>
            <p:cNvSpPr txBox="1"/>
            <p:nvPr/>
          </p:nvSpPr>
          <p:spPr>
            <a:xfrm>
              <a:off x="6516215" y="1781402"/>
              <a:ext cx="3376305" cy="307777"/>
            </a:xfrm>
            <a:prstGeom prst="rect">
              <a:avLst/>
            </a:prstGeom>
            <a:noFill/>
          </p:spPr>
          <p:txBody>
            <a:bodyPr wrap="square" rtlCol="0">
              <a:spAutoFit/>
            </a:bodyPr>
            <a:lstStyle/>
            <a:p>
              <a:r>
                <a:rPr lang="en-US" altLang="ko-KR" sz="1400" b="1" dirty="0" smtClean="0">
                  <a:solidFill>
                    <a:schemeClr val="tx1">
                      <a:lumMod val="75000"/>
                      <a:lumOff val="25000"/>
                    </a:schemeClr>
                  </a:solidFill>
                  <a:cs typeface="Arial" pitchFamily="34" charset="0"/>
                </a:rPr>
                <a:t>Administrators</a:t>
              </a:r>
              <a:endParaRPr lang="ko-KR" altLang="en-US" sz="1400" b="1" dirty="0">
                <a:solidFill>
                  <a:schemeClr val="tx1">
                    <a:lumMod val="75000"/>
                    <a:lumOff val="25000"/>
                  </a:schemeClr>
                </a:solidFill>
                <a:cs typeface="Arial" pitchFamily="34" charset="0"/>
              </a:endParaRPr>
            </a:p>
          </p:txBody>
        </p:sp>
        <p:sp>
          <p:nvSpPr>
            <p:cNvPr id="16" name="TextBox 15">
              <a:extLst>
                <a:ext uri="{FF2B5EF4-FFF2-40B4-BE49-F238E27FC236}">
                  <a16:creationId xmlns:a16="http://schemas.microsoft.com/office/drawing/2014/main" id="{A7C1DBDE-9580-48B2-A76A-BFA009452792}"/>
                </a:ext>
              </a:extLst>
            </p:cNvPr>
            <p:cNvSpPr txBox="1"/>
            <p:nvPr/>
          </p:nvSpPr>
          <p:spPr>
            <a:xfrm>
              <a:off x="6516215" y="2001961"/>
              <a:ext cx="3376305"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Often fail to manage users, projects, judges and reporting.</a:t>
              </a:r>
              <a:endParaRPr lang="ko-KR" altLang="en-US" sz="1200" dirty="0">
                <a:solidFill>
                  <a:schemeClr val="tx1">
                    <a:lumMod val="75000"/>
                    <a:lumOff val="25000"/>
                  </a:schemeClr>
                </a:solidFill>
                <a:cs typeface="Arial" pitchFamily="34" charset="0"/>
              </a:endParaRPr>
            </a:p>
          </p:txBody>
        </p:sp>
      </p:grpSp>
      <p:sp>
        <p:nvSpPr>
          <p:cNvPr id="17" name="Oval 125">
            <a:extLst>
              <a:ext uri="{FF2B5EF4-FFF2-40B4-BE49-F238E27FC236}">
                <a16:creationId xmlns:a16="http://schemas.microsoft.com/office/drawing/2014/main" id="{E22C3604-2A5A-4F84-ADD0-9D0583401EC0}"/>
              </a:ext>
            </a:extLst>
          </p:cNvPr>
          <p:cNvSpPr/>
          <p:nvPr/>
        </p:nvSpPr>
        <p:spPr>
          <a:xfrm>
            <a:off x="5882986" y="5708042"/>
            <a:ext cx="566802" cy="566802"/>
          </a:xfrm>
          <a:prstGeom prst="ellipse">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nvGrpSpPr>
          <p:cNvPr id="18" name="Group 126">
            <a:extLst>
              <a:ext uri="{FF2B5EF4-FFF2-40B4-BE49-F238E27FC236}">
                <a16:creationId xmlns:a16="http://schemas.microsoft.com/office/drawing/2014/main" id="{3B395EDE-DEE0-4D63-A8EC-2650B17870DB}"/>
              </a:ext>
            </a:extLst>
          </p:cNvPr>
          <p:cNvGrpSpPr/>
          <p:nvPr/>
        </p:nvGrpSpPr>
        <p:grpSpPr>
          <a:xfrm>
            <a:off x="6505218" y="5650712"/>
            <a:ext cx="5098164" cy="514863"/>
            <a:chOff x="6516215" y="1764097"/>
            <a:chExt cx="3376305" cy="514863"/>
          </a:xfrm>
        </p:grpSpPr>
        <p:sp>
          <p:nvSpPr>
            <p:cNvPr id="19" name="TextBox 18">
              <a:extLst>
                <a:ext uri="{FF2B5EF4-FFF2-40B4-BE49-F238E27FC236}">
                  <a16:creationId xmlns:a16="http://schemas.microsoft.com/office/drawing/2014/main" id="{C1703CDD-8892-4708-B28D-A077CAB04541}"/>
                </a:ext>
              </a:extLst>
            </p:cNvPr>
            <p:cNvSpPr txBox="1"/>
            <p:nvPr/>
          </p:nvSpPr>
          <p:spPr>
            <a:xfrm>
              <a:off x="6516215" y="1764097"/>
              <a:ext cx="3376305" cy="307777"/>
            </a:xfrm>
            <a:prstGeom prst="rect">
              <a:avLst/>
            </a:prstGeom>
            <a:noFill/>
          </p:spPr>
          <p:txBody>
            <a:bodyPr wrap="square" rtlCol="0">
              <a:spAutoFit/>
            </a:bodyPr>
            <a:lstStyle/>
            <a:p>
              <a:r>
                <a:rPr lang="en-US" altLang="ko-KR" sz="1400" b="1" dirty="0" smtClean="0">
                  <a:solidFill>
                    <a:schemeClr val="tx1">
                      <a:lumMod val="75000"/>
                      <a:lumOff val="25000"/>
                    </a:schemeClr>
                  </a:solidFill>
                  <a:cs typeface="Arial" pitchFamily="34" charset="0"/>
                </a:rPr>
                <a:t>Teachers</a:t>
              </a:r>
              <a:endParaRPr lang="ko-KR" altLang="en-US" sz="1400" b="1" dirty="0">
                <a:solidFill>
                  <a:schemeClr val="tx1">
                    <a:lumMod val="75000"/>
                    <a:lumOff val="25000"/>
                  </a:schemeClr>
                </a:solidFill>
                <a:cs typeface="Arial" pitchFamily="34" charset="0"/>
              </a:endParaRPr>
            </a:p>
          </p:txBody>
        </p:sp>
        <p:sp>
          <p:nvSpPr>
            <p:cNvPr id="20" name="TextBox 19">
              <a:extLst>
                <a:ext uri="{FF2B5EF4-FFF2-40B4-BE49-F238E27FC236}">
                  <a16:creationId xmlns:a16="http://schemas.microsoft.com/office/drawing/2014/main" id="{85DD6FFD-E8FC-4F9E-94F4-2D9A9B8588C0}"/>
                </a:ext>
              </a:extLst>
            </p:cNvPr>
            <p:cNvSpPr txBox="1"/>
            <p:nvPr/>
          </p:nvSpPr>
          <p:spPr>
            <a:xfrm>
              <a:off x="6516215" y="2001961"/>
              <a:ext cx="3376305" cy="276999"/>
            </a:xfrm>
            <a:prstGeom prst="rect">
              <a:avLst/>
            </a:prstGeom>
            <a:noFill/>
          </p:spPr>
          <p:txBody>
            <a:bodyPr wrap="square" rtlCol="0">
              <a:spAutoFit/>
            </a:bodyPr>
            <a:lstStyle/>
            <a:p>
              <a:r>
                <a:rPr lang="en-US" altLang="ko-KR" sz="1200" dirty="0" smtClean="0">
                  <a:solidFill>
                    <a:schemeClr val="tx1">
                      <a:lumMod val="75000"/>
                      <a:lumOff val="25000"/>
                    </a:schemeClr>
                  </a:solidFill>
                  <a:cs typeface="Arial" pitchFamily="34" charset="0"/>
                </a:rPr>
                <a:t>Fail to monitor and track learner submissions</a:t>
              </a:r>
              <a:endParaRPr lang="ko-KR" altLang="en-US" sz="1200" dirty="0">
                <a:solidFill>
                  <a:schemeClr val="tx1">
                    <a:lumMod val="75000"/>
                    <a:lumOff val="25000"/>
                  </a:schemeClr>
                </a:solidFill>
                <a:cs typeface="Arial" pitchFamily="34" charset="0"/>
              </a:endParaRPr>
            </a:p>
          </p:txBody>
        </p:sp>
      </p:grpSp>
      <p:sp>
        <p:nvSpPr>
          <p:cNvPr id="21" name="TextBox 20">
            <a:extLst>
              <a:ext uri="{FF2B5EF4-FFF2-40B4-BE49-F238E27FC236}">
                <a16:creationId xmlns:a16="http://schemas.microsoft.com/office/drawing/2014/main" id="{3D203AD9-D562-4A89-A4E1-BC8F618E943B}"/>
              </a:ext>
            </a:extLst>
          </p:cNvPr>
          <p:cNvSpPr txBox="1"/>
          <p:nvPr/>
        </p:nvSpPr>
        <p:spPr>
          <a:xfrm>
            <a:off x="5787573" y="320071"/>
            <a:ext cx="5602233" cy="671274"/>
          </a:xfrm>
          <a:prstGeom prst="rect">
            <a:avLst/>
          </a:prstGeom>
          <a:noFill/>
        </p:spPr>
        <p:txBody>
          <a:bodyPr wrap="square" rtlCol="0">
            <a:spAutoFit/>
          </a:bodyPr>
          <a:lstStyle/>
          <a:p>
            <a:pPr>
              <a:lnSpc>
                <a:spcPct val="110000"/>
              </a:lnSpc>
            </a:pPr>
            <a:r>
              <a:rPr lang="en-US" altLang="ko-KR" sz="3600" b="1" dirty="0" smtClean="0">
                <a:solidFill>
                  <a:schemeClr val="tx1">
                    <a:lumMod val="75000"/>
                    <a:lumOff val="25000"/>
                  </a:schemeClr>
                </a:solidFill>
                <a:latin typeface="+mj-lt"/>
                <a:cs typeface="Arial" pitchFamily="34" charset="0"/>
              </a:rPr>
              <a:t>Who is affected? </a:t>
            </a:r>
            <a:endParaRPr lang="en-US" altLang="ko-KR" sz="3600" b="1" dirty="0">
              <a:solidFill>
                <a:schemeClr val="tx1">
                  <a:lumMod val="75000"/>
                  <a:lumOff val="25000"/>
                </a:schemeClr>
              </a:solidFill>
              <a:latin typeface="+mj-lt"/>
              <a:cs typeface="Arial" pitchFamily="34" charset="0"/>
            </a:endParaRPr>
          </a:p>
        </p:txBody>
      </p:sp>
      <p:sp>
        <p:nvSpPr>
          <p:cNvPr id="22" name="Donut 39">
            <a:extLst>
              <a:ext uri="{FF2B5EF4-FFF2-40B4-BE49-F238E27FC236}">
                <a16:creationId xmlns:a16="http://schemas.microsoft.com/office/drawing/2014/main" id="{327E9CF1-70CD-455E-AB2B-2E931231ACE4}"/>
              </a:ext>
            </a:extLst>
          </p:cNvPr>
          <p:cNvSpPr/>
          <p:nvPr/>
        </p:nvSpPr>
        <p:spPr>
          <a:xfrm>
            <a:off x="6006140" y="5838406"/>
            <a:ext cx="330653" cy="306072"/>
          </a:xfrm>
          <a:custGeom>
            <a:avLst/>
            <a:gdLst/>
            <a:ahLst/>
            <a:cxnLst/>
            <a:rect l="l" t="t" r="r" b="b"/>
            <a:pathLst>
              <a:path w="3240000" h="3240000">
                <a:moveTo>
                  <a:pt x="1152300" y="922782"/>
                </a:moveTo>
                <a:lnTo>
                  <a:pt x="2354400" y="1620000"/>
                </a:lnTo>
                <a:lnTo>
                  <a:pt x="1152300" y="2317218"/>
                </a:lnTo>
                <a:close/>
                <a:moveTo>
                  <a:pt x="1620000" y="342403"/>
                </a:moveTo>
                <a:cubicBezTo>
                  <a:pt x="914403" y="342403"/>
                  <a:pt x="342403" y="914403"/>
                  <a:pt x="342403" y="1620000"/>
                </a:cubicBezTo>
                <a:cubicBezTo>
                  <a:pt x="342403" y="2325597"/>
                  <a:pt x="914403" y="2897597"/>
                  <a:pt x="1620000" y="2897597"/>
                </a:cubicBezTo>
                <a:cubicBezTo>
                  <a:pt x="2325597" y="2897597"/>
                  <a:pt x="2897597" y="2325597"/>
                  <a:pt x="2897597" y="1620000"/>
                </a:cubicBezTo>
                <a:cubicBezTo>
                  <a:pt x="2897597" y="914403"/>
                  <a:pt x="2325597" y="342403"/>
                  <a:pt x="1620000" y="342403"/>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23" name="Rectangle 36">
            <a:extLst>
              <a:ext uri="{FF2B5EF4-FFF2-40B4-BE49-F238E27FC236}">
                <a16:creationId xmlns:a16="http://schemas.microsoft.com/office/drawing/2014/main" id="{3615A1C1-96BB-4125-9AFE-D059970682D9}"/>
              </a:ext>
            </a:extLst>
          </p:cNvPr>
          <p:cNvSpPr/>
          <p:nvPr/>
        </p:nvSpPr>
        <p:spPr>
          <a:xfrm>
            <a:off x="5981762" y="3491368"/>
            <a:ext cx="336743" cy="281490"/>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p>
        </p:txBody>
      </p:sp>
      <p:sp>
        <p:nvSpPr>
          <p:cNvPr id="24" name="Rectangle 16">
            <a:extLst>
              <a:ext uri="{FF2B5EF4-FFF2-40B4-BE49-F238E27FC236}">
                <a16:creationId xmlns:a16="http://schemas.microsoft.com/office/drawing/2014/main" id="{8C06533E-FD5D-4F43-9A27-9DF6899D611F}"/>
              </a:ext>
            </a:extLst>
          </p:cNvPr>
          <p:cNvSpPr/>
          <p:nvPr/>
        </p:nvSpPr>
        <p:spPr>
          <a:xfrm>
            <a:off x="5992372" y="4327234"/>
            <a:ext cx="353565" cy="232368"/>
          </a:xfrm>
          <a:custGeom>
            <a:avLst/>
            <a:gdLst/>
            <a:ahLst/>
            <a:cxnLst/>
            <a:rect l="l" t="t" r="r" b="b"/>
            <a:pathLst>
              <a:path w="3240006" h="2129375">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25" name="Oval 21">
            <a:extLst>
              <a:ext uri="{FF2B5EF4-FFF2-40B4-BE49-F238E27FC236}">
                <a16:creationId xmlns:a16="http://schemas.microsoft.com/office/drawing/2014/main" id="{091129C9-9D0D-40B2-84F8-478E1CD6549C}"/>
              </a:ext>
            </a:extLst>
          </p:cNvPr>
          <p:cNvSpPr>
            <a:spLocks noChangeAspect="1"/>
          </p:cNvSpPr>
          <p:nvPr/>
        </p:nvSpPr>
        <p:spPr>
          <a:xfrm>
            <a:off x="5990906" y="5029111"/>
            <a:ext cx="336743" cy="339555"/>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grpSp>
        <p:nvGrpSpPr>
          <p:cNvPr id="26" name="Group 4">
            <a:extLst>
              <a:ext uri="{FF2B5EF4-FFF2-40B4-BE49-F238E27FC236}">
                <a16:creationId xmlns:a16="http://schemas.microsoft.com/office/drawing/2014/main" id="{09E76353-160A-4B79-9A5F-228FB7B23F50}"/>
              </a:ext>
            </a:extLst>
          </p:cNvPr>
          <p:cNvGrpSpPr/>
          <p:nvPr/>
        </p:nvGrpSpPr>
        <p:grpSpPr>
          <a:xfrm>
            <a:off x="5827170" y="1700808"/>
            <a:ext cx="6370226" cy="72000"/>
            <a:chOff x="3843032" y="6553200"/>
            <a:chExt cx="2066410" cy="87086"/>
          </a:xfrm>
        </p:grpSpPr>
        <p:sp>
          <p:nvSpPr>
            <p:cNvPr id="27" name="Rectangle 5">
              <a:extLst>
                <a:ext uri="{FF2B5EF4-FFF2-40B4-BE49-F238E27FC236}">
                  <a16:creationId xmlns:a16="http://schemas.microsoft.com/office/drawing/2014/main" id="{A6CC3F5D-3FE2-42D6-A56E-287B1C32BA1A}"/>
                </a:ext>
              </a:extLst>
            </p:cNvPr>
            <p:cNvSpPr/>
            <p:nvPr userDrawn="1"/>
          </p:nvSpPr>
          <p:spPr>
            <a:xfrm flipV="1">
              <a:off x="3843032" y="6553200"/>
              <a:ext cx="413282" cy="870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endParaRPr>
            </a:p>
          </p:txBody>
        </p:sp>
        <p:sp>
          <p:nvSpPr>
            <p:cNvPr id="28" name="Rectangle 6">
              <a:extLst>
                <a:ext uri="{FF2B5EF4-FFF2-40B4-BE49-F238E27FC236}">
                  <a16:creationId xmlns:a16="http://schemas.microsoft.com/office/drawing/2014/main" id="{03E7612A-9C40-466E-9B8F-B22C1E4A999C}"/>
                </a:ext>
              </a:extLst>
            </p:cNvPr>
            <p:cNvSpPr/>
            <p:nvPr userDrawn="1"/>
          </p:nvSpPr>
          <p:spPr>
            <a:xfrm flipV="1">
              <a:off x="4256314" y="6553200"/>
              <a:ext cx="413282" cy="870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endParaRPr>
            </a:p>
          </p:txBody>
        </p:sp>
        <p:sp>
          <p:nvSpPr>
            <p:cNvPr id="29" name="Rectangle 7">
              <a:extLst>
                <a:ext uri="{FF2B5EF4-FFF2-40B4-BE49-F238E27FC236}">
                  <a16:creationId xmlns:a16="http://schemas.microsoft.com/office/drawing/2014/main" id="{402B8ABB-4472-4B17-A844-7584C9905E3E}"/>
                </a:ext>
              </a:extLst>
            </p:cNvPr>
            <p:cNvSpPr/>
            <p:nvPr userDrawn="1"/>
          </p:nvSpPr>
          <p:spPr>
            <a:xfrm flipV="1">
              <a:off x="4669596" y="6553200"/>
              <a:ext cx="413282" cy="870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endParaRPr>
            </a:p>
          </p:txBody>
        </p:sp>
        <p:sp>
          <p:nvSpPr>
            <p:cNvPr id="30" name="Rectangle 8">
              <a:extLst>
                <a:ext uri="{FF2B5EF4-FFF2-40B4-BE49-F238E27FC236}">
                  <a16:creationId xmlns:a16="http://schemas.microsoft.com/office/drawing/2014/main" id="{CDCF60C2-D1BA-47FD-9FD5-C70A56C65E1E}"/>
                </a:ext>
              </a:extLst>
            </p:cNvPr>
            <p:cNvSpPr/>
            <p:nvPr userDrawn="1"/>
          </p:nvSpPr>
          <p:spPr>
            <a:xfrm flipV="1">
              <a:off x="5082878" y="6553200"/>
              <a:ext cx="413282" cy="8708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endParaRPr>
            </a:p>
          </p:txBody>
        </p:sp>
        <p:sp>
          <p:nvSpPr>
            <p:cNvPr id="31" name="Rectangle 9">
              <a:extLst>
                <a:ext uri="{FF2B5EF4-FFF2-40B4-BE49-F238E27FC236}">
                  <a16:creationId xmlns:a16="http://schemas.microsoft.com/office/drawing/2014/main" id="{5C63B93C-F645-4D72-ADA1-2ABCF1225021}"/>
                </a:ext>
              </a:extLst>
            </p:cNvPr>
            <p:cNvSpPr/>
            <p:nvPr userDrawn="1"/>
          </p:nvSpPr>
          <p:spPr>
            <a:xfrm flipV="1">
              <a:off x="5496160" y="6553200"/>
              <a:ext cx="413282" cy="870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solidFill>
                  <a:schemeClr val="bg1"/>
                </a:solidFill>
              </a:endParaRPr>
            </a:p>
          </p:txBody>
        </p:sp>
      </p:grpSp>
      <p:pic>
        <p:nvPicPr>
          <p:cNvPr id="32" name="그림 31">
            <a:extLst>
              <a:ext uri="{FF2B5EF4-FFF2-40B4-BE49-F238E27FC236}">
                <a16:creationId xmlns:a16="http://schemas.microsoft.com/office/drawing/2014/main" id="{E952504F-C2FE-4C86-8167-CBF073BA79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97" y="1291472"/>
            <a:ext cx="5467498" cy="5566528"/>
          </a:xfrm>
          <a:prstGeom prst="rect">
            <a:avLst/>
          </a:prstGeom>
        </p:spPr>
      </p:pic>
      <p:pic>
        <p:nvPicPr>
          <p:cNvPr id="37" name="Picture 3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97" y="35591"/>
            <a:ext cx="3548053" cy="1240234"/>
          </a:xfrm>
          <a:prstGeom prst="rect">
            <a:avLst/>
          </a:prstGeom>
        </p:spPr>
      </p:pic>
      <p:pic>
        <p:nvPicPr>
          <p:cNvPr id="39" name="Picture Placeholder 38"/>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43872" r="43872"/>
          <a:stretch>
            <a:fillRect/>
          </a:stretch>
        </p:blipFill>
        <p:spPr/>
      </p:pic>
    </p:spTree>
    <p:extLst>
      <p:ext uri="{BB962C8B-B14F-4D97-AF65-F5344CB8AC3E}">
        <p14:creationId xmlns:p14="http://schemas.microsoft.com/office/powerpoint/2010/main" val="23456298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Why digital Transformation?</a:t>
            </a:r>
            <a:endParaRPr lang="en-US" dirty="0"/>
          </a:p>
        </p:txBody>
      </p:sp>
      <p:grpSp>
        <p:nvGrpSpPr>
          <p:cNvPr id="3" name="그룹 2">
            <a:extLst>
              <a:ext uri="{FF2B5EF4-FFF2-40B4-BE49-F238E27FC236}">
                <a16:creationId xmlns:a16="http://schemas.microsoft.com/office/drawing/2014/main" id="{687B122C-C2CE-423E-A85F-F674DC07B33C}"/>
              </a:ext>
            </a:extLst>
          </p:cNvPr>
          <p:cNvGrpSpPr/>
          <p:nvPr/>
        </p:nvGrpSpPr>
        <p:grpSpPr>
          <a:xfrm>
            <a:off x="990600" y="1870981"/>
            <a:ext cx="4152900" cy="3977116"/>
            <a:chOff x="747611" y="2099862"/>
            <a:chExt cx="3495878" cy="3347904"/>
          </a:xfrm>
        </p:grpSpPr>
        <p:grpSp>
          <p:nvGrpSpPr>
            <p:cNvPr id="4" name="Graphic 86">
              <a:extLst>
                <a:ext uri="{FF2B5EF4-FFF2-40B4-BE49-F238E27FC236}">
                  <a16:creationId xmlns:a16="http://schemas.microsoft.com/office/drawing/2014/main" id="{4EEAD534-EDC9-41B8-AB04-A5E6FAF302E7}"/>
                </a:ext>
              </a:extLst>
            </p:cNvPr>
            <p:cNvGrpSpPr/>
            <p:nvPr/>
          </p:nvGrpSpPr>
          <p:grpSpPr>
            <a:xfrm>
              <a:off x="747611" y="2099862"/>
              <a:ext cx="3495878" cy="3347904"/>
              <a:chOff x="2515442" y="0"/>
              <a:chExt cx="7161116" cy="6858000"/>
            </a:xfrm>
          </p:grpSpPr>
          <p:sp>
            <p:nvSpPr>
              <p:cNvPr id="8" name="Freeform: Shape 88">
                <a:extLst>
                  <a:ext uri="{FF2B5EF4-FFF2-40B4-BE49-F238E27FC236}">
                    <a16:creationId xmlns:a16="http://schemas.microsoft.com/office/drawing/2014/main" id="{217DBBBE-C496-4004-AA7A-AA5A7493AABC}"/>
                  </a:ext>
                </a:extLst>
              </p:cNvPr>
              <p:cNvSpPr/>
              <p:nvPr/>
            </p:nvSpPr>
            <p:spPr>
              <a:xfrm>
                <a:off x="2515008" y="3633546"/>
                <a:ext cx="3542668" cy="3220608"/>
              </a:xfrm>
              <a:custGeom>
                <a:avLst/>
                <a:gdLst>
                  <a:gd name="connsiteX0" fmla="*/ 666342 w 3542668"/>
                  <a:gd name="connsiteY0" fmla="*/ 79625 h 3220607"/>
                  <a:gd name="connsiteX1" fmla="*/ 892732 w 3542668"/>
                  <a:gd name="connsiteY1" fmla="*/ 470834 h 3220607"/>
                  <a:gd name="connsiteX2" fmla="*/ 1100177 w 3542668"/>
                  <a:gd name="connsiteY2" fmla="*/ 830784 h 3220607"/>
                  <a:gd name="connsiteX3" fmla="*/ 1150381 w 3542668"/>
                  <a:gd name="connsiteY3" fmla="*/ 843098 h 3220607"/>
                  <a:gd name="connsiteX4" fmla="*/ 1947955 w 3542668"/>
                  <a:gd name="connsiteY4" fmla="*/ 383688 h 3220607"/>
                  <a:gd name="connsiteX5" fmla="*/ 2568395 w 3542668"/>
                  <a:gd name="connsiteY5" fmla="*/ 20896 h 3220607"/>
                  <a:gd name="connsiteX6" fmla="*/ 2692484 w 3542668"/>
                  <a:gd name="connsiteY6" fmla="*/ 19002 h 3220607"/>
                  <a:gd name="connsiteX7" fmla="*/ 3512791 w 3542668"/>
                  <a:gd name="connsiteY7" fmla="*/ 496409 h 3220607"/>
                  <a:gd name="connsiteX8" fmla="*/ 3545944 w 3542668"/>
                  <a:gd name="connsiteY8" fmla="*/ 552296 h 3220607"/>
                  <a:gd name="connsiteX9" fmla="*/ 3546892 w 3542668"/>
                  <a:gd name="connsiteY9" fmla="*/ 1527951 h 3220607"/>
                  <a:gd name="connsiteX10" fmla="*/ 3516580 w 3542668"/>
                  <a:gd name="connsiteY10" fmla="*/ 1580049 h 3220607"/>
                  <a:gd name="connsiteX11" fmla="*/ 2432940 w 3542668"/>
                  <a:gd name="connsiteY11" fmla="*/ 2205226 h 3220607"/>
                  <a:gd name="connsiteX12" fmla="*/ 2060676 w 3542668"/>
                  <a:gd name="connsiteY12" fmla="*/ 2419302 h 3220607"/>
                  <a:gd name="connsiteX13" fmla="*/ 2047415 w 3542668"/>
                  <a:gd name="connsiteY13" fmla="*/ 2469505 h 3220607"/>
                  <a:gd name="connsiteX14" fmla="*/ 2459463 w 3542668"/>
                  <a:gd name="connsiteY14" fmla="*/ 3185617 h 3220607"/>
                  <a:gd name="connsiteX15" fmla="*/ 2471777 w 3542668"/>
                  <a:gd name="connsiteY15" fmla="*/ 3217823 h 3220607"/>
                  <a:gd name="connsiteX16" fmla="*/ 2432940 w 3542668"/>
                  <a:gd name="connsiteY16" fmla="*/ 3214034 h 3220607"/>
                  <a:gd name="connsiteX17" fmla="*/ 1972583 w 3542668"/>
                  <a:gd name="connsiteY17" fmla="*/ 3091840 h 3220607"/>
                  <a:gd name="connsiteX18" fmla="*/ 1218582 w 3542668"/>
                  <a:gd name="connsiteY18" fmla="*/ 2889131 h 3220607"/>
                  <a:gd name="connsiteX19" fmla="*/ 482578 w 3542668"/>
                  <a:gd name="connsiteY19" fmla="*/ 2694001 h 3220607"/>
                  <a:gd name="connsiteX20" fmla="*/ 90422 w 3542668"/>
                  <a:gd name="connsiteY20" fmla="*/ 2586963 h 3220607"/>
                  <a:gd name="connsiteX21" fmla="*/ 4223 w 3542668"/>
                  <a:gd name="connsiteY21" fmla="*/ 2559493 h 3220607"/>
                  <a:gd name="connsiteX22" fmla="*/ 23168 w 3542668"/>
                  <a:gd name="connsiteY22" fmla="*/ 2471400 h 3220607"/>
                  <a:gd name="connsiteX23" fmla="*/ 222088 w 3542668"/>
                  <a:gd name="connsiteY23" fmla="*/ 1712663 h 3220607"/>
                  <a:gd name="connsiteX24" fmla="*/ 439952 w 3542668"/>
                  <a:gd name="connsiteY24" fmla="*/ 902774 h 3220607"/>
                  <a:gd name="connsiteX25" fmla="*/ 621822 w 3542668"/>
                  <a:gd name="connsiteY25" fmla="*/ 229288 h 3220607"/>
                  <a:gd name="connsiteX26" fmla="*/ 666342 w 3542668"/>
                  <a:gd name="connsiteY26" fmla="*/ 79625 h 322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42668" h="3220607">
                    <a:moveTo>
                      <a:pt x="666342" y="79625"/>
                    </a:moveTo>
                    <a:cubicBezTo>
                      <a:pt x="744963" y="215080"/>
                      <a:pt x="818848" y="342957"/>
                      <a:pt x="892732" y="470834"/>
                    </a:cubicBezTo>
                    <a:cubicBezTo>
                      <a:pt x="961880" y="591133"/>
                      <a:pt x="1031976" y="710485"/>
                      <a:pt x="1100177" y="830784"/>
                    </a:cubicBezTo>
                    <a:cubicBezTo>
                      <a:pt x="1115333" y="857307"/>
                      <a:pt x="1126700" y="856360"/>
                      <a:pt x="1150381" y="843098"/>
                    </a:cubicBezTo>
                    <a:cubicBezTo>
                      <a:pt x="1415607" y="689646"/>
                      <a:pt x="1681781" y="537140"/>
                      <a:pt x="1947955" y="383688"/>
                    </a:cubicBezTo>
                    <a:cubicBezTo>
                      <a:pt x="2155400" y="263389"/>
                      <a:pt x="2361898" y="143090"/>
                      <a:pt x="2568395" y="20896"/>
                    </a:cubicBezTo>
                    <a:cubicBezTo>
                      <a:pt x="2611968" y="-4679"/>
                      <a:pt x="2646069" y="-8468"/>
                      <a:pt x="2692484" y="19002"/>
                    </a:cubicBezTo>
                    <a:cubicBezTo>
                      <a:pt x="2964341" y="180032"/>
                      <a:pt x="3239040" y="338221"/>
                      <a:pt x="3512791" y="496409"/>
                    </a:cubicBezTo>
                    <a:cubicBezTo>
                      <a:pt x="3536472" y="509671"/>
                      <a:pt x="3545944" y="524826"/>
                      <a:pt x="3545944" y="552296"/>
                    </a:cubicBezTo>
                    <a:cubicBezTo>
                      <a:pt x="3545944" y="877199"/>
                      <a:pt x="3545944" y="1203049"/>
                      <a:pt x="3546892" y="1527951"/>
                    </a:cubicBezTo>
                    <a:cubicBezTo>
                      <a:pt x="3546892" y="1552579"/>
                      <a:pt x="3539314" y="1566788"/>
                      <a:pt x="3516580" y="1580049"/>
                    </a:cubicBezTo>
                    <a:cubicBezTo>
                      <a:pt x="3154735" y="1787494"/>
                      <a:pt x="2793838" y="1996834"/>
                      <a:pt x="2432940" y="2205226"/>
                    </a:cubicBezTo>
                    <a:cubicBezTo>
                      <a:pt x="2308852" y="2277216"/>
                      <a:pt x="2185711" y="2349206"/>
                      <a:pt x="2060676" y="2419302"/>
                    </a:cubicBezTo>
                    <a:cubicBezTo>
                      <a:pt x="2035101" y="2433510"/>
                      <a:pt x="2033206" y="2444877"/>
                      <a:pt x="2047415" y="2469505"/>
                    </a:cubicBezTo>
                    <a:cubicBezTo>
                      <a:pt x="2185711" y="2707262"/>
                      <a:pt x="2323061" y="2946913"/>
                      <a:pt x="2459463" y="3185617"/>
                    </a:cubicBezTo>
                    <a:cubicBezTo>
                      <a:pt x="2465147" y="3196037"/>
                      <a:pt x="2481249" y="3206456"/>
                      <a:pt x="2471777" y="3217823"/>
                    </a:cubicBezTo>
                    <a:cubicBezTo>
                      <a:pt x="2460410" y="3232031"/>
                      <a:pt x="2446202" y="3216876"/>
                      <a:pt x="2432940" y="3214034"/>
                    </a:cubicBezTo>
                    <a:cubicBezTo>
                      <a:pt x="2279488" y="3173303"/>
                      <a:pt x="2126035" y="3132571"/>
                      <a:pt x="1972583" y="3091840"/>
                    </a:cubicBezTo>
                    <a:cubicBezTo>
                      <a:pt x="1721565" y="3024587"/>
                      <a:pt x="1470547" y="2956386"/>
                      <a:pt x="1218582" y="2889131"/>
                    </a:cubicBezTo>
                    <a:cubicBezTo>
                      <a:pt x="973247" y="2823772"/>
                      <a:pt x="727913" y="2759360"/>
                      <a:pt x="482578" y="2694001"/>
                    </a:cubicBezTo>
                    <a:cubicBezTo>
                      <a:pt x="351859" y="2658953"/>
                      <a:pt x="221141" y="2622011"/>
                      <a:pt x="90422" y="2586963"/>
                    </a:cubicBezTo>
                    <a:cubicBezTo>
                      <a:pt x="61057" y="2578438"/>
                      <a:pt x="19379" y="2586015"/>
                      <a:pt x="4223" y="2559493"/>
                    </a:cubicBezTo>
                    <a:cubicBezTo>
                      <a:pt x="-9985" y="2532970"/>
                      <a:pt x="15590" y="2500764"/>
                      <a:pt x="23168" y="2471400"/>
                    </a:cubicBezTo>
                    <a:cubicBezTo>
                      <a:pt x="89475" y="2218487"/>
                      <a:pt x="154834" y="1965575"/>
                      <a:pt x="222088" y="1712663"/>
                    </a:cubicBezTo>
                    <a:cubicBezTo>
                      <a:pt x="294078" y="1442700"/>
                      <a:pt x="367015" y="1172737"/>
                      <a:pt x="439952" y="902774"/>
                    </a:cubicBezTo>
                    <a:cubicBezTo>
                      <a:pt x="500576" y="678279"/>
                      <a:pt x="562146" y="453784"/>
                      <a:pt x="621822" y="229288"/>
                    </a:cubicBezTo>
                    <a:cubicBezTo>
                      <a:pt x="635083" y="180032"/>
                      <a:pt x="643609" y="131723"/>
                      <a:pt x="666342" y="79625"/>
                    </a:cubicBezTo>
                    <a:close/>
                  </a:path>
                </a:pathLst>
              </a:custGeom>
              <a:solidFill>
                <a:schemeClr val="accent4"/>
              </a:solidFill>
              <a:ln w="9462" cap="flat">
                <a:noFill/>
                <a:prstDash val="solid"/>
                <a:miter/>
              </a:ln>
            </p:spPr>
            <p:txBody>
              <a:bodyPr rtlCol="0" anchor="ctr"/>
              <a:lstStyle/>
              <a:p>
                <a:endParaRPr lang="en-US"/>
              </a:p>
            </p:txBody>
          </p:sp>
          <p:sp>
            <p:nvSpPr>
              <p:cNvPr id="9" name="Freeform: Shape 89">
                <a:extLst>
                  <a:ext uri="{FF2B5EF4-FFF2-40B4-BE49-F238E27FC236}">
                    <a16:creationId xmlns:a16="http://schemas.microsoft.com/office/drawing/2014/main" id="{0C9EC916-8557-4061-8B56-633F228A3EE1}"/>
                  </a:ext>
                </a:extLst>
              </p:cNvPr>
              <p:cNvSpPr/>
              <p:nvPr/>
            </p:nvSpPr>
            <p:spPr>
              <a:xfrm>
                <a:off x="6135784" y="3624216"/>
                <a:ext cx="3533196" cy="3220608"/>
              </a:xfrm>
              <a:custGeom>
                <a:avLst/>
                <a:gdLst>
                  <a:gd name="connsiteX0" fmla="*/ 2881497 w 3533196"/>
                  <a:gd name="connsiteY0" fmla="*/ 96533 h 3220607"/>
                  <a:gd name="connsiteX1" fmla="*/ 2935489 w 3533196"/>
                  <a:gd name="connsiteY1" fmla="*/ 288823 h 3220607"/>
                  <a:gd name="connsiteX2" fmla="*/ 3463100 w 3533196"/>
                  <a:gd name="connsiteY2" fmla="*/ 2260024 h 3220607"/>
                  <a:gd name="connsiteX3" fmla="*/ 3533196 w 3533196"/>
                  <a:gd name="connsiteY3" fmla="*/ 2513884 h 3220607"/>
                  <a:gd name="connsiteX4" fmla="*/ 3490571 w 3533196"/>
                  <a:gd name="connsiteY4" fmla="*/ 2588716 h 3220607"/>
                  <a:gd name="connsiteX5" fmla="*/ 3267022 w 3533196"/>
                  <a:gd name="connsiteY5" fmla="*/ 2645550 h 3220607"/>
                  <a:gd name="connsiteX6" fmla="*/ 2715730 w 3533196"/>
                  <a:gd name="connsiteY6" fmla="*/ 2794266 h 3220607"/>
                  <a:gd name="connsiteX7" fmla="*/ 1773229 w 3533196"/>
                  <a:gd name="connsiteY7" fmla="*/ 3044337 h 3220607"/>
                  <a:gd name="connsiteX8" fmla="*/ 1104479 w 3533196"/>
                  <a:gd name="connsiteY8" fmla="*/ 3223365 h 3220607"/>
                  <a:gd name="connsiteX9" fmla="*/ 1066589 w 3533196"/>
                  <a:gd name="connsiteY9" fmla="*/ 3224312 h 3220607"/>
                  <a:gd name="connsiteX10" fmla="*/ 1190678 w 3533196"/>
                  <a:gd name="connsiteY10" fmla="*/ 3007395 h 3220607"/>
                  <a:gd name="connsiteX11" fmla="*/ 1506108 w 3533196"/>
                  <a:gd name="connsiteY11" fmla="*/ 2467469 h 3220607"/>
                  <a:gd name="connsiteX12" fmla="*/ 1494741 w 3533196"/>
                  <a:gd name="connsiteY12" fmla="*/ 2437158 h 3220607"/>
                  <a:gd name="connsiteX13" fmla="*/ 616651 w 3533196"/>
                  <a:gd name="connsiteY13" fmla="*/ 1931333 h 3220607"/>
                  <a:gd name="connsiteX14" fmla="*/ 45467 w 3533196"/>
                  <a:gd name="connsiteY14" fmla="*/ 1603589 h 3220607"/>
                  <a:gd name="connsiteX15" fmla="*/ 0 w 3533196"/>
                  <a:gd name="connsiteY15" fmla="*/ 1524968 h 3220607"/>
                  <a:gd name="connsiteX16" fmla="*/ 947 w 3533196"/>
                  <a:gd name="connsiteY16" fmla="*/ 558786 h 3220607"/>
                  <a:gd name="connsiteX17" fmla="*/ 32206 w 3533196"/>
                  <a:gd name="connsiteY17" fmla="*/ 498162 h 3220607"/>
                  <a:gd name="connsiteX18" fmla="*/ 472672 w 3533196"/>
                  <a:gd name="connsiteY18" fmla="*/ 245250 h 3220607"/>
                  <a:gd name="connsiteX19" fmla="*/ 879984 w 3533196"/>
                  <a:gd name="connsiteY19" fmla="*/ 7493 h 3220607"/>
                  <a:gd name="connsiteX20" fmla="*/ 934923 w 3533196"/>
                  <a:gd name="connsiteY20" fmla="*/ 12229 h 3220607"/>
                  <a:gd name="connsiteX21" fmla="*/ 1524105 w 3533196"/>
                  <a:gd name="connsiteY21" fmla="*/ 351341 h 3220607"/>
                  <a:gd name="connsiteX22" fmla="*/ 2389880 w 3533196"/>
                  <a:gd name="connsiteY22" fmla="*/ 853377 h 3220607"/>
                  <a:gd name="connsiteX23" fmla="*/ 2445768 w 3533196"/>
                  <a:gd name="connsiteY23" fmla="*/ 829696 h 3220607"/>
                  <a:gd name="connsiteX24" fmla="*/ 2852132 w 3533196"/>
                  <a:gd name="connsiteY24" fmla="*/ 125898 h 3220607"/>
                  <a:gd name="connsiteX25" fmla="*/ 2881497 w 3533196"/>
                  <a:gd name="connsiteY25" fmla="*/ 96533 h 322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533196" h="3220607">
                    <a:moveTo>
                      <a:pt x="2881497" y="96533"/>
                    </a:moveTo>
                    <a:cubicBezTo>
                      <a:pt x="2899494" y="160946"/>
                      <a:pt x="2917492" y="225358"/>
                      <a:pt x="2935489" y="288823"/>
                    </a:cubicBezTo>
                    <a:cubicBezTo>
                      <a:pt x="3111676" y="946206"/>
                      <a:pt x="3286914" y="1602641"/>
                      <a:pt x="3463100" y="2260024"/>
                    </a:cubicBezTo>
                    <a:cubicBezTo>
                      <a:pt x="3485834" y="2345276"/>
                      <a:pt x="3506674" y="2430527"/>
                      <a:pt x="3533196" y="2513884"/>
                    </a:cubicBezTo>
                    <a:cubicBezTo>
                      <a:pt x="3548352" y="2560299"/>
                      <a:pt x="3533196" y="2582085"/>
                      <a:pt x="3490571" y="2588716"/>
                    </a:cubicBezTo>
                    <a:cubicBezTo>
                      <a:pt x="3413844" y="2601030"/>
                      <a:pt x="3340907" y="2625658"/>
                      <a:pt x="3267022" y="2645550"/>
                    </a:cubicBezTo>
                    <a:cubicBezTo>
                      <a:pt x="3083258" y="2694806"/>
                      <a:pt x="2900442" y="2746904"/>
                      <a:pt x="2715730" y="2794266"/>
                    </a:cubicBezTo>
                    <a:cubicBezTo>
                      <a:pt x="2401247" y="2875729"/>
                      <a:pt x="2087711" y="2961927"/>
                      <a:pt x="1773229" y="3044337"/>
                    </a:cubicBezTo>
                    <a:cubicBezTo>
                      <a:pt x="1549680" y="3103066"/>
                      <a:pt x="1328027" y="3163689"/>
                      <a:pt x="1104479" y="3223365"/>
                    </a:cubicBezTo>
                    <a:cubicBezTo>
                      <a:pt x="1094059" y="3226207"/>
                      <a:pt x="1084587" y="3234732"/>
                      <a:pt x="1066589" y="3224312"/>
                    </a:cubicBezTo>
                    <a:cubicBezTo>
                      <a:pt x="1108268" y="3151375"/>
                      <a:pt x="1148999" y="3079385"/>
                      <a:pt x="1190678" y="3007395"/>
                    </a:cubicBezTo>
                    <a:cubicBezTo>
                      <a:pt x="1294874" y="2827419"/>
                      <a:pt x="1400017" y="2647444"/>
                      <a:pt x="1506108" y="2467469"/>
                    </a:cubicBezTo>
                    <a:cubicBezTo>
                      <a:pt x="1516527" y="2449472"/>
                      <a:pt x="1510844" y="2446630"/>
                      <a:pt x="1494741" y="2437158"/>
                    </a:cubicBezTo>
                    <a:cubicBezTo>
                      <a:pt x="1202044" y="2269497"/>
                      <a:pt x="909348" y="2099941"/>
                      <a:pt x="616651" y="1931333"/>
                    </a:cubicBezTo>
                    <a:cubicBezTo>
                      <a:pt x="426257" y="1821454"/>
                      <a:pt x="236809" y="1712521"/>
                      <a:pt x="45467" y="1603589"/>
                    </a:cubicBezTo>
                    <a:cubicBezTo>
                      <a:pt x="13261" y="1585591"/>
                      <a:pt x="0" y="1563805"/>
                      <a:pt x="0" y="1524968"/>
                    </a:cubicBezTo>
                    <a:cubicBezTo>
                      <a:pt x="1894" y="1202907"/>
                      <a:pt x="1894" y="880846"/>
                      <a:pt x="947" y="558786"/>
                    </a:cubicBezTo>
                    <a:cubicBezTo>
                      <a:pt x="947" y="531316"/>
                      <a:pt x="5683" y="513318"/>
                      <a:pt x="32206" y="498162"/>
                    </a:cubicBezTo>
                    <a:cubicBezTo>
                      <a:pt x="179975" y="414805"/>
                      <a:pt x="326797" y="329554"/>
                      <a:pt x="472672" y="245250"/>
                    </a:cubicBezTo>
                    <a:cubicBezTo>
                      <a:pt x="609074" y="166629"/>
                      <a:pt x="745476" y="88008"/>
                      <a:pt x="879984" y="7493"/>
                    </a:cubicBezTo>
                    <a:cubicBezTo>
                      <a:pt x="903665" y="-6715"/>
                      <a:pt x="916926" y="1810"/>
                      <a:pt x="934923" y="12229"/>
                    </a:cubicBezTo>
                    <a:cubicBezTo>
                      <a:pt x="1131002" y="124951"/>
                      <a:pt x="1328027" y="237672"/>
                      <a:pt x="1524105" y="351341"/>
                    </a:cubicBezTo>
                    <a:cubicBezTo>
                      <a:pt x="1813012" y="518054"/>
                      <a:pt x="2101920" y="684768"/>
                      <a:pt x="2389880" y="853377"/>
                    </a:cubicBezTo>
                    <a:cubicBezTo>
                      <a:pt x="2424928" y="874216"/>
                      <a:pt x="2432506" y="852429"/>
                      <a:pt x="2445768" y="829696"/>
                    </a:cubicBezTo>
                    <a:cubicBezTo>
                      <a:pt x="2581222" y="594781"/>
                      <a:pt x="2716677" y="359866"/>
                      <a:pt x="2852132" y="125898"/>
                    </a:cubicBezTo>
                    <a:cubicBezTo>
                      <a:pt x="2858763" y="116426"/>
                      <a:pt x="2861605" y="103164"/>
                      <a:pt x="2881497" y="96533"/>
                    </a:cubicBezTo>
                    <a:close/>
                  </a:path>
                </a:pathLst>
              </a:custGeom>
              <a:solidFill>
                <a:schemeClr val="accent1"/>
              </a:solidFill>
              <a:ln w="9462" cap="flat">
                <a:noFill/>
                <a:prstDash val="solid"/>
                <a:miter/>
              </a:ln>
            </p:spPr>
            <p:txBody>
              <a:bodyPr rtlCol="0" anchor="ctr"/>
              <a:lstStyle/>
              <a:p>
                <a:endParaRPr lang="en-US"/>
              </a:p>
            </p:txBody>
          </p:sp>
          <p:sp>
            <p:nvSpPr>
              <p:cNvPr id="10" name="Freeform: Shape 90">
                <a:extLst>
                  <a:ext uri="{FF2B5EF4-FFF2-40B4-BE49-F238E27FC236}">
                    <a16:creationId xmlns:a16="http://schemas.microsoft.com/office/drawing/2014/main" id="{BDFDC6A5-D6B5-49DA-BD4E-ECD39A5F5EE1}"/>
                  </a:ext>
                </a:extLst>
              </p:cNvPr>
              <p:cNvSpPr/>
              <p:nvPr/>
            </p:nvSpPr>
            <p:spPr>
              <a:xfrm>
                <a:off x="4288671" y="-366"/>
                <a:ext cx="3608975" cy="4073122"/>
              </a:xfrm>
              <a:custGeom>
                <a:avLst/>
                <a:gdLst>
                  <a:gd name="connsiteX0" fmla="*/ 0 w 3608975"/>
                  <a:gd name="connsiteY0" fmla="*/ 1789698 h 4073121"/>
                  <a:gd name="connsiteX1" fmla="*/ 141138 w 3608975"/>
                  <a:gd name="connsiteY1" fmla="*/ 1647612 h 4073121"/>
                  <a:gd name="connsiteX2" fmla="*/ 1592306 w 3608975"/>
                  <a:gd name="connsiteY2" fmla="*/ 213495 h 4073121"/>
                  <a:gd name="connsiteX3" fmla="*/ 1777965 w 3608975"/>
                  <a:gd name="connsiteY3" fmla="*/ 25942 h 4073121"/>
                  <a:gd name="connsiteX4" fmla="*/ 1864164 w 3608975"/>
                  <a:gd name="connsiteY4" fmla="*/ 25942 h 4073121"/>
                  <a:gd name="connsiteX5" fmla="*/ 2024247 w 3608975"/>
                  <a:gd name="connsiteY5" fmla="*/ 191708 h 4073121"/>
                  <a:gd name="connsiteX6" fmla="*/ 2426823 w 3608975"/>
                  <a:gd name="connsiteY6" fmla="*/ 597126 h 4073121"/>
                  <a:gd name="connsiteX7" fmla="*/ 3111676 w 3608975"/>
                  <a:gd name="connsiteY7" fmla="*/ 1292398 h 4073121"/>
                  <a:gd name="connsiteX8" fmla="*/ 3597608 w 3608975"/>
                  <a:gd name="connsiteY8" fmla="*/ 1784962 h 4073121"/>
                  <a:gd name="connsiteX9" fmla="*/ 3617500 w 3608975"/>
                  <a:gd name="connsiteY9" fmla="*/ 1817168 h 4073121"/>
                  <a:gd name="connsiteX10" fmla="*/ 3367430 w 3608975"/>
                  <a:gd name="connsiteY10" fmla="*/ 1817168 h 4073121"/>
                  <a:gd name="connsiteX11" fmla="*/ 2742253 w 3608975"/>
                  <a:gd name="connsiteY11" fmla="*/ 1810537 h 4073121"/>
                  <a:gd name="connsiteX12" fmla="*/ 2721414 w 3608975"/>
                  <a:gd name="connsiteY12" fmla="*/ 1835165 h 4073121"/>
                  <a:gd name="connsiteX13" fmla="*/ 2716677 w 3608975"/>
                  <a:gd name="connsiteY13" fmla="*/ 2847762 h 4073121"/>
                  <a:gd name="connsiteX14" fmla="*/ 2714783 w 3608975"/>
                  <a:gd name="connsiteY14" fmla="*/ 3506093 h 4073121"/>
                  <a:gd name="connsiteX15" fmla="*/ 2669316 w 3608975"/>
                  <a:gd name="connsiteY15" fmla="*/ 3584713 h 4073121"/>
                  <a:gd name="connsiteX16" fmla="*/ 1829116 w 3608975"/>
                  <a:gd name="connsiteY16" fmla="*/ 4062121 h 4073121"/>
                  <a:gd name="connsiteX17" fmla="*/ 1760915 w 3608975"/>
                  <a:gd name="connsiteY17" fmla="*/ 4064963 h 4073121"/>
                  <a:gd name="connsiteX18" fmla="*/ 1322344 w 3608975"/>
                  <a:gd name="connsiteY18" fmla="*/ 3807314 h 4073121"/>
                  <a:gd name="connsiteX19" fmla="*/ 914084 w 3608975"/>
                  <a:gd name="connsiteY19" fmla="*/ 3571452 h 4073121"/>
                  <a:gd name="connsiteX20" fmla="*/ 891350 w 3608975"/>
                  <a:gd name="connsiteY20" fmla="*/ 3521248 h 4073121"/>
                  <a:gd name="connsiteX21" fmla="*/ 894192 w 3608975"/>
                  <a:gd name="connsiteY21" fmla="*/ 2841132 h 4073121"/>
                  <a:gd name="connsiteX22" fmla="*/ 901770 w 3608975"/>
                  <a:gd name="connsiteY22" fmla="*/ 1840849 h 4073121"/>
                  <a:gd name="connsiteX23" fmla="*/ 853461 w 3608975"/>
                  <a:gd name="connsiteY23" fmla="*/ 1803906 h 4073121"/>
                  <a:gd name="connsiteX24" fmla="*/ 39784 w 3608975"/>
                  <a:gd name="connsiteY24" fmla="*/ 1799170 h 4073121"/>
                  <a:gd name="connsiteX25" fmla="*/ 0 w 3608975"/>
                  <a:gd name="connsiteY25" fmla="*/ 1789698 h 407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08975" h="4073121">
                    <a:moveTo>
                      <a:pt x="0" y="1789698"/>
                    </a:moveTo>
                    <a:cubicBezTo>
                      <a:pt x="47362" y="1742336"/>
                      <a:pt x="93777" y="1694027"/>
                      <a:pt x="141138" y="1647612"/>
                    </a:cubicBezTo>
                    <a:cubicBezTo>
                      <a:pt x="624230" y="1170205"/>
                      <a:pt x="1108268" y="691850"/>
                      <a:pt x="1592306" y="213495"/>
                    </a:cubicBezTo>
                    <a:cubicBezTo>
                      <a:pt x="1654824" y="151924"/>
                      <a:pt x="1719236" y="91301"/>
                      <a:pt x="1777965" y="25942"/>
                    </a:cubicBezTo>
                    <a:cubicBezTo>
                      <a:pt x="1811118" y="-10053"/>
                      <a:pt x="1836694" y="-7212"/>
                      <a:pt x="1864164" y="25942"/>
                    </a:cubicBezTo>
                    <a:cubicBezTo>
                      <a:pt x="1912473" y="86565"/>
                      <a:pt x="1970254" y="137716"/>
                      <a:pt x="2024247" y="191708"/>
                    </a:cubicBezTo>
                    <a:cubicBezTo>
                      <a:pt x="2157807" y="327163"/>
                      <a:pt x="2293262" y="461671"/>
                      <a:pt x="2426823" y="597126"/>
                    </a:cubicBezTo>
                    <a:cubicBezTo>
                      <a:pt x="2654160" y="830146"/>
                      <a:pt x="2883391" y="1060325"/>
                      <a:pt x="3111676" y="1292398"/>
                    </a:cubicBezTo>
                    <a:cubicBezTo>
                      <a:pt x="3272706" y="1457218"/>
                      <a:pt x="3435631" y="1620142"/>
                      <a:pt x="3597608" y="1784962"/>
                    </a:cubicBezTo>
                    <a:cubicBezTo>
                      <a:pt x="3605186" y="1792540"/>
                      <a:pt x="3617500" y="1796329"/>
                      <a:pt x="3617500" y="1817168"/>
                    </a:cubicBezTo>
                    <a:cubicBezTo>
                      <a:pt x="3534143" y="1817168"/>
                      <a:pt x="3450787" y="1818115"/>
                      <a:pt x="3367430" y="1817168"/>
                    </a:cubicBezTo>
                    <a:cubicBezTo>
                      <a:pt x="3159038" y="1815273"/>
                      <a:pt x="2950645" y="1813379"/>
                      <a:pt x="2742253" y="1810537"/>
                    </a:cubicBezTo>
                    <a:cubicBezTo>
                      <a:pt x="2721414" y="1810537"/>
                      <a:pt x="2721414" y="1816221"/>
                      <a:pt x="2721414" y="1835165"/>
                    </a:cubicBezTo>
                    <a:cubicBezTo>
                      <a:pt x="2720466" y="2172382"/>
                      <a:pt x="2718572" y="2510546"/>
                      <a:pt x="2716677" y="2847762"/>
                    </a:cubicBezTo>
                    <a:cubicBezTo>
                      <a:pt x="2715730" y="3067521"/>
                      <a:pt x="2714783" y="3286333"/>
                      <a:pt x="2714783" y="3506093"/>
                    </a:cubicBezTo>
                    <a:cubicBezTo>
                      <a:pt x="2714783" y="3543035"/>
                      <a:pt x="2702469" y="3564821"/>
                      <a:pt x="2669316" y="3584713"/>
                    </a:cubicBezTo>
                    <a:cubicBezTo>
                      <a:pt x="2388933" y="3741955"/>
                      <a:pt x="2109498" y="3902038"/>
                      <a:pt x="1829116" y="4062121"/>
                    </a:cubicBezTo>
                    <a:cubicBezTo>
                      <a:pt x="1805435" y="4075382"/>
                      <a:pt x="1787437" y="4081066"/>
                      <a:pt x="1760915" y="4064963"/>
                    </a:cubicBezTo>
                    <a:cubicBezTo>
                      <a:pt x="1615987" y="3977817"/>
                      <a:pt x="1469165" y="3892565"/>
                      <a:pt x="1322344" y="3807314"/>
                    </a:cubicBezTo>
                    <a:cubicBezTo>
                      <a:pt x="1186889" y="3727746"/>
                      <a:pt x="1051434" y="3648178"/>
                      <a:pt x="914084" y="3571452"/>
                    </a:cubicBezTo>
                    <a:cubicBezTo>
                      <a:pt x="890403" y="3558191"/>
                      <a:pt x="891350" y="3542087"/>
                      <a:pt x="891350" y="3521248"/>
                    </a:cubicBezTo>
                    <a:cubicBezTo>
                      <a:pt x="892298" y="3294858"/>
                      <a:pt x="893245" y="3068469"/>
                      <a:pt x="894192" y="2841132"/>
                    </a:cubicBezTo>
                    <a:cubicBezTo>
                      <a:pt x="896087" y="2507704"/>
                      <a:pt x="897981" y="2174276"/>
                      <a:pt x="901770" y="1840849"/>
                    </a:cubicBezTo>
                    <a:cubicBezTo>
                      <a:pt x="901770" y="1800118"/>
                      <a:pt x="879037" y="1803906"/>
                      <a:pt x="853461" y="1803906"/>
                    </a:cubicBezTo>
                    <a:cubicBezTo>
                      <a:pt x="582551" y="1802959"/>
                      <a:pt x="311641" y="1801065"/>
                      <a:pt x="39784" y="1799170"/>
                    </a:cubicBezTo>
                    <a:cubicBezTo>
                      <a:pt x="28417" y="1799170"/>
                      <a:pt x="15156" y="1803906"/>
                      <a:pt x="0" y="1789698"/>
                    </a:cubicBezTo>
                    <a:close/>
                  </a:path>
                </a:pathLst>
              </a:custGeom>
              <a:solidFill>
                <a:schemeClr val="accent2"/>
              </a:solidFill>
              <a:ln w="9462" cap="flat">
                <a:noFill/>
                <a:prstDash val="solid"/>
                <a:miter/>
              </a:ln>
            </p:spPr>
            <p:txBody>
              <a:bodyPr rtlCol="0" anchor="ctr"/>
              <a:lstStyle/>
              <a:p>
                <a:endParaRPr lang="en-US"/>
              </a:p>
            </p:txBody>
          </p:sp>
        </p:grpSp>
        <p:sp>
          <p:nvSpPr>
            <p:cNvPr id="5" name="Parallelogram 15">
              <a:extLst>
                <a:ext uri="{FF2B5EF4-FFF2-40B4-BE49-F238E27FC236}">
                  <a16:creationId xmlns:a16="http://schemas.microsoft.com/office/drawing/2014/main" id="{63DEBD42-6438-4162-8C5C-354385CD3372}"/>
                </a:ext>
              </a:extLst>
            </p:cNvPr>
            <p:cNvSpPr/>
            <p:nvPr/>
          </p:nvSpPr>
          <p:spPr>
            <a:xfrm flipH="1">
              <a:off x="2295102" y="2549490"/>
              <a:ext cx="400895" cy="400895"/>
            </a:xfrm>
            <a:custGeom>
              <a:avLst/>
              <a:gdLst/>
              <a:ahLst/>
              <a:cxnLst/>
              <a:rect l="l" t="t" r="r" b="b"/>
              <a:pathLst>
                <a:path w="3242753" h="3227814">
                  <a:moveTo>
                    <a:pt x="1621376" y="1043635"/>
                  </a:moveTo>
                  <a:cubicBezTo>
                    <a:pt x="1557188" y="1043635"/>
                    <a:pt x="1505154" y="1095669"/>
                    <a:pt x="1505154" y="1159857"/>
                  </a:cubicBezTo>
                  <a:lnTo>
                    <a:pt x="1505154" y="1625483"/>
                  </a:lnTo>
                  <a:lnTo>
                    <a:pt x="1033577" y="1625483"/>
                  </a:lnTo>
                  <a:cubicBezTo>
                    <a:pt x="969389" y="1625483"/>
                    <a:pt x="917355" y="1677517"/>
                    <a:pt x="917355" y="1741705"/>
                  </a:cubicBezTo>
                  <a:cubicBezTo>
                    <a:pt x="917355" y="1805893"/>
                    <a:pt x="969389" y="1857927"/>
                    <a:pt x="1033577" y="1857927"/>
                  </a:cubicBezTo>
                  <a:lnTo>
                    <a:pt x="1614688" y="1857927"/>
                  </a:lnTo>
                  <a:lnTo>
                    <a:pt x="1619859" y="1856884"/>
                  </a:lnTo>
                  <a:cubicBezTo>
                    <a:pt x="1620361" y="1857187"/>
                    <a:pt x="1620868" y="1857190"/>
                    <a:pt x="1621376" y="1857190"/>
                  </a:cubicBezTo>
                  <a:cubicBezTo>
                    <a:pt x="1685564" y="1857190"/>
                    <a:pt x="1737598" y="1805156"/>
                    <a:pt x="1737598" y="1740968"/>
                  </a:cubicBezTo>
                  <a:lnTo>
                    <a:pt x="1737598" y="1159857"/>
                  </a:lnTo>
                  <a:cubicBezTo>
                    <a:pt x="1737598" y="1095669"/>
                    <a:pt x="1685564" y="1043635"/>
                    <a:pt x="1621376" y="1043635"/>
                  </a:cubicBezTo>
                  <a:close/>
                  <a:moveTo>
                    <a:pt x="1621376" y="628818"/>
                  </a:moveTo>
                  <a:cubicBezTo>
                    <a:pt x="2206882" y="628818"/>
                    <a:pt x="2681529" y="1103464"/>
                    <a:pt x="2681529" y="1688970"/>
                  </a:cubicBezTo>
                  <a:cubicBezTo>
                    <a:pt x="2681529" y="2274476"/>
                    <a:pt x="2206882" y="2749122"/>
                    <a:pt x="1621376" y="2749122"/>
                  </a:cubicBezTo>
                  <a:cubicBezTo>
                    <a:pt x="1035870" y="2749122"/>
                    <a:pt x="561223" y="2274476"/>
                    <a:pt x="561223" y="1688970"/>
                  </a:cubicBezTo>
                  <a:cubicBezTo>
                    <a:pt x="561223" y="1103464"/>
                    <a:pt x="1035870" y="628818"/>
                    <a:pt x="1621376" y="628818"/>
                  </a:cubicBezTo>
                  <a:close/>
                  <a:moveTo>
                    <a:pt x="1621376" y="424596"/>
                  </a:moveTo>
                  <a:cubicBezTo>
                    <a:pt x="923081" y="424596"/>
                    <a:pt x="357001" y="990676"/>
                    <a:pt x="357001" y="1688970"/>
                  </a:cubicBezTo>
                  <a:cubicBezTo>
                    <a:pt x="357001" y="2128645"/>
                    <a:pt x="581423" y="2515905"/>
                    <a:pt x="922189" y="2742109"/>
                  </a:cubicBezTo>
                  <a:lnTo>
                    <a:pt x="652992" y="3227814"/>
                  </a:lnTo>
                  <a:lnTo>
                    <a:pt x="911997" y="3227814"/>
                  </a:lnTo>
                  <a:lnTo>
                    <a:pt x="1121304" y="2850168"/>
                  </a:lnTo>
                  <a:cubicBezTo>
                    <a:pt x="1274563" y="2916691"/>
                    <a:pt x="1443689" y="2953344"/>
                    <a:pt x="1621376" y="2953344"/>
                  </a:cubicBezTo>
                  <a:cubicBezTo>
                    <a:pt x="1799063" y="2953344"/>
                    <a:pt x="1968189" y="2916691"/>
                    <a:pt x="2121449" y="2850168"/>
                  </a:cubicBezTo>
                  <a:lnTo>
                    <a:pt x="2330755" y="3227814"/>
                  </a:lnTo>
                  <a:lnTo>
                    <a:pt x="2589760" y="3227814"/>
                  </a:lnTo>
                  <a:lnTo>
                    <a:pt x="2320563" y="2742109"/>
                  </a:lnTo>
                  <a:cubicBezTo>
                    <a:pt x="2661329" y="2515905"/>
                    <a:pt x="2885751" y="2128645"/>
                    <a:pt x="2885751" y="1688970"/>
                  </a:cubicBezTo>
                  <a:cubicBezTo>
                    <a:pt x="2885751" y="990676"/>
                    <a:pt x="2319671" y="424596"/>
                    <a:pt x="1621376" y="424596"/>
                  </a:cubicBezTo>
                  <a:close/>
                  <a:moveTo>
                    <a:pt x="2599800" y="123238"/>
                  </a:moveTo>
                  <a:cubicBezTo>
                    <a:pt x="2434609" y="120698"/>
                    <a:pt x="2268460" y="180476"/>
                    <a:pt x="2139563" y="303161"/>
                  </a:cubicBezTo>
                  <a:lnTo>
                    <a:pt x="3057258" y="1232053"/>
                  </a:lnTo>
                  <a:cubicBezTo>
                    <a:pt x="3305736" y="977255"/>
                    <a:pt x="3304415" y="570405"/>
                    <a:pt x="3054287" y="317226"/>
                  </a:cubicBezTo>
                  <a:cubicBezTo>
                    <a:pt x="2929224" y="190636"/>
                    <a:pt x="2764991" y="125778"/>
                    <a:pt x="2599800" y="123238"/>
                  </a:cubicBezTo>
                  <a:close/>
                  <a:moveTo>
                    <a:pt x="642953" y="123238"/>
                  </a:moveTo>
                  <a:cubicBezTo>
                    <a:pt x="477762" y="125778"/>
                    <a:pt x="313529" y="190636"/>
                    <a:pt x="188466" y="317226"/>
                  </a:cubicBezTo>
                  <a:cubicBezTo>
                    <a:pt x="-61662" y="570405"/>
                    <a:pt x="-62983" y="977255"/>
                    <a:pt x="185495" y="1232053"/>
                  </a:cubicBezTo>
                  <a:lnTo>
                    <a:pt x="1103190" y="303161"/>
                  </a:lnTo>
                  <a:cubicBezTo>
                    <a:pt x="974294" y="180476"/>
                    <a:pt x="808144" y="120698"/>
                    <a:pt x="642953" y="123238"/>
                  </a:cubicBezTo>
                  <a:close/>
                  <a:moveTo>
                    <a:pt x="1722692" y="0"/>
                  </a:moveTo>
                  <a:lnTo>
                    <a:pt x="1520061" y="0"/>
                  </a:lnTo>
                  <a:cubicBezTo>
                    <a:pt x="1440152" y="0"/>
                    <a:pt x="1375373" y="64779"/>
                    <a:pt x="1375373" y="144688"/>
                  </a:cubicBezTo>
                  <a:lnTo>
                    <a:pt x="1375373" y="289376"/>
                  </a:lnTo>
                  <a:lnTo>
                    <a:pt x="1867380" y="289376"/>
                  </a:lnTo>
                  <a:lnTo>
                    <a:pt x="1867380" y="144688"/>
                  </a:lnTo>
                  <a:cubicBezTo>
                    <a:pt x="1867380" y="64779"/>
                    <a:pt x="1802601" y="0"/>
                    <a:pt x="172269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1200" dirty="0"/>
            </a:p>
          </p:txBody>
        </p:sp>
        <p:sp>
          <p:nvSpPr>
            <p:cNvPr id="6" name="Rectangle 16">
              <a:extLst>
                <a:ext uri="{FF2B5EF4-FFF2-40B4-BE49-F238E27FC236}">
                  <a16:creationId xmlns:a16="http://schemas.microsoft.com/office/drawing/2014/main" id="{C3CEBD1C-C598-4BDC-8C6B-A3336EE7180B}"/>
                </a:ext>
              </a:extLst>
            </p:cNvPr>
            <p:cNvSpPr/>
            <p:nvPr/>
          </p:nvSpPr>
          <p:spPr>
            <a:xfrm rot="2700000">
              <a:off x="1217726" y="4562085"/>
              <a:ext cx="265920" cy="476745"/>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1200" dirty="0"/>
            </a:p>
          </p:txBody>
        </p:sp>
        <p:sp>
          <p:nvSpPr>
            <p:cNvPr id="7" name="Rectangle 9">
              <a:extLst>
                <a:ext uri="{FF2B5EF4-FFF2-40B4-BE49-F238E27FC236}">
                  <a16:creationId xmlns:a16="http://schemas.microsoft.com/office/drawing/2014/main" id="{DD0E2AE8-6FB2-4CAC-A841-6BAB15211E4F}"/>
                </a:ext>
              </a:extLst>
            </p:cNvPr>
            <p:cNvSpPr/>
            <p:nvPr/>
          </p:nvSpPr>
          <p:spPr>
            <a:xfrm>
              <a:off x="3548745" y="4622819"/>
              <a:ext cx="379532" cy="355275"/>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grpSp>
      <p:sp>
        <p:nvSpPr>
          <p:cNvPr id="11" name="직사각형 10">
            <a:extLst>
              <a:ext uri="{FF2B5EF4-FFF2-40B4-BE49-F238E27FC236}">
                <a16:creationId xmlns:a16="http://schemas.microsoft.com/office/drawing/2014/main" id="{AA5C5E91-5212-475A-B8B6-32D4E4D11E66}"/>
              </a:ext>
            </a:extLst>
          </p:cNvPr>
          <p:cNvSpPr/>
          <p:nvPr/>
        </p:nvSpPr>
        <p:spPr>
          <a:xfrm>
            <a:off x="7576771" y="1630729"/>
            <a:ext cx="72000" cy="126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1A3B7F50-A745-430E-8534-CA39207C8100}"/>
              </a:ext>
            </a:extLst>
          </p:cNvPr>
          <p:cNvSpPr/>
          <p:nvPr/>
        </p:nvSpPr>
        <p:spPr>
          <a:xfrm>
            <a:off x="7576771" y="3312099"/>
            <a:ext cx="72000" cy="12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85BDE4C8-0C70-406B-9A85-F27A920FD058}"/>
              </a:ext>
            </a:extLst>
          </p:cNvPr>
          <p:cNvSpPr/>
          <p:nvPr/>
        </p:nvSpPr>
        <p:spPr>
          <a:xfrm>
            <a:off x="7567648" y="4989651"/>
            <a:ext cx="72000" cy="12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4" name="그룹 13">
            <a:extLst>
              <a:ext uri="{FF2B5EF4-FFF2-40B4-BE49-F238E27FC236}">
                <a16:creationId xmlns:a16="http://schemas.microsoft.com/office/drawing/2014/main" id="{CF24CD31-F720-4079-A74C-F16E8C245295}"/>
              </a:ext>
            </a:extLst>
          </p:cNvPr>
          <p:cNvGrpSpPr/>
          <p:nvPr/>
        </p:nvGrpSpPr>
        <p:grpSpPr>
          <a:xfrm>
            <a:off x="7892023" y="1069027"/>
            <a:ext cx="3479199" cy="2970256"/>
            <a:chOff x="7892023" y="1026677"/>
            <a:chExt cx="3479199" cy="2970256"/>
          </a:xfrm>
        </p:grpSpPr>
        <p:sp>
          <p:nvSpPr>
            <p:cNvPr id="15" name="TextBox 14">
              <a:extLst>
                <a:ext uri="{FF2B5EF4-FFF2-40B4-BE49-F238E27FC236}">
                  <a16:creationId xmlns:a16="http://schemas.microsoft.com/office/drawing/2014/main" id="{4625820E-9FE5-4AE3-B7B7-D115C62D4469}"/>
                </a:ext>
              </a:extLst>
            </p:cNvPr>
            <p:cNvSpPr txBox="1"/>
            <p:nvPr/>
          </p:nvSpPr>
          <p:spPr>
            <a:xfrm>
              <a:off x="7892023" y="1026677"/>
              <a:ext cx="3479199" cy="954107"/>
            </a:xfrm>
            <a:prstGeom prst="rect">
              <a:avLst/>
            </a:prstGeom>
            <a:noFill/>
          </p:spPr>
          <p:txBody>
            <a:bodyPr wrap="square" rtlCol="0">
              <a:spAutoFit/>
            </a:bodyPr>
            <a:lstStyle/>
            <a:p>
              <a:r>
                <a:rPr lang="en-GB" sz="1400" dirty="0"/>
                <a:t>The proposed </a:t>
              </a:r>
              <a:r>
                <a:rPr lang="en-GB" sz="1400" dirty="0" smtClean="0"/>
                <a:t>system is </a:t>
              </a:r>
              <a:r>
                <a:rPr lang="en-GB" sz="1400" dirty="0"/>
                <a:t>a secure cloud-based web application that digitises the complete Eskom Expo project management process</a:t>
              </a:r>
              <a:r>
                <a:rPr lang="en-US" altLang="ko-KR" sz="1200" dirty="0" smtClean="0">
                  <a:solidFill>
                    <a:schemeClr val="tx1">
                      <a:lumMod val="75000"/>
                      <a:lumOff val="25000"/>
                    </a:schemeClr>
                  </a:solidFill>
                  <a:cs typeface="Arial" pitchFamily="34" charset="0"/>
                </a:rPr>
                <a:t>. </a:t>
              </a:r>
              <a:endParaRPr lang="en-US" altLang="ko-KR" sz="1200" dirty="0">
                <a:solidFill>
                  <a:schemeClr val="tx1">
                    <a:lumMod val="75000"/>
                    <a:lumOff val="25000"/>
                  </a:schemeClr>
                </a:solidFill>
                <a:cs typeface="Arial" pitchFamily="34" charset="0"/>
              </a:endParaRPr>
            </a:p>
          </p:txBody>
        </p:sp>
        <p:sp>
          <p:nvSpPr>
            <p:cNvPr id="16" name="TextBox 15">
              <a:extLst>
                <a:ext uri="{FF2B5EF4-FFF2-40B4-BE49-F238E27FC236}">
                  <a16:creationId xmlns:a16="http://schemas.microsoft.com/office/drawing/2014/main" id="{8220F263-2836-4EEC-BF19-890A5388175D}"/>
                </a:ext>
              </a:extLst>
            </p:cNvPr>
            <p:cNvSpPr txBox="1"/>
            <p:nvPr/>
          </p:nvSpPr>
          <p:spPr>
            <a:xfrm>
              <a:off x="8178629" y="1995547"/>
              <a:ext cx="3184103" cy="307777"/>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400" dirty="0" smtClean="0">
                  <a:solidFill>
                    <a:schemeClr val="accent1">
                      <a:lumMod val="50000"/>
                    </a:schemeClr>
                  </a:solidFill>
                  <a:cs typeface="Arial" pitchFamily="34" charset="0"/>
                </a:rPr>
                <a:t>Enable learner registration</a:t>
              </a:r>
              <a:endParaRPr lang="ko-KR" altLang="en-US" sz="1400" dirty="0">
                <a:solidFill>
                  <a:schemeClr val="accent1">
                    <a:lumMod val="50000"/>
                  </a:schemeClr>
                </a:solidFill>
                <a:cs typeface="Arial" pitchFamily="34" charset="0"/>
              </a:endParaRPr>
            </a:p>
          </p:txBody>
        </p:sp>
        <p:sp>
          <p:nvSpPr>
            <p:cNvPr id="17" name="TextBox 16">
              <a:extLst>
                <a:ext uri="{FF2B5EF4-FFF2-40B4-BE49-F238E27FC236}">
                  <a16:creationId xmlns:a16="http://schemas.microsoft.com/office/drawing/2014/main" id="{3331E858-F263-4CF3-8F16-8863BAEAC2CD}"/>
                </a:ext>
              </a:extLst>
            </p:cNvPr>
            <p:cNvSpPr txBox="1"/>
            <p:nvPr/>
          </p:nvSpPr>
          <p:spPr>
            <a:xfrm>
              <a:off x="8187119" y="2396495"/>
              <a:ext cx="3184103" cy="1600438"/>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400" dirty="0" smtClean="0">
                  <a:solidFill>
                    <a:schemeClr val="accent1">
                      <a:lumMod val="50000"/>
                    </a:schemeClr>
                  </a:solidFill>
                  <a:cs typeface="Arial" pitchFamily="34" charset="0"/>
                </a:rPr>
                <a:t>Digital submission of research projects</a:t>
              </a:r>
            </a:p>
            <a:p>
              <a:pPr marL="228600" indent="-228600">
                <a:buFont typeface="Wingdings" panose="05000000000000000000" pitchFamily="2" charset="2"/>
                <a:buChar char="Ø"/>
              </a:pPr>
              <a:endParaRPr lang="en-US" altLang="ko-KR" sz="1400" dirty="0">
                <a:solidFill>
                  <a:schemeClr val="accent1">
                    <a:lumMod val="50000"/>
                  </a:schemeClr>
                </a:solidFill>
                <a:cs typeface="Arial" pitchFamily="34" charset="0"/>
              </a:endParaRPr>
            </a:p>
            <a:p>
              <a:pPr marL="228600" indent="-228600">
                <a:buFont typeface="Wingdings" panose="05000000000000000000" pitchFamily="2" charset="2"/>
                <a:buChar char="Ø"/>
              </a:pPr>
              <a:r>
                <a:rPr lang="en-US" altLang="ko-KR" sz="1400" dirty="0">
                  <a:solidFill>
                    <a:schemeClr val="accent1">
                      <a:lumMod val="50000"/>
                    </a:schemeClr>
                  </a:solidFill>
                  <a:cs typeface="Arial" pitchFamily="34" charset="0"/>
                </a:rPr>
                <a:t>Real time communication with </a:t>
              </a:r>
              <a:r>
                <a:rPr lang="en-US" altLang="ko-KR" sz="1400" dirty="0" smtClean="0">
                  <a:solidFill>
                    <a:schemeClr val="accent1">
                      <a:lumMod val="50000"/>
                    </a:schemeClr>
                  </a:solidFill>
                  <a:cs typeface="Arial" pitchFamily="34" charset="0"/>
                </a:rPr>
                <a:t>administrators</a:t>
              </a:r>
            </a:p>
            <a:p>
              <a:pPr marL="228600" indent="-228600">
                <a:buFont typeface="Wingdings" panose="05000000000000000000" pitchFamily="2" charset="2"/>
                <a:buChar char="Ø"/>
              </a:pPr>
              <a:endParaRPr lang="ko-KR" altLang="en-US" sz="1400" dirty="0">
                <a:solidFill>
                  <a:schemeClr val="accent1">
                    <a:lumMod val="50000"/>
                  </a:schemeClr>
                </a:solidFill>
                <a:cs typeface="Arial" pitchFamily="34" charset="0"/>
              </a:endParaRPr>
            </a:p>
            <a:p>
              <a:pPr marL="228600" indent="-228600">
                <a:buFont typeface="Wingdings" panose="05000000000000000000" pitchFamily="2" charset="2"/>
                <a:buChar char="Ø"/>
              </a:pPr>
              <a:r>
                <a:rPr lang="en-US" altLang="ko-KR" sz="1400" dirty="0" smtClean="0">
                  <a:solidFill>
                    <a:schemeClr val="accent1">
                      <a:lumMod val="50000"/>
                    </a:schemeClr>
                  </a:solidFill>
                  <a:cs typeface="Arial" pitchFamily="34" charset="0"/>
                </a:rPr>
                <a:t> Receiving feedback</a:t>
              </a:r>
              <a:endParaRPr lang="ko-KR" altLang="en-US" sz="1400" dirty="0">
                <a:solidFill>
                  <a:schemeClr val="accent1">
                    <a:lumMod val="50000"/>
                  </a:schemeClr>
                </a:solidFill>
                <a:cs typeface="Arial" pitchFamily="34" charset="0"/>
              </a:endParaRPr>
            </a:p>
          </p:txBody>
        </p:sp>
      </p:grpSp>
      <p:sp>
        <p:nvSpPr>
          <p:cNvPr id="18" name="TextBox 17">
            <a:extLst>
              <a:ext uri="{FF2B5EF4-FFF2-40B4-BE49-F238E27FC236}">
                <a16:creationId xmlns:a16="http://schemas.microsoft.com/office/drawing/2014/main" id="{44F0DDC4-3454-4A43-9103-5BEC3BAD98FF}"/>
              </a:ext>
            </a:extLst>
          </p:cNvPr>
          <p:cNvSpPr txBox="1"/>
          <p:nvPr/>
        </p:nvSpPr>
        <p:spPr>
          <a:xfrm>
            <a:off x="5993208" y="2523161"/>
            <a:ext cx="2193910" cy="338554"/>
          </a:xfrm>
          <a:prstGeom prst="rect">
            <a:avLst/>
          </a:prstGeom>
          <a:noFill/>
        </p:spPr>
        <p:txBody>
          <a:bodyPr wrap="square" lIns="108000" rIns="108000" rtlCol="0">
            <a:spAutoFit/>
          </a:bodyPr>
          <a:lstStyle/>
          <a:p>
            <a:r>
              <a:rPr lang="en-GB" altLang="ko-KR" sz="1600" b="1" dirty="0" smtClean="0">
                <a:solidFill>
                  <a:schemeClr val="accent2"/>
                </a:solidFill>
                <a:cs typeface="Arial" pitchFamily="34" charset="0"/>
              </a:rPr>
              <a:t>For Learners</a:t>
            </a:r>
            <a:endParaRPr lang="ko-KR" altLang="en-US" sz="1600" b="1" dirty="0">
              <a:solidFill>
                <a:schemeClr val="accent2"/>
              </a:solidFill>
              <a:cs typeface="Arial" pitchFamily="34" charset="0"/>
            </a:endParaRPr>
          </a:p>
        </p:txBody>
      </p:sp>
      <p:sp>
        <p:nvSpPr>
          <p:cNvPr id="19" name="TextBox 18">
            <a:extLst>
              <a:ext uri="{FF2B5EF4-FFF2-40B4-BE49-F238E27FC236}">
                <a16:creationId xmlns:a16="http://schemas.microsoft.com/office/drawing/2014/main" id="{B934E357-4D87-4C52-9845-3999531ABDB0}"/>
              </a:ext>
            </a:extLst>
          </p:cNvPr>
          <p:cNvSpPr txBox="1"/>
          <p:nvPr/>
        </p:nvSpPr>
        <p:spPr>
          <a:xfrm>
            <a:off x="6022342" y="4158309"/>
            <a:ext cx="1869681" cy="338554"/>
          </a:xfrm>
          <a:prstGeom prst="rect">
            <a:avLst/>
          </a:prstGeom>
          <a:noFill/>
        </p:spPr>
        <p:txBody>
          <a:bodyPr wrap="square" lIns="108000" rIns="108000" rtlCol="0">
            <a:spAutoFit/>
          </a:bodyPr>
          <a:lstStyle/>
          <a:p>
            <a:r>
              <a:rPr lang="en-GB" altLang="ko-KR" sz="1600" b="1" dirty="0" smtClean="0">
                <a:solidFill>
                  <a:schemeClr val="accent4"/>
                </a:solidFill>
                <a:cs typeface="Arial" pitchFamily="34" charset="0"/>
              </a:rPr>
              <a:t>For Judges</a:t>
            </a:r>
            <a:endParaRPr lang="ko-KR" altLang="en-US" sz="1600" b="1" dirty="0">
              <a:solidFill>
                <a:schemeClr val="accent4"/>
              </a:solidFill>
              <a:cs typeface="Arial" pitchFamily="34" charset="0"/>
            </a:endParaRPr>
          </a:p>
        </p:txBody>
      </p:sp>
      <p:sp>
        <p:nvSpPr>
          <p:cNvPr id="20" name="TextBox 19">
            <a:extLst>
              <a:ext uri="{FF2B5EF4-FFF2-40B4-BE49-F238E27FC236}">
                <a16:creationId xmlns:a16="http://schemas.microsoft.com/office/drawing/2014/main" id="{822326AF-1895-48CA-8D3B-DE98C672AAC0}"/>
              </a:ext>
            </a:extLst>
          </p:cNvPr>
          <p:cNvSpPr txBox="1"/>
          <p:nvPr/>
        </p:nvSpPr>
        <p:spPr>
          <a:xfrm>
            <a:off x="5840172" y="5625029"/>
            <a:ext cx="1869681" cy="584775"/>
          </a:xfrm>
          <a:prstGeom prst="rect">
            <a:avLst/>
          </a:prstGeom>
          <a:noFill/>
        </p:spPr>
        <p:txBody>
          <a:bodyPr wrap="square" lIns="108000" rIns="108000" rtlCol="0">
            <a:spAutoFit/>
          </a:bodyPr>
          <a:lstStyle/>
          <a:p>
            <a:r>
              <a:rPr lang="en-GB" altLang="ko-KR" sz="1600" b="1" dirty="0" smtClean="0">
                <a:solidFill>
                  <a:schemeClr val="accent3"/>
                </a:solidFill>
                <a:cs typeface="Arial" pitchFamily="34" charset="0"/>
              </a:rPr>
              <a:t>For Administrators</a:t>
            </a:r>
            <a:endParaRPr lang="ko-KR" altLang="en-US" sz="1600" b="1" dirty="0">
              <a:solidFill>
                <a:schemeClr val="accent3"/>
              </a:solidFill>
              <a:cs typeface="Arial" pitchFamily="34" charset="0"/>
            </a:endParaRPr>
          </a:p>
        </p:txBody>
      </p:sp>
      <p:grpSp>
        <p:nvGrpSpPr>
          <p:cNvPr id="21" name="그룹 20">
            <a:extLst>
              <a:ext uri="{FF2B5EF4-FFF2-40B4-BE49-F238E27FC236}">
                <a16:creationId xmlns:a16="http://schemas.microsoft.com/office/drawing/2014/main" id="{CE367042-881C-4938-8066-2B2E4AC6200F}"/>
              </a:ext>
            </a:extLst>
          </p:cNvPr>
          <p:cNvGrpSpPr/>
          <p:nvPr/>
        </p:nvGrpSpPr>
        <p:grpSpPr>
          <a:xfrm>
            <a:off x="8187119" y="4131272"/>
            <a:ext cx="3224252" cy="922987"/>
            <a:chOff x="8187119" y="2868451"/>
            <a:chExt cx="3224252" cy="922987"/>
          </a:xfrm>
        </p:grpSpPr>
        <p:sp>
          <p:nvSpPr>
            <p:cNvPr id="23" name="TextBox 22">
              <a:extLst>
                <a:ext uri="{FF2B5EF4-FFF2-40B4-BE49-F238E27FC236}">
                  <a16:creationId xmlns:a16="http://schemas.microsoft.com/office/drawing/2014/main" id="{C3FCA313-D9C1-42B7-88D8-412534441DEE}"/>
                </a:ext>
              </a:extLst>
            </p:cNvPr>
            <p:cNvSpPr txBox="1"/>
            <p:nvPr/>
          </p:nvSpPr>
          <p:spPr>
            <a:xfrm>
              <a:off x="8187119" y="3268218"/>
              <a:ext cx="3184103" cy="523220"/>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400" dirty="0" smtClean="0">
                  <a:solidFill>
                    <a:srgbClr val="FFC000"/>
                  </a:solidFill>
                  <a:cs typeface="Arial" pitchFamily="34" charset="0"/>
                </a:rPr>
                <a:t>Score projects using a standard rubric and provide feedback</a:t>
              </a:r>
              <a:endParaRPr lang="ko-KR" altLang="en-US" sz="1400" dirty="0">
                <a:solidFill>
                  <a:srgbClr val="FFC000"/>
                </a:solidFill>
                <a:cs typeface="Arial" pitchFamily="34" charset="0"/>
              </a:endParaRPr>
            </a:p>
          </p:txBody>
        </p:sp>
        <p:sp>
          <p:nvSpPr>
            <p:cNvPr id="24" name="TextBox 23">
              <a:extLst>
                <a:ext uri="{FF2B5EF4-FFF2-40B4-BE49-F238E27FC236}">
                  <a16:creationId xmlns:a16="http://schemas.microsoft.com/office/drawing/2014/main" id="{430956E0-6BF7-478B-A210-6AF25C7AFEEA}"/>
                </a:ext>
              </a:extLst>
            </p:cNvPr>
            <p:cNvSpPr txBox="1"/>
            <p:nvPr/>
          </p:nvSpPr>
          <p:spPr>
            <a:xfrm>
              <a:off x="8227268" y="2868451"/>
              <a:ext cx="3184103" cy="307777"/>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400" dirty="0" smtClean="0">
                  <a:solidFill>
                    <a:srgbClr val="FFC000"/>
                  </a:solidFill>
                  <a:cs typeface="Arial" pitchFamily="34" charset="0"/>
                </a:rPr>
                <a:t>Review submissions online</a:t>
              </a:r>
              <a:r>
                <a:rPr lang="en-US" altLang="ko-KR" sz="1200" dirty="0" smtClean="0">
                  <a:solidFill>
                    <a:schemeClr val="tx1">
                      <a:lumMod val="85000"/>
                      <a:lumOff val="15000"/>
                    </a:schemeClr>
                  </a:solidFill>
                  <a:cs typeface="Arial" pitchFamily="34" charset="0"/>
                </a:rPr>
                <a:t>. </a:t>
              </a:r>
              <a:endParaRPr lang="ko-KR" altLang="en-US" sz="1200" dirty="0">
                <a:solidFill>
                  <a:schemeClr val="tx1">
                    <a:lumMod val="85000"/>
                    <a:lumOff val="15000"/>
                  </a:schemeClr>
                </a:solidFill>
                <a:cs typeface="Arial" pitchFamily="34" charset="0"/>
              </a:endParaRPr>
            </a:p>
          </p:txBody>
        </p:sp>
      </p:grpSp>
      <p:grpSp>
        <p:nvGrpSpPr>
          <p:cNvPr id="25" name="그룹 24">
            <a:extLst>
              <a:ext uri="{FF2B5EF4-FFF2-40B4-BE49-F238E27FC236}">
                <a16:creationId xmlns:a16="http://schemas.microsoft.com/office/drawing/2014/main" id="{ED53E3BC-B9AB-4532-8B9B-1D98EA0027E0}"/>
              </a:ext>
            </a:extLst>
          </p:cNvPr>
          <p:cNvGrpSpPr/>
          <p:nvPr/>
        </p:nvGrpSpPr>
        <p:grpSpPr>
          <a:xfrm>
            <a:off x="8178627" y="5252552"/>
            <a:ext cx="3184104" cy="998512"/>
            <a:chOff x="8178627" y="2514265"/>
            <a:chExt cx="3184104" cy="998512"/>
          </a:xfrm>
        </p:grpSpPr>
        <p:sp>
          <p:nvSpPr>
            <p:cNvPr id="27" name="TextBox 26">
              <a:extLst>
                <a:ext uri="{FF2B5EF4-FFF2-40B4-BE49-F238E27FC236}">
                  <a16:creationId xmlns:a16="http://schemas.microsoft.com/office/drawing/2014/main" id="{653B533B-11EF-478F-ACAD-AA64502EED05}"/>
                </a:ext>
              </a:extLst>
            </p:cNvPr>
            <p:cNvSpPr txBox="1"/>
            <p:nvPr/>
          </p:nvSpPr>
          <p:spPr>
            <a:xfrm>
              <a:off x="8178627" y="2989557"/>
              <a:ext cx="3184103" cy="523220"/>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400" dirty="0" smtClean="0">
                  <a:solidFill>
                    <a:schemeClr val="accent3">
                      <a:lumMod val="75000"/>
                    </a:schemeClr>
                  </a:solidFill>
                  <a:cs typeface="Arial" pitchFamily="34" charset="0"/>
                </a:rPr>
                <a:t>Allocating judges and generating reports</a:t>
              </a:r>
              <a:endParaRPr lang="ko-KR" altLang="en-US" sz="1400" dirty="0">
                <a:solidFill>
                  <a:schemeClr val="accent3">
                    <a:lumMod val="75000"/>
                  </a:schemeClr>
                </a:solidFill>
                <a:cs typeface="Arial" pitchFamily="34" charset="0"/>
              </a:endParaRPr>
            </a:p>
          </p:txBody>
        </p:sp>
        <p:sp>
          <p:nvSpPr>
            <p:cNvPr id="28" name="TextBox 27">
              <a:extLst>
                <a:ext uri="{FF2B5EF4-FFF2-40B4-BE49-F238E27FC236}">
                  <a16:creationId xmlns:a16="http://schemas.microsoft.com/office/drawing/2014/main" id="{3641DE37-CBB5-404E-A0A3-6DB392330DD2}"/>
                </a:ext>
              </a:extLst>
            </p:cNvPr>
            <p:cNvSpPr txBox="1"/>
            <p:nvPr/>
          </p:nvSpPr>
          <p:spPr>
            <a:xfrm>
              <a:off x="8178628" y="2514265"/>
              <a:ext cx="3184103" cy="523220"/>
            </a:xfrm>
            <a:prstGeom prst="rect">
              <a:avLst/>
            </a:prstGeom>
            <a:noFill/>
          </p:spPr>
          <p:txBody>
            <a:bodyPr wrap="square" rtlCol="0">
              <a:spAutoFit/>
            </a:bodyPr>
            <a:lstStyle/>
            <a:p>
              <a:pPr marL="228600" indent="-228600">
                <a:buFont typeface="Wingdings" panose="05000000000000000000" pitchFamily="2" charset="2"/>
                <a:buChar char="Ø"/>
              </a:pPr>
              <a:r>
                <a:rPr lang="en-US" altLang="ko-KR" sz="1400" dirty="0" smtClean="0">
                  <a:solidFill>
                    <a:schemeClr val="accent3">
                      <a:lumMod val="75000"/>
                    </a:schemeClr>
                  </a:solidFill>
                  <a:cs typeface="Arial" pitchFamily="34" charset="0"/>
                </a:rPr>
                <a:t>Automated management of  users and submissions</a:t>
              </a:r>
              <a:endParaRPr lang="ko-KR" altLang="en-US" sz="1400" dirty="0">
                <a:solidFill>
                  <a:schemeClr val="accent3">
                    <a:lumMod val="75000"/>
                  </a:schemeClr>
                </a:solidFill>
                <a:cs typeface="Arial" pitchFamily="34" charset="0"/>
              </a:endParaRPr>
            </a:p>
          </p:txBody>
        </p:sp>
      </p:grpSp>
    </p:spTree>
    <p:extLst>
      <p:ext uri="{BB962C8B-B14F-4D97-AF65-F5344CB8AC3E}">
        <p14:creationId xmlns:p14="http://schemas.microsoft.com/office/powerpoint/2010/main" val="42012780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C6543C80-CD65-48C3-94AB-78DAB48602F0}"/>
              </a:ext>
            </a:extLst>
          </p:cNvPr>
          <p:cNvSpPr/>
          <p:nvPr/>
        </p:nvSpPr>
        <p:spPr>
          <a:xfrm>
            <a:off x="7626484" y="223736"/>
            <a:ext cx="4387175" cy="6410528"/>
          </a:xfrm>
          <a:prstGeom prst="rect">
            <a:avLst/>
          </a:pr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Group 2">
            <a:extLst>
              <a:ext uri="{FF2B5EF4-FFF2-40B4-BE49-F238E27FC236}">
                <a16:creationId xmlns:a16="http://schemas.microsoft.com/office/drawing/2014/main" id="{D28A3791-EBD5-4513-A000-72FE2FB21667}"/>
              </a:ext>
            </a:extLst>
          </p:cNvPr>
          <p:cNvGrpSpPr/>
          <p:nvPr/>
        </p:nvGrpSpPr>
        <p:grpSpPr>
          <a:xfrm>
            <a:off x="8094412" y="562765"/>
            <a:ext cx="3510002" cy="2270665"/>
            <a:chOff x="824606" y="1125559"/>
            <a:chExt cx="3510002" cy="2270665"/>
          </a:xfrm>
        </p:grpSpPr>
        <p:sp>
          <p:nvSpPr>
            <p:cNvPr id="3" name="Freeform: Shape 3">
              <a:extLst>
                <a:ext uri="{FF2B5EF4-FFF2-40B4-BE49-F238E27FC236}">
                  <a16:creationId xmlns:a16="http://schemas.microsoft.com/office/drawing/2014/main" id="{158C2D5F-90AA-4B01-A9C6-9E80B40B0F4B}"/>
                </a:ext>
              </a:extLst>
            </p:cNvPr>
            <p:cNvSpPr/>
            <p:nvPr/>
          </p:nvSpPr>
          <p:spPr>
            <a:xfrm>
              <a:off x="824606" y="1125559"/>
              <a:ext cx="639896" cy="503307"/>
            </a:xfrm>
            <a:custGeom>
              <a:avLst/>
              <a:gdLst/>
              <a:ahLst/>
              <a:cxnLst/>
              <a:rect l="l" t="t" r="r" b="b"/>
              <a:pathLst>
                <a:path w="460177" h="361950">
                  <a:moveTo>
                    <a:pt x="427435" y="0"/>
                  </a:moveTo>
                  <a:lnTo>
                    <a:pt x="460177" y="69056"/>
                  </a:lnTo>
                  <a:cubicBezTo>
                    <a:pt x="426839" y="80169"/>
                    <a:pt x="402928" y="95647"/>
                    <a:pt x="388442" y="115491"/>
                  </a:cubicBezTo>
                  <a:cubicBezTo>
                    <a:pt x="373956" y="135335"/>
                    <a:pt x="366316" y="161727"/>
                    <a:pt x="365522" y="194667"/>
                  </a:cubicBezTo>
                  <a:lnTo>
                    <a:pt x="446485" y="194667"/>
                  </a:lnTo>
                  <a:lnTo>
                    <a:pt x="446485" y="361950"/>
                  </a:lnTo>
                  <a:lnTo>
                    <a:pt x="279202" y="361950"/>
                  </a:lnTo>
                  <a:lnTo>
                    <a:pt x="279202" y="242292"/>
                  </a:lnTo>
                  <a:cubicBezTo>
                    <a:pt x="279202" y="193477"/>
                    <a:pt x="283468" y="155178"/>
                    <a:pt x="292001" y="127397"/>
                  </a:cubicBezTo>
                  <a:cubicBezTo>
                    <a:pt x="300534" y="99616"/>
                    <a:pt x="316409" y="74613"/>
                    <a:pt x="339626" y="52388"/>
                  </a:cubicBezTo>
                  <a:cubicBezTo>
                    <a:pt x="362843" y="30163"/>
                    <a:pt x="392113" y="12700"/>
                    <a:pt x="427435" y="0"/>
                  </a:cubicBezTo>
                  <a:close/>
                  <a:moveTo>
                    <a:pt x="148233" y="0"/>
                  </a:moveTo>
                  <a:lnTo>
                    <a:pt x="180975" y="69056"/>
                  </a:lnTo>
                  <a:cubicBezTo>
                    <a:pt x="147638" y="80169"/>
                    <a:pt x="123726" y="95647"/>
                    <a:pt x="109240" y="115491"/>
                  </a:cubicBezTo>
                  <a:cubicBezTo>
                    <a:pt x="94754" y="135335"/>
                    <a:pt x="87114" y="161727"/>
                    <a:pt x="86321" y="194667"/>
                  </a:cubicBezTo>
                  <a:lnTo>
                    <a:pt x="167283" y="194667"/>
                  </a:lnTo>
                  <a:lnTo>
                    <a:pt x="167283" y="361950"/>
                  </a:lnTo>
                  <a:lnTo>
                    <a:pt x="0" y="361950"/>
                  </a:lnTo>
                  <a:lnTo>
                    <a:pt x="0" y="242292"/>
                  </a:lnTo>
                  <a:cubicBezTo>
                    <a:pt x="0" y="193874"/>
                    <a:pt x="4267" y="155674"/>
                    <a:pt x="12800" y="127695"/>
                  </a:cubicBezTo>
                  <a:cubicBezTo>
                    <a:pt x="21332" y="99715"/>
                    <a:pt x="37108" y="74613"/>
                    <a:pt x="60127" y="52388"/>
                  </a:cubicBezTo>
                  <a:cubicBezTo>
                    <a:pt x="83146" y="30163"/>
                    <a:pt x="112514" y="12700"/>
                    <a:pt x="14823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 name="Freeform: Shape 4">
              <a:extLst>
                <a:ext uri="{FF2B5EF4-FFF2-40B4-BE49-F238E27FC236}">
                  <a16:creationId xmlns:a16="http://schemas.microsoft.com/office/drawing/2014/main" id="{5A01C246-F03A-4FDF-8E50-D14A70FDFE12}"/>
                </a:ext>
              </a:extLst>
            </p:cNvPr>
            <p:cNvSpPr/>
            <p:nvPr/>
          </p:nvSpPr>
          <p:spPr>
            <a:xfrm rot="10800000">
              <a:off x="3694712" y="2892917"/>
              <a:ext cx="639896" cy="503307"/>
            </a:xfrm>
            <a:custGeom>
              <a:avLst/>
              <a:gdLst/>
              <a:ahLst/>
              <a:cxnLst/>
              <a:rect l="l" t="t" r="r" b="b"/>
              <a:pathLst>
                <a:path w="460177" h="361950">
                  <a:moveTo>
                    <a:pt x="427435" y="0"/>
                  </a:moveTo>
                  <a:lnTo>
                    <a:pt x="460177" y="69056"/>
                  </a:lnTo>
                  <a:cubicBezTo>
                    <a:pt x="426839" y="80169"/>
                    <a:pt x="402928" y="95647"/>
                    <a:pt x="388442" y="115491"/>
                  </a:cubicBezTo>
                  <a:cubicBezTo>
                    <a:pt x="373956" y="135335"/>
                    <a:pt x="366316" y="161727"/>
                    <a:pt x="365522" y="194667"/>
                  </a:cubicBezTo>
                  <a:lnTo>
                    <a:pt x="446485" y="194667"/>
                  </a:lnTo>
                  <a:lnTo>
                    <a:pt x="446485" y="361950"/>
                  </a:lnTo>
                  <a:lnTo>
                    <a:pt x="279202" y="361950"/>
                  </a:lnTo>
                  <a:lnTo>
                    <a:pt x="279202" y="242292"/>
                  </a:lnTo>
                  <a:cubicBezTo>
                    <a:pt x="279202" y="193477"/>
                    <a:pt x="283468" y="155178"/>
                    <a:pt x="292001" y="127397"/>
                  </a:cubicBezTo>
                  <a:cubicBezTo>
                    <a:pt x="300534" y="99616"/>
                    <a:pt x="316409" y="74613"/>
                    <a:pt x="339626" y="52388"/>
                  </a:cubicBezTo>
                  <a:cubicBezTo>
                    <a:pt x="362843" y="30163"/>
                    <a:pt x="392113" y="12700"/>
                    <a:pt x="427435" y="0"/>
                  </a:cubicBezTo>
                  <a:close/>
                  <a:moveTo>
                    <a:pt x="148233" y="0"/>
                  </a:moveTo>
                  <a:lnTo>
                    <a:pt x="180975" y="69056"/>
                  </a:lnTo>
                  <a:cubicBezTo>
                    <a:pt x="147638" y="80169"/>
                    <a:pt x="123726" y="95647"/>
                    <a:pt x="109240" y="115491"/>
                  </a:cubicBezTo>
                  <a:cubicBezTo>
                    <a:pt x="94754" y="135335"/>
                    <a:pt x="87114" y="161727"/>
                    <a:pt x="86321" y="194667"/>
                  </a:cubicBezTo>
                  <a:lnTo>
                    <a:pt x="167283" y="194667"/>
                  </a:lnTo>
                  <a:lnTo>
                    <a:pt x="167283" y="361950"/>
                  </a:lnTo>
                  <a:lnTo>
                    <a:pt x="0" y="361950"/>
                  </a:lnTo>
                  <a:lnTo>
                    <a:pt x="0" y="242292"/>
                  </a:lnTo>
                  <a:cubicBezTo>
                    <a:pt x="0" y="193874"/>
                    <a:pt x="4267" y="155674"/>
                    <a:pt x="12800" y="127695"/>
                  </a:cubicBezTo>
                  <a:cubicBezTo>
                    <a:pt x="21332" y="99715"/>
                    <a:pt x="37108" y="74613"/>
                    <a:pt x="60127" y="52388"/>
                  </a:cubicBezTo>
                  <a:cubicBezTo>
                    <a:pt x="83146" y="30163"/>
                    <a:pt x="112514" y="12700"/>
                    <a:pt x="14823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TextBox 4">
              <a:extLst>
                <a:ext uri="{FF2B5EF4-FFF2-40B4-BE49-F238E27FC236}">
                  <a16:creationId xmlns:a16="http://schemas.microsoft.com/office/drawing/2014/main" id="{17601704-068C-4B35-B978-EEA5033A5757}"/>
                </a:ext>
              </a:extLst>
            </p:cNvPr>
            <p:cNvSpPr txBox="1"/>
            <p:nvPr/>
          </p:nvSpPr>
          <p:spPr>
            <a:xfrm>
              <a:off x="1144554" y="1723366"/>
              <a:ext cx="3190054" cy="954107"/>
            </a:xfrm>
            <a:prstGeom prst="rect">
              <a:avLst/>
            </a:prstGeom>
            <a:noFill/>
          </p:spPr>
          <p:txBody>
            <a:bodyPr wrap="square" rtlCol="0">
              <a:spAutoFit/>
            </a:bodyPr>
            <a:lstStyle/>
            <a:p>
              <a:r>
                <a:rPr lang="en-US" altLang="ko-KR" sz="1400" dirty="0" smtClean="0">
                  <a:solidFill>
                    <a:schemeClr val="bg1"/>
                  </a:solidFill>
                  <a:cs typeface="Arial" pitchFamily="34" charset="0"/>
                </a:rPr>
                <a:t>Proposed system combines software engineering, database design, web development, AI, security and user experience . </a:t>
              </a:r>
              <a:endParaRPr lang="en-US" altLang="ko-KR" sz="1400" dirty="0">
                <a:solidFill>
                  <a:schemeClr val="bg1"/>
                </a:solidFill>
                <a:cs typeface="Arial" pitchFamily="34" charset="0"/>
              </a:endParaRPr>
            </a:p>
          </p:txBody>
        </p:sp>
      </p:grpSp>
      <p:sp>
        <p:nvSpPr>
          <p:cNvPr id="6" name="TextBox 5">
            <a:extLst>
              <a:ext uri="{FF2B5EF4-FFF2-40B4-BE49-F238E27FC236}">
                <a16:creationId xmlns:a16="http://schemas.microsoft.com/office/drawing/2014/main" id="{65AACC0E-BDBA-472F-B2A0-4690F7168BF3}"/>
              </a:ext>
            </a:extLst>
          </p:cNvPr>
          <p:cNvSpPr txBox="1"/>
          <p:nvPr/>
        </p:nvSpPr>
        <p:spPr>
          <a:xfrm>
            <a:off x="9324063" y="3859307"/>
            <a:ext cx="2280351" cy="2954655"/>
          </a:xfrm>
          <a:prstGeom prst="rect">
            <a:avLst/>
          </a:prstGeom>
          <a:noFill/>
        </p:spPr>
        <p:txBody>
          <a:bodyPr wrap="square" lIns="36000" tIns="0" rIns="36000" bIns="0" rtlCol="0" anchor="ctr">
            <a:spAutoFit/>
          </a:bodyPr>
          <a:lstStyle/>
          <a:p>
            <a:pPr algn="r"/>
            <a:r>
              <a:rPr lang="en-US" altLang="ko-KR" sz="3200" dirty="0" smtClean="0">
                <a:solidFill>
                  <a:schemeClr val="bg1"/>
                </a:solidFill>
              </a:rPr>
              <a:t>Digital Submission and Judging Platform for Eskom</a:t>
            </a:r>
            <a:endParaRPr lang="ko-KR" altLang="en-US" sz="3200" dirty="0">
              <a:solidFill>
                <a:schemeClr val="bg1"/>
              </a:solidFill>
            </a:endParaRPr>
          </a:p>
        </p:txBody>
      </p:sp>
    </p:spTree>
    <p:extLst>
      <p:ext uri="{BB962C8B-B14F-4D97-AF65-F5344CB8AC3E}">
        <p14:creationId xmlns:p14="http://schemas.microsoft.com/office/powerpoint/2010/main" val="24981610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Value of </a:t>
            </a:r>
            <a:r>
              <a:rPr lang="en-US" dirty="0"/>
              <a:t>p</a:t>
            </a:r>
            <a:r>
              <a:rPr lang="en-US" dirty="0" smtClean="0"/>
              <a:t>roposed system</a:t>
            </a:r>
          </a:p>
        </p:txBody>
      </p:sp>
      <p:grpSp>
        <p:nvGrpSpPr>
          <p:cNvPr id="3" name="Group 4">
            <a:extLst>
              <a:ext uri="{FF2B5EF4-FFF2-40B4-BE49-F238E27FC236}">
                <a16:creationId xmlns:a16="http://schemas.microsoft.com/office/drawing/2014/main" id="{E3A740AC-14E3-4FDD-9487-4B4637BA1186}"/>
              </a:ext>
            </a:extLst>
          </p:cNvPr>
          <p:cNvGrpSpPr/>
          <p:nvPr/>
        </p:nvGrpSpPr>
        <p:grpSpPr>
          <a:xfrm>
            <a:off x="871009" y="1968746"/>
            <a:ext cx="4243140" cy="4286977"/>
            <a:chOff x="794796" y="1552872"/>
            <a:chExt cx="4243140" cy="4286977"/>
          </a:xfrm>
        </p:grpSpPr>
        <p:sp>
          <p:nvSpPr>
            <p:cNvPr id="4" name="Curved Up Arrow 1">
              <a:extLst>
                <a:ext uri="{FF2B5EF4-FFF2-40B4-BE49-F238E27FC236}">
                  <a16:creationId xmlns:a16="http://schemas.microsoft.com/office/drawing/2014/main" id="{3B99247C-DBA3-4254-BEA6-714F5801E7CB}"/>
                </a:ext>
              </a:extLst>
            </p:cNvPr>
            <p:cNvSpPr/>
            <p:nvPr/>
          </p:nvSpPr>
          <p:spPr>
            <a:xfrm>
              <a:off x="794796" y="1552872"/>
              <a:ext cx="4243140" cy="4286977"/>
            </a:xfrm>
            <a:custGeom>
              <a:avLst/>
              <a:gdLst>
                <a:gd name="connsiteX0" fmla="*/ 467810 w 635736"/>
                <a:gd name="connsiteY0" fmla="*/ 0 h 731523"/>
                <a:gd name="connsiteX1" fmla="*/ 635736 w 635736"/>
                <a:gd name="connsiteY1" fmla="*/ 182880 h 731523"/>
                <a:gd name="connsiteX2" fmla="*/ 544296 w 635736"/>
                <a:gd name="connsiteY2" fmla="*/ 182880 h 731523"/>
                <a:gd name="connsiteX3" fmla="*/ 87404 w 635736"/>
                <a:gd name="connsiteY3" fmla="*/ 731520 h 731523"/>
                <a:gd name="connsiteX4" fmla="*/ 0 w 635736"/>
                <a:gd name="connsiteY4" fmla="*/ 731520 h 731523"/>
                <a:gd name="connsiteX5" fmla="*/ 0 w 635736"/>
                <a:gd name="connsiteY5" fmla="*/ 718075 h 731523"/>
                <a:gd name="connsiteX6" fmla="*/ 0 w 635736"/>
                <a:gd name="connsiteY6" fmla="*/ 716278 h 731523"/>
                <a:gd name="connsiteX7" fmla="*/ 361416 w 635736"/>
                <a:gd name="connsiteY7" fmla="*/ 182880 h 731523"/>
                <a:gd name="connsiteX8" fmla="*/ 269976 w 635736"/>
                <a:gd name="connsiteY8" fmla="*/ 182880 h 731523"/>
                <a:gd name="connsiteX9" fmla="*/ 467810 w 635736"/>
                <a:gd name="connsiteY9" fmla="*/ 0 h 731523"/>
                <a:gd name="connsiteX0" fmla="*/ 467810 w 635736"/>
                <a:gd name="connsiteY0" fmla="*/ 0 h 731523"/>
                <a:gd name="connsiteX1" fmla="*/ 635736 w 635736"/>
                <a:gd name="connsiteY1" fmla="*/ 182880 h 731523"/>
                <a:gd name="connsiteX2" fmla="*/ 544296 w 635736"/>
                <a:gd name="connsiteY2" fmla="*/ 182880 h 731523"/>
                <a:gd name="connsiteX3" fmla="*/ 87404 w 635736"/>
                <a:gd name="connsiteY3" fmla="*/ 731520 h 731523"/>
                <a:gd name="connsiteX4" fmla="*/ 0 w 635736"/>
                <a:gd name="connsiteY4" fmla="*/ 731520 h 731523"/>
                <a:gd name="connsiteX5" fmla="*/ 0 w 635736"/>
                <a:gd name="connsiteY5" fmla="*/ 716278 h 731523"/>
                <a:gd name="connsiteX6" fmla="*/ 361416 w 635736"/>
                <a:gd name="connsiteY6" fmla="*/ 182880 h 731523"/>
                <a:gd name="connsiteX7" fmla="*/ 269976 w 635736"/>
                <a:gd name="connsiteY7" fmla="*/ 182880 h 731523"/>
                <a:gd name="connsiteX8" fmla="*/ 467810 w 635736"/>
                <a:gd name="connsiteY8" fmla="*/ 0 h 731523"/>
                <a:gd name="connsiteX0" fmla="*/ 582986 w 750912"/>
                <a:gd name="connsiteY0" fmla="*/ 0 h 736598"/>
                <a:gd name="connsiteX1" fmla="*/ 750912 w 750912"/>
                <a:gd name="connsiteY1" fmla="*/ 182880 h 736598"/>
                <a:gd name="connsiteX2" fmla="*/ 659472 w 750912"/>
                <a:gd name="connsiteY2" fmla="*/ 182880 h 736598"/>
                <a:gd name="connsiteX3" fmla="*/ 202580 w 750912"/>
                <a:gd name="connsiteY3" fmla="*/ 731520 h 736598"/>
                <a:gd name="connsiteX4" fmla="*/ 0 w 750912"/>
                <a:gd name="connsiteY4" fmla="*/ 736598 h 736598"/>
                <a:gd name="connsiteX5" fmla="*/ 115176 w 750912"/>
                <a:gd name="connsiteY5" fmla="*/ 716278 h 736598"/>
                <a:gd name="connsiteX6" fmla="*/ 476592 w 750912"/>
                <a:gd name="connsiteY6" fmla="*/ 182880 h 736598"/>
                <a:gd name="connsiteX7" fmla="*/ 385152 w 750912"/>
                <a:gd name="connsiteY7" fmla="*/ 182880 h 736598"/>
                <a:gd name="connsiteX8" fmla="*/ 582986 w 750912"/>
                <a:gd name="connsiteY8" fmla="*/ 0 h 736598"/>
                <a:gd name="connsiteX0" fmla="*/ 582986 w 750912"/>
                <a:gd name="connsiteY0" fmla="*/ 0 h 736598"/>
                <a:gd name="connsiteX1" fmla="*/ 750912 w 750912"/>
                <a:gd name="connsiteY1" fmla="*/ 182880 h 736598"/>
                <a:gd name="connsiteX2" fmla="*/ 659472 w 750912"/>
                <a:gd name="connsiteY2" fmla="*/ 182880 h 736598"/>
                <a:gd name="connsiteX3" fmla="*/ 202580 w 750912"/>
                <a:gd name="connsiteY3" fmla="*/ 731520 h 736598"/>
                <a:gd name="connsiteX4" fmla="*/ 0 w 750912"/>
                <a:gd name="connsiteY4" fmla="*/ 736598 h 736598"/>
                <a:gd name="connsiteX5" fmla="*/ 115176 w 750912"/>
                <a:gd name="connsiteY5" fmla="*/ 716278 h 736598"/>
                <a:gd name="connsiteX6" fmla="*/ 476592 w 750912"/>
                <a:gd name="connsiteY6" fmla="*/ 182880 h 736598"/>
                <a:gd name="connsiteX7" fmla="*/ 385152 w 750912"/>
                <a:gd name="connsiteY7" fmla="*/ 182880 h 736598"/>
                <a:gd name="connsiteX8" fmla="*/ 582986 w 750912"/>
                <a:gd name="connsiteY8" fmla="*/ 0 h 736598"/>
                <a:gd name="connsiteX0" fmla="*/ 582986 w 750912"/>
                <a:gd name="connsiteY0" fmla="*/ 0 h 736598"/>
                <a:gd name="connsiteX1" fmla="*/ 750912 w 750912"/>
                <a:gd name="connsiteY1" fmla="*/ 182880 h 736598"/>
                <a:gd name="connsiteX2" fmla="*/ 659472 w 750912"/>
                <a:gd name="connsiteY2" fmla="*/ 182880 h 736598"/>
                <a:gd name="connsiteX3" fmla="*/ 202580 w 750912"/>
                <a:gd name="connsiteY3" fmla="*/ 731520 h 736598"/>
                <a:gd name="connsiteX4" fmla="*/ 0 w 750912"/>
                <a:gd name="connsiteY4" fmla="*/ 736598 h 736598"/>
                <a:gd name="connsiteX5" fmla="*/ 115176 w 750912"/>
                <a:gd name="connsiteY5" fmla="*/ 716278 h 736598"/>
                <a:gd name="connsiteX6" fmla="*/ 476592 w 750912"/>
                <a:gd name="connsiteY6" fmla="*/ 182880 h 736598"/>
                <a:gd name="connsiteX7" fmla="*/ 385152 w 750912"/>
                <a:gd name="connsiteY7" fmla="*/ 182880 h 736598"/>
                <a:gd name="connsiteX8" fmla="*/ 582986 w 750912"/>
                <a:gd name="connsiteY8" fmla="*/ 0 h 736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50912" h="736598">
                  <a:moveTo>
                    <a:pt x="582986" y="0"/>
                  </a:moveTo>
                  <a:lnTo>
                    <a:pt x="750912" y="182880"/>
                  </a:lnTo>
                  <a:lnTo>
                    <a:pt x="659472" y="182880"/>
                  </a:lnTo>
                  <a:cubicBezTo>
                    <a:pt x="604805" y="511774"/>
                    <a:pt x="413733" y="732568"/>
                    <a:pt x="202580" y="731520"/>
                  </a:cubicBezTo>
                  <a:lnTo>
                    <a:pt x="0" y="736598"/>
                  </a:lnTo>
                  <a:cubicBezTo>
                    <a:pt x="38392" y="729825"/>
                    <a:pt x="73200" y="726606"/>
                    <a:pt x="115176" y="716278"/>
                  </a:cubicBezTo>
                  <a:cubicBezTo>
                    <a:pt x="291341" y="660491"/>
                    <a:pt x="431613" y="453492"/>
                    <a:pt x="476592" y="182880"/>
                  </a:cubicBezTo>
                  <a:lnTo>
                    <a:pt x="385152" y="182880"/>
                  </a:lnTo>
                  <a:lnTo>
                    <a:pt x="58298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5" name="Curved Up Arrow 1">
              <a:extLst>
                <a:ext uri="{FF2B5EF4-FFF2-40B4-BE49-F238E27FC236}">
                  <a16:creationId xmlns:a16="http://schemas.microsoft.com/office/drawing/2014/main" id="{2322302F-F700-4DE4-A0E5-6888D373840A}"/>
                </a:ext>
              </a:extLst>
            </p:cNvPr>
            <p:cNvSpPr/>
            <p:nvPr/>
          </p:nvSpPr>
          <p:spPr>
            <a:xfrm>
              <a:off x="2599186" y="1552872"/>
              <a:ext cx="2429697" cy="3278977"/>
            </a:xfrm>
            <a:custGeom>
              <a:avLst/>
              <a:gdLst/>
              <a:ahLst/>
              <a:cxnLst/>
              <a:rect l="l" t="t" r="r" b="b"/>
              <a:pathLst>
                <a:path w="2429697" h="3278977">
                  <a:moveTo>
                    <a:pt x="1480806" y="0"/>
                  </a:moveTo>
                  <a:lnTo>
                    <a:pt x="2429697" y="1064356"/>
                  </a:lnTo>
                  <a:lnTo>
                    <a:pt x="1913002" y="1064356"/>
                  </a:lnTo>
                  <a:cubicBezTo>
                    <a:pt x="1767557" y="1965619"/>
                    <a:pt x="1451237" y="2727407"/>
                    <a:pt x="1030480" y="3278977"/>
                  </a:cubicBezTo>
                  <a:lnTo>
                    <a:pt x="0" y="3278977"/>
                  </a:lnTo>
                  <a:cubicBezTo>
                    <a:pt x="423651" y="2718190"/>
                    <a:pt x="736725" y="1949779"/>
                    <a:pt x="879611" y="1064356"/>
                  </a:cubicBezTo>
                  <a:lnTo>
                    <a:pt x="362916" y="10643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tx1"/>
                </a:solidFill>
              </a:endParaRPr>
            </a:p>
          </p:txBody>
        </p:sp>
        <p:sp>
          <p:nvSpPr>
            <p:cNvPr id="6" name="Curved Up Arrow 1">
              <a:extLst>
                <a:ext uri="{FF2B5EF4-FFF2-40B4-BE49-F238E27FC236}">
                  <a16:creationId xmlns:a16="http://schemas.microsoft.com/office/drawing/2014/main" id="{C85E88EA-E0B2-4C16-A678-FAE86C78C001}"/>
                </a:ext>
              </a:extLst>
            </p:cNvPr>
            <p:cNvSpPr/>
            <p:nvPr/>
          </p:nvSpPr>
          <p:spPr>
            <a:xfrm>
              <a:off x="2962102" y="1552872"/>
              <a:ext cx="2066781" cy="2270977"/>
            </a:xfrm>
            <a:custGeom>
              <a:avLst/>
              <a:gdLst/>
              <a:ahLst/>
              <a:cxnLst/>
              <a:rect l="l" t="t" r="r" b="b"/>
              <a:pathLst>
                <a:path w="2066781" h="2270977">
                  <a:moveTo>
                    <a:pt x="1117890" y="0"/>
                  </a:moveTo>
                  <a:lnTo>
                    <a:pt x="2066781" y="1064356"/>
                  </a:lnTo>
                  <a:lnTo>
                    <a:pt x="1550086" y="1064356"/>
                  </a:lnTo>
                  <a:cubicBezTo>
                    <a:pt x="1479389" y="1502438"/>
                    <a:pt x="1368319" y="1907566"/>
                    <a:pt x="1222656" y="2270977"/>
                  </a:cubicBezTo>
                  <a:lnTo>
                    <a:pt x="189248" y="2270977"/>
                  </a:lnTo>
                  <a:cubicBezTo>
                    <a:pt x="335680" y="1904432"/>
                    <a:pt x="446642" y="1498457"/>
                    <a:pt x="516695" y="1064356"/>
                  </a:cubicBezTo>
                  <a:lnTo>
                    <a:pt x="0" y="106435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7" name="Curved Up Arrow 1">
              <a:extLst>
                <a:ext uri="{FF2B5EF4-FFF2-40B4-BE49-F238E27FC236}">
                  <a16:creationId xmlns:a16="http://schemas.microsoft.com/office/drawing/2014/main" id="{8BCEA938-382F-43C0-8BD2-347C0408E392}"/>
                </a:ext>
              </a:extLst>
            </p:cNvPr>
            <p:cNvSpPr/>
            <p:nvPr/>
          </p:nvSpPr>
          <p:spPr>
            <a:xfrm>
              <a:off x="2971155" y="1552872"/>
              <a:ext cx="2066781" cy="1262977"/>
            </a:xfrm>
            <a:custGeom>
              <a:avLst/>
              <a:gdLst/>
              <a:ahLst/>
              <a:cxnLst/>
              <a:rect l="l" t="t" r="r" b="b"/>
              <a:pathLst>
                <a:path w="2066781" h="1262977">
                  <a:moveTo>
                    <a:pt x="1117890" y="0"/>
                  </a:moveTo>
                  <a:lnTo>
                    <a:pt x="2066781" y="1064356"/>
                  </a:lnTo>
                  <a:lnTo>
                    <a:pt x="1550086" y="1064356"/>
                  </a:lnTo>
                  <a:lnTo>
                    <a:pt x="1512330" y="1262977"/>
                  </a:lnTo>
                  <a:lnTo>
                    <a:pt x="479897" y="1262977"/>
                  </a:lnTo>
                  <a:cubicBezTo>
                    <a:pt x="494102" y="1197656"/>
                    <a:pt x="505885" y="1131341"/>
                    <a:pt x="516695" y="1064356"/>
                  </a:cubicBezTo>
                  <a:lnTo>
                    <a:pt x="0" y="1064356"/>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grpSp>
      <p:sp>
        <p:nvSpPr>
          <p:cNvPr id="8" name="Oval 37">
            <a:extLst>
              <a:ext uri="{FF2B5EF4-FFF2-40B4-BE49-F238E27FC236}">
                <a16:creationId xmlns:a16="http://schemas.microsoft.com/office/drawing/2014/main" id="{1AD49A22-AFD6-42DA-B30A-2C056470A3B1}"/>
              </a:ext>
            </a:extLst>
          </p:cNvPr>
          <p:cNvSpPr/>
          <p:nvPr/>
        </p:nvSpPr>
        <p:spPr>
          <a:xfrm>
            <a:off x="5965457" y="5534613"/>
            <a:ext cx="676755" cy="676755"/>
          </a:xfrm>
          <a:prstGeom prst="ellipse">
            <a:avLst/>
          </a:prstGeom>
          <a:noFill/>
          <a:ln w="25400">
            <a:solidFill>
              <a:schemeClr val="accent1"/>
            </a:solidFill>
          </a:ln>
          <a:effectLst/>
        </p:spPr>
        <p:txBody>
          <a:bodyPr vert="horz" wrap="square" lIns="91440" tIns="45720" rIns="91440" bIns="45720" numCol="1" anchor="t" anchorCtr="0" compatLnSpc="1">
            <a:prstTxWarp prst="textNoShape">
              <a:avLst/>
            </a:prstTxWarp>
          </a:bodyPr>
          <a:lstStyle/>
          <a:p>
            <a:endParaRPr lang="ko-KR" altLang="en-US" sz="2701"/>
          </a:p>
        </p:txBody>
      </p:sp>
      <p:sp>
        <p:nvSpPr>
          <p:cNvPr id="9" name="TextBox 8">
            <a:extLst>
              <a:ext uri="{FF2B5EF4-FFF2-40B4-BE49-F238E27FC236}">
                <a16:creationId xmlns:a16="http://schemas.microsoft.com/office/drawing/2014/main" id="{B505554A-DD18-4685-8D0F-5196E02D1277}"/>
              </a:ext>
            </a:extLst>
          </p:cNvPr>
          <p:cNvSpPr txBox="1"/>
          <p:nvPr/>
        </p:nvSpPr>
        <p:spPr>
          <a:xfrm>
            <a:off x="6001840" y="5659792"/>
            <a:ext cx="648072" cy="461665"/>
          </a:xfrm>
          <a:prstGeom prst="rect">
            <a:avLst/>
          </a:prstGeom>
          <a:noFill/>
        </p:spPr>
        <p:txBody>
          <a:bodyPr wrap="square" rtlCol="0">
            <a:spAutoFit/>
          </a:bodyPr>
          <a:lstStyle/>
          <a:p>
            <a:pPr algn="ctr"/>
            <a:r>
              <a:rPr lang="en-US" altLang="ko-KR" sz="2400" b="1" dirty="0">
                <a:solidFill>
                  <a:schemeClr val="accent1"/>
                </a:solidFill>
                <a:cs typeface="Arial" pitchFamily="34" charset="0"/>
              </a:rPr>
              <a:t>D</a:t>
            </a:r>
            <a:endParaRPr lang="ko-KR" altLang="en-US" sz="2400" b="1" dirty="0">
              <a:solidFill>
                <a:schemeClr val="accent1"/>
              </a:solidFill>
              <a:cs typeface="Arial" pitchFamily="34" charset="0"/>
            </a:endParaRPr>
          </a:p>
        </p:txBody>
      </p:sp>
      <p:sp>
        <p:nvSpPr>
          <p:cNvPr id="10" name="Oval 40">
            <a:extLst>
              <a:ext uri="{FF2B5EF4-FFF2-40B4-BE49-F238E27FC236}">
                <a16:creationId xmlns:a16="http://schemas.microsoft.com/office/drawing/2014/main" id="{9DEA109E-D958-4692-833F-BA73AA307FCB}"/>
              </a:ext>
            </a:extLst>
          </p:cNvPr>
          <p:cNvSpPr/>
          <p:nvPr/>
        </p:nvSpPr>
        <p:spPr>
          <a:xfrm>
            <a:off x="5965457" y="4593143"/>
            <a:ext cx="676755" cy="676755"/>
          </a:xfrm>
          <a:prstGeom prst="ellipse">
            <a:avLst/>
          </a:prstGeom>
          <a:noFill/>
          <a:ln w="25400">
            <a:solidFill>
              <a:schemeClr val="accent2"/>
            </a:solidFill>
          </a:ln>
          <a:effectLst/>
        </p:spPr>
        <p:txBody>
          <a:bodyPr vert="horz" wrap="square" lIns="91440" tIns="45720" rIns="91440" bIns="45720" numCol="1" anchor="t" anchorCtr="0" compatLnSpc="1">
            <a:prstTxWarp prst="textNoShape">
              <a:avLst/>
            </a:prstTxWarp>
          </a:bodyPr>
          <a:lstStyle/>
          <a:p>
            <a:endParaRPr lang="ko-KR" altLang="en-US" sz="2701"/>
          </a:p>
        </p:txBody>
      </p:sp>
      <p:sp>
        <p:nvSpPr>
          <p:cNvPr id="11" name="TextBox 10">
            <a:extLst>
              <a:ext uri="{FF2B5EF4-FFF2-40B4-BE49-F238E27FC236}">
                <a16:creationId xmlns:a16="http://schemas.microsoft.com/office/drawing/2014/main" id="{8E55AFD5-DF3D-4741-81FD-C244B7410C7D}"/>
              </a:ext>
            </a:extLst>
          </p:cNvPr>
          <p:cNvSpPr txBox="1"/>
          <p:nvPr/>
        </p:nvSpPr>
        <p:spPr>
          <a:xfrm>
            <a:off x="6001840" y="4708776"/>
            <a:ext cx="648072" cy="461665"/>
          </a:xfrm>
          <a:prstGeom prst="rect">
            <a:avLst/>
          </a:prstGeom>
          <a:noFill/>
        </p:spPr>
        <p:txBody>
          <a:bodyPr wrap="square" rtlCol="0">
            <a:spAutoFit/>
          </a:bodyPr>
          <a:lstStyle/>
          <a:p>
            <a:pPr algn="ctr"/>
            <a:r>
              <a:rPr lang="en-US" altLang="ko-KR" sz="2400" b="1" dirty="0">
                <a:solidFill>
                  <a:schemeClr val="accent2"/>
                </a:solidFill>
                <a:cs typeface="Arial" pitchFamily="34" charset="0"/>
              </a:rPr>
              <a:t>C</a:t>
            </a:r>
            <a:endParaRPr lang="ko-KR" altLang="en-US" sz="2400" b="1" dirty="0">
              <a:solidFill>
                <a:schemeClr val="accent2"/>
              </a:solidFill>
              <a:cs typeface="Arial" pitchFamily="34" charset="0"/>
            </a:endParaRPr>
          </a:p>
        </p:txBody>
      </p:sp>
      <p:sp>
        <p:nvSpPr>
          <p:cNvPr id="12" name="Oval 43">
            <a:extLst>
              <a:ext uri="{FF2B5EF4-FFF2-40B4-BE49-F238E27FC236}">
                <a16:creationId xmlns:a16="http://schemas.microsoft.com/office/drawing/2014/main" id="{41E6F6AD-9BD6-4CD1-8BAD-B330B4B81558}"/>
              </a:ext>
            </a:extLst>
          </p:cNvPr>
          <p:cNvSpPr/>
          <p:nvPr/>
        </p:nvSpPr>
        <p:spPr>
          <a:xfrm>
            <a:off x="5965457" y="3651670"/>
            <a:ext cx="676755" cy="676756"/>
          </a:xfrm>
          <a:prstGeom prst="ellipse">
            <a:avLst/>
          </a:prstGeom>
          <a:noFill/>
          <a:ln w="25400">
            <a:solidFill>
              <a:schemeClr val="accent3"/>
            </a:solidFill>
          </a:ln>
          <a:effectLst/>
        </p:spPr>
        <p:txBody>
          <a:bodyPr vert="horz" wrap="square" lIns="91440" tIns="45720" rIns="91440" bIns="45720" numCol="1" anchor="t" anchorCtr="0" compatLnSpc="1">
            <a:prstTxWarp prst="textNoShape">
              <a:avLst/>
            </a:prstTxWarp>
          </a:bodyPr>
          <a:lstStyle/>
          <a:p>
            <a:endParaRPr lang="ko-KR" altLang="en-US" sz="2701"/>
          </a:p>
        </p:txBody>
      </p:sp>
      <p:sp>
        <p:nvSpPr>
          <p:cNvPr id="13" name="TextBox 12">
            <a:extLst>
              <a:ext uri="{FF2B5EF4-FFF2-40B4-BE49-F238E27FC236}">
                <a16:creationId xmlns:a16="http://schemas.microsoft.com/office/drawing/2014/main" id="{01021028-5B99-46C4-8245-1F2E74479E16}"/>
              </a:ext>
            </a:extLst>
          </p:cNvPr>
          <p:cNvSpPr txBox="1"/>
          <p:nvPr/>
        </p:nvSpPr>
        <p:spPr>
          <a:xfrm>
            <a:off x="6001840" y="3757758"/>
            <a:ext cx="648072" cy="461665"/>
          </a:xfrm>
          <a:prstGeom prst="rect">
            <a:avLst/>
          </a:prstGeom>
          <a:noFill/>
        </p:spPr>
        <p:txBody>
          <a:bodyPr wrap="square" rtlCol="0">
            <a:spAutoFit/>
          </a:bodyPr>
          <a:lstStyle/>
          <a:p>
            <a:pPr algn="ctr"/>
            <a:r>
              <a:rPr lang="en-US" altLang="ko-KR" sz="2400" b="1" dirty="0">
                <a:solidFill>
                  <a:schemeClr val="accent3"/>
                </a:solidFill>
                <a:cs typeface="Arial" pitchFamily="34" charset="0"/>
              </a:rPr>
              <a:t>B</a:t>
            </a:r>
            <a:endParaRPr lang="ko-KR" altLang="en-US" sz="2400" b="1" dirty="0">
              <a:solidFill>
                <a:schemeClr val="accent3"/>
              </a:solidFill>
              <a:cs typeface="Arial" pitchFamily="34" charset="0"/>
            </a:endParaRPr>
          </a:p>
        </p:txBody>
      </p:sp>
      <p:sp>
        <p:nvSpPr>
          <p:cNvPr id="14" name="Oval 46">
            <a:extLst>
              <a:ext uri="{FF2B5EF4-FFF2-40B4-BE49-F238E27FC236}">
                <a16:creationId xmlns:a16="http://schemas.microsoft.com/office/drawing/2014/main" id="{7132DD30-8D0E-46AB-8ED0-6C973ABADF1C}"/>
              </a:ext>
            </a:extLst>
          </p:cNvPr>
          <p:cNvSpPr/>
          <p:nvPr/>
        </p:nvSpPr>
        <p:spPr>
          <a:xfrm>
            <a:off x="5965457" y="2710200"/>
            <a:ext cx="676755" cy="676756"/>
          </a:xfrm>
          <a:prstGeom prst="ellipse">
            <a:avLst/>
          </a:prstGeom>
          <a:noFill/>
          <a:ln w="25400">
            <a:solidFill>
              <a:schemeClr val="accent4"/>
            </a:solidFill>
          </a:ln>
          <a:effectLst/>
        </p:spPr>
        <p:txBody>
          <a:bodyPr vert="horz" wrap="square" lIns="91440" tIns="45720" rIns="91440" bIns="45720" numCol="1" anchor="t" anchorCtr="0" compatLnSpc="1">
            <a:prstTxWarp prst="textNoShape">
              <a:avLst/>
            </a:prstTxWarp>
          </a:bodyPr>
          <a:lstStyle/>
          <a:p>
            <a:endParaRPr lang="ko-KR" altLang="en-US" sz="2701"/>
          </a:p>
        </p:txBody>
      </p:sp>
      <p:sp>
        <p:nvSpPr>
          <p:cNvPr id="15" name="TextBox 14">
            <a:extLst>
              <a:ext uri="{FF2B5EF4-FFF2-40B4-BE49-F238E27FC236}">
                <a16:creationId xmlns:a16="http://schemas.microsoft.com/office/drawing/2014/main" id="{1A38CACD-7C35-4F18-A732-8E479E74B7F2}"/>
              </a:ext>
            </a:extLst>
          </p:cNvPr>
          <p:cNvSpPr txBox="1"/>
          <p:nvPr/>
        </p:nvSpPr>
        <p:spPr>
          <a:xfrm>
            <a:off x="6001840" y="2806742"/>
            <a:ext cx="648072" cy="461665"/>
          </a:xfrm>
          <a:prstGeom prst="rect">
            <a:avLst/>
          </a:prstGeom>
          <a:noFill/>
        </p:spPr>
        <p:txBody>
          <a:bodyPr wrap="square" rtlCol="0">
            <a:spAutoFit/>
          </a:bodyPr>
          <a:lstStyle/>
          <a:p>
            <a:pPr algn="ctr"/>
            <a:r>
              <a:rPr lang="en-US" altLang="ko-KR" sz="2400" b="1" dirty="0">
                <a:solidFill>
                  <a:schemeClr val="accent4"/>
                </a:solidFill>
                <a:cs typeface="Arial" pitchFamily="34" charset="0"/>
              </a:rPr>
              <a:t>A</a:t>
            </a:r>
            <a:endParaRPr lang="ko-KR" altLang="en-US" sz="2400" b="1" dirty="0">
              <a:solidFill>
                <a:schemeClr val="accent4"/>
              </a:solidFill>
              <a:cs typeface="Arial" pitchFamily="34" charset="0"/>
            </a:endParaRPr>
          </a:p>
        </p:txBody>
      </p:sp>
      <p:grpSp>
        <p:nvGrpSpPr>
          <p:cNvPr id="16" name="Group 20">
            <a:extLst>
              <a:ext uri="{FF2B5EF4-FFF2-40B4-BE49-F238E27FC236}">
                <a16:creationId xmlns:a16="http://schemas.microsoft.com/office/drawing/2014/main" id="{A2CB5D25-9AD2-4B26-AC44-87B5F37C47AE}"/>
              </a:ext>
            </a:extLst>
          </p:cNvPr>
          <p:cNvGrpSpPr/>
          <p:nvPr/>
        </p:nvGrpSpPr>
        <p:grpSpPr>
          <a:xfrm>
            <a:off x="6843799" y="5636924"/>
            <a:ext cx="4011293" cy="836054"/>
            <a:chOff x="6582418" y="2135781"/>
            <a:chExt cx="2041915" cy="836054"/>
          </a:xfrm>
        </p:grpSpPr>
        <p:sp>
          <p:nvSpPr>
            <p:cNvPr id="17" name="TextBox 16">
              <a:extLst>
                <a:ext uri="{FF2B5EF4-FFF2-40B4-BE49-F238E27FC236}">
                  <a16:creationId xmlns:a16="http://schemas.microsoft.com/office/drawing/2014/main" id="{F9004829-8E0C-4DFE-B913-E5DEF2899EAF}"/>
                </a:ext>
              </a:extLst>
            </p:cNvPr>
            <p:cNvSpPr txBox="1"/>
            <p:nvPr/>
          </p:nvSpPr>
          <p:spPr>
            <a:xfrm>
              <a:off x="6582418" y="2448615"/>
              <a:ext cx="2037996" cy="523220"/>
            </a:xfrm>
            <a:prstGeom prst="rect">
              <a:avLst/>
            </a:prstGeom>
            <a:noFill/>
          </p:spPr>
          <p:txBody>
            <a:bodyPr wrap="square" rtlCol="0">
              <a:spAutoFit/>
            </a:bodyPr>
            <a:lstStyle/>
            <a:p>
              <a:r>
                <a:rPr lang="en-US" altLang="ko-KR" sz="1400" dirty="0" smtClean="0">
                  <a:solidFill>
                    <a:schemeClr val="tx1">
                      <a:lumMod val="75000"/>
                      <a:lumOff val="25000"/>
                    </a:schemeClr>
                  </a:solidFill>
                  <a:cs typeface="Arial" pitchFamily="34" charset="0"/>
                </a:rPr>
                <a:t>Responsive interface accessible on desktops, tablets and smartphones</a:t>
              </a:r>
              <a:endParaRPr lang="ko-KR" altLang="en-US" sz="1400" dirty="0">
                <a:solidFill>
                  <a:schemeClr val="tx1">
                    <a:lumMod val="75000"/>
                    <a:lumOff val="25000"/>
                  </a:schemeClr>
                </a:solidFill>
                <a:cs typeface="Arial" pitchFamily="34" charset="0"/>
              </a:endParaRPr>
            </a:p>
          </p:txBody>
        </p:sp>
        <p:sp>
          <p:nvSpPr>
            <p:cNvPr id="18" name="TextBox 17">
              <a:extLst>
                <a:ext uri="{FF2B5EF4-FFF2-40B4-BE49-F238E27FC236}">
                  <a16:creationId xmlns:a16="http://schemas.microsoft.com/office/drawing/2014/main" id="{F5E5C20B-B3D9-4AED-BD92-29DAC9AE3AFD}"/>
                </a:ext>
              </a:extLst>
            </p:cNvPr>
            <p:cNvSpPr txBox="1"/>
            <p:nvPr/>
          </p:nvSpPr>
          <p:spPr>
            <a:xfrm>
              <a:off x="6586338" y="2135781"/>
              <a:ext cx="2037995" cy="338554"/>
            </a:xfrm>
            <a:prstGeom prst="rect">
              <a:avLst/>
            </a:prstGeom>
            <a:noFill/>
          </p:spPr>
          <p:txBody>
            <a:bodyPr wrap="square" rtlCol="0">
              <a:spAutoFit/>
            </a:bodyPr>
            <a:lstStyle/>
            <a:p>
              <a:r>
                <a:rPr lang="en-US" altLang="ko-KR" sz="1600" b="1" dirty="0" smtClean="0">
                  <a:solidFill>
                    <a:schemeClr val="tx1">
                      <a:lumMod val="75000"/>
                      <a:lumOff val="25000"/>
                    </a:schemeClr>
                  </a:solidFill>
                  <a:cs typeface="Arial" pitchFamily="34" charset="0"/>
                </a:rPr>
                <a:t>Usability</a:t>
              </a:r>
              <a:endParaRPr lang="ko-KR" altLang="en-US" sz="1600" b="1" dirty="0">
                <a:solidFill>
                  <a:schemeClr val="tx1">
                    <a:lumMod val="75000"/>
                    <a:lumOff val="25000"/>
                  </a:schemeClr>
                </a:solidFill>
                <a:cs typeface="Arial" pitchFamily="34" charset="0"/>
              </a:endParaRPr>
            </a:p>
          </p:txBody>
        </p:sp>
      </p:grpSp>
      <p:grpSp>
        <p:nvGrpSpPr>
          <p:cNvPr id="19" name="Group 23">
            <a:extLst>
              <a:ext uri="{FF2B5EF4-FFF2-40B4-BE49-F238E27FC236}">
                <a16:creationId xmlns:a16="http://schemas.microsoft.com/office/drawing/2014/main" id="{77D6F0D2-F9EB-435F-BCB2-17C441C8EC18}"/>
              </a:ext>
            </a:extLst>
          </p:cNvPr>
          <p:cNvGrpSpPr/>
          <p:nvPr/>
        </p:nvGrpSpPr>
        <p:grpSpPr>
          <a:xfrm>
            <a:off x="6810948" y="4560739"/>
            <a:ext cx="5085778" cy="1037838"/>
            <a:chOff x="6565695" y="2005884"/>
            <a:chExt cx="2055606" cy="1037838"/>
          </a:xfrm>
        </p:grpSpPr>
        <p:sp>
          <p:nvSpPr>
            <p:cNvPr id="20" name="TextBox 19">
              <a:extLst>
                <a:ext uri="{FF2B5EF4-FFF2-40B4-BE49-F238E27FC236}">
                  <a16:creationId xmlns:a16="http://schemas.microsoft.com/office/drawing/2014/main" id="{A11E8891-3CC8-40AB-A6F7-0AEB0FCF2DD3}"/>
                </a:ext>
              </a:extLst>
            </p:cNvPr>
            <p:cNvSpPr txBox="1"/>
            <p:nvPr/>
          </p:nvSpPr>
          <p:spPr>
            <a:xfrm>
              <a:off x="6565695" y="2305058"/>
              <a:ext cx="2037996" cy="738664"/>
            </a:xfrm>
            <a:prstGeom prst="rect">
              <a:avLst/>
            </a:prstGeom>
            <a:noFill/>
          </p:spPr>
          <p:txBody>
            <a:bodyPr wrap="square" rtlCol="0">
              <a:spAutoFit/>
            </a:bodyPr>
            <a:lstStyle/>
            <a:p>
              <a:r>
                <a:rPr lang="en-US" altLang="ko-KR" sz="1400" dirty="0" smtClean="0">
                  <a:solidFill>
                    <a:schemeClr val="tx1">
                      <a:lumMod val="75000"/>
                      <a:lumOff val="25000"/>
                    </a:schemeClr>
                  </a:solidFill>
                  <a:cs typeface="Arial" pitchFamily="34" charset="0"/>
                </a:rPr>
                <a:t>Encryption in transit and at rest, RBAC, audit trails and secure authentication. Automatic backups and disaster recovery.</a:t>
              </a:r>
              <a:endParaRPr lang="ko-KR" altLang="en-US" sz="1400" dirty="0">
                <a:solidFill>
                  <a:schemeClr val="tx1">
                    <a:lumMod val="75000"/>
                    <a:lumOff val="25000"/>
                  </a:schemeClr>
                </a:solidFill>
                <a:cs typeface="Arial" pitchFamily="34" charset="0"/>
              </a:endParaRPr>
            </a:p>
          </p:txBody>
        </p:sp>
        <p:sp>
          <p:nvSpPr>
            <p:cNvPr id="21" name="TextBox 20">
              <a:extLst>
                <a:ext uri="{FF2B5EF4-FFF2-40B4-BE49-F238E27FC236}">
                  <a16:creationId xmlns:a16="http://schemas.microsoft.com/office/drawing/2014/main" id="{18082836-90C9-4264-B960-EAB73D8A1FD1}"/>
                </a:ext>
              </a:extLst>
            </p:cNvPr>
            <p:cNvSpPr txBox="1"/>
            <p:nvPr/>
          </p:nvSpPr>
          <p:spPr>
            <a:xfrm>
              <a:off x="6583306" y="2005884"/>
              <a:ext cx="2037995" cy="338554"/>
            </a:xfrm>
            <a:prstGeom prst="rect">
              <a:avLst/>
            </a:prstGeom>
            <a:noFill/>
          </p:spPr>
          <p:txBody>
            <a:bodyPr wrap="square" rtlCol="0">
              <a:spAutoFit/>
            </a:bodyPr>
            <a:lstStyle/>
            <a:p>
              <a:r>
                <a:rPr lang="en-US" altLang="ko-KR" sz="1600" b="1" dirty="0" smtClean="0">
                  <a:solidFill>
                    <a:schemeClr val="tx1">
                      <a:lumMod val="75000"/>
                      <a:lumOff val="25000"/>
                    </a:schemeClr>
                  </a:solidFill>
                  <a:cs typeface="Arial" pitchFamily="34" charset="0"/>
                </a:rPr>
                <a:t>Security &amp; Reliability</a:t>
              </a:r>
              <a:endParaRPr lang="ko-KR" altLang="en-US" sz="1600" b="1" dirty="0">
                <a:solidFill>
                  <a:schemeClr val="tx1">
                    <a:lumMod val="75000"/>
                    <a:lumOff val="25000"/>
                  </a:schemeClr>
                </a:solidFill>
                <a:cs typeface="Arial" pitchFamily="34" charset="0"/>
              </a:endParaRPr>
            </a:p>
          </p:txBody>
        </p:sp>
      </p:grpSp>
      <p:grpSp>
        <p:nvGrpSpPr>
          <p:cNvPr id="22" name="Group 26">
            <a:extLst>
              <a:ext uri="{FF2B5EF4-FFF2-40B4-BE49-F238E27FC236}">
                <a16:creationId xmlns:a16="http://schemas.microsoft.com/office/drawing/2014/main" id="{ABAF4264-DB83-4F92-B478-B27AA087911E}"/>
              </a:ext>
            </a:extLst>
          </p:cNvPr>
          <p:cNvGrpSpPr/>
          <p:nvPr/>
        </p:nvGrpSpPr>
        <p:grpSpPr>
          <a:xfrm>
            <a:off x="6810948" y="3575222"/>
            <a:ext cx="4733352" cy="861622"/>
            <a:chOff x="6565695" y="1966656"/>
            <a:chExt cx="2092763" cy="861622"/>
          </a:xfrm>
        </p:grpSpPr>
        <p:sp>
          <p:nvSpPr>
            <p:cNvPr id="23" name="TextBox 22">
              <a:extLst>
                <a:ext uri="{FF2B5EF4-FFF2-40B4-BE49-F238E27FC236}">
                  <a16:creationId xmlns:a16="http://schemas.microsoft.com/office/drawing/2014/main" id="{7A056779-F06F-4FAC-A873-F34E7274061B}"/>
                </a:ext>
              </a:extLst>
            </p:cNvPr>
            <p:cNvSpPr txBox="1"/>
            <p:nvPr/>
          </p:nvSpPr>
          <p:spPr>
            <a:xfrm>
              <a:off x="6565695" y="2305058"/>
              <a:ext cx="2037996" cy="523220"/>
            </a:xfrm>
            <a:prstGeom prst="rect">
              <a:avLst/>
            </a:prstGeom>
            <a:noFill/>
          </p:spPr>
          <p:txBody>
            <a:bodyPr wrap="square" rtlCol="0">
              <a:spAutoFit/>
            </a:bodyPr>
            <a:lstStyle/>
            <a:p>
              <a:r>
                <a:rPr lang="en-US" altLang="ko-KR" sz="1400" dirty="0" smtClean="0">
                  <a:solidFill>
                    <a:schemeClr val="tx1">
                      <a:lumMod val="75000"/>
                      <a:lumOff val="25000"/>
                    </a:schemeClr>
                  </a:solidFill>
                  <a:cs typeface="Arial" pitchFamily="34" charset="0"/>
                </a:rPr>
                <a:t>99.9% uptime with redundancy and automated backups.. Accessible to users with disabilities </a:t>
              </a:r>
              <a:endParaRPr lang="ko-KR" altLang="en-US" sz="1400" dirty="0">
                <a:solidFill>
                  <a:schemeClr val="tx1">
                    <a:lumMod val="75000"/>
                    <a:lumOff val="25000"/>
                  </a:schemeClr>
                </a:solidFill>
                <a:cs typeface="Arial" pitchFamily="34" charset="0"/>
              </a:endParaRPr>
            </a:p>
          </p:txBody>
        </p:sp>
        <p:sp>
          <p:nvSpPr>
            <p:cNvPr id="24" name="TextBox 23">
              <a:extLst>
                <a:ext uri="{FF2B5EF4-FFF2-40B4-BE49-F238E27FC236}">
                  <a16:creationId xmlns:a16="http://schemas.microsoft.com/office/drawing/2014/main" id="{52F32A20-87B1-4042-A215-AB9D3AF87E9D}"/>
                </a:ext>
              </a:extLst>
            </p:cNvPr>
            <p:cNvSpPr txBox="1"/>
            <p:nvPr/>
          </p:nvSpPr>
          <p:spPr>
            <a:xfrm>
              <a:off x="6620463" y="1966656"/>
              <a:ext cx="2037995" cy="338554"/>
            </a:xfrm>
            <a:prstGeom prst="rect">
              <a:avLst/>
            </a:prstGeom>
            <a:noFill/>
          </p:spPr>
          <p:txBody>
            <a:bodyPr wrap="square" rtlCol="0">
              <a:spAutoFit/>
            </a:bodyPr>
            <a:lstStyle/>
            <a:p>
              <a:r>
                <a:rPr lang="en-US" altLang="ko-KR" sz="1600" b="1" dirty="0" smtClean="0">
                  <a:solidFill>
                    <a:schemeClr val="tx1">
                      <a:lumMod val="75000"/>
                      <a:lumOff val="25000"/>
                    </a:schemeClr>
                  </a:solidFill>
                  <a:cs typeface="Arial" pitchFamily="34" charset="0"/>
                </a:rPr>
                <a:t>Availability &amp; Accessibility</a:t>
              </a:r>
              <a:endParaRPr lang="ko-KR" altLang="en-US" sz="1600" b="1" dirty="0">
                <a:solidFill>
                  <a:schemeClr val="tx1">
                    <a:lumMod val="75000"/>
                    <a:lumOff val="25000"/>
                  </a:schemeClr>
                </a:solidFill>
                <a:cs typeface="Arial" pitchFamily="34" charset="0"/>
              </a:endParaRPr>
            </a:p>
          </p:txBody>
        </p:sp>
      </p:grpSp>
      <p:grpSp>
        <p:nvGrpSpPr>
          <p:cNvPr id="25" name="Group 29">
            <a:extLst>
              <a:ext uri="{FF2B5EF4-FFF2-40B4-BE49-F238E27FC236}">
                <a16:creationId xmlns:a16="http://schemas.microsoft.com/office/drawing/2014/main" id="{3D08E970-207A-4AA0-841B-3AAFB7993140}"/>
              </a:ext>
            </a:extLst>
          </p:cNvPr>
          <p:cNvGrpSpPr/>
          <p:nvPr/>
        </p:nvGrpSpPr>
        <p:grpSpPr>
          <a:xfrm>
            <a:off x="6810948" y="2668161"/>
            <a:ext cx="4733352" cy="1037838"/>
            <a:chOff x="6565695" y="2005884"/>
            <a:chExt cx="2055606" cy="1037838"/>
          </a:xfrm>
        </p:grpSpPr>
        <p:sp>
          <p:nvSpPr>
            <p:cNvPr id="26" name="TextBox 25">
              <a:extLst>
                <a:ext uri="{FF2B5EF4-FFF2-40B4-BE49-F238E27FC236}">
                  <a16:creationId xmlns:a16="http://schemas.microsoft.com/office/drawing/2014/main" id="{4088C32B-9704-4D46-8F41-AD95B33D1CBB}"/>
                </a:ext>
              </a:extLst>
            </p:cNvPr>
            <p:cNvSpPr txBox="1"/>
            <p:nvPr/>
          </p:nvSpPr>
          <p:spPr>
            <a:xfrm>
              <a:off x="6565695" y="2305058"/>
              <a:ext cx="2037996" cy="738664"/>
            </a:xfrm>
            <a:prstGeom prst="rect">
              <a:avLst/>
            </a:prstGeom>
            <a:noFill/>
          </p:spPr>
          <p:txBody>
            <a:bodyPr wrap="square" rtlCol="0">
              <a:spAutoFit/>
            </a:bodyPr>
            <a:lstStyle/>
            <a:p>
              <a:r>
                <a:rPr lang="en-US" altLang="ko-KR" sz="1400" dirty="0" smtClean="0">
                  <a:solidFill>
                    <a:schemeClr val="tx1">
                      <a:lumMod val="75000"/>
                      <a:lumOff val="25000"/>
                    </a:schemeClr>
                  </a:solidFill>
                  <a:cs typeface="Arial" pitchFamily="34" charset="0"/>
                </a:rPr>
                <a:t>Cloud native architecture capable of handling national participation growth. Documented codebase</a:t>
              </a:r>
              <a:endParaRPr lang="ko-KR" altLang="en-US" sz="1400" dirty="0">
                <a:solidFill>
                  <a:schemeClr val="tx1">
                    <a:lumMod val="75000"/>
                    <a:lumOff val="25000"/>
                  </a:schemeClr>
                </a:solidFill>
                <a:cs typeface="Arial" pitchFamily="34" charset="0"/>
              </a:endParaRPr>
            </a:p>
          </p:txBody>
        </p:sp>
        <p:sp>
          <p:nvSpPr>
            <p:cNvPr id="27" name="TextBox 26">
              <a:extLst>
                <a:ext uri="{FF2B5EF4-FFF2-40B4-BE49-F238E27FC236}">
                  <a16:creationId xmlns:a16="http://schemas.microsoft.com/office/drawing/2014/main" id="{69EE7B51-DB1C-41D8-8AC2-3B6CB3FD7890}"/>
                </a:ext>
              </a:extLst>
            </p:cNvPr>
            <p:cNvSpPr txBox="1"/>
            <p:nvPr/>
          </p:nvSpPr>
          <p:spPr>
            <a:xfrm>
              <a:off x="6583306" y="2005884"/>
              <a:ext cx="2037995" cy="338554"/>
            </a:xfrm>
            <a:prstGeom prst="rect">
              <a:avLst/>
            </a:prstGeom>
            <a:noFill/>
          </p:spPr>
          <p:txBody>
            <a:bodyPr wrap="square" rtlCol="0">
              <a:spAutoFit/>
            </a:bodyPr>
            <a:lstStyle/>
            <a:p>
              <a:r>
                <a:rPr lang="en-US" altLang="ko-KR" sz="1600" b="1" dirty="0" smtClean="0">
                  <a:solidFill>
                    <a:schemeClr val="tx1">
                      <a:lumMod val="75000"/>
                      <a:lumOff val="25000"/>
                    </a:schemeClr>
                  </a:solidFill>
                  <a:cs typeface="Arial" pitchFamily="34" charset="0"/>
                </a:rPr>
                <a:t>Scalability &amp; Maintainability</a:t>
              </a:r>
              <a:endParaRPr lang="ko-KR" altLang="en-US" sz="1600" b="1" dirty="0">
                <a:solidFill>
                  <a:schemeClr val="tx1">
                    <a:lumMod val="75000"/>
                    <a:lumOff val="25000"/>
                  </a:schemeClr>
                </a:solidFill>
                <a:cs typeface="Arial" pitchFamily="34" charset="0"/>
              </a:endParaRPr>
            </a:p>
          </p:txBody>
        </p:sp>
      </p:grpSp>
      <p:grpSp>
        <p:nvGrpSpPr>
          <p:cNvPr id="28" name="Group 33">
            <a:extLst>
              <a:ext uri="{FF2B5EF4-FFF2-40B4-BE49-F238E27FC236}">
                <a16:creationId xmlns:a16="http://schemas.microsoft.com/office/drawing/2014/main" id="{1AC942A5-0516-4FC0-9E78-01645094B8F1}"/>
              </a:ext>
            </a:extLst>
          </p:cNvPr>
          <p:cNvGrpSpPr/>
          <p:nvPr/>
        </p:nvGrpSpPr>
        <p:grpSpPr>
          <a:xfrm>
            <a:off x="5965456" y="1466138"/>
            <a:ext cx="5251787" cy="855512"/>
            <a:chOff x="1985513" y="4307149"/>
            <a:chExt cx="2380861" cy="855512"/>
          </a:xfrm>
        </p:grpSpPr>
        <p:sp>
          <p:nvSpPr>
            <p:cNvPr id="29" name="TextBox 28">
              <a:extLst>
                <a:ext uri="{FF2B5EF4-FFF2-40B4-BE49-F238E27FC236}">
                  <a16:creationId xmlns:a16="http://schemas.microsoft.com/office/drawing/2014/main" id="{4C9008AF-883B-4EF9-9F04-51D3626306C7}"/>
                </a:ext>
              </a:extLst>
            </p:cNvPr>
            <p:cNvSpPr txBox="1"/>
            <p:nvPr/>
          </p:nvSpPr>
          <p:spPr>
            <a:xfrm>
              <a:off x="2004348" y="4639441"/>
              <a:ext cx="2346637" cy="523220"/>
            </a:xfrm>
            <a:prstGeom prst="rect">
              <a:avLst/>
            </a:prstGeom>
            <a:noFill/>
          </p:spPr>
          <p:txBody>
            <a:bodyPr wrap="square" rtlCol="0">
              <a:spAutoFit/>
            </a:bodyPr>
            <a:lstStyle/>
            <a:p>
              <a:r>
                <a:rPr lang="en-US" altLang="ko-KR" sz="1400" dirty="0" smtClean="0">
                  <a:solidFill>
                    <a:schemeClr val="tx1">
                      <a:lumMod val="75000"/>
                      <a:lumOff val="25000"/>
                    </a:schemeClr>
                  </a:solidFill>
                  <a:cs typeface="Arial" pitchFamily="34" charset="0"/>
                </a:rPr>
                <a:t>Support thousands of concurrent users during peak submissions</a:t>
              </a:r>
              <a:r>
                <a:rPr lang="en-US" altLang="ko-KR" sz="1200" dirty="0" smtClean="0">
                  <a:solidFill>
                    <a:schemeClr val="tx1">
                      <a:lumMod val="75000"/>
                      <a:lumOff val="25000"/>
                    </a:schemeClr>
                  </a:solidFill>
                  <a:cs typeface="Arial" pitchFamily="34" charset="0"/>
                </a:rPr>
                <a:t>.</a:t>
              </a:r>
              <a:endParaRPr lang="ko-KR" altLang="en-US" sz="1200" dirty="0">
                <a:solidFill>
                  <a:schemeClr val="tx1">
                    <a:lumMod val="75000"/>
                    <a:lumOff val="25000"/>
                  </a:schemeClr>
                </a:solidFill>
                <a:cs typeface="Arial" pitchFamily="34" charset="0"/>
              </a:endParaRPr>
            </a:p>
          </p:txBody>
        </p:sp>
        <p:sp>
          <p:nvSpPr>
            <p:cNvPr id="30" name="TextBox 29">
              <a:extLst>
                <a:ext uri="{FF2B5EF4-FFF2-40B4-BE49-F238E27FC236}">
                  <a16:creationId xmlns:a16="http://schemas.microsoft.com/office/drawing/2014/main" id="{2F72765F-705C-41B5-B22E-19D7A55DCB6C}"/>
                </a:ext>
              </a:extLst>
            </p:cNvPr>
            <p:cNvSpPr txBox="1"/>
            <p:nvPr/>
          </p:nvSpPr>
          <p:spPr>
            <a:xfrm>
              <a:off x="1985513" y="4307149"/>
              <a:ext cx="2380861" cy="338554"/>
            </a:xfrm>
            <a:prstGeom prst="rect">
              <a:avLst/>
            </a:prstGeom>
            <a:noFill/>
          </p:spPr>
          <p:txBody>
            <a:bodyPr wrap="square" rtlCol="0">
              <a:spAutoFit/>
            </a:bodyPr>
            <a:lstStyle/>
            <a:p>
              <a:r>
                <a:rPr lang="en-US" altLang="ko-KR" sz="1600" dirty="0" smtClean="0">
                  <a:solidFill>
                    <a:schemeClr val="accent1"/>
                  </a:solidFill>
                  <a:ea typeface="FZShuTi" pitchFamily="2" charset="-122"/>
                  <a:cs typeface="Arial" pitchFamily="34" charset="0"/>
                </a:rPr>
                <a:t>Performance.  </a:t>
              </a:r>
              <a:endParaRPr lang="ko-KR" altLang="en-US" sz="1600" dirty="0">
                <a:solidFill>
                  <a:schemeClr val="accent1"/>
                </a:solidFill>
                <a:cs typeface="Arial" pitchFamily="34" charset="0"/>
              </a:endParaRPr>
            </a:p>
          </p:txBody>
        </p:sp>
      </p:grpSp>
      <p:sp>
        <p:nvSpPr>
          <p:cNvPr id="31" name="Rectangle 9">
            <a:extLst>
              <a:ext uri="{FF2B5EF4-FFF2-40B4-BE49-F238E27FC236}">
                <a16:creationId xmlns:a16="http://schemas.microsoft.com/office/drawing/2014/main" id="{81816218-E6A0-4D74-AC62-BDCEE80B1F31}"/>
              </a:ext>
            </a:extLst>
          </p:cNvPr>
          <p:cNvSpPr/>
          <p:nvPr/>
        </p:nvSpPr>
        <p:spPr>
          <a:xfrm>
            <a:off x="3896941" y="2544677"/>
            <a:ext cx="427828" cy="400483"/>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32" name="Rectangle 30">
            <a:extLst>
              <a:ext uri="{FF2B5EF4-FFF2-40B4-BE49-F238E27FC236}">
                <a16:creationId xmlns:a16="http://schemas.microsoft.com/office/drawing/2014/main" id="{717A2F4B-2618-4432-89DD-50607DE92FFC}"/>
              </a:ext>
            </a:extLst>
          </p:cNvPr>
          <p:cNvSpPr/>
          <p:nvPr/>
        </p:nvSpPr>
        <p:spPr>
          <a:xfrm>
            <a:off x="3374419" y="4538894"/>
            <a:ext cx="383310" cy="382190"/>
          </a:xfrm>
          <a:custGeom>
            <a:avLst/>
            <a:gdLst/>
            <a:ahLst/>
            <a:cxnLst/>
            <a:rect l="l" t="t" r="r" b="b"/>
            <a:pathLst>
              <a:path w="3240000" h="3230531">
                <a:moveTo>
                  <a:pt x="720000" y="2697973"/>
                </a:moveTo>
                <a:cubicBezTo>
                  <a:pt x="680235" y="2697973"/>
                  <a:pt x="648000" y="2730208"/>
                  <a:pt x="648000" y="2769973"/>
                </a:cubicBezTo>
                <a:cubicBezTo>
                  <a:pt x="648000" y="2809738"/>
                  <a:pt x="680235" y="2841973"/>
                  <a:pt x="720000" y="2841973"/>
                </a:cubicBezTo>
                <a:lnTo>
                  <a:pt x="2520000" y="2841973"/>
                </a:lnTo>
                <a:cubicBezTo>
                  <a:pt x="2559765" y="2841973"/>
                  <a:pt x="2592000" y="2809738"/>
                  <a:pt x="2592000" y="2769973"/>
                </a:cubicBezTo>
                <a:cubicBezTo>
                  <a:pt x="2592000" y="2730208"/>
                  <a:pt x="2559765" y="2697973"/>
                  <a:pt x="2520000" y="2697973"/>
                </a:cubicBezTo>
                <a:close/>
                <a:moveTo>
                  <a:pt x="720000" y="2366733"/>
                </a:moveTo>
                <a:cubicBezTo>
                  <a:pt x="680235" y="2366733"/>
                  <a:pt x="648000" y="2398968"/>
                  <a:pt x="648000" y="2438733"/>
                </a:cubicBezTo>
                <a:cubicBezTo>
                  <a:pt x="648000" y="2478498"/>
                  <a:pt x="680235" y="2510733"/>
                  <a:pt x="720000" y="2510733"/>
                </a:cubicBezTo>
                <a:lnTo>
                  <a:pt x="2520000" y="2510733"/>
                </a:lnTo>
                <a:cubicBezTo>
                  <a:pt x="2559765" y="2510733"/>
                  <a:pt x="2592000" y="2478498"/>
                  <a:pt x="2592000" y="2438733"/>
                </a:cubicBezTo>
                <a:cubicBezTo>
                  <a:pt x="2592000" y="2398968"/>
                  <a:pt x="2559765" y="2366733"/>
                  <a:pt x="2520000" y="2366733"/>
                </a:cubicBezTo>
                <a:close/>
                <a:moveTo>
                  <a:pt x="720000" y="2035493"/>
                </a:moveTo>
                <a:cubicBezTo>
                  <a:pt x="680235" y="2035493"/>
                  <a:pt x="648000" y="2067728"/>
                  <a:pt x="648000" y="2107493"/>
                </a:cubicBezTo>
                <a:cubicBezTo>
                  <a:pt x="648000" y="2147258"/>
                  <a:pt x="680235" y="2179493"/>
                  <a:pt x="720000" y="2179493"/>
                </a:cubicBezTo>
                <a:lnTo>
                  <a:pt x="2520000" y="2179493"/>
                </a:lnTo>
                <a:cubicBezTo>
                  <a:pt x="2559765" y="2179493"/>
                  <a:pt x="2592000" y="2147258"/>
                  <a:pt x="2592000" y="2107493"/>
                </a:cubicBezTo>
                <a:cubicBezTo>
                  <a:pt x="2592000" y="2067728"/>
                  <a:pt x="2559765" y="2035493"/>
                  <a:pt x="2520000" y="2035493"/>
                </a:cubicBezTo>
                <a:close/>
                <a:moveTo>
                  <a:pt x="720000" y="1704253"/>
                </a:moveTo>
                <a:cubicBezTo>
                  <a:pt x="680235" y="1704253"/>
                  <a:pt x="648000" y="1736488"/>
                  <a:pt x="648000" y="1776253"/>
                </a:cubicBezTo>
                <a:cubicBezTo>
                  <a:pt x="648000" y="1816018"/>
                  <a:pt x="680235" y="1848253"/>
                  <a:pt x="720000" y="1848253"/>
                </a:cubicBezTo>
                <a:lnTo>
                  <a:pt x="2520000" y="1848253"/>
                </a:lnTo>
                <a:cubicBezTo>
                  <a:pt x="2559765" y="1848253"/>
                  <a:pt x="2592000" y="1816018"/>
                  <a:pt x="2592000" y="1776253"/>
                </a:cubicBezTo>
                <a:cubicBezTo>
                  <a:pt x="2592000" y="1736488"/>
                  <a:pt x="2559765" y="1704253"/>
                  <a:pt x="2520000" y="1704253"/>
                </a:cubicBezTo>
                <a:close/>
                <a:moveTo>
                  <a:pt x="720000" y="1373013"/>
                </a:moveTo>
                <a:cubicBezTo>
                  <a:pt x="680235" y="1373013"/>
                  <a:pt x="648000" y="1405248"/>
                  <a:pt x="648000" y="1445013"/>
                </a:cubicBezTo>
                <a:cubicBezTo>
                  <a:pt x="648000" y="1484778"/>
                  <a:pt x="680235" y="1517013"/>
                  <a:pt x="720000" y="1517013"/>
                </a:cubicBezTo>
                <a:lnTo>
                  <a:pt x="2520000" y="1517013"/>
                </a:lnTo>
                <a:cubicBezTo>
                  <a:pt x="2559765" y="1517013"/>
                  <a:pt x="2592000" y="1484778"/>
                  <a:pt x="2592000" y="1445013"/>
                </a:cubicBezTo>
                <a:cubicBezTo>
                  <a:pt x="2592000" y="1405248"/>
                  <a:pt x="2559765" y="1373013"/>
                  <a:pt x="2520000" y="1373013"/>
                </a:cubicBezTo>
                <a:close/>
                <a:moveTo>
                  <a:pt x="720000" y="1041773"/>
                </a:moveTo>
                <a:cubicBezTo>
                  <a:pt x="680235" y="1041773"/>
                  <a:pt x="648000" y="1074008"/>
                  <a:pt x="648000" y="1113773"/>
                </a:cubicBezTo>
                <a:cubicBezTo>
                  <a:pt x="648000" y="1153538"/>
                  <a:pt x="680235" y="1185773"/>
                  <a:pt x="720000" y="1185773"/>
                </a:cubicBezTo>
                <a:lnTo>
                  <a:pt x="2520000" y="1185773"/>
                </a:lnTo>
                <a:cubicBezTo>
                  <a:pt x="2559765" y="1185773"/>
                  <a:pt x="2592000" y="1153538"/>
                  <a:pt x="2592000" y="1113773"/>
                </a:cubicBezTo>
                <a:cubicBezTo>
                  <a:pt x="2592000" y="1074008"/>
                  <a:pt x="2559765" y="1041773"/>
                  <a:pt x="2520000" y="1041773"/>
                </a:cubicBezTo>
                <a:close/>
                <a:moveTo>
                  <a:pt x="0" y="305988"/>
                </a:moveTo>
                <a:lnTo>
                  <a:pt x="181957" y="305988"/>
                </a:lnTo>
                <a:lnTo>
                  <a:pt x="181957" y="470032"/>
                </a:lnTo>
                <a:cubicBezTo>
                  <a:pt x="181957" y="599267"/>
                  <a:pt x="286722" y="704032"/>
                  <a:pt x="415957" y="704032"/>
                </a:cubicBezTo>
                <a:cubicBezTo>
                  <a:pt x="545192" y="704032"/>
                  <a:pt x="649957" y="599267"/>
                  <a:pt x="649957" y="470032"/>
                </a:cubicBezTo>
                <a:lnTo>
                  <a:pt x="649957" y="305988"/>
                </a:lnTo>
                <a:lnTo>
                  <a:pt x="802357" y="305988"/>
                </a:lnTo>
                <a:lnTo>
                  <a:pt x="802357" y="470031"/>
                </a:lnTo>
                <a:cubicBezTo>
                  <a:pt x="802357" y="599266"/>
                  <a:pt x="907122" y="704031"/>
                  <a:pt x="1036357" y="704031"/>
                </a:cubicBezTo>
                <a:cubicBezTo>
                  <a:pt x="1165592" y="704031"/>
                  <a:pt x="1270357" y="599266"/>
                  <a:pt x="1270357" y="470031"/>
                </a:cubicBezTo>
                <a:lnTo>
                  <a:pt x="1270357" y="305988"/>
                </a:lnTo>
                <a:lnTo>
                  <a:pt x="1422757" y="305988"/>
                </a:lnTo>
                <a:lnTo>
                  <a:pt x="1422757" y="470030"/>
                </a:lnTo>
                <a:cubicBezTo>
                  <a:pt x="1422757" y="599265"/>
                  <a:pt x="1527522" y="704030"/>
                  <a:pt x="1656757" y="704030"/>
                </a:cubicBezTo>
                <a:cubicBezTo>
                  <a:pt x="1785992" y="704030"/>
                  <a:pt x="1890757" y="599265"/>
                  <a:pt x="1890757" y="470030"/>
                </a:cubicBezTo>
                <a:lnTo>
                  <a:pt x="1890757" y="305988"/>
                </a:lnTo>
                <a:lnTo>
                  <a:pt x="2043157" y="305988"/>
                </a:lnTo>
                <a:lnTo>
                  <a:pt x="2043157" y="470029"/>
                </a:lnTo>
                <a:cubicBezTo>
                  <a:pt x="2043157" y="599264"/>
                  <a:pt x="2147922" y="704029"/>
                  <a:pt x="2277157" y="704029"/>
                </a:cubicBezTo>
                <a:cubicBezTo>
                  <a:pt x="2406392" y="704029"/>
                  <a:pt x="2511157" y="599264"/>
                  <a:pt x="2511157" y="470029"/>
                </a:cubicBezTo>
                <a:lnTo>
                  <a:pt x="2511157" y="305988"/>
                </a:lnTo>
                <a:lnTo>
                  <a:pt x="2663557" y="305988"/>
                </a:lnTo>
                <a:lnTo>
                  <a:pt x="2663557" y="470028"/>
                </a:lnTo>
                <a:cubicBezTo>
                  <a:pt x="2663557" y="599263"/>
                  <a:pt x="2768322" y="704028"/>
                  <a:pt x="2897557" y="704028"/>
                </a:cubicBezTo>
                <a:cubicBezTo>
                  <a:pt x="3026792" y="704028"/>
                  <a:pt x="3131557" y="599263"/>
                  <a:pt x="3131557" y="470028"/>
                </a:cubicBezTo>
                <a:lnTo>
                  <a:pt x="3131557" y="305988"/>
                </a:lnTo>
                <a:lnTo>
                  <a:pt x="3240000" y="305988"/>
                </a:lnTo>
                <a:lnTo>
                  <a:pt x="3240000" y="3230531"/>
                </a:lnTo>
                <a:lnTo>
                  <a:pt x="0" y="3230531"/>
                </a:lnTo>
                <a:close/>
                <a:moveTo>
                  <a:pt x="415957" y="4"/>
                </a:moveTo>
                <a:cubicBezTo>
                  <a:pt x="485545" y="4"/>
                  <a:pt x="541957" y="56416"/>
                  <a:pt x="541957" y="126004"/>
                </a:cubicBezTo>
                <a:lnTo>
                  <a:pt x="541957" y="485972"/>
                </a:lnTo>
                <a:cubicBezTo>
                  <a:pt x="541957" y="555560"/>
                  <a:pt x="485545" y="611972"/>
                  <a:pt x="415957" y="611972"/>
                </a:cubicBezTo>
                <a:cubicBezTo>
                  <a:pt x="346369" y="611972"/>
                  <a:pt x="289957" y="555560"/>
                  <a:pt x="289957" y="485972"/>
                </a:cubicBezTo>
                <a:lnTo>
                  <a:pt x="289957" y="126004"/>
                </a:lnTo>
                <a:cubicBezTo>
                  <a:pt x="289957" y="56416"/>
                  <a:pt x="346369" y="4"/>
                  <a:pt x="415957" y="4"/>
                </a:cubicBezTo>
                <a:close/>
                <a:moveTo>
                  <a:pt x="1036357" y="3"/>
                </a:moveTo>
                <a:cubicBezTo>
                  <a:pt x="1105945" y="3"/>
                  <a:pt x="1162357" y="56415"/>
                  <a:pt x="1162357" y="126003"/>
                </a:cubicBezTo>
                <a:lnTo>
                  <a:pt x="1162357" y="485971"/>
                </a:lnTo>
                <a:cubicBezTo>
                  <a:pt x="1162357" y="555559"/>
                  <a:pt x="1105945" y="611971"/>
                  <a:pt x="1036357" y="611971"/>
                </a:cubicBezTo>
                <a:cubicBezTo>
                  <a:pt x="966769" y="611971"/>
                  <a:pt x="910357" y="555559"/>
                  <a:pt x="910357" y="485971"/>
                </a:cubicBezTo>
                <a:lnTo>
                  <a:pt x="910357" y="126003"/>
                </a:lnTo>
                <a:cubicBezTo>
                  <a:pt x="910357" y="56415"/>
                  <a:pt x="966769" y="3"/>
                  <a:pt x="1036357" y="3"/>
                </a:cubicBezTo>
                <a:close/>
                <a:moveTo>
                  <a:pt x="1656757" y="2"/>
                </a:moveTo>
                <a:cubicBezTo>
                  <a:pt x="1726345" y="2"/>
                  <a:pt x="1782757" y="56414"/>
                  <a:pt x="1782757" y="126002"/>
                </a:cubicBezTo>
                <a:lnTo>
                  <a:pt x="1782757" y="485970"/>
                </a:lnTo>
                <a:cubicBezTo>
                  <a:pt x="1782757" y="555558"/>
                  <a:pt x="1726345" y="611970"/>
                  <a:pt x="1656757" y="611970"/>
                </a:cubicBezTo>
                <a:cubicBezTo>
                  <a:pt x="1587169" y="611970"/>
                  <a:pt x="1530757" y="555558"/>
                  <a:pt x="1530757" y="485970"/>
                </a:cubicBezTo>
                <a:lnTo>
                  <a:pt x="1530757" y="126002"/>
                </a:lnTo>
                <a:cubicBezTo>
                  <a:pt x="1530757" y="56414"/>
                  <a:pt x="1587169" y="2"/>
                  <a:pt x="1656757" y="2"/>
                </a:cubicBezTo>
                <a:close/>
                <a:moveTo>
                  <a:pt x="2277157" y="1"/>
                </a:moveTo>
                <a:cubicBezTo>
                  <a:pt x="2346745" y="1"/>
                  <a:pt x="2403157" y="56413"/>
                  <a:pt x="2403157" y="126001"/>
                </a:cubicBezTo>
                <a:lnTo>
                  <a:pt x="2403157" y="485969"/>
                </a:lnTo>
                <a:cubicBezTo>
                  <a:pt x="2403157" y="555557"/>
                  <a:pt x="2346745" y="611969"/>
                  <a:pt x="2277157" y="611969"/>
                </a:cubicBezTo>
                <a:cubicBezTo>
                  <a:pt x="2207569" y="611969"/>
                  <a:pt x="2151157" y="555557"/>
                  <a:pt x="2151157" y="485969"/>
                </a:cubicBezTo>
                <a:lnTo>
                  <a:pt x="2151157" y="126001"/>
                </a:lnTo>
                <a:cubicBezTo>
                  <a:pt x="2151157" y="56413"/>
                  <a:pt x="2207569" y="1"/>
                  <a:pt x="2277157" y="1"/>
                </a:cubicBezTo>
                <a:close/>
                <a:moveTo>
                  <a:pt x="2897557" y="0"/>
                </a:moveTo>
                <a:cubicBezTo>
                  <a:pt x="2967145" y="0"/>
                  <a:pt x="3023557" y="56412"/>
                  <a:pt x="3023557" y="126000"/>
                </a:cubicBezTo>
                <a:lnTo>
                  <a:pt x="3023557" y="485968"/>
                </a:lnTo>
                <a:cubicBezTo>
                  <a:pt x="3023557" y="555556"/>
                  <a:pt x="2967145" y="611968"/>
                  <a:pt x="2897557" y="611968"/>
                </a:cubicBezTo>
                <a:cubicBezTo>
                  <a:pt x="2827969" y="611968"/>
                  <a:pt x="2771557" y="555556"/>
                  <a:pt x="2771557" y="485968"/>
                </a:cubicBezTo>
                <a:lnTo>
                  <a:pt x="2771557" y="126000"/>
                </a:lnTo>
                <a:cubicBezTo>
                  <a:pt x="2771557" y="56412"/>
                  <a:pt x="2827969" y="0"/>
                  <a:pt x="28975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33" name="Pie 24">
            <a:extLst>
              <a:ext uri="{FF2B5EF4-FFF2-40B4-BE49-F238E27FC236}">
                <a16:creationId xmlns:a16="http://schemas.microsoft.com/office/drawing/2014/main" id="{022A5D84-621A-4C84-A4C1-324CB3AE5E8D}"/>
              </a:ext>
            </a:extLst>
          </p:cNvPr>
          <p:cNvSpPr/>
          <p:nvPr/>
        </p:nvSpPr>
        <p:spPr>
          <a:xfrm>
            <a:off x="3701736" y="3531868"/>
            <a:ext cx="454297" cy="451780"/>
          </a:xfrm>
          <a:custGeom>
            <a:avLst/>
            <a:gdLst/>
            <a:ahLst/>
            <a:cxnLst/>
            <a:rect l="l" t="t" r="r" b="b"/>
            <a:pathLst>
              <a:path w="3228711" h="3210836">
                <a:moveTo>
                  <a:pt x="351626" y="695968"/>
                </a:moveTo>
                <a:lnTo>
                  <a:pt x="1548007" y="1678300"/>
                </a:lnTo>
                <a:lnTo>
                  <a:pt x="236194" y="2500159"/>
                </a:lnTo>
                <a:cubicBezTo>
                  <a:pt x="-116985" y="1936431"/>
                  <a:pt x="-70514" y="1210092"/>
                  <a:pt x="351626" y="695968"/>
                </a:cubicBezTo>
                <a:close/>
                <a:moveTo>
                  <a:pt x="1957429" y="262366"/>
                </a:moveTo>
                <a:cubicBezTo>
                  <a:pt x="2634256" y="359480"/>
                  <a:pt x="3156733" y="907132"/>
                  <a:pt x="3221913" y="1587776"/>
                </a:cubicBezTo>
                <a:cubicBezTo>
                  <a:pt x="3287093" y="2268421"/>
                  <a:pt x="2878048" y="2905277"/>
                  <a:pt x="2231953" y="3129078"/>
                </a:cubicBezTo>
                <a:cubicBezTo>
                  <a:pt x="1585858" y="3352879"/>
                  <a:pt x="870522" y="3105497"/>
                  <a:pt x="500715" y="2530372"/>
                </a:cubicBezTo>
                <a:lnTo>
                  <a:pt x="1746987" y="1729019"/>
                </a:lnTo>
                <a:close/>
                <a:moveTo>
                  <a:pt x="1604447" y="200"/>
                </a:moveTo>
                <a:cubicBezTo>
                  <a:pt x="1665125" y="-778"/>
                  <a:pt x="1726175" y="1809"/>
                  <a:pt x="1787307" y="8072"/>
                </a:cubicBezTo>
                <a:lnTo>
                  <a:pt x="1629532" y="1548011"/>
                </a:lnTo>
                <a:lnTo>
                  <a:pt x="483856" y="506987"/>
                </a:lnTo>
                <a:cubicBezTo>
                  <a:pt x="773141" y="188622"/>
                  <a:pt x="1179697" y="7051"/>
                  <a:pt x="1604447" y="20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4" name="Rectangle 16">
            <a:extLst>
              <a:ext uri="{FF2B5EF4-FFF2-40B4-BE49-F238E27FC236}">
                <a16:creationId xmlns:a16="http://schemas.microsoft.com/office/drawing/2014/main" id="{9DBF2C14-9ED2-4794-A2C2-43465FA58165}"/>
              </a:ext>
            </a:extLst>
          </p:cNvPr>
          <p:cNvSpPr/>
          <p:nvPr/>
        </p:nvSpPr>
        <p:spPr>
          <a:xfrm rot="2700000">
            <a:off x="2671323" y="5396123"/>
            <a:ext cx="297363" cy="565750"/>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35" name="Straight Arrow Connector 41">
            <a:extLst>
              <a:ext uri="{FF2B5EF4-FFF2-40B4-BE49-F238E27FC236}">
                <a16:creationId xmlns:a16="http://schemas.microsoft.com/office/drawing/2014/main" id="{13197E35-2880-4FA6-AEFE-12085E58A654}"/>
              </a:ext>
            </a:extLst>
          </p:cNvPr>
          <p:cNvCxnSpPr>
            <a:cxnSpLocks/>
          </p:cNvCxnSpPr>
          <p:nvPr/>
        </p:nvCxnSpPr>
        <p:spPr>
          <a:xfrm>
            <a:off x="5177523" y="2934930"/>
            <a:ext cx="617696" cy="0"/>
          </a:xfrm>
          <a:prstGeom prst="straightConnector1">
            <a:avLst/>
          </a:prstGeom>
          <a:ln w="25400">
            <a:solidFill>
              <a:schemeClr val="accent4"/>
            </a:solidFill>
            <a:prstDash val="sysDash"/>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43">
            <a:extLst>
              <a:ext uri="{FF2B5EF4-FFF2-40B4-BE49-F238E27FC236}">
                <a16:creationId xmlns:a16="http://schemas.microsoft.com/office/drawing/2014/main" id="{7C7BF159-5CB5-440B-A698-91AF1E789D9B}"/>
              </a:ext>
            </a:extLst>
          </p:cNvPr>
          <p:cNvCxnSpPr>
            <a:cxnSpLocks/>
          </p:cNvCxnSpPr>
          <p:nvPr/>
        </p:nvCxnSpPr>
        <p:spPr>
          <a:xfrm>
            <a:off x="4559827" y="3983648"/>
            <a:ext cx="1235392" cy="0"/>
          </a:xfrm>
          <a:prstGeom prst="straightConnector1">
            <a:avLst/>
          </a:prstGeom>
          <a:ln w="25400">
            <a:solidFill>
              <a:schemeClr val="accent3"/>
            </a:solidFill>
            <a:prstDash val="sysDash"/>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44">
            <a:extLst>
              <a:ext uri="{FF2B5EF4-FFF2-40B4-BE49-F238E27FC236}">
                <a16:creationId xmlns:a16="http://schemas.microsoft.com/office/drawing/2014/main" id="{8CDC39BA-D5BF-4211-B990-DE715D89D4C6}"/>
              </a:ext>
            </a:extLst>
          </p:cNvPr>
          <p:cNvCxnSpPr>
            <a:cxnSpLocks/>
          </p:cNvCxnSpPr>
          <p:nvPr/>
        </p:nvCxnSpPr>
        <p:spPr>
          <a:xfrm>
            <a:off x="4080758" y="4939608"/>
            <a:ext cx="1714461" cy="0"/>
          </a:xfrm>
          <a:prstGeom prst="straightConnector1">
            <a:avLst/>
          </a:prstGeom>
          <a:ln w="25400">
            <a:solidFill>
              <a:schemeClr val="accent2"/>
            </a:solidFill>
            <a:prstDash val="sysDash"/>
            <a:headEnd w="lg" len="lg"/>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45">
            <a:extLst>
              <a:ext uri="{FF2B5EF4-FFF2-40B4-BE49-F238E27FC236}">
                <a16:creationId xmlns:a16="http://schemas.microsoft.com/office/drawing/2014/main" id="{59F46E2A-FAA9-4F19-A7E5-5DC719F55634}"/>
              </a:ext>
            </a:extLst>
          </p:cNvPr>
          <p:cNvCxnSpPr>
            <a:cxnSpLocks/>
          </p:cNvCxnSpPr>
          <p:nvPr/>
        </p:nvCxnSpPr>
        <p:spPr>
          <a:xfrm>
            <a:off x="3374419" y="5872990"/>
            <a:ext cx="2420800" cy="16454"/>
          </a:xfrm>
          <a:prstGeom prst="straightConnector1">
            <a:avLst/>
          </a:prstGeom>
          <a:ln w="25400">
            <a:prstDash val="sysDash"/>
            <a:headEnd w="lg" len="lg"/>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49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Technology Stack</a:t>
            </a:r>
            <a:endParaRPr lang="en-US" dirty="0"/>
          </a:p>
        </p:txBody>
      </p:sp>
      <p:grpSp>
        <p:nvGrpSpPr>
          <p:cNvPr id="3" name="그룹 2">
            <a:extLst>
              <a:ext uri="{FF2B5EF4-FFF2-40B4-BE49-F238E27FC236}">
                <a16:creationId xmlns:a16="http://schemas.microsoft.com/office/drawing/2014/main" id="{0F8E0BE1-64A0-4B63-B60B-6030AD07B08E}"/>
              </a:ext>
            </a:extLst>
          </p:cNvPr>
          <p:cNvGrpSpPr/>
          <p:nvPr/>
        </p:nvGrpSpPr>
        <p:grpSpPr>
          <a:xfrm>
            <a:off x="814218" y="1926232"/>
            <a:ext cx="6098120" cy="3161631"/>
            <a:chOff x="814218" y="1926232"/>
            <a:chExt cx="6098120" cy="3161631"/>
          </a:xfrm>
        </p:grpSpPr>
        <p:sp>
          <p:nvSpPr>
            <p:cNvPr id="4" name="자유형: 도형 3">
              <a:extLst>
                <a:ext uri="{FF2B5EF4-FFF2-40B4-BE49-F238E27FC236}">
                  <a16:creationId xmlns:a16="http://schemas.microsoft.com/office/drawing/2014/main" id="{7FE14CFF-A5DE-41BD-8A30-03A75550AC33}"/>
                </a:ext>
              </a:extLst>
            </p:cNvPr>
            <p:cNvSpPr/>
            <p:nvPr/>
          </p:nvSpPr>
          <p:spPr>
            <a:xfrm flipH="1">
              <a:off x="1030295" y="3244960"/>
              <a:ext cx="3655066" cy="1842902"/>
            </a:xfrm>
            <a:custGeom>
              <a:avLst/>
              <a:gdLst>
                <a:gd name="connsiteX0" fmla="*/ 1843054 w 3655066"/>
                <a:gd name="connsiteY0" fmla="*/ 69 h 1842902"/>
                <a:gd name="connsiteX1" fmla="*/ 0 w 3655066"/>
                <a:gd name="connsiteY1" fmla="*/ 1806140 h 1842902"/>
                <a:gd name="connsiteX2" fmla="*/ 1827355 w 3655066"/>
                <a:gd name="connsiteY2" fmla="*/ 1842902 h 1842902"/>
                <a:gd name="connsiteX3" fmla="*/ 3655066 w 3655066"/>
                <a:gd name="connsiteY3" fmla="*/ 1837277 h 1842902"/>
                <a:gd name="connsiteX4" fmla="*/ 1843054 w 3655066"/>
                <a:gd name="connsiteY4" fmla="*/ 69 h 18429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5066" h="1842902">
                  <a:moveTo>
                    <a:pt x="1843054" y="69"/>
                  </a:moveTo>
                  <a:cubicBezTo>
                    <a:pt x="841769" y="-8603"/>
                    <a:pt x="19974" y="796701"/>
                    <a:pt x="0" y="1806140"/>
                  </a:cubicBezTo>
                  <a:lnTo>
                    <a:pt x="1827355" y="1842902"/>
                  </a:lnTo>
                  <a:lnTo>
                    <a:pt x="3655066" y="1837277"/>
                  </a:lnTo>
                  <a:cubicBezTo>
                    <a:pt x="3652010" y="827844"/>
                    <a:pt x="2844139" y="8739"/>
                    <a:pt x="1843054" y="69"/>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0">
                <a:solidFill>
                  <a:schemeClr val="tx1"/>
                </a:solidFill>
              </a:endParaRPr>
            </a:p>
          </p:txBody>
        </p:sp>
        <p:sp>
          <p:nvSpPr>
            <p:cNvPr id="5" name="자유형: 도형 4">
              <a:extLst>
                <a:ext uri="{FF2B5EF4-FFF2-40B4-BE49-F238E27FC236}">
                  <a16:creationId xmlns:a16="http://schemas.microsoft.com/office/drawing/2014/main" id="{29FD496F-7633-42F7-BAB6-AB3F434EC57A}"/>
                </a:ext>
              </a:extLst>
            </p:cNvPr>
            <p:cNvSpPr/>
            <p:nvPr/>
          </p:nvSpPr>
          <p:spPr>
            <a:xfrm flipH="1">
              <a:off x="814218" y="2691893"/>
              <a:ext cx="4439087" cy="2395969"/>
            </a:xfrm>
            <a:custGeom>
              <a:avLst/>
              <a:gdLst>
                <a:gd name="connsiteX0" fmla="*/ 2349179 w 4439087"/>
                <a:gd name="connsiteY0" fmla="*/ 447 h 2395969"/>
                <a:gd name="connsiteX1" fmla="*/ 1768897 w 4439087"/>
                <a:gd name="connsiteY1" fmla="*/ 83535 h 2395969"/>
                <a:gd name="connsiteX2" fmla="*/ 0 w 4439087"/>
                <a:gd name="connsiteY2" fmla="*/ 2348385 h 2395969"/>
                <a:gd name="connsiteX3" fmla="*/ 2395300 w 4439087"/>
                <a:gd name="connsiteY3" fmla="*/ 2395969 h 2395969"/>
                <a:gd name="connsiteX4" fmla="*/ 4439087 w 4439087"/>
                <a:gd name="connsiteY4" fmla="*/ 1145902 h 2395969"/>
                <a:gd name="connsiteX5" fmla="*/ 2349179 w 4439087"/>
                <a:gd name="connsiteY5" fmla="*/ 447 h 2395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39087" h="2395969">
                  <a:moveTo>
                    <a:pt x="2349179" y="447"/>
                  </a:moveTo>
                  <a:cubicBezTo>
                    <a:pt x="2156233" y="4183"/>
                    <a:pt x="1961503" y="31361"/>
                    <a:pt x="1768897" y="83535"/>
                  </a:cubicBezTo>
                  <a:cubicBezTo>
                    <a:pt x="741667" y="361797"/>
                    <a:pt x="21138" y="1284344"/>
                    <a:pt x="0" y="2348385"/>
                  </a:cubicBezTo>
                  <a:lnTo>
                    <a:pt x="2395300" y="2395969"/>
                  </a:lnTo>
                  <a:lnTo>
                    <a:pt x="4439087" y="1145902"/>
                  </a:lnTo>
                  <a:cubicBezTo>
                    <a:pt x="3987902" y="408241"/>
                    <a:pt x="3185282" y="-15745"/>
                    <a:pt x="2349179" y="44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0">
                <a:solidFill>
                  <a:schemeClr val="tx1"/>
                </a:solidFill>
              </a:endParaRPr>
            </a:p>
          </p:txBody>
        </p:sp>
        <p:sp>
          <p:nvSpPr>
            <p:cNvPr id="6" name="자유형: 도형 5">
              <a:extLst>
                <a:ext uri="{FF2B5EF4-FFF2-40B4-BE49-F238E27FC236}">
                  <a16:creationId xmlns:a16="http://schemas.microsoft.com/office/drawing/2014/main" id="{58508B71-3B40-46DB-BDC6-31290D2F4BD9}"/>
                </a:ext>
              </a:extLst>
            </p:cNvPr>
            <p:cNvSpPr/>
            <p:nvPr/>
          </p:nvSpPr>
          <p:spPr>
            <a:xfrm flipH="1">
              <a:off x="1903225" y="2139199"/>
              <a:ext cx="3903361" cy="2948664"/>
            </a:xfrm>
            <a:custGeom>
              <a:avLst/>
              <a:gdLst>
                <a:gd name="connsiteX0" fmla="*/ 2870829 w 3903361"/>
                <a:gd name="connsiteY0" fmla="*/ 1031 h 2948664"/>
                <a:gd name="connsiteX1" fmla="*/ 1241921 w 3903361"/>
                <a:gd name="connsiteY1" fmla="*/ 544123 h 2948664"/>
                <a:gd name="connsiteX2" fmla="*/ 0 w 3903361"/>
                <a:gd name="connsiteY2" fmla="*/ 2929350 h 2948664"/>
                <a:gd name="connsiteX3" fmla="*/ 2948580 w 3903361"/>
                <a:gd name="connsiteY3" fmla="*/ 2948664 h 2948664"/>
                <a:gd name="connsiteX4" fmla="*/ 3903361 w 3903361"/>
                <a:gd name="connsiteY4" fmla="*/ 158880 h 2948664"/>
                <a:gd name="connsiteX5" fmla="*/ 2870829 w 3903361"/>
                <a:gd name="connsiteY5" fmla="*/ 1031 h 2948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03361" h="2948664">
                  <a:moveTo>
                    <a:pt x="2870829" y="1031"/>
                  </a:moveTo>
                  <a:cubicBezTo>
                    <a:pt x="2293568" y="16299"/>
                    <a:pt x="1725382" y="200979"/>
                    <a:pt x="1241921" y="544123"/>
                  </a:cubicBezTo>
                  <a:cubicBezTo>
                    <a:pt x="468384" y="1093153"/>
                    <a:pt x="6213" y="1980796"/>
                    <a:pt x="0" y="2929350"/>
                  </a:cubicBezTo>
                  <a:lnTo>
                    <a:pt x="2948580" y="2948664"/>
                  </a:lnTo>
                  <a:lnTo>
                    <a:pt x="3903361" y="158880"/>
                  </a:lnTo>
                  <a:cubicBezTo>
                    <a:pt x="3566810" y="43698"/>
                    <a:pt x="3217186" y="-8130"/>
                    <a:pt x="2870829" y="1031"/>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0">
                <a:solidFill>
                  <a:schemeClr val="tx1"/>
                </a:solidFill>
              </a:endParaRPr>
            </a:p>
          </p:txBody>
        </p:sp>
        <p:sp>
          <p:nvSpPr>
            <p:cNvPr id="7" name="자유형: 도형 6">
              <a:extLst>
                <a:ext uri="{FF2B5EF4-FFF2-40B4-BE49-F238E27FC236}">
                  <a16:creationId xmlns:a16="http://schemas.microsoft.com/office/drawing/2014/main" id="{ACD4E79D-6537-4410-A720-FB1794C6269D}"/>
                </a:ext>
              </a:extLst>
            </p:cNvPr>
            <p:cNvSpPr/>
            <p:nvPr/>
          </p:nvSpPr>
          <p:spPr>
            <a:xfrm flipH="1">
              <a:off x="2858006" y="1926232"/>
              <a:ext cx="3501292" cy="3161631"/>
            </a:xfrm>
            <a:custGeom>
              <a:avLst/>
              <a:gdLst>
                <a:gd name="connsiteX0" fmla="*/ 1996405 w 3501292"/>
                <a:gd name="connsiteY0" fmla="*/ 0 h 3161631"/>
                <a:gd name="connsiteX1" fmla="*/ 0 w 3501292"/>
                <a:gd name="connsiteY1" fmla="*/ 3122311 h 3161631"/>
                <a:gd name="connsiteX2" fmla="*/ 3501292 w 3501292"/>
                <a:gd name="connsiteY2" fmla="*/ 3161631 h 3161631"/>
              </a:gdLst>
              <a:ahLst/>
              <a:cxnLst>
                <a:cxn ang="0">
                  <a:pos x="connsiteX0" y="connsiteY0"/>
                </a:cxn>
                <a:cxn ang="0">
                  <a:pos x="connsiteX1" y="connsiteY1"/>
                </a:cxn>
                <a:cxn ang="0">
                  <a:pos x="connsiteX2" y="connsiteY2"/>
                </a:cxn>
              </a:cxnLst>
              <a:rect l="l" t="t" r="r" b="b"/>
              <a:pathLst>
                <a:path w="3501292" h="3161631">
                  <a:moveTo>
                    <a:pt x="1996405" y="0"/>
                  </a:moveTo>
                  <a:cubicBezTo>
                    <a:pt x="789561" y="574439"/>
                    <a:pt x="15009" y="1785813"/>
                    <a:pt x="0" y="3122311"/>
                  </a:cubicBezTo>
                  <a:lnTo>
                    <a:pt x="3501292" y="316163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0" dirty="0">
                <a:solidFill>
                  <a:schemeClr val="tx1"/>
                </a:solidFill>
              </a:endParaRPr>
            </a:p>
          </p:txBody>
        </p:sp>
        <p:sp>
          <p:nvSpPr>
            <p:cNvPr id="8" name="자유형: 도형 7">
              <a:extLst>
                <a:ext uri="{FF2B5EF4-FFF2-40B4-BE49-F238E27FC236}">
                  <a16:creationId xmlns:a16="http://schemas.microsoft.com/office/drawing/2014/main" id="{C538BE94-2C44-4C86-99B0-5B24AFB90F26}"/>
                </a:ext>
              </a:extLst>
            </p:cNvPr>
            <p:cNvSpPr/>
            <p:nvPr/>
          </p:nvSpPr>
          <p:spPr>
            <a:xfrm flipH="1">
              <a:off x="2858006" y="2894639"/>
              <a:ext cx="4054332" cy="2193224"/>
            </a:xfrm>
            <a:custGeom>
              <a:avLst/>
              <a:gdLst>
                <a:gd name="connsiteX0" fmla="*/ 644375 w 4054332"/>
                <a:gd name="connsiteY0" fmla="*/ 0 h 2193224"/>
                <a:gd name="connsiteX1" fmla="*/ 0 w 4054332"/>
                <a:gd name="connsiteY1" fmla="*/ 2172648 h 2193224"/>
                <a:gd name="connsiteX2" fmla="*/ 4054332 w 4054332"/>
                <a:gd name="connsiteY2" fmla="*/ 2193224 h 2193224"/>
              </a:gdLst>
              <a:ahLst/>
              <a:cxnLst>
                <a:cxn ang="0">
                  <a:pos x="connsiteX0" y="connsiteY0"/>
                </a:cxn>
                <a:cxn ang="0">
                  <a:pos x="connsiteX1" y="connsiteY1"/>
                </a:cxn>
                <a:cxn ang="0">
                  <a:pos x="connsiteX2" y="connsiteY2"/>
                </a:cxn>
              </a:cxnLst>
              <a:rect l="l" t="t" r="r" b="b"/>
              <a:pathLst>
                <a:path w="4054332" h="2193224">
                  <a:moveTo>
                    <a:pt x="644375" y="0"/>
                  </a:moveTo>
                  <a:cubicBezTo>
                    <a:pt x="227436" y="648245"/>
                    <a:pt x="3911" y="1401905"/>
                    <a:pt x="0" y="2172648"/>
                  </a:cubicBezTo>
                  <a:lnTo>
                    <a:pt x="4054332" y="219322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sz="2700" dirty="0">
                <a:solidFill>
                  <a:schemeClr val="tx1"/>
                </a:solidFill>
              </a:endParaRPr>
            </a:p>
          </p:txBody>
        </p:sp>
      </p:grpSp>
      <p:sp>
        <p:nvSpPr>
          <p:cNvPr id="9" name="Oval 54">
            <a:extLst>
              <a:ext uri="{FF2B5EF4-FFF2-40B4-BE49-F238E27FC236}">
                <a16:creationId xmlns:a16="http://schemas.microsoft.com/office/drawing/2014/main" id="{751A66BF-3EAF-47C8-A9FD-B8C37D17D988}"/>
              </a:ext>
            </a:extLst>
          </p:cNvPr>
          <p:cNvSpPr/>
          <p:nvPr/>
        </p:nvSpPr>
        <p:spPr>
          <a:xfrm flipH="1">
            <a:off x="1921811" y="4151667"/>
            <a:ext cx="1872388" cy="1872388"/>
          </a:xfrm>
          <a:prstGeom prst="ellipse">
            <a:avLst/>
          </a:prstGeom>
          <a:solidFill>
            <a:schemeClr val="bg1"/>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0" name="Rounded Rectangle 5">
            <a:extLst>
              <a:ext uri="{FF2B5EF4-FFF2-40B4-BE49-F238E27FC236}">
                <a16:creationId xmlns:a16="http://schemas.microsoft.com/office/drawing/2014/main" id="{6B71B874-F501-4A6B-AB2F-CF8C4C380B9B}"/>
              </a:ext>
            </a:extLst>
          </p:cNvPr>
          <p:cNvSpPr/>
          <p:nvPr/>
        </p:nvSpPr>
        <p:spPr>
          <a:xfrm flipH="1">
            <a:off x="5790584" y="3995850"/>
            <a:ext cx="600182" cy="495114"/>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1" name="Rounded Rectangle 25">
            <a:extLst>
              <a:ext uri="{FF2B5EF4-FFF2-40B4-BE49-F238E27FC236}">
                <a16:creationId xmlns:a16="http://schemas.microsoft.com/office/drawing/2014/main" id="{1660B81D-185A-4BBD-9002-BBA3A73A6A36}"/>
              </a:ext>
            </a:extLst>
          </p:cNvPr>
          <p:cNvSpPr/>
          <p:nvPr/>
        </p:nvSpPr>
        <p:spPr>
          <a:xfrm>
            <a:off x="1311920" y="4584009"/>
            <a:ext cx="340634" cy="249630"/>
          </a:xfrm>
          <a:custGeom>
            <a:avLst/>
            <a:gdLst/>
            <a:ahLst/>
            <a:cxnLst/>
            <a:rect l="l" t="t" r="r" b="b"/>
            <a:pathLst>
              <a:path w="3248842" h="2380886">
                <a:moveTo>
                  <a:pt x="1194785" y="1472263"/>
                </a:moveTo>
                <a:cubicBezTo>
                  <a:pt x="1150014" y="1472263"/>
                  <a:pt x="1113720" y="1508557"/>
                  <a:pt x="1113720" y="1553328"/>
                </a:cubicBezTo>
                <a:lnTo>
                  <a:pt x="1113720" y="1600880"/>
                </a:lnTo>
                <a:cubicBezTo>
                  <a:pt x="1113720" y="1645651"/>
                  <a:pt x="1150014" y="1681945"/>
                  <a:pt x="1194785" y="1681945"/>
                </a:cubicBezTo>
                <a:lnTo>
                  <a:pt x="2067186" y="1681945"/>
                </a:lnTo>
                <a:cubicBezTo>
                  <a:pt x="2111957" y="1681945"/>
                  <a:pt x="2148251" y="1645651"/>
                  <a:pt x="2148251" y="1600880"/>
                </a:cubicBezTo>
                <a:lnTo>
                  <a:pt x="2148251" y="1553328"/>
                </a:lnTo>
                <a:cubicBezTo>
                  <a:pt x="2148251" y="1508557"/>
                  <a:pt x="2111957" y="1472263"/>
                  <a:pt x="2067186" y="1472263"/>
                </a:cubicBezTo>
                <a:close/>
                <a:moveTo>
                  <a:pt x="2582402" y="986449"/>
                </a:moveTo>
                <a:cubicBezTo>
                  <a:pt x="2477247" y="986449"/>
                  <a:pt x="2392002" y="1071694"/>
                  <a:pt x="2392002" y="1176848"/>
                </a:cubicBezTo>
                <a:cubicBezTo>
                  <a:pt x="2392002" y="1282003"/>
                  <a:pt x="2477247" y="1367248"/>
                  <a:pt x="2582402" y="1367248"/>
                </a:cubicBezTo>
                <a:cubicBezTo>
                  <a:pt x="2687557" y="1367248"/>
                  <a:pt x="2772801" y="1282003"/>
                  <a:pt x="2772801" y="1176848"/>
                </a:cubicBezTo>
                <a:cubicBezTo>
                  <a:pt x="2772801" y="1071694"/>
                  <a:pt x="2687557" y="986449"/>
                  <a:pt x="2582402" y="986449"/>
                </a:cubicBezTo>
                <a:close/>
                <a:moveTo>
                  <a:pt x="679570" y="986449"/>
                </a:moveTo>
                <a:cubicBezTo>
                  <a:pt x="574415" y="986449"/>
                  <a:pt x="489171" y="1071694"/>
                  <a:pt x="489171" y="1176848"/>
                </a:cubicBezTo>
                <a:cubicBezTo>
                  <a:pt x="489171" y="1282003"/>
                  <a:pt x="574415" y="1367248"/>
                  <a:pt x="679570" y="1367248"/>
                </a:cubicBezTo>
                <a:cubicBezTo>
                  <a:pt x="784725" y="1367248"/>
                  <a:pt x="869970" y="1282003"/>
                  <a:pt x="869970" y="1176848"/>
                </a:cubicBezTo>
                <a:cubicBezTo>
                  <a:pt x="869970" y="1071694"/>
                  <a:pt x="784725" y="986449"/>
                  <a:pt x="679570" y="986449"/>
                </a:cubicBezTo>
                <a:close/>
                <a:moveTo>
                  <a:pt x="867954" y="155801"/>
                </a:moveTo>
                <a:lnTo>
                  <a:pt x="726849" y="858549"/>
                </a:lnTo>
                <a:lnTo>
                  <a:pt x="2535122" y="858549"/>
                </a:lnTo>
                <a:lnTo>
                  <a:pt x="2394017" y="155801"/>
                </a:lnTo>
                <a:close/>
                <a:moveTo>
                  <a:pt x="677268" y="0"/>
                </a:moveTo>
                <a:lnTo>
                  <a:pt x="2584703" y="0"/>
                </a:lnTo>
                <a:lnTo>
                  <a:pt x="2736658" y="607820"/>
                </a:lnTo>
                <a:cubicBezTo>
                  <a:pt x="2766265" y="579906"/>
                  <a:pt x="2806392" y="564164"/>
                  <a:pt x="2850195" y="564164"/>
                </a:cubicBezTo>
                <a:lnTo>
                  <a:pt x="3069929" y="564164"/>
                </a:lnTo>
                <a:cubicBezTo>
                  <a:pt x="3168740" y="564164"/>
                  <a:pt x="3248842" y="644266"/>
                  <a:pt x="3248842" y="743077"/>
                </a:cubicBezTo>
                <a:lnTo>
                  <a:pt x="3248842" y="792706"/>
                </a:lnTo>
                <a:cubicBezTo>
                  <a:pt x="3248842" y="891517"/>
                  <a:pt x="3168740" y="971619"/>
                  <a:pt x="3069929" y="971619"/>
                </a:cubicBezTo>
                <a:lnTo>
                  <a:pt x="3054536" y="971619"/>
                </a:lnTo>
                <a:cubicBezTo>
                  <a:pt x="3060628" y="989042"/>
                  <a:pt x="3063411" y="1007758"/>
                  <a:pt x="3063411" y="1027125"/>
                </a:cubicBezTo>
                <a:lnTo>
                  <a:pt x="3063411" y="2015961"/>
                </a:lnTo>
                <a:lnTo>
                  <a:pt x="2889080" y="2015961"/>
                </a:lnTo>
                <a:lnTo>
                  <a:pt x="2889080" y="2260325"/>
                </a:lnTo>
                <a:cubicBezTo>
                  <a:pt x="2889080" y="2326909"/>
                  <a:pt x="2835102" y="2380886"/>
                  <a:pt x="2768518" y="2380886"/>
                </a:cubicBezTo>
                <a:lnTo>
                  <a:pt x="2286284" y="2380886"/>
                </a:lnTo>
                <a:cubicBezTo>
                  <a:pt x="2219700" y="2380886"/>
                  <a:pt x="2165723" y="2326909"/>
                  <a:pt x="2165723" y="2260325"/>
                </a:cubicBezTo>
                <a:lnTo>
                  <a:pt x="2165723" y="2015961"/>
                </a:lnTo>
                <a:lnTo>
                  <a:pt x="1096248" y="2015961"/>
                </a:lnTo>
                <a:lnTo>
                  <a:pt x="1096248" y="2260325"/>
                </a:lnTo>
                <a:cubicBezTo>
                  <a:pt x="1096248" y="2326909"/>
                  <a:pt x="1042270" y="2380886"/>
                  <a:pt x="975686" y="2380886"/>
                </a:cubicBezTo>
                <a:lnTo>
                  <a:pt x="493453" y="2380886"/>
                </a:lnTo>
                <a:cubicBezTo>
                  <a:pt x="426869" y="2380886"/>
                  <a:pt x="372891" y="2326909"/>
                  <a:pt x="372891" y="2260325"/>
                </a:cubicBezTo>
                <a:lnTo>
                  <a:pt x="372891" y="2015961"/>
                </a:lnTo>
                <a:lnTo>
                  <a:pt x="198560" y="2015961"/>
                </a:lnTo>
                <a:lnTo>
                  <a:pt x="198560" y="1027125"/>
                </a:lnTo>
                <a:cubicBezTo>
                  <a:pt x="198560" y="1007758"/>
                  <a:pt x="201343" y="989042"/>
                  <a:pt x="207435" y="971619"/>
                </a:cubicBezTo>
                <a:lnTo>
                  <a:pt x="178913" y="971619"/>
                </a:lnTo>
                <a:cubicBezTo>
                  <a:pt x="80102" y="971619"/>
                  <a:pt x="0" y="891517"/>
                  <a:pt x="0" y="792706"/>
                </a:cubicBezTo>
                <a:lnTo>
                  <a:pt x="0" y="743077"/>
                </a:lnTo>
                <a:cubicBezTo>
                  <a:pt x="0" y="644266"/>
                  <a:pt x="80102" y="564164"/>
                  <a:pt x="178913" y="564164"/>
                </a:cubicBezTo>
                <a:lnTo>
                  <a:pt x="398647" y="564164"/>
                </a:lnTo>
                <a:cubicBezTo>
                  <a:pt x="447310" y="564164"/>
                  <a:pt x="491436" y="583593"/>
                  <a:pt x="523419" y="61539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2" name="Donut 39">
            <a:extLst>
              <a:ext uri="{FF2B5EF4-FFF2-40B4-BE49-F238E27FC236}">
                <a16:creationId xmlns:a16="http://schemas.microsoft.com/office/drawing/2014/main" id="{74019517-AA9C-4FE0-854A-41BF9AC3361C}"/>
              </a:ext>
            </a:extLst>
          </p:cNvPr>
          <p:cNvSpPr/>
          <p:nvPr/>
        </p:nvSpPr>
        <p:spPr>
          <a:xfrm>
            <a:off x="1583857" y="3390371"/>
            <a:ext cx="492812" cy="492812"/>
          </a:xfrm>
          <a:custGeom>
            <a:avLst/>
            <a:gdLst/>
            <a:ahLst/>
            <a:cxnLst/>
            <a:rect l="l" t="t" r="r" b="b"/>
            <a:pathLst>
              <a:path w="3240000" h="3240000">
                <a:moveTo>
                  <a:pt x="1152300" y="922782"/>
                </a:moveTo>
                <a:lnTo>
                  <a:pt x="2354400" y="1620000"/>
                </a:lnTo>
                <a:lnTo>
                  <a:pt x="1152300" y="2317218"/>
                </a:lnTo>
                <a:close/>
                <a:moveTo>
                  <a:pt x="1620000" y="342403"/>
                </a:moveTo>
                <a:cubicBezTo>
                  <a:pt x="914403" y="342403"/>
                  <a:pt x="342403" y="914403"/>
                  <a:pt x="342403" y="1620000"/>
                </a:cubicBezTo>
                <a:cubicBezTo>
                  <a:pt x="342403" y="2325597"/>
                  <a:pt x="914403" y="2897597"/>
                  <a:pt x="1620000" y="2897597"/>
                </a:cubicBezTo>
                <a:cubicBezTo>
                  <a:pt x="2325597" y="2897597"/>
                  <a:pt x="2897597" y="2325597"/>
                  <a:pt x="2897597" y="1620000"/>
                </a:cubicBezTo>
                <a:cubicBezTo>
                  <a:pt x="2897597" y="914403"/>
                  <a:pt x="2325597" y="342403"/>
                  <a:pt x="1620000" y="342403"/>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23" name="Rectangle 36">
            <a:extLst>
              <a:ext uri="{FF2B5EF4-FFF2-40B4-BE49-F238E27FC236}">
                <a16:creationId xmlns:a16="http://schemas.microsoft.com/office/drawing/2014/main" id="{4CBFA702-B0FA-418D-B68C-3A3B31546114}"/>
              </a:ext>
            </a:extLst>
          </p:cNvPr>
          <p:cNvSpPr/>
          <p:nvPr/>
        </p:nvSpPr>
        <p:spPr>
          <a:xfrm>
            <a:off x="4593209" y="2753064"/>
            <a:ext cx="490849" cy="410310"/>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4" name="Chord 15">
            <a:extLst>
              <a:ext uri="{FF2B5EF4-FFF2-40B4-BE49-F238E27FC236}">
                <a16:creationId xmlns:a16="http://schemas.microsoft.com/office/drawing/2014/main" id="{BF10374E-7871-4E96-B1F0-ADBCB5984398}"/>
              </a:ext>
            </a:extLst>
          </p:cNvPr>
          <p:cNvSpPr/>
          <p:nvPr/>
        </p:nvSpPr>
        <p:spPr>
          <a:xfrm>
            <a:off x="2858006" y="2459878"/>
            <a:ext cx="264251" cy="576140"/>
          </a:xfrm>
          <a:custGeom>
            <a:avLst/>
            <a:gdLst/>
            <a:ahLst/>
            <a:cxnLst/>
            <a:rect l="l" t="t" r="r" b="b"/>
            <a:pathLst>
              <a:path w="1492970" h="3255081">
                <a:moveTo>
                  <a:pt x="1492970" y="1569688"/>
                </a:moveTo>
                <a:cubicBezTo>
                  <a:pt x="1492970" y="1957118"/>
                  <a:pt x="1197680" y="2277765"/>
                  <a:pt x="816277" y="2310957"/>
                </a:cubicBezTo>
                <a:lnTo>
                  <a:pt x="816277" y="2787043"/>
                </a:lnTo>
                <a:cubicBezTo>
                  <a:pt x="873982" y="2789209"/>
                  <a:pt x="931009" y="2798017"/>
                  <a:pt x="986081" y="2811674"/>
                </a:cubicBezTo>
                <a:cubicBezTo>
                  <a:pt x="1252919" y="2877847"/>
                  <a:pt x="1430830" y="3046369"/>
                  <a:pt x="1433593" y="3235566"/>
                </a:cubicBezTo>
                <a:lnTo>
                  <a:pt x="57488" y="3255081"/>
                </a:lnTo>
                <a:cubicBezTo>
                  <a:pt x="47920" y="3062506"/>
                  <a:pt x="221127" y="2886615"/>
                  <a:pt x="490574" y="2815284"/>
                </a:cubicBezTo>
                <a:cubicBezTo>
                  <a:pt x="549928" y="2799571"/>
                  <a:pt x="611777" y="2789553"/>
                  <a:pt x="674460" y="2787163"/>
                </a:cubicBezTo>
                <a:lnTo>
                  <a:pt x="674460" y="2310809"/>
                </a:lnTo>
                <a:cubicBezTo>
                  <a:pt x="317470" y="2280245"/>
                  <a:pt x="28405" y="1994114"/>
                  <a:pt x="0" y="1627428"/>
                </a:cubicBezTo>
                <a:lnTo>
                  <a:pt x="142201" y="1616413"/>
                </a:lnTo>
                <a:cubicBezTo>
                  <a:pt x="167304" y="1940464"/>
                  <a:pt x="443969" y="2186771"/>
                  <a:pt x="768748" y="2174211"/>
                </a:cubicBezTo>
                <a:cubicBezTo>
                  <a:pt x="1093527" y="2161650"/>
                  <a:pt x="1350342" y="1894710"/>
                  <a:pt x="1350342" y="1569689"/>
                </a:cubicBezTo>
                <a:close/>
                <a:moveTo>
                  <a:pt x="745368" y="0"/>
                </a:moveTo>
                <a:cubicBezTo>
                  <a:pt x="989132" y="0"/>
                  <a:pt x="1186742" y="197610"/>
                  <a:pt x="1186742" y="441374"/>
                </a:cubicBezTo>
                <a:lnTo>
                  <a:pt x="1186742" y="1575353"/>
                </a:lnTo>
                <a:cubicBezTo>
                  <a:pt x="1186742" y="1819117"/>
                  <a:pt x="989132" y="2016727"/>
                  <a:pt x="745368" y="2016727"/>
                </a:cubicBezTo>
                <a:cubicBezTo>
                  <a:pt x="501604" y="2016727"/>
                  <a:pt x="303994" y="1819117"/>
                  <a:pt x="303994" y="1575353"/>
                </a:cubicBezTo>
                <a:lnTo>
                  <a:pt x="303994" y="441374"/>
                </a:lnTo>
                <a:cubicBezTo>
                  <a:pt x="303994" y="197610"/>
                  <a:pt x="501604" y="0"/>
                  <a:pt x="74536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5" name="Text Placeholder 12">
            <a:extLst>
              <a:ext uri="{FF2B5EF4-FFF2-40B4-BE49-F238E27FC236}">
                <a16:creationId xmlns:a16="http://schemas.microsoft.com/office/drawing/2014/main" id="{722D0673-FA1F-47CD-BA1D-D60F2A489969}"/>
              </a:ext>
            </a:extLst>
          </p:cNvPr>
          <p:cNvSpPr txBox="1">
            <a:spLocks/>
          </p:cNvSpPr>
          <p:nvPr/>
        </p:nvSpPr>
        <p:spPr>
          <a:xfrm>
            <a:off x="3794199" y="4357315"/>
            <a:ext cx="1965138" cy="453386"/>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r">
              <a:buNone/>
            </a:pPr>
            <a:r>
              <a:rPr lang="en-US" altLang="ko-KR" sz="1400" dirty="0" smtClean="0">
                <a:solidFill>
                  <a:schemeClr val="bg1"/>
                </a:solidFill>
                <a:cs typeface="Arial" pitchFamily="34" charset="0"/>
              </a:rPr>
              <a:t>AI Services:</a:t>
            </a:r>
            <a:endParaRPr lang="ko-KR" altLang="en-US" sz="1400" dirty="0">
              <a:solidFill>
                <a:schemeClr val="bg1"/>
              </a:solidFill>
              <a:cs typeface="Arial" pitchFamily="34" charset="0"/>
            </a:endParaRPr>
          </a:p>
        </p:txBody>
      </p:sp>
      <p:grpSp>
        <p:nvGrpSpPr>
          <p:cNvPr id="26" name="Group 24">
            <a:extLst>
              <a:ext uri="{FF2B5EF4-FFF2-40B4-BE49-F238E27FC236}">
                <a16:creationId xmlns:a16="http://schemas.microsoft.com/office/drawing/2014/main" id="{500C3D59-5854-4939-B955-74FFE9562A58}"/>
              </a:ext>
            </a:extLst>
          </p:cNvPr>
          <p:cNvGrpSpPr/>
          <p:nvPr/>
        </p:nvGrpSpPr>
        <p:grpSpPr>
          <a:xfrm>
            <a:off x="6718369" y="1867154"/>
            <a:ext cx="4111556" cy="722564"/>
            <a:chOff x="4969796" y="1546333"/>
            <a:chExt cx="1984628" cy="806989"/>
          </a:xfrm>
        </p:grpSpPr>
        <p:sp>
          <p:nvSpPr>
            <p:cNvPr id="27" name="TextBox 26">
              <a:extLst>
                <a:ext uri="{FF2B5EF4-FFF2-40B4-BE49-F238E27FC236}">
                  <a16:creationId xmlns:a16="http://schemas.microsoft.com/office/drawing/2014/main" id="{56A3B67E-3C34-4968-9A72-9E0D1C6E2405}"/>
                </a:ext>
              </a:extLst>
            </p:cNvPr>
            <p:cNvSpPr txBox="1"/>
            <p:nvPr/>
          </p:nvSpPr>
          <p:spPr>
            <a:xfrm>
              <a:off x="4969796" y="1546333"/>
              <a:ext cx="1984627" cy="343738"/>
            </a:xfrm>
            <a:prstGeom prst="rect">
              <a:avLst/>
            </a:prstGeom>
            <a:noFill/>
          </p:spPr>
          <p:txBody>
            <a:bodyPr wrap="square" rtlCol="0" anchor="ctr">
              <a:spAutoFit/>
            </a:bodyPr>
            <a:lstStyle/>
            <a:p>
              <a:r>
                <a:rPr lang="en-US" altLang="ko-KR" sz="1400" b="1" dirty="0" smtClean="0">
                  <a:solidFill>
                    <a:schemeClr val="accent1"/>
                  </a:solidFill>
                  <a:cs typeface="Arial" pitchFamily="34" charset="0"/>
                </a:rPr>
                <a:t>Frontend</a:t>
              </a:r>
              <a:endParaRPr lang="ko-KR" altLang="en-US" sz="1400" b="1" dirty="0">
                <a:solidFill>
                  <a:schemeClr val="accent1"/>
                </a:solidFill>
                <a:cs typeface="Arial" pitchFamily="34" charset="0"/>
              </a:endParaRPr>
            </a:p>
          </p:txBody>
        </p:sp>
        <p:sp>
          <p:nvSpPr>
            <p:cNvPr id="28" name="TextBox 27">
              <a:extLst>
                <a:ext uri="{FF2B5EF4-FFF2-40B4-BE49-F238E27FC236}">
                  <a16:creationId xmlns:a16="http://schemas.microsoft.com/office/drawing/2014/main" id="{B28BA795-0D48-4D5B-B58A-8E00037D3349}"/>
                </a:ext>
              </a:extLst>
            </p:cNvPr>
            <p:cNvSpPr txBox="1"/>
            <p:nvPr/>
          </p:nvSpPr>
          <p:spPr>
            <a:xfrm>
              <a:off x="4969797" y="1872090"/>
              <a:ext cx="1984627" cy="481232"/>
            </a:xfrm>
            <a:prstGeom prst="rect">
              <a:avLst/>
            </a:prstGeom>
            <a:noFill/>
          </p:spPr>
          <p:txBody>
            <a:bodyPr wrap="square" rtlCol="0">
              <a:spAutoFit/>
            </a:bodyPr>
            <a:lstStyle/>
            <a:p>
              <a:r>
                <a:rPr lang="en-US" altLang="ko-KR" sz="1100" dirty="0">
                  <a:solidFill>
                    <a:schemeClr val="tx1">
                      <a:lumMod val="65000"/>
                      <a:lumOff val="35000"/>
                    </a:schemeClr>
                  </a:solidFill>
                  <a:cs typeface="Arial" pitchFamily="34" charset="0"/>
                </a:rPr>
                <a:t>You can simply impress your audience and add a unique zing and appeal to your Presentations. </a:t>
              </a:r>
              <a:endParaRPr lang="ko-KR" altLang="en-US" sz="1100" dirty="0">
                <a:solidFill>
                  <a:schemeClr val="tx1">
                    <a:lumMod val="65000"/>
                    <a:lumOff val="35000"/>
                  </a:schemeClr>
                </a:solidFill>
                <a:cs typeface="Arial" pitchFamily="34" charset="0"/>
              </a:endParaRPr>
            </a:p>
          </p:txBody>
        </p:sp>
      </p:grpSp>
      <p:grpSp>
        <p:nvGrpSpPr>
          <p:cNvPr id="29" name="Group 33">
            <a:extLst>
              <a:ext uri="{FF2B5EF4-FFF2-40B4-BE49-F238E27FC236}">
                <a16:creationId xmlns:a16="http://schemas.microsoft.com/office/drawing/2014/main" id="{44241CAF-5D1E-4F0E-AECE-FFFA974368A1}"/>
              </a:ext>
            </a:extLst>
          </p:cNvPr>
          <p:cNvGrpSpPr/>
          <p:nvPr/>
        </p:nvGrpSpPr>
        <p:grpSpPr>
          <a:xfrm>
            <a:off x="7283293" y="2754652"/>
            <a:ext cx="4111556" cy="722564"/>
            <a:chOff x="4969796" y="1546333"/>
            <a:chExt cx="1984628" cy="806989"/>
          </a:xfrm>
        </p:grpSpPr>
        <p:sp>
          <p:nvSpPr>
            <p:cNvPr id="30" name="TextBox 29">
              <a:extLst>
                <a:ext uri="{FF2B5EF4-FFF2-40B4-BE49-F238E27FC236}">
                  <a16:creationId xmlns:a16="http://schemas.microsoft.com/office/drawing/2014/main" id="{EFE315C5-63D1-403E-9E08-B0FEC6E7536D}"/>
                </a:ext>
              </a:extLst>
            </p:cNvPr>
            <p:cNvSpPr txBox="1"/>
            <p:nvPr/>
          </p:nvSpPr>
          <p:spPr>
            <a:xfrm>
              <a:off x="4969796" y="1546333"/>
              <a:ext cx="1984627" cy="343738"/>
            </a:xfrm>
            <a:prstGeom prst="rect">
              <a:avLst/>
            </a:prstGeom>
            <a:noFill/>
          </p:spPr>
          <p:txBody>
            <a:bodyPr wrap="square" rtlCol="0" anchor="ctr">
              <a:spAutoFit/>
            </a:bodyPr>
            <a:lstStyle/>
            <a:p>
              <a:r>
                <a:rPr lang="en-US" altLang="ko-KR" sz="1400" b="1" dirty="0" smtClean="0">
                  <a:solidFill>
                    <a:schemeClr val="accent2"/>
                  </a:solidFill>
                  <a:cs typeface="Arial" pitchFamily="34" charset="0"/>
                </a:rPr>
                <a:t>Backend</a:t>
              </a:r>
              <a:endParaRPr lang="ko-KR" altLang="en-US" sz="1400" b="1" dirty="0">
                <a:solidFill>
                  <a:schemeClr val="accent2"/>
                </a:solidFill>
                <a:cs typeface="Arial" pitchFamily="34" charset="0"/>
              </a:endParaRPr>
            </a:p>
          </p:txBody>
        </p:sp>
        <p:sp>
          <p:nvSpPr>
            <p:cNvPr id="31" name="TextBox 30">
              <a:extLst>
                <a:ext uri="{FF2B5EF4-FFF2-40B4-BE49-F238E27FC236}">
                  <a16:creationId xmlns:a16="http://schemas.microsoft.com/office/drawing/2014/main" id="{1DF28F87-9E96-4FFE-8283-85392E91F092}"/>
                </a:ext>
              </a:extLst>
            </p:cNvPr>
            <p:cNvSpPr txBox="1"/>
            <p:nvPr/>
          </p:nvSpPr>
          <p:spPr>
            <a:xfrm>
              <a:off x="4969797" y="1872090"/>
              <a:ext cx="1984627" cy="481232"/>
            </a:xfrm>
            <a:prstGeom prst="rect">
              <a:avLst/>
            </a:prstGeom>
            <a:noFill/>
          </p:spPr>
          <p:txBody>
            <a:bodyPr wrap="square" rtlCol="0">
              <a:spAutoFit/>
            </a:bodyPr>
            <a:lstStyle/>
            <a:p>
              <a:r>
                <a:rPr lang="en-US" altLang="ko-KR" sz="1100" dirty="0">
                  <a:solidFill>
                    <a:schemeClr val="tx1">
                      <a:lumMod val="65000"/>
                      <a:lumOff val="35000"/>
                    </a:schemeClr>
                  </a:solidFill>
                  <a:cs typeface="Arial" pitchFamily="34" charset="0"/>
                </a:rPr>
                <a:t>You can simply impress your audience and add a unique zing and appeal to your Presentations.</a:t>
              </a:r>
              <a:endParaRPr lang="ko-KR" altLang="en-US" sz="1100" dirty="0">
                <a:solidFill>
                  <a:schemeClr val="tx1">
                    <a:lumMod val="65000"/>
                    <a:lumOff val="35000"/>
                  </a:schemeClr>
                </a:solidFill>
                <a:cs typeface="Arial" pitchFamily="34" charset="0"/>
              </a:endParaRPr>
            </a:p>
          </p:txBody>
        </p:sp>
      </p:grpSp>
      <p:grpSp>
        <p:nvGrpSpPr>
          <p:cNvPr id="32" name="Group 42">
            <a:extLst>
              <a:ext uri="{FF2B5EF4-FFF2-40B4-BE49-F238E27FC236}">
                <a16:creationId xmlns:a16="http://schemas.microsoft.com/office/drawing/2014/main" id="{37812FF2-E821-4835-9D4D-7FAE8C919DA3}"/>
              </a:ext>
            </a:extLst>
          </p:cNvPr>
          <p:cNvGrpSpPr/>
          <p:nvPr/>
        </p:nvGrpSpPr>
        <p:grpSpPr>
          <a:xfrm>
            <a:off x="7848217" y="3642150"/>
            <a:ext cx="3818244" cy="722564"/>
            <a:chOff x="4969796" y="1546333"/>
            <a:chExt cx="1984627" cy="806989"/>
          </a:xfrm>
        </p:grpSpPr>
        <p:sp>
          <p:nvSpPr>
            <p:cNvPr id="33" name="TextBox 32">
              <a:extLst>
                <a:ext uri="{FF2B5EF4-FFF2-40B4-BE49-F238E27FC236}">
                  <a16:creationId xmlns:a16="http://schemas.microsoft.com/office/drawing/2014/main" id="{9026280D-DC52-410B-BC1D-7079925DE824}"/>
                </a:ext>
              </a:extLst>
            </p:cNvPr>
            <p:cNvSpPr txBox="1"/>
            <p:nvPr/>
          </p:nvSpPr>
          <p:spPr>
            <a:xfrm>
              <a:off x="4969796" y="1546333"/>
              <a:ext cx="1984627" cy="343738"/>
            </a:xfrm>
            <a:prstGeom prst="rect">
              <a:avLst/>
            </a:prstGeom>
            <a:noFill/>
          </p:spPr>
          <p:txBody>
            <a:bodyPr wrap="square" rtlCol="0" anchor="ctr">
              <a:spAutoFit/>
            </a:bodyPr>
            <a:lstStyle/>
            <a:p>
              <a:r>
                <a:rPr lang="en-US" altLang="ko-KR" sz="1400" b="1" dirty="0">
                  <a:solidFill>
                    <a:schemeClr val="accent3"/>
                  </a:solidFill>
                  <a:cs typeface="Arial" pitchFamily="34" charset="0"/>
                </a:rPr>
                <a:t>D</a:t>
              </a:r>
              <a:r>
                <a:rPr lang="en-US" altLang="ko-KR" sz="1400" b="1" dirty="0" smtClean="0">
                  <a:solidFill>
                    <a:schemeClr val="accent3"/>
                  </a:solidFill>
                  <a:cs typeface="Arial" pitchFamily="34" charset="0"/>
                </a:rPr>
                <a:t>atabase</a:t>
              </a:r>
              <a:endParaRPr lang="ko-KR" altLang="en-US" sz="1400" b="1" dirty="0">
                <a:solidFill>
                  <a:schemeClr val="accent3"/>
                </a:solidFill>
                <a:cs typeface="Arial" pitchFamily="34" charset="0"/>
              </a:endParaRPr>
            </a:p>
          </p:txBody>
        </p:sp>
        <p:sp>
          <p:nvSpPr>
            <p:cNvPr id="34" name="TextBox 33">
              <a:extLst>
                <a:ext uri="{FF2B5EF4-FFF2-40B4-BE49-F238E27FC236}">
                  <a16:creationId xmlns:a16="http://schemas.microsoft.com/office/drawing/2014/main" id="{9CB330D9-4B25-49B0-89F2-EF4D52C34322}"/>
                </a:ext>
              </a:extLst>
            </p:cNvPr>
            <p:cNvSpPr txBox="1"/>
            <p:nvPr/>
          </p:nvSpPr>
          <p:spPr>
            <a:xfrm>
              <a:off x="4969796" y="1872090"/>
              <a:ext cx="1984627" cy="481232"/>
            </a:xfrm>
            <a:prstGeom prst="rect">
              <a:avLst/>
            </a:prstGeom>
            <a:noFill/>
          </p:spPr>
          <p:txBody>
            <a:bodyPr wrap="square" rtlCol="0">
              <a:spAutoFit/>
            </a:bodyPr>
            <a:lstStyle/>
            <a:p>
              <a:r>
                <a:rPr lang="en-US" altLang="ko-KR" sz="1100" dirty="0">
                  <a:solidFill>
                    <a:schemeClr val="tx1">
                      <a:lumMod val="65000"/>
                      <a:lumOff val="35000"/>
                    </a:schemeClr>
                  </a:solidFill>
                  <a:cs typeface="Arial" pitchFamily="34" charset="0"/>
                </a:rPr>
                <a:t>You can simply impress your audience and add a unique zing and appeal to your Presentations. </a:t>
              </a:r>
              <a:endParaRPr lang="ko-KR" altLang="en-US" sz="1100" dirty="0">
                <a:solidFill>
                  <a:schemeClr val="tx1">
                    <a:lumMod val="65000"/>
                    <a:lumOff val="35000"/>
                  </a:schemeClr>
                </a:solidFill>
                <a:cs typeface="Arial" pitchFamily="34" charset="0"/>
              </a:endParaRPr>
            </a:p>
          </p:txBody>
        </p:sp>
      </p:grpSp>
      <p:grpSp>
        <p:nvGrpSpPr>
          <p:cNvPr id="35" name="Group 45">
            <a:extLst>
              <a:ext uri="{FF2B5EF4-FFF2-40B4-BE49-F238E27FC236}">
                <a16:creationId xmlns:a16="http://schemas.microsoft.com/office/drawing/2014/main" id="{C8548901-84E7-4729-8492-E8FBD288FD7A}"/>
              </a:ext>
            </a:extLst>
          </p:cNvPr>
          <p:cNvGrpSpPr/>
          <p:nvPr/>
        </p:nvGrpSpPr>
        <p:grpSpPr>
          <a:xfrm>
            <a:off x="7283293" y="4529648"/>
            <a:ext cx="4111556" cy="722564"/>
            <a:chOff x="4969796" y="1546333"/>
            <a:chExt cx="1984628" cy="806989"/>
          </a:xfrm>
        </p:grpSpPr>
        <p:sp>
          <p:nvSpPr>
            <p:cNvPr id="36" name="TextBox 35">
              <a:extLst>
                <a:ext uri="{FF2B5EF4-FFF2-40B4-BE49-F238E27FC236}">
                  <a16:creationId xmlns:a16="http://schemas.microsoft.com/office/drawing/2014/main" id="{D55573B3-886F-42F5-A72D-B93027789C02}"/>
                </a:ext>
              </a:extLst>
            </p:cNvPr>
            <p:cNvSpPr txBox="1"/>
            <p:nvPr/>
          </p:nvSpPr>
          <p:spPr>
            <a:xfrm>
              <a:off x="4969796" y="1546333"/>
              <a:ext cx="1984627" cy="343738"/>
            </a:xfrm>
            <a:prstGeom prst="rect">
              <a:avLst/>
            </a:prstGeom>
            <a:noFill/>
          </p:spPr>
          <p:txBody>
            <a:bodyPr wrap="square" rtlCol="0" anchor="ctr">
              <a:spAutoFit/>
            </a:bodyPr>
            <a:lstStyle/>
            <a:p>
              <a:r>
                <a:rPr lang="en-US" altLang="ko-KR" sz="1400" b="1" dirty="0" smtClean="0">
                  <a:solidFill>
                    <a:schemeClr val="accent4"/>
                  </a:solidFill>
                  <a:cs typeface="Arial" pitchFamily="34" charset="0"/>
                </a:rPr>
                <a:t>File Storage and </a:t>
              </a:r>
              <a:r>
                <a:rPr lang="en-US" altLang="ko-KR" sz="1400" b="1" dirty="0" err="1" smtClean="0">
                  <a:solidFill>
                    <a:schemeClr val="accent4"/>
                  </a:solidFill>
                  <a:cs typeface="Arial" pitchFamily="34" charset="0"/>
                </a:rPr>
                <a:t>Aunthentication</a:t>
              </a:r>
              <a:endParaRPr lang="ko-KR" altLang="en-US" sz="1400" b="1" dirty="0">
                <a:solidFill>
                  <a:schemeClr val="accent4"/>
                </a:solidFill>
                <a:cs typeface="Arial" pitchFamily="34" charset="0"/>
              </a:endParaRPr>
            </a:p>
          </p:txBody>
        </p:sp>
        <p:sp>
          <p:nvSpPr>
            <p:cNvPr id="37" name="TextBox 36">
              <a:extLst>
                <a:ext uri="{FF2B5EF4-FFF2-40B4-BE49-F238E27FC236}">
                  <a16:creationId xmlns:a16="http://schemas.microsoft.com/office/drawing/2014/main" id="{71805614-9139-460A-9FEF-867B0E455AD9}"/>
                </a:ext>
              </a:extLst>
            </p:cNvPr>
            <p:cNvSpPr txBox="1"/>
            <p:nvPr/>
          </p:nvSpPr>
          <p:spPr>
            <a:xfrm>
              <a:off x="4969797" y="1872090"/>
              <a:ext cx="1984627" cy="481232"/>
            </a:xfrm>
            <a:prstGeom prst="rect">
              <a:avLst/>
            </a:prstGeom>
            <a:noFill/>
          </p:spPr>
          <p:txBody>
            <a:bodyPr wrap="square" rtlCol="0">
              <a:spAutoFit/>
            </a:bodyPr>
            <a:lstStyle/>
            <a:p>
              <a:r>
                <a:rPr lang="en-US" altLang="ko-KR" sz="1100" dirty="0">
                  <a:solidFill>
                    <a:schemeClr val="tx1">
                      <a:lumMod val="65000"/>
                      <a:lumOff val="35000"/>
                    </a:schemeClr>
                  </a:solidFill>
                  <a:cs typeface="Arial" pitchFamily="34" charset="0"/>
                </a:rPr>
                <a:t>You can simply impress your audience and add a unique zing and appeal to your Presentations. </a:t>
              </a:r>
              <a:endParaRPr lang="ko-KR" altLang="en-US" sz="1100" dirty="0">
                <a:solidFill>
                  <a:schemeClr val="tx1">
                    <a:lumMod val="65000"/>
                    <a:lumOff val="35000"/>
                  </a:schemeClr>
                </a:solidFill>
                <a:cs typeface="Arial" pitchFamily="34" charset="0"/>
              </a:endParaRPr>
            </a:p>
          </p:txBody>
        </p:sp>
      </p:grpSp>
      <p:grpSp>
        <p:nvGrpSpPr>
          <p:cNvPr id="38" name="Group 45">
            <a:extLst>
              <a:ext uri="{FF2B5EF4-FFF2-40B4-BE49-F238E27FC236}">
                <a16:creationId xmlns:a16="http://schemas.microsoft.com/office/drawing/2014/main" id="{EE37FF93-3D0F-4A0E-BEBE-2A39A80C7786}"/>
              </a:ext>
            </a:extLst>
          </p:cNvPr>
          <p:cNvGrpSpPr/>
          <p:nvPr/>
        </p:nvGrpSpPr>
        <p:grpSpPr>
          <a:xfrm>
            <a:off x="6718369" y="5417147"/>
            <a:ext cx="4111556" cy="722564"/>
            <a:chOff x="4969796" y="1546333"/>
            <a:chExt cx="1984628" cy="806989"/>
          </a:xfrm>
        </p:grpSpPr>
        <p:sp>
          <p:nvSpPr>
            <p:cNvPr id="39" name="TextBox 38">
              <a:extLst>
                <a:ext uri="{FF2B5EF4-FFF2-40B4-BE49-F238E27FC236}">
                  <a16:creationId xmlns:a16="http://schemas.microsoft.com/office/drawing/2014/main" id="{09024261-5F9C-49AC-B03F-7A0E6397E279}"/>
                </a:ext>
              </a:extLst>
            </p:cNvPr>
            <p:cNvSpPr txBox="1"/>
            <p:nvPr/>
          </p:nvSpPr>
          <p:spPr>
            <a:xfrm>
              <a:off x="4969796" y="1546333"/>
              <a:ext cx="1984627" cy="343738"/>
            </a:xfrm>
            <a:prstGeom prst="rect">
              <a:avLst/>
            </a:prstGeom>
            <a:noFill/>
          </p:spPr>
          <p:txBody>
            <a:bodyPr wrap="square" rtlCol="0" anchor="ctr">
              <a:spAutoFit/>
            </a:bodyPr>
            <a:lstStyle/>
            <a:p>
              <a:r>
                <a:rPr lang="en-US" altLang="ko-KR" sz="1400" b="1" dirty="0" smtClean="0">
                  <a:solidFill>
                    <a:schemeClr val="accent5"/>
                  </a:solidFill>
                  <a:cs typeface="Arial" pitchFamily="34" charset="0"/>
                </a:rPr>
                <a:t>Reporting and Deployment</a:t>
              </a:r>
              <a:endParaRPr lang="ko-KR" altLang="en-US" sz="1400" b="1" dirty="0">
                <a:solidFill>
                  <a:schemeClr val="accent5"/>
                </a:solidFill>
                <a:cs typeface="Arial" pitchFamily="34" charset="0"/>
              </a:endParaRPr>
            </a:p>
          </p:txBody>
        </p:sp>
        <p:sp>
          <p:nvSpPr>
            <p:cNvPr id="40" name="TextBox 39">
              <a:extLst>
                <a:ext uri="{FF2B5EF4-FFF2-40B4-BE49-F238E27FC236}">
                  <a16:creationId xmlns:a16="http://schemas.microsoft.com/office/drawing/2014/main" id="{66A6807F-17AC-4B03-9812-EF09F55F5BB4}"/>
                </a:ext>
              </a:extLst>
            </p:cNvPr>
            <p:cNvSpPr txBox="1"/>
            <p:nvPr/>
          </p:nvSpPr>
          <p:spPr>
            <a:xfrm>
              <a:off x="4969797" y="1872090"/>
              <a:ext cx="1984627" cy="481232"/>
            </a:xfrm>
            <a:prstGeom prst="rect">
              <a:avLst/>
            </a:prstGeom>
            <a:noFill/>
          </p:spPr>
          <p:txBody>
            <a:bodyPr wrap="square" rtlCol="0">
              <a:spAutoFit/>
            </a:bodyPr>
            <a:lstStyle/>
            <a:p>
              <a:r>
                <a:rPr lang="en-US" altLang="ko-KR" sz="1100" dirty="0">
                  <a:solidFill>
                    <a:schemeClr val="tx1">
                      <a:lumMod val="65000"/>
                      <a:lumOff val="35000"/>
                    </a:schemeClr>
                  </a:solidFill>
                  <a:cs typeface="Arial" pitchFamily="34" charset="0"/>
                </a:rPr>
                <a:t>You can simply impress your audience and add a unique zing and appeal to your Presentations. </a:t>
              </a:r>
              <a:endParaRPr lang="ko-KR" altLang="en-US" sz="1100" dirty="0">
                <a:solidFill>
                  <a:schemeClr val="tx1">
                    <a:lumMod val="65000"/>
                    <a:lumOff val="35000"/>
                  </a:schemeClr>
                </a:solidFill>
                <a:cs typeface="Arial" pitchFamily="34" charset="0"/>
              </a:endParaRPr>
            </a:p>
          </p:txBody>
        </p:sp>
      </p:grpSp>
      <p:grpSp>
        <p:nvGrpSpPr>
          <p:cNvPr id="64" name="그룹 63">
            <a:extLst>
              <a:ext uri="{FF2B5EF4-FFF2-40B4-BE49-F238E27FC236}">
                <a16:creationId xmlns:a16="http://schemas.microsoft.com/office/drawing/2014/main" id="{226B28A1-BA4F-49E6-9CBF-741814DF7D71}"/>
              </a:ext>
            </a:extLst>
          </p:cNvPr>
          <p:cNvGrpSpPr/>
          <p:nvPr/>
        </p:nvGrpSpPr>
        <p:grpSpPr>
          <a:xfrm>
            <a:off x="2099148" y="4600652"/>
            <a:ext cx="1360113" cy="1065050"/>
            <a:chOff x="1928054" y="4385990"/>
            <a:chExt cx="1754490" cy="1373871"/>
          </a:xfrm>
        </p:grpSpPr>
        <p:grpSp>
          <p:nvGrpSpPr>
            <p:cNvPr id="41" name="그룹 40">
              <a:extLst>
                <a:ext uri="{FF2B5EF4-FFF2-40B4-BE49-F238E27FC236}">
                  <a16:creationId xmlns:a16="http://schemas.microsoft.com/office/drawing/2014/main" id="{99C1DD21-1C48-4E46-97B6-5606BC1CF36B}"/>
                </a:ext>
              </a:extLst>
            </p:cNvPr>
            <p:cNvGrpSpPr/>
            <p:nvPr/>
          </p:nvGrpSpPr>
          <p:grpSpPr>
            <a:xfrm>
              <a:off x="2201964" y="4450695"/>
              <a:ext cx="1472244" cy="1309166"/>
              <a:chOff x="9372020" y="1150198"/>
              <a:chExt cx="1961043" cy="1743822"/>
            </a:xfrm>
          </p:grpSpPr>
          <p:sp>
            <p:nvSpPr>
              <p:cNvPr id="42" name="Freeform: Shape 372">
                <a:extLst>
                  <a:ext uri="{FF2B5EF4-FFF2-40B4-BE49-F238E27FC236}">
                    <a16:creationId xmlns:a16="http://schemas.microsoft.com/office/drawing/2014/main" id="{4035CB23-0F77-4FDA-8B65-A7A077454C5D}"/>
                  </a:ext>
                </a:extLst>
              </p:cNvPr>
              <p:cNvSpPr/>
              <p:nvPr/>
            </p:nvSpPr>
            <p:spPr>
              <a:xfrm flipH="1">
                <a:off x="9372020" y="1662008"/>
                <a:ext cx="1090394" cy="1199870"/>
              </a:xfrm>
              <a:custGeom>
                <a:avLst/>
                <a:gdLst>
                  <a:gd name="connsiteX0" fmla="*/ 4211461 w 4627542"/>
                  <a:gd name="connsiteY0" fmla="*/ 3126503 h 5092147"/>
                  <a:gd name="connsiteX1" fmla="*/ 4424971 w 4627542"/>
                  <a:gd name="connsiteY1" fmla="*/ 2781717 h 5092147"/>
                  <a:gd name="connsiteX2" fmla="*/ 4614339 w 4627542"/>
                  <a:gd name="connsiteY2" fmla="*/ 1599485 h 5092147"/>
                  <a:gd name="connsiteX3" fmla="*/ 4438551 w 4627542"/>
                  <a:gd name="connsiteY3" fmla="*/ 1012519 h 5092147"/>
                  <a:gd name="connsiteX4" fmla="*/ 3542258 w 4627542"/>
                  <a:gd name="connsiteY4" fmla="*/ 203743 h 5092147"/>
                  <a:gd name="connsiteX5" fmla="*/ 2343429 w 4627542"/>
                  <a:gd name="connsiteY5" fmla="*/ 5321 h 5092147"/>
                  <a:gd name="connsiteX6" fmla="*/ 1770797 w 4627542"/>
                  <a:gd name="connsiteY6" fmla="*/ 106418 h 5092147"/>
                  <a:gd name="connsiteX7" fmla="*/ 712296 w 4627542"/>
                  <a:gd name="connsiteY7" fmla="*/ 1014782 h 5092147"/>
                  <a:gd name="connsiteX8" fmla="*/ 617989 w 4627542"/>
                  <a:gd name="connsiteY8" fmla="*/ 1671159 h 5092147"/>
                  <a:gd name="connsiteX9" fmla="*/ 603654 w 4627542"/>
                  <a:gd name="connsiteY9" fmla="*/ 1722462 h 5092147"/>
                  <a:gd name="connsiteX10" fmla="*/ 197003 w 4627542"/>
                  <a:gd name="connsiteY10" fmla="*/ 2231719 h 5092147"/>
                  <a:gd name="connsiteX11" fmla="*/ 16688 w 4627542"/>
                  <a:gd name="connsiteY11" fmla="*/ 2521430 h 5092147"/>
                  <a:gd name="connsiteX12" fmla="*/ 101941 w 4627542"/>
                  <a:gd name="connsiteY12" fmla="*/ 2771155 h 5092147"/>
                  <a:gd name="connsiteX13" fmla="*/ 330541 w 4627542"/>
                  <a:gd name="connsiteY13" fmla="*/ 2859426 h 5092147"/>
                  <a:gd name="connsiteX14" fmla="*/ 362983 w 4627542"/>
                  <a:gd name="connsiteY14" fmla="*/ 2868479 h 5092147"/>
                  <a:gd name="connsiteX15" fmla="*/ 378072 w 4627542"/>
                  <a:gd name="connsiteY15" fmla="*/ 2900921 h 5092147"/>
                  <a:gd name="connsiteX16" fmla="*/ 300363 w 4627542"/>
                  <a:gd name="connsiteY16" fmla="*/ 3085763 h 5092147"/>
                  <a:gd name="connsiteX17" fmla="*/ 324506 w 4627542"/>
                  <a:gd name="connsiteY17" fmla="*/ 3302291 h 5092147"/>
                  <a:gd name="connsiteX18" fmla="*/ 364492 w 4627542"/>
                  <a:gd name="connsiteY18" fmla="*/ 3339260 h 5092147"/>
                  <a:gd name="connsiteX19" fmla="*/ 329033 w 4627542"/>
                  <a:gd name="connsiteY19" fmla="*/ 3384527 h 5092147"/>
                  <a:gd name="connsiteX20" fmla="*/ 335068 w 4627542"/>
                  <a:gd name="connsiteY20" fmla="*/ 3561069 h 5092147"/>
                  <a:gd name="connsiteX21" fmla="*/ 395425 w 4627542"/>
                  <a:gd name="connsiteY21" fmla="*/ 3633497 h 5092147"/>
                  <a:gd name="connsiteX22" fmla="*/ 415795 w 4627542"/>
                  <a:gd name="connsiteY22" fmla="*/ 3764018 h 5092147"/>
                  <a:gd name="connsiteX23" fmla="*/ 347894 w 4627542"/>
                  <a:gd name="connsiteY23" fmla="*/ 3975266 h 5092147"/>
                  <a:gd name="connsiteX24" fmla="*/ 402969 w 4627542"/>
                  <a:gd name="connsiteY24" fmla="*/ 4264976 h 5092147"/>
                  <a:gd name="connsiteX25" fmla="*/ 608181 w 4627542"/>
                  <a:gd name="connsiteY25" fmla="*/ 4413604 h 5092147"/>
                  <a:gd name="connsiteX26" fmla="*/ 1069153 w 4627542"/>
                  <a:gd name="connsiteY26" fmla="*/ 4463398 h 5092147"/>
                  <a:gd name="connsiteX27" fmla="*/ 1351320 w 4627542"/>
                  <a:gd name="connsiteY27" fmla="*/ 4458117 h 5092147"/>
                  <a:gd name="connsiteX28" fmla="*/ 1495421 w 4627542"/>
                  <a:gd name="connsiteY28" fmla="*/ 4560723 h 5092147"/>
                  <a:gd name="connsiteX29" fmla="*/ 1559549 w 4627542"/>
                  <a:gd name="connsiteY29" fmla="*/ 4876840 h 5092147"/>
                  <a:gd name="connsiteX30" fmla="*/ 1775324 w 4627542"/>
                  <a:gd name="connsiteY30" fmla="*/ 5090351 h 5092147"/>
                  <a:gd name="connsiteX31" fmla="*/ 2894936 w 4627542"/>
                  <a:gd name="connsiteY31" fmla="*/ 5086578 h 5092147"/>
                  <a:gd name="connsiteX32" fmla="*/ 3088831 w 4627542"/>
                  <a:gd name="connsiteY32" fmla="*/ 4886648 h 5092147"/>
                  <a:gd name="connsiteX33" fmla="*/ 3097884 w 4627542"/>
                  <a:gd name="connsiteY33" fmla="*/ 4314016 h 5092147"/>
                  <a:gd name="connsiteX34" fmla="*/ 2990751 w 4627542"/>
                  <a:gd name="connsiteY34" fmla="*/ 4314016 h 5092147"/>
                  <a:gd name="connsiteX35" fmla="*/ 2979435 w 4627542"/>
                  <a:gd name="connsiteY35" fmla="*/ 4876085 h 5092147"/>
                  <a:gd name="connsiteX36" fmla="*/ 2871548 w 4627542"/>
                  <a:gd name="connsiteY36" fmla="*/ 4981709 h 5092147"/>
                  <a:gd name="connsiteX37" fmla="*/ 1800221 w 4627542"/>
                  <a:gd name="connsiteY37" fmla="*/ 4986236 h 5092147"/>
                  <a:gd name="connsiteX38" fmla="*/ 1668945 w 4627542"/>
                  <a:gd name="connsiteY38" fmla="*/ 4868541 h 5092147"/>
                  <a:gd name="connsiteX39" fmla="*/ 1604062 w 4627542"/>
                  <a:gd name="connsiteY39" fmla="*/ 4544880 h 5092147"/>
                  <a:gd name="connsiteX40" fmla="*/ 1403377 w 4627542"/>
                  <a:gd name="connsiteY40" fmla="*/ 4358529 h 5092147"/>
                  <a:gd name="connsiteX41" fmla="*/ 1204955 w 4627542"/>
                  <a:gd name="connsiteY41" fmla="*/ 4347212 h 5092147"/>
                  <a:gd name="connsiteX42" fmla="*/ 814147 w 4627542"/>
                  <a:gd name="connsiteY42" fmla="*/ 4353248 h 5092147"/>
                  <a:gd name="connsiteX43" fmla="*/ 549334 w 4627542"/>
                  <a:gd name="connsiteY43" fmla="*/ 4256678 h 5092147"/>
                  <a:gd name="connsiteX44" fmla="*/ 455781 w 4627542"/>
                  <a:gd name="connsiteY44" fmla="*/ 3994127 h 5092147"/>
                  <a:gd name="connsiteX45" fmla="*/ 521419 w 4627542"/>
                  <a:gd name="connsiteY45" fmla="*/ 3794196 h 5092147"/>
                  <a:gd name="connsiteX46" fmla="*/ 488223 w 4627542"/>
                  <a:gd name="connsiteY46" fmla="*/ 3576913 h 5092147"/>
                  <a:gd name="connsiteX47" fmla="*/ 421076 w 4627542"/>
                  <a:gd name="connsiteY47" fmla="*/ 3495432 h 5092147"/>
                  <a:gd name="connsiteX48" fmla="*/ 421831 w 4627542"/>
                  <a:gd name="connsiteY48" fmla="*/ 3445638 h 5092147"/>
                  <a:gd name="connsiteX49" fmla="*/ 471625 w 4627542"/>
                  <a:gd name="connsiteY49" fmla="*/ 3389054 h 5092147"/>
                  <a:gd name="connsiteX50" fmla="*/ 456535 w 4627542"/>
                  <a:gd name="connsiteY50" fmla="*/ 3268341 h 5092147"/>
                  <a:gd name="connsiteX51" fmla="*/ 392407 w 4627542"/>
                  <a:gd name="connsiteY51" fmla="*/ 3216283 h 5092147"/>
                  <a:gd name="connsiteX52" fmla="*/ 385617 w 4627542"/>
                  <a:gd name="connsiteY52" fmla="*/ 3152909 h 5092147"/>
                  <a:gd name="connsiteX53" fmla="*/ 477660 w 4627542"/>
                  <a:gd name="connsiteY53" fmla="*/ 2954487 h 5092147"/>
                  <a:gd name="connsiteX54" fmla="*/ 354684 w 4627542"/>
                  <a:gd name="connsiteY54" fmla="*/ 2755311 h 5092147"/>
                  <a:gd name="connsiteX55" fmla="*/ 163807 w 4627542"/>
                  <a:gd name="connsiteY55" fmla="*/ 2682129 h 5092147"/>
                  <a:gd name="connsiteX56" fmla="*/ 120803 w 4627542"/>
                  <a:gd name="connsiteY56" fmla="*/ 2561416 h 5092147"/>
                  <a:gd name="connsiteX57" fmla="*/ 236234 w 4627542"/>
                  <a:gd name="connsiteY57" fmla="*/ 2363749 h 5092147"/>
                  <a:gd name="connsiteX58" fmla="*/ 685136 w 4627542"/>
                  <a:gd name="connsiteY58" fmla="*/ 1800925 h 5092147"/>
                  <a:gd name="connsiteX59" fmla="*/ 725122 w 4627542"/>
                  <a:gd name="connsiteY59" fmla="*/ 1643998 h 5092147"/>
                  <a:gd name="connsiteX60" fmla="*/ 744737 w 4627542"/>
                  <a:gd name="connsiteY60" fmla="*/ 1239610 h 5092147"/>
                  <a:gd name="connsiteX61" fmla="*/ 1421484 w 4627542"/>
                  <a:gd name="connsiteY61" fmla="*/ 382549 h 5092147"/>
                  <a:gd name="connsiteX62" fmla="*/ 2460369 w 4627542"/>
                  <a:gd name="connsiteY62" fmla="*/ 107927 h 5092147"/>
                  <a:gd name="connsiteX63" fmla="*/ 2918324 w 4627542"/>
                  <a:gd name="connsiteY63" fmla="*/ 137351 h 5092147"/>
                  <a:gd name="connsiteX64" fmla="*/ 3766332 w 4627542"/>
                  <a:gd name="connsiteY64" fmla="*/ 439133 h 5092147"/>
                  <a:gd name="connsiteX65" fmla="*/ 4524560 w 4627542"/>
                  <a:gd name="connsiteY65" fmla="*/ 1843929 h 5092147"/>
                  <a:gd name="connsiteX66" fmla="*/ 4466466 w 4627542"/>
                  <a:gd name="connsiteY66" fmla="*/ 2313200 h 5092147"/>
                  <a:gd name="connsiteX67" fmla="*/ 4149595 w 4627542"/>
                  <a:gd name="connsiteY67" fmla="*/ 3033705 h 5092147"/>
                  <a:gd name="connsiteX68" fmla="*/ 3958718 w 4627542"/>
                  <a:gd name="connsiteY68" fmla="*/ 3330961 h 5092147"/>
                  <a:gd name="connsiteX69" fmla="*/ 3853094 w 4627542"/>
                  <a:gd name="connsiteY69" fmla="*/ 3736857 h 5092147"/>
                  <a:gd name="connsiteX70" fmla="*/ 3854603 w 4627542"/>
                  <a:gd name="connsiteY70" fmla="*/ 4947759 h 5092147"/>
                  <a:gd name="connsiteX71" fmla="*/ 3879500 w 4627542"/>
                  <a:gd name="connsiteY71" fmla="*/ 4980955 h 5092147"/>
                  <a:gd name="connsiteX72" fmla="*/ 4328401 w 4627542"/>
                  <a:gd name="connsiteY72" fmla="*/ 4980955 h 5092147"/>
                  <a:gd name="connsiteX73" fmla="*/ 4353298 w 4627542"/>
                  <a:gd name="connsiteY73" fmla="*/ 4954549 h 5092147"/>
                  <a:gd name="connsiteX74" fmla="*/ 4353298 w 4627542"/>
                  <a:gd name="connsiteY74" fmla="*/ 4860242 h 5092147"/>
                  <a:gd name="connsiteX75" fmla="*/ 4321611 w 4627542"/>
                  <a:gd name="connsiteY75" fmla="*/ 4829309 h 5092147"/>
                  <a:gd name="connsiteX76" fmla="*/ 4000967 w 4627542"/>
                  <a:gd name="connsiteY76" fmla="*/ 4830818 h 5092147"/>
                  <a:gd name="connsiteX77" fmla="*/ 3959472 w 4627542"/>
                  <a:gd name="connsiteY77" fmla="*/ 4789323 h 5092147"/>
                  <a:gd name="connsiteX78" fmla="*/ 3959472 w 4627542"/>
                  <a:gd name="connsiteY78" fmla="*/ 3695362 h 5092147"/>
                  <a:gd name="connsiteX79" fmla="*/ 3991914 w 4627542"/>
                  <a:gd name="connsiteY79" fmla="*/ 3515048 h 5092147"/>
                  <a:gd name="connsiteX80" fmla="*/ 4211461 w 4627542"/>
                  <a:gd name="connsiteY80" fmla="*/ 3126503 h 5092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627542" h="5092147">
                    <a:moveTo>
                      <a:pt x="4211461" y="3126503"/>
                    </a:moveTo>
                    <a:cubicBezTo>
                      <a:pt x="4288415" y="3014844"/>
                      <a:pt x="4372914" y="2907711"/>
                      <a:pt x="4424971" y="2781717"/>
                    </a:cubicBezTo>
                    <a:cubicBezTo>
                      <a:pt x="4583407" y="2402980"/>
                      <a:pt x="4660362" y="2010664"/>
                      <a:pt x="4614339" y="1599485"/>
                    </a:cubicBezTo>
                    <a:cubicBezTo>
                      <a:pt x="4590952" y="1393519"/>
                      <a:pt x="4534367" y="1196606"/>
                      <a:pt x="4438551" y="1012519"/>
                    </a:cubicBezTo>
                    <a:cubicBezTo>
                      <a:pt x="4240130" y="632273"/>
                      <a:pt x="3933066" y="369723"/>
                      <a:pt x="3542258" y="203743"/>
                    </a:cubicBezTo>
                    <a:cubicBezTo>
                      <a:pt x="3159749" y="42289"/>
                      <a:pt x="2758379" y="-19576"/>
                      <a:pt x="2343429" y="5321"/>
                    </a:cubicBezTo>
                    <a:cubicBezTo>
                      <a:pt x="2148779" y="16638"/>
                      <a:pt x="1957147" y="46816"/>
                      <a:pt x="1770797" y="106418"/>
                    </a:cubicBezTo>
                    <a:cubicBezTo>
                      <a:pt x="1290209" y="260327"/>
                      <a:pt x="927316" y="552301"/>
                      <a:pt x="712296" y="1014782"/>
                    </a:cubicBezTo>
                    <a:cubicBezTo>
                      <a:pt x="614971" y="1223012"/>
                      <a:pt x="558387" y="1439541"/>
                      <a:pt x="617989" y="1671159"/>
                    </a:cubicBezTo>
                    <a:cubicBezTo>
                      <a:pt x="623270" y="1692283"/>
                      <a:pt x="615726" y="1706618"/>
                      <a:pt x="603654" y="1722462"/>
                    </a:cubicBezTo>
                    <a:cubicBezTo>
                      <a:pt x="474642" y="1897495"/>
                      <a:pt x="330541" y="2060458"/>
                      <a:pt x="197003" y="2231719"/>
                    </a:cubicBezTo>
                    <a:cubicBezTo>
                      <a:pt x="126838" y="2321499"/>
                      <a:pt x="55920" y="2412034"/>
                      <a:pt x="16688" y="2521430"/>
                    </a:cubicBezTo>
                    <a:cubicBezTo>
                      <a:pt x="-21789" y="2627808"/>
                      <a:pt x="6126" y="2710044"/>
                      <a:pt x="101941" y="2771155"/>
                    </a:cubicBezTo>
                    <a:cubicBezTo>
                      <a:pt x="172106" y="2815668"/>
                      <a:pt x="244534" y="2855654"/>
                      <a:pt x="330541" y="2859426"/>
                    </a:cubicBezTo>
                    <a:cubicBezTo>
                      <a:pt x="341104" y="2860180"/>
                      <a:pt x="352421" y="2864707"/>
                      <a:pt x="362983" y="2868479"/>
                    </a:cubicBezTo>
                    <a:cubicBezTo>
                      <a:pt x="378072" y="2874515"/>
                      <a:pt x="384862" y="2884323"/>
                      <a:pt x="378072" y="2900921"/>
                    </a:cubicBezTo>
                    <a:cubicBezTo>
                      <a:pt x="353930" y="2962786"/>
                      <a:pt x="344876" y="3029933"/>
                      <a:pt x="300363" y="3085763"/>
                    </a:cubicBezTo>
                    <a:cubicBezTo>
                      <a:pt x="240007" y="3161208"/>
                      <a:pt x="252078" y="3236654"/>
                      <a:pt x="324506" y="3302291"/>
                    </a:cubicBezTo>
                    <a:cubicBezTo>
                      <a:pt x="338086" y="3315117"/>
                      <a:pt x="362983" y="3324925"/>
                      <a:pt x="364492" y="3339260"/>
                    </a:cubicBezTo>
                    <a:cubicBezTo>
                      <a:pt x="367510" y="3357366"/>
                      <a:pt x="341104" y="3369438"/>
                      <a:pt x="329033" y="3384527"/>
                    </a:cubicBezTo>
                    <a:cubicBezTo>
                      <a:pt x="276221" y="3451673"/>
                      <a:pt x="277730" y="3496941"/>
                      <a:pt x="335068" y="3561069"/>
                    </a:cubicBezTo>
                    <a:cubicBezTo>
                      <a:pt x="356193" y="3584458"/>
                      <a:pt x="375809" y="3608600"/>
                      <a:pt x="395425" y="3633497"/>
                    </a:cubicBezTo>
                    <a:cubicBezTo>
                      <a:pt x="426357" y="3672729"/>
                      <a:pt x="434656" y="3714978"/>
                      <a:pt x="415795" y="3764018"/>
                    </a:cubicBezTo>
                    <a:cubicBezTo>
                      <a:pt x="390143" y="3833428"/>
                      <a:pt x="366755" y="3903592"/>
                      <a:pt x="347894" y="3975266"/>
                    </a:cubicBezTo>
                    <a:cubicBezTo>
                      <a:pt x="319979" y="4080135"/>
                      <a:pt x="328278" y="4178969"/>
                      <a:pt x="402969" y="4264976"/>
                    </a:cubicBezTo>
                    <a:cubicBezTo>
                      <a:pt x="459553" y="4330614"/>
                      <a:pt x="526700" y="4381917"/>
                      <a:pt x="608181" y="4413604"/>
                    </a:cubicBezTo>
                    <a:cubicBezTo>
                      <a:pt x="757563" y="4472452"/>
                      <a:pt x="912981" y="4468679"/>
                      <a:pt x="1069153" y="4463398"/>
                    </a:cubicBezTo>
                    <a:cubicBezTo>
                      <a:pt x="1163460" y="4460381"/>
                      <a:pt x="1257013" y="4449064"/>
                      <a:pt x="1351320" y="4458117"/>
                    </a:cubicBezTo>
                    <a:cubicBezTo>
                      <a:pt x="1418466" y="4464907"/>
                      <a:pt x="1474296" y="4492822"/>
                      <a:pt x="1495421" y="4560723"/>
                    </a:cubicBezTo>
                    <a:cubicBezTo>
                      <a:pt x="1527108" y="4663329"/>
                      <a:pt x="1560304" y="4766689"/>
                      <a:pt x="1559549" y="4876840"/>
                    </a:cubicBezTo>
                    <a:cubicBezTo>
                      <a:pt x="1558795" y="5031503"/>
                      <a:pt x="1666682" y="5090351"/>
                      <a:pt x="1775324" y="5090351"/>
                    </a:cubicBezTo>
                    <a:cubicBezTo>
                      <a:pt x="2148779" y="5091105"/>
                      <a:pt x="2522235" y="5095632"/>
                      <a:pt x="2894936" y="5086578"/>
                    </a:cubicBezTo>
                    <a:cubicBezTo>
                      <a:pt x="3019421" y="5083560"/>
                      <a:pt x="3087322" y="5012642"/>
                      <a:pt x="3088831" y="4886648"/>
                    </a:cubicBezTo>
                    <a:cubicBezTo>
                      <a:pt x="3091094" y="4709351"/>
                      <a:pt x="3097130" y="4314771"/>
                      <a:pt x="3097884" y="4314016"/>
                    </a:cubicBezTo>
                    <a:lnTo>
                      <a:pt x="2990751" y="4314016"/>
                    </a:lnTo>
                    <a:cubicBezTo>
                      <a:pt x="2988488" y="4347966"/>
                      <a:pt x="2986225" y="4735002"/>
                      <a:pt x="2979435" y="4876085"/>
                    </a:cubicBezTo>
                    <a:cubicBezTo>
                      <a:pt x="2974908" y="4962848"/>
                      <a:pt x="2959819" y="4980200"/>
                      <a:pt x="2871548" y="4981709"/>
                    </a:cubicBezTo>
                    <a:cubicBezTo>
                      <a:pt x="2861739" y="4981709"/>
                      <a:pt x="1924706" y="4986990"/>
                      <a:pt x="1800221" y="4986236"/>
                    </a:cubicBezTo>
                    <a:cubicBezTo>
                      <a:pt x="1707423" y="4985481"/>
                      <a:pt x="1674227" y="4959075"/>
                      <a:pt x="1668945" y="4868541"/>
                    </a:cubicBezTo>
                    <a:cubicBezTo>
                      <a:pt x="1661401" y="4757636"/>
                      <a:pt x="1636504" y="4650503"/>
                      <a:pt x="1604062" y="4544880"/>
                    </a:cubicBezTo>
                    <a:cubicBezTo>
                      <a:pt x="1573130" y="4444537"/>
                      <a:pt x="1509001" y="4379654"/>
                      <a:pt x="1403377" y="4358529"/>
                    </a:cubicBezTo>
                    <a:cubicBezTo>
                      <a:pt x="1337740" y="4344949"/>
                      <a:pt x="1271347" y="4343440"/>
                      <a:pt x="1204955" y="4347212"/>
                    </a:cubicBezTo>
                    <a:cubicBezTo>
                      <a:pt x="1074434" y="4354002"/>
                      <a:pt x="944668" y="4368337"/>
                      <a:pt x="814147" y="4353248"/>
                    </a:cubicBezTo>
                    <a:cubicBezTo>
                      <a:pt x="718332" y="4341931"/>
                      <a:pt x="627042" y="4317034"/>
                      <a:pt x="549334" y="4256678"/>
                    </a:cubicBezTo>
                    <a:cubicBezTo>
                      <a:pt x="462571" y="4189531"/>
                      <a:pt x="419567" y="4107295"/>
                      <a:pt x="455781" y="3994127"/>
                    </a:cubicBezTo>
                    <a:cubicBezTo>
                      <a:pt x="476906" y="3926980"/>
                      <a:pt x="500294" y="3861343"/>
                      <a:pt x="521419" y="3794196"/>
                    </a:cubicBezTo>
                    <a:cubicBezTo>
                      <a:pt x="547070" y="3715733"/>
                      <a:pt x="538017" y="3643305"/>
                      <a:pt x="488223" y="3576913"/>
                    </a:cubicBezTo>
                    <a:cubicBezTo>
                      <a:pt x="467098" y="3548998"/>
                      <a:pt x="445219" y="3521083"/>
                      <a:pt x="421076" y="3495432"/>
                    </a:cubicBezTo>
                    <a:cubicBezTo>
                      <a:pt x="403724" y="3476570"/>
                      <a:pt x="402969" y="3462990"/>
                      <a:pt x="421831" y="3445638"/>
                    </a:cubicBezTo>
                    <a:cubicBezTo>
                      <a:pt x="439937" y="3428285"/>
                      <a:pt x="456535" y="3409424"/>
                      <a:pt x="471625" y="3389054"/>
                    </a:cubicBezTo>
                    <a:cubicBezTo>
                      <a:pt x="506330" y="3342277"/>
                      <a:pt x="501803" y="3305309"/>
                      <a:pt x="456535" y="3268341"/>
                    </a:cubicBezTo>
                    <a:cubicBezTo>
                      <a:pt x="435411" y="3250988"/>
                      <a:pt x="412777" y="3234390"/>
                      <a:pt x="392407" y="3216283"/>
                    </a:cubicBezTo>
                    <a:cubicBezTo>
                      <a:pt x="372036" y="3198176"/>
                      <a:pt x="366001" y="3173279"/>
                      <a:pt x="385617" y="3152909"/>
                    </a:cubicBezTo>
                    <a:cubicBezTo>
                      <a:pt x="439183" y="3096325"/>
                      <a:pt x="455027" y="3024652"/>
                      <a:pt x="477660" y="2954487"/>
                    </a:cubicBezTo>
                    <a:cubicBezTo>
                      <a:pt x="512365" y="2845091"/>
                      <a:pt x="469361" y="2768137"/>
                      <a:pt x="354684" y="2755311"/>
                    </a:cubicBezTo>
                    <a:cubicBezTo>
                      <a:pt x="283011" y="2747012"/>
                      <a:pt x="222654" y="2718343"/>
                      <a:pt x="163807" y="2682129"/>
                    </a:cubicBezTo>
                    <a:cubicBezTo>
                      <a:pt x="111749" y="2649687"/>
                      <a:pt x="101187" y="2620263"/>
                      <a:pt x="120803" y="2561416"/>
                    </a:cubicBezTo>
                    <a:cubicBezTo>
                      <a:pt x="145700" y="2487479"/>
                      <a:pt x="188704" y="2424105"/>
                      <a:pt x="236234" y="2363749"/>
                    </a:cubicBezTo>
                    <a:cubicBezTo>
                      <a:pt x="384862" y="2175135"/>
                      <a:pt x="534999" y="1988030"/>
                      <a:pt x="685136" y="1800925"/>
                    </a:cubicBezTo>
                    <a:cubicBezTo>
                      <a:pt x="722858" y="1754149"/>
                      <a:pt x="740211" y="1704355"/>
                      <a:pt x="725122" y="1643998"/>
                    </a:cubicBezTo>
                    <a:cubicBezTo>
                      <a:pt x="690417" y="1507442"/>
                      <a:pt x="704751" y="1372394"/>
                      <a:pt x="744737" y="1239610"/>
                    </a:cubicBezTo>
                    <a:cubicBezTo>
                      <a:pt x="857151" y="864646"/>
                      <a:pt x="1091033" y="583988"/>
                      <a:pt x="1421484" y="382549"/>
                    </a:cubicBezTo>
                    <a:cubicBezTo>
                      <a:pt x="1739864" y="187899"/>
                      <a:pt x="2092195" y="116980"/>
                      <a:pt x="2460369" y="107927"/>
                    </a:cubicBezTo>
                    <a:cubicBezTo>
                      <a:pt x="2613524" y="104155"/>
                      <a:pt x="2766678" y="114717"/>
                      <a:pt x="2918324" y="137351"/>
                    </a:cubicBezTo>
                    <a:cubicBezTo>
                      <a:pt x="3220860" y="181864"/>
                      <a:pt x="3507553" y="273153"/>
                      <a:pt x="3766332" y="439133"/>
                    </a:cubicBezTo>
                    <a:cubicBezTo>
                      <a:pt x="4277098" y="767321"/>
                      <a:pt x="4520787" y="1241874"/>
                      <a:pt x="4524560" y="1843929"/>
                    </a:cubicBezTo>
                    <a:cubicBezTo>
                      <a:pt x="4525314" y="2002364"/>
                      <a:pt x="4502680" y="2158537"/>
                      <a:pt x="4466466" y="2313200"/>
                    </a:cubicBezTo>
                    <a:cubicBezTo>
                      <a:pt x="4406110" y="2573487"/>
                      <a:pt x="4317084" y="2819440"/>
                      <a:pt x="4149595" y="3033705"/>
                    </a:cubicBezTo>
                    <a:cubicBezTo>
                      <a:pt x="4077167" y="3126503"/>
                      <a:pt x="4013039" y="3226091"/>
                      <a:pt x="3958718" y="3330961"/>
                    </a:cubicBezTo>
                    <a:cubicBezTo>
                      <a:pt x="3892326" y="3458463"/>
                      <a:pt x="3847813" y="3588984"/>
                      <a:pt x="3853094" y="3736857"/>
                    </a:cubicBezTo>
                    <a:cubicBezTo>
                      <a:pt x="3859884" y="3921699"/>
                      <a:pt x="3854603" y="4728966"/>
                      <a:pt x="3854603" y="4947759"/>
                    </a:cubicBezTo>
                    <a:cubicBezTo>
                      <a:pt x="3854603" y="4965111"/>
                      <a:pt x="3850831" y="4981709"/>
                      <a:pt x="3879500" y="4980955"/>
                    </a:cubicBezTo>
                    <a:cubicBezTo>
                      <a:pt x="4028882" y="4979446"/>
                      <a:pt x="4179019" y="4980200"/>
                      <a:pt x="4328401" y="4980955"/>
                    </a:cubicBezTo>
                    <a:cubicBezTo>
                      <a:pt x="4348772" y="4980955"/>
                      <a:pt x="4354052" y="4974164"/>
                      <a:pt x="4353298" y="4954549"/>
                    </a:cubicBezTo>
                    <a:cubicBezTo>
                      <a:pt x="4351789" y="4922862"/>
                      <a:pt x="4351035" y="4891929"/>
                      <a:pt x="4353298" y="4860242"/>
                    </a:cubicBezTo>
                    <a:cubicBezTo>
                      <a:pt x="4354807" y="4834590"/>
                      <a:pt x="4345754" y="4828555"/>
                      <a:pt x="4321611" y="4829309"/>
                    </a:cubicBezTo>
                    <a:cubicBezTo>
                      <a:pt x="4214478" y="4830818"/>
                      <a:pt x="4108100" y="4828555"/>
                      <a:pt x="4000967" y="4830818"/>
                    </a:cubicBezTo>
                    <a:cubicBezTo>
                      <a:pt x="3967771" y="4831573"/>
                      <a:pt x="3959472" y="4823273"/>
                      <a:pt x="3959472" y="4789323"/>
                    </a:cubicBezTo>
                    <a:cubicBezTo>
                      <a:pt x="3960981" y="4424921"/>
                      <a:pt x="3960981" y="4059764"/>
                      <a:pt x="3959472" y="3695362"/>
                    </a:cubicBezTo>
                    <a:cubicBezTo>
                      <a:pt x="3959472" y="3632743"/>
                      <a:pt x="3970035" y="3573141"/>
                      <a:pt x="3991914" y="3515048"/>
                    </a:cubicBezTo>
                    <a:cubicBezTo>
                      <a:pt x="4041708" y="3372456"/>
                      <a:pt x="4126207" y="3249479"/>
                      <a:pt x="4211461" y="3126503"/>
                    </a:cubicBezTo>
                    <a:close/>
                  </a:path>
                </a:pathLst>
              </a:custGeom>
              <a:solidFill>
                <a:srgbClr val="000000"/>
              </a:solidFill>
              <a:ln w="7545" cap="flat">
                <a:noFill/>
                <a:prstDash val="solid"/>
                <a:miter/>
              </a:ln>
            </p:spPr>
            <p:txBody>
              <a:bodyPr rtlCol="0" anchor="ctr"/>
              <a:lstStyle/>
              <a:p>
                <a:endParaRPr lang="en-US"/>
              </a:p>
            </p:txBody>
          </p:sp>
          <p:grpSp>
            <p:nvGrpSpPr>
              <p:cNvPr id="43" name="그룹 42">
                <a:extLst>
                  <a:ext uri="{FF2B5EF4-FFF2-40B4-BE49-F238E27FC236}">
                    <a16:creationId xmlns:a16="http://schemas.microsoft.com/office/drawing/2014/main" id="{457FB338-AF64-4BC7-96D8-E50B11EFD887}"/>
                  </a:ext>
                </a:extLst>
              </p:cNvPr>
              <p:cNvGrpSpPr/>
              <p:nvPr/>
            </p:nvGrpSpPr>
            <p:grpSpPr>
              <a:xfrm>
                <a:off x="9602085" y="1150198"/>
                <a:ext cx="1730978" cy="1743822"/>
                <a:chOff x="9602085" y="1150198"/>
                <a:chExt cx="1730978" cy="1743822"/>
              </a:xfrm>
            </p:grpSpPr>
            <p:grpSp>
              <p:nvGrpSpPr>
                <p:cNvPr id="44" name="그룹 43">
                  <a:extLst>
                    <a:ext uri="{FF2B5EF4-FFF2-40B4-BE49-F238E27FC236}">
                      <a16:creationId xmlns:a16="http://schemas.microsoft.com/office/drawing/2014/main" id="{0C4AFDDA-7970-4FC4-9704-9690BD9CC714}"/>
                    </a:ext>
                  </a:extLst>
                </p:cNvPr>
                <p:cNvGrpSpPr/>
                <p:nvPr/>
              </p:nvGrpSpPr>
              <p:grpSpPr>
                <a:xfrm rot="2460259" flipH="1">
                  <a:off x="9602085" y="1150198"/>
                  <a:ext cx="959218" cy="659067"/>
                  <a:chOff x="10056748" y="2346218"/>
                  <a:chExt cx="1725444" cy="1185531"/>
                </a:xfrm>
              </p:grpSpPr>
              <p:sp>
                <p:nvSpPr>
                  <p:cNvPr id="56" name="Trapezoid 272">
                    <a:extLst>
                      <a:ext uri="{FF2B5EF4-FFF2-40B4-BE49-F238E27FC236}">
                        <a16:creationId xmlns:a16="http://schemas.microsoft.com/office/drawing/2014/main" id="{C91ED259-9B34-4FA3-B0FC-9FCECBD34747}"/>
                      </a:ext>
                    </a:extLst>
                  </p:cNvPr>
                  <p:cNvSpPr/>
                  <p:nvPr/>
                </p:nvSpPr>
                <p:spPr>
                  <a:xfrm rot="6820098">
                    <a:off x="10555155" y="1847811"/>
                    <a:ext cx="415098" cy="1411912"/>
                  </a:xfrm>
                  <a:prstGeom prst="trapezoid">
                    <a:avLst>
                      <a:gd name="adj" fmla="val 11476"/>
                    </a:avLst>
                  </a:prstGeom>
                  <a:solidFill>
                    <a:schemeClr val="accent4"/>
                  </a:solidFill>
                  <a:ln w="9525" cap="flat">
                    <a:noFill/>
                    <a:prstDash val="solid"/>
                    <a:miter/>
                  </a:ln>
                </p:spPr>
                <p:txBody>
                  <a:bodyPr rtlCol="0" anchor="ctr"/>
                  <a:lstStyle/>
                  <a:p>
                    <a:endParaRPr lang="en-US">
                      <a:solidFill>
                        <a:schemeClr val="tx1"/>
                      </a:solidFill>
                    </a:endParaRPr>
                  </a:p>
                </p:txBody>
              </p:sp>
              <p:grpSp>
                <p:nvGrpSpPr>
                  <p:cNvPr id="57" name="Group 275">
                    <a:extLst>
                      <a:ext uri="{FF2B5EF4-FFF2-40B4-BE49-F238E27FC236}">
                        <a16:creationId xmlns:a16="http://schemas.microsoft.com/office/drawing/2014/main" id="{9E21F517-FFBA-4620-91CC-D3B1B03793BF}"/>
                      </a:ext>
                    </a:extLst>
                  </p:cNvPr>
                  <p:cNvGrpSpPr/>
                  <p:nvPr/>
                </p:nvGrpSpPr>
                <p:grpSpPr>
                  <a:xfrm rot="5400000">
                    <a:off x="10943999" y="2693556"/>
                    <a:ext cx="947831" cy="728555"/>
                    <a:chOff x="10999279" y="2698471"/>
                    <a:chExt cx="989342" cy="760462"/>
                  </a:xfrm>
                </p:grpSpPr>
                <p:sp>
                  <p:nvSpPr>
                    <p:cNvPr id="58" name="Freeform: Shape 280">
                      <a:extLst>
                        <a:ext uri="{FF2B5EF4-FFF2-40B4-BE49-F238E27FC236}">
                          <a16:creationId xmlns:a16="http://schemas.microsoft.com/office/drawing/2014/main" id="{5F19315C-BBC7-4C4D-AA61-8D0DFDA6EE97}"/>
                        </a:ext>
                      </a:extLst>
                    </p:cNvPr>
                    <p:cNvSpPr/>
                    <p:nvPr/>
                  </p:nvSpPr>
                  <p:spPr>
                    <a:xfrm>
                      <a:off x="11237298" y="2698471"/>
                      <a:ext cx="712934" cy="329046"/>
                    </a:xfrm>
                    <a:custGeom>
                      <a:avLst/>
                      <a:gdLst>
                        <a:gd name="connsiteX0" fmla="*/ 7144 w 371475"/>
                        <a:gd name="connsiteY0" fmla="*/ 145256 h 171450"/>
                        <a:gd name="connsiteX1" fmla="*/ 90011 w 371475"/>
                        <a:gd name="connsiteY1" fmla="*/ 32861 h 171450"/>
                        <a:gd name="connsiteX2" fmla="*/ 250984 w 371475"/>
                        <a:gd name="connsiteY2" fmla="*/ 7144 h 171450"/>
                        <a:gd name="connsiteX3" fmla="*/ 361474 w 371475"/>
                        <a:gd name="connsiteY3" fmla="*/ 103346 h 171450"/>
                        <a:gd name="connsiteX4" fmla="*/ 367189 w 371475"/>
                        <a:gd name="connsiteY4" fmla="*/ 139541 h 171450"/>
                        <a:gd name="connsiteX5" fmla="*/ 343376 w 371475"/>
                        <a:gd name="connsiteY5" fmla="*/ 143351 h 171450"/>
                        <a:gd name="connsiteX6" fmla="*/ 234791 w 371475"/>
                        <a:gd name="connsiteY6" fmla="*/ 58579 h 171450"/>
                        <a:gd name="connsiteX7" fmla="*/ 117634 w 371475"/>
                        <a:gd name="connsiteY7" fmla="*/ 76676 h 171450"/>
                        <a:gd name="connsiteX8" fmla="*/ 58579 w 371475"/>
                        <a:gd name="connsiteY8" fmla="*/ 16716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475" h="171450">
                          <a:moveTo>
                            <a:pt x="7144" y="145256"/>
                          </a:moveTo>
                          <a:lnTo>
                            <a:pt x="90011" y="32861"/>
                          </a:lnTo>
                          <a:lnTo>
                            <a:pt x="250984" y="7144"/>
                          </a:lnTo>
                          <a:lnTo>
                            <a:pt x="361474" y="103346"/>
                          </a:lnTo>
                          <a:lnTo>
                            <a:pt x="367189" y="139541"/>
                          </a:lnTo>
                          <a:lnTo>
                            <a:pt x="343376" y="143351"/>
                          </a:lnTo>
                          <a:lnTo>
                            <a:pt x="234791" y="58579"/>
                          </a:lnTo>
                          <a:lnTo>
                            <a:pt x="117634" y="76676"/>
                          </a:lnTo>
                          <a:lnTo>
                            <a:pt x="58579" y="167164"/>
                          </a:lnTo>
                          <a:close/>
                        </a:path>
                      </a:pathLst>
                    </a:custGeom>
                    <a:solidFill>
                      <a:schemeClr val="accent4"/>
                    </a:solidFill>
                    <a:ln w="9525" cap="flat">
                      <a:noFill/>
                      <a:prstDash val="solid"/>
                      <a:miter/>
                    </a:ln>
                  </p:spPr>
                  <p:txBody>
                    <a:bodyPr rtlCol="0" anchor="ctr"/>
                    <a:lstStyle/>
                    <a:p>
                      <a:endParaRPr lang="en-US"/>
                    </a:p>
                  </p:txBody>
                </p:sp>
                <p:sp>
                  <p:nvSpPr>
                    <p:cNvPr id="59" name="Freeform: Shape 281">
                      <a:extLst>
                        <a:ext uri="{FF2B5EF4-FFF2-40B4-BE49-F238E27FC236}">
                          <a16:creationId xmlns:a16="http://schemas.microsoft.com/office/drawing/2014/main" id="{E2C5B07A-59AB-472A-9D07-888011EDCBA8}"/>
                        </a:ext>
                      </a:extLst>
                    </p:cNvPr>
                    <p:cNvSpPr/>
                    <p:nvPr/>
                  </p:nvSpPr>
                  <p:spPr>
                    <a:xfrm>
                      <a:off x="11293968" y="3075046"/>
                      <a:ext cx="694653" cy="383887"/>
                    </a:xfrm>
                    <a:custGeom>
                      <a:avLst/>
                      <a:gdLst>
                        <a:gd name="connsiteX0" fmla="*/ 7144 w 361950"/>
                        <a:gd name="connsiteY0" fmla="*/ 114776 h 200025"/>
                        <a:gd name="connsiteX1" fmla="*/ 120491 w 361950"/>
                        <a:gd name="connsiteY1" fmla="*/ 194786 h 200025"/>
                        <a:gd name="connsiteX2" fmla="*/ 281464 w 361950"/>
                        <a:gd name="connsiteY2" fmla="*/ 169069 h 200025"/>
                        <a:gd name="connsiteX3" fmla="*/ 355759 w 361950"/>
                        <a:gd name="connsiteY3" fmla="*/ 43339 h 200025"/>
                        <a:gd name="connsiteX4" fmla="*/ 350044 w 361950"/>
                        <a:gd name="connsiteY4" fmla="*/ 7144 h 200025"/>
                        <a:gd name="connsiteX5" fmla="*/ 327184 w 361950"/>
                        <a:gd name="connsiteY5" fmla="*/ 10954 h 200025"/>
                        <a:gd name="connsiteX6" fmla="*/ 250031 w 361950"/>
                        <a:gd name="connsiteY6" fmla="*/ 125254 h 200025"/>
                        <a:gd name="connsiteX7" fmla="*/ 132874 w 361950"/>
                        <a:gd name="connsiteY7" fmla="*/ 144304 h 200025"/>
                        <a:gd name="connsiteX8" fmla="*/ 48101 w 361950"/>
                        <a:gd name="connsiteY8" fmla="*/ 77629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950" h="200025">
                          <a:moveTo>
                            <a:pt x="7144" y="114776"/>
                          </a:moveTo>
                          <a:lnTo>
                            <a:pt x="120491" y="194786"/>
                          </a:lnTo>
                          <a:lnTo>
                            <a:pt x="281464" y="169069"/>
                          </a:lnTo>
                          <a:lnTo>
                            <a:pt x="355759" y="43339"/>
                          </a:lnTo>
                          <a:lnTo>
                            <a:pt x="350044" y="7144"/>
                          </a:lnTo>
                          <a:lnTo>
                            <a:pt x="327184" y="10954"/>
                          </a:lnTo>
                          <a:lnTo>
                            <a:pt x="250031" y="125254"/>
                          </a:lnTo>
                          <a:lnTo>
                            <a:pt x="132874" y="144304"/>
                          </a:lnTo>
                          <a:lnTo>
                            <a:pt x="48101" y="77629"/>
                          </a:lnTo>
                          <a:close/>
                        </a:path>
                      </a:pathLst>
                    </a:custGeom>
                    <a:solidFill>
                      <a:schemeClr val="accent4"/>
                    </a:solidFill>
                    <a:ln w="9525" cap="flat">
                      <a:noFill/>
                      <a:prstDash val="solid"/>
                      <a:miter/>
                    </a:ln>
                  </p:spPr>
                  <p:txBody>
                    <a:bodyPr rtlCol="0" anchor="ctr"/>
                    <a:lstStyle/>
                    <a:p>
                      <a:endParaRPr lang="en-US"/>
                    </a:p>
                  </p:txBody>
                </p:sp>
                <p:sp>
                  <p:nvSpPr>
                    <p:cNvPr id="60" name="Freeform: Shape 282">
                      <a:extLst>
                        <a:ext uri="{FF2B5EF4-FFF2-40B4-BE49-F238E27FC236}">
                          <a16:creationId xmlns:a16="http://schemas.microsoft.com/office/drawing/2014/main" id="{0F8ED2F0-67AD-4533-8147-8B6F8F13EC1B}"/>
                        </a:ext>
                      </a:extLst>
                    </p:cNvPr>
                    <p:cNvSpPr/>
                    <p:nvPr/>
                  </p:nvSpPr>
                  <p:spPr>
                    <a:xfrm>
                      <a:off x="10999279" y="2942227"/>
                      <a:ext cx="457009" cy="457009"/>
                    </a:xfrm>
                    <a:custGeom>
                      <a:avLst/>
                      <a:gdLst>
                        <a:gd name="connsiteX0" fmla="*/ 102790 w 238125"/>
                        <a:gd name="connsiteY0" fmla="*/ 8493 h 238125"/>
                        <a:gd name="connsiteX1" fmla="*/ 8493 w 238125"/>
                        <a:gd name="connsiteY1" fmla="*/ 138985 h 238125"/>
                        <a:gd name="connsiteX2" fmla="*/ 138985 w 238125"/>
                        <a:gd name="connsiteY2" fmla="*/ 233283 h 238125"/>
                        <a:gd name="connsiteX3" fmla="*/ 233283 w 238125"/>
                        <a:gd name="connsiteY3" fmla="*/ 102790 h 238125"/>
                        <a:gd name="connsiteX4" fmla="*/ 102790 w 238125"/>
                        <a:gd name="connsiteY4" fmla="*/ 8493 h 238125"/>
                        <a:gd name="connsiteX5" fmla="*/ 128508 w 238125"/>
                        <a:gd name="connsiteY5" fmla="*/ 164703 h 238125"/>
                        <a:gd name="connsiteX6" fmla="*/ 78025 w 238125"/>
                        <a:gd name="connsiteY6" fmla="*/ 128508 h 238125"/>
                        <a:gd name="connsiteX7" fmla="*/ 114220 w 238125"/>
                        <a:gd name="connsiteY7" fmla="*/ 78025 h 238125"/>
                        <a:gd name="connsiteX8" fmla="*/ 164703 w 238125"/>
                        <a:gd name="connsiteY8" fmla="*/ 114220 h 238125"/>
                        <a:gd name="connsiteX9" fmla="*/ 128508 w 238125"/>
                        <a:gd name="connsiteY9" fmla="*/ 164703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125" h="238125">
                          <a:moveTo>
                            <a:pt x="102790" y="8493"/>
                          </a:moveTo>
                          <a:cubicBezTo>
                            <a:pt x="40878" y="18018"/>
                            <a:pt x="-1032" y="77073"/>
                            <a:pt x="8493" y="138985"/>
                          </a:cubicBezTo>
                          <a:cubicBezTo>
                            <a:pt x="18018" y="200898"/>
                            <a:pt x="77073" y="242808"/>
                            <a:pt x="138985" y="233283"/>
                          </a:cubicBezTo>
                          <a:cubicBezTo>
                            <a:pt x="200898" y="223758"/>
                            <a:pt x="242808" y="164703"/>
                            <a:pt x="233283" y="102790"/>
                          </a:cubicBezTo>
                          <a:cubicBezTo>
                            <a:pt x="222805" y="40878"/>
                            <a:pt x="164703" y="-1032"/>
                            <a:pt x="102790" y="8493"/>
                          </a:cubicBezTo>
                          <a:close/>
                          <a:moveTo>
                            <a:pt x="128508" y="164703"/>
                          </a:moveTo>
                          <a:cubicBezTo>
                            <a:pt x="104695" y="168513"/>
                            <a:pt x="81835" y="152320"/>
                            <a:pt x="78025" y="128508"/>
                          </a:cubicBezTo>
                          <a:cubicBezTo>
                            <a:pt x="74215" y="104695"/>
                            <a:pt x="90408" y="81835"/>
                            <a:pt x="114220" y="78025"/>
                          </a:cubicBezTo>
                          <a:cubicBezTo>
                            <a:pt x="138033" y="74215"/>
                            <a:pt x="160893" y="90408"/>
                            <a:pt x="164703" y="114220"/>
                          </a:cubicBezTo>
                          <a:cubicBezTo>
                            <a:pt x="169465" y="138033"/>
                            <a:pt x="152320" y="160893"/>
                            <a:pt x="128508" y="164703"/>
                          </a:cubicBezTo>
                          <a:close/>
                        </a:path>
                      </a:pathLst>
                    </a:custGeom>
                    <a:solidFill>
                      <a:schemeClr val="accent4">
                        <a:lumMod val="75000"/>
                      </a:schemeClr>
                    </a:solidFill>
                    <a:ln w="9525" cap="flat">
                      <a:noFill/>
                      <a:prstDash val="solid"/>
                      <a:miter/>
                    </a:ln>
                  </p:spPr>
                  <p:txBody>
                    <a:bodyPr rtlCol="0" anchor="ctr"/>
                    <a:lstStyle/>
                    <a:p>
                      <a:endParaRPr lang="en-US"/>
                    </a:p>
                  </p:txBody>
                </p:sp>
              </p:grpSp>
            </p:grpSp>
            <p:grpSp>
              <p:nvGrpSpPr>
                <p:cNvPr id="45" name="그룹 44">
                  <a:extLst>
                    <a:ext uri="{FF2B5EF4-FFF2-40B4-BE49-F238E27FC236}">
                      <a16:creationId xmlns:a16="http://schemas.microsoft.com/office/drawing/2014/main" id="{6CDD2C39-36D5-4F1D-9271-52DF8FAA462A}"/>
                    </a:ext>
                  </a:extLst>
                </p:cNvPr>
                <p:cNvGrpSpPr/>
                <p:nvPr/>
              </p:nvGrpSpPr>
              <p:grpSpPr>
                <a:xfrm flipH="1">
                  <a:off x="10573647" y="1302883"/>
                  <a:ext cx="759416" cy="1591137"/>
                  <a:chOff x="8631760" y="1655173"/>
                  <a:chExt cx="1366040" cy="2862140"/>
                </a:xfrm>
              </p:grpSpPr>
              <p:grpSp>
                <p:nvGrpSpPr>
                  <p:cNvPr id="46" name="Group 273">
                    <a:extLst>
                      <a:ext uri="{FF2B5EF4-FFF2-40B4-BE49-F238E27FC236}">
                        <a16:creationId xmlns:a16="http://schemas.microsoft.com/office/drawing/2014/main" id="{E8DC2EE7-9C9C-4E2B-831A-637588A12092}"/>
                      </a:ext>
                    </a:extLst>
                  </p:cNvPr>
                  <p:cNvGrpSpPr/>
                  <p:nvPr/>
                </p:nvGrpSpPr>
                <p:grpSpPr>
                  <a:xfrm>
                    <a:off x="9402534" y="1655173"/>
                    <a:ext cx="527772" cy="1374721"/>
                    <a:chOff x="10900146" y="2352060"/>
                    <a:chExt cx="550886" cy="1434927"/>
                  </a:xfrm>
                </p:grpSpPr>
                <p:sp>
                  <p:nvSpPr>
                    <p:cNvPr id="54" name="Rectangle: Rounded Corners 285">
                      <a:extLst>
                        <a:ext uri="{FF2B5EF4-FFF2-40B4-BE49-F238E27FC236}">
                          <a16:creationId xmlns:a16="http://schemas.microsoft.com/office/drawing/2014/main" id="{DEDB042E-4BB5-4DE9-86AB-B869B5B6E120}"/>
                        </a:ext>
                      </a:extLst>
                    </p:cNvPr>
                    <p:cNvSpPr/>
                    <p:nvPr/>
                  </p:nvSpPr>
                  <p:spPr>
                    <a:xfrm rot="18447756">
                      <a:off x="10414913" y="2837293"/>
                      <a:ext cx="1434927" cy="464462"/>
                    </a:xfrm>
                    <a:prstGeom prst="roundRect">
                      <a:avLst>
                        <a:gd name="adj" fmla="val 50000"/>
                      </a:avLst>
                    </a:prstGeom>
                    <a:solidFill>
                      <a:schemeClr val="accent4">
                        <a:lumMod val="75000"/>
                      </a:schemeClr>
                    </a:solidFill>
                    <a:ln w="9525" cap="flat">
                      <a:noFill/>
                      <a:prstDash val="solid"/>
                      <a:miter/>
                    </a:ln>
                  </p:spPr>
                  <p:txBody>
                    <a:bodyPr rtlCol="0" anchor="ctr"/>
                    <a:lstStyle/>
                    <a:p>
                      <a:endParaRPr lang="en-US">
                        <a:solidFill>
                          <a:schemeClr val="tx1"/>
                        </a:solidFill>
                      </a:endParaRPr>
                    </a:p>
                  </p:txBody>
                </p:sp>
                <p:sp>
                  <p:nvSpPr>
                    <p:cNvPr id="55" name="Freeform: Shape 286">
                      <a:extLst>
                        <a:ext uri="{FF2B5EF4-FFF2-40B4-BE49-F238E27FC236}">
                          <a16:creationId xmlns:a16="http://schemas.microsoft.com/office/drawing/2014/main" id="{CDF370F9-66A8-4655-8812-6A2F42807B0F}"/>
                        </a:ext>
                      </a:extLst>
                    </p:cNvPr>
                    <p:cNvSpPr/>
                    <p:nvPr/>
                  </p:nvSpPr>
                  <p:spPr>
                    <a:xfrm>
                      <a:off x="11268229" y="2598552"/>
                      <a:ext cx="182803" cy="182803"/>
                    </a:xfrm>
                    <a:custGeom>
                      <a:avLst/>
                      <a:gdLst>
                        <a:gd name="connsiteX0" fmla="*/ 94774 w 95250"/>
                        <a:gd name="connsiteY0" fmla="*/ 50959 h 95250"/>
                        <a:gd name="connsiteX1" fmla="*/ 50959 w 95250"/>
                        <a:gd name="connsiteY1" fmla="*/ 94774 h 95250"/>
                        <a:gd name="connsiteX2" fmla="*/ 7144 w 95250"/>
                        <a:gd name="connsiteY2" fmla="*/ 50959 h 95250"/>
                        <a:gd name="connsiteX3" fmla="*/ 50959 w 95250"/>
                        <a:gd name="connsiteY3" fmla="*/ 7144 h 95250"/>
                        <a:gd name="connsiteX4" fmla="*/ 94774 w 95250"/>
                        <a:gd name="connsiteY4" fmla="*/ 50959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4774" y="50959"/>
                          </a:moveTo>
                          <a:cubicBezTo>
                            <a:pt x="94774" y="74771"/>
                            <a:pt x="74771" y="94774"/>
                            <a:pt x="50959" y="94774"/>
                          </a:cubicBezTo>
                          <a:cubicBezTo>
                            <a:pt x="27146" y="94774"/>
                            <a:pt x="7144" y="74771"/>
                            <a:pt x="7144" y="50959"/>
                          </a:cubicBezTo>
                          <a:cubicBezTo>
                            <a:pt x="7144" y="27146"/>
                            <a:pt x="27146" y="7144"/>
                            <a:pt x="50959" y="7144"/>
                          </a:cubicBezTo>
                          <a:cubicBezTo>
                            <a:pt x="74771" y="7144"/>
                            <a:pt x="94774" y="27146"/>
                            <a:pt x="94774" y="50959"/>
                          </a:cubicBezTo>
                          <a:close/>
                        </a:path>
                      </a:pathLst>
                    </a:custGeom>
                    <a:solidFill>
                      <a:schemeClr val="bg1"/>
                    </a:solidFill>
                    <a:ln w="9525" cap="flat">
                      <a:noFill/>
                      <a:prstDash val="solid"/>
                      <a:miter/>
                    </a:ln>
                  </p:spPr>
                  <p:txBody>
                    <a:bodyPr rtlCol="0" anchor="ctr"/>
                    <a:lstStyle/>
                    <a:p>
                      <a:endParaRPr lang="en-US"/>
                    </a:p>
                  </p:txBody>
                </p:sp>
              </p:grpSp>
              <p:grpSp>
                <p:nvGrpSpPr>
                  <p:cNvPr id="47" name="Group 274">
                    <a:extLst>
                      <a:ext uri="{FF2B5EF4-FFF2-40B4-BE49-F238E27FC236}">
                        <a16:creationId xmlns:a16="http://schemas.microsoft.com/office/drawing/2014/main" id="{F5923662-2D6F-4B33-84EF-8D37B96CFC08}"/>
                      </a:ext>
                    </a:extLst>
                  </p:cNvPr>
                  <p:cNvGrpSpPr/>
                  <p:nvPr/>
                </p:nvGrpSpPr>
                <p:grpSpPr>
                  <a:xfrm>
                    <a:off x="8756738" y="2643928"/>
                    <a:ext cx="1105157" cy="1216520"/>
                    <a:chOff x="10226072" y="3384119"/>
                    <a:chExt cx="1153558" cy="1269798"/>
                  </a:xfrm>
                </p:grpSpPr>
                <p:sp>
                  <p:nvSpPr>
                    <p:cNvPr id="52" name="Freeform: Shape 283">
                      <a:extLst>
                        <a:ext uri="{FF2B5EF4-FFF2-40B4-BE49-F238E27FC236}">
                          <a16:creationId xmlns:a16="http://schemas.microsoft.com/office/drawing/2014/main" id="{C85E7DA4-4C1A-43FA-B5CD-62F83A218194}"/>
                        </a:ext>
                      </a:extLst>
                    </p:cNvPr>
                    <p:cNvSpPr/>
                    <p:nvPr/>
                  </p:nvSpPr>
                  <p:spPr>
                    <a:xfrm rot="19176301">
                      <a:off x="10226072" y="3384119"/>
                      <a:ext cx="1153558" cy="1269798"/>
                    </a:xfrm>
                    <a:custGeom>
                      <a:avLst/>
                      <a:gdLst>
                        <a:gd name="connsiteX0" fmla="*/ 1069399 w 1153558"/>
                        <a:gd name="connsiteY0" fmla="*/ 54157 h 1269798"/>
                        <a:gd name="connsiteX1" fmla="*/ 1098647 w 1153558"/>
                        <a:gd name="connsiteY1" fmla="*/ 383203 h 1269798"/>
                        <a:gd name="connsiteX2" fmla="*/ 358294 w 1153558"/>
                        <a:gd name="connsiteY2" fmla="*/ 1269798 h 1269798"/>
                        <a:gd name="connsiteX3" fmla="*/ 0 w 1153558"/>
                        <a:gd name="connsiteY3" fmla="*/ 970001 h 1269798"/>
                        <a:gd name="connsiteX4" fmla="*/ 740353 w 1153558"/>
                        <a:gd name="connsiteY4" fmla="*/ 83405 h 1269798"/>
                        <a:gd name="connsiteX5" fmla="*/ 1069399 w 1153558"/>
                        <a:gd name="connsiteY5" fmla="*/ 54157 h 126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3558" h="1269798">
                          <a:moveTo>
                            <a:pt x="1069399" y="54157"/>
                          </a:moveTo>
                          <a:cubicBezTo>
                            <a:pt x="1168112" y="136417"/>
                            <a:pt x="1182737" y="284489"/>
                            <a:pt x="1098647" y="383203"/>
                          </a:cubicBezTo>
                          <a:lnTo>
                            <a:pt x="358294" y="1269798"/>
                          </a:lnTo>
                          <a:lnTo>
                            <a:pt x="0" y="970001"/>
                          </a:lnTo>
                          <a:lnTo>
                            <a:pt x="740353" y="83405"/>
                          </a:lnTo>
                          <a:cubicBezTo>
                            <a:pt x="824442" y="-15309"/>
                            <a:pt x="970685" y="-28106"/>
                            <a:pt x="1069399" y="54157"/>
                          </a:cubicBezTo>
                          <a:close/>
                        </a:path>
                      </a:pathLst>
                    </a:custGeom>
                    <a:solidFill>
                      <a:schemeClr val="accent4">
                        <a:lumMod val="50000"/>
                      </a:schemeClr>
                    </a:solidFill>
                    <a:ln w="9525" cap="flat">
                      <a:noFill/>
                      <a:prstDash val="solid"/>
                      <a:miter/>
                    </a:ln>
                  </p:spPr>
                  <p:txBody>
                    <a:bodyPr wrap="square" rtlCol="0" anchor="ctr">
                      <a:noAutofit/>
                    </a:bodyPr>
                    <a:lstStyle/>
                    <a:p>
                      <a:endParaRPr lang="en-US" dirty="0"/>
                    </a:p>
                  </p:txBody>
                </p:sp>
                <p:sp>
                  <p:nvSpPr>
                    <p:cNvPr id="53" name="Freeform: Shape 284">
                      <a:extLst>
                        <a:ext uri="{FF2B5EF4-FFF2-40B4-BE49-F238E27FC236}">
                          <a16:creationId xmlns:a16="http://schemas.microsoft.com/office/drawing/2014/main" id="{D041FCC5-4748-4C28-ACDF-3A89E5370795}"/>
                        </a:ext>
                      </a:extLst>
                    </p:cNvPr>
                    <p:cNvSpPr/>
                    <p:nvPr/>
                  </p:nvSpPr>
                  <p:spPr>
                    <a:xfrm>
                      <a:off x="10701546" y="3417653"/>
                      <a:ext cx="182803" cy="182803"/>
                    </a:xfrm>
                    <a:custGeom>
                      <a:avLst/>
                      <a:gdLst>
                        <a:gd name="connsiteX0" fmla="*/ 94774 w 95250"/>
                        <a:gd name="connsiteY0" fmla="*/ 50959 h 95250"/>
                        <a:gd name="connsiteX1" fmla="*/ 50959 w 95250"/>
                        <a:gd name="connsiteY1" fmla="*/ 94774 h 95250"/>
                        <a:gd name="connsiteX2" fmla="*/ 7144 w 95250"/>
                        <a:gd name="connsiteY2" fmla="*/ 50959 h 95250"/>
                        <a:gd name="connsiteX3" fmla="*/ 50959 w 95250"/>
                        <a:gd name="connsiteY3" fmla="*/ 7144 h 95250"/>
                        <a:gd name="connsiteX4" fmla="*/ 94774 w 95250"/>
                        <a:gd name="connsiteY4" fmla="*/ 50959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4774" y="50959"/>
                          </a:moveTo>
                          <a:cubicBezTo>
                            <a:pt x="94774" y="74771"/>
                            <a:pt x="74771" y="94774"/>
                            <a:pt x="50959" y="94774"/>
                          </a:cubicBezTo>
                          <a:cubicBezTo>
                            <a:pt x="27146" y="94774"/>
                            <a:pt x="7144" y="74771"/>
                            <a:pt x="7144" y="50959"/>
                          </a:cubicBezTo>
                          <a:cubicBezTo>
                            <a:pt x="7144" y="27146"/>
                            <a:pt x="27146" y="7144"/>
                            <a:pt x="50959" y="7144"/>
                          </a:cubicBezTo>
                          <a:cubicBezTo>
                            <a:pt x="74771" y="7144"/>
                            <a:pt x="94774" y="27146"/>
                            <a:pt x="94774" y="50959"/>
                          </a:cubicBezTo>
                          <a:close/>
                        </a:path>
                      </a:pathLst>
                    </a:custGeom>
                    <a:solidFill>
                      <a:schemeClr val="bg1"/>
                    </a:solidFill>
                    <a:ln w="9525" cap="flat">
                      <a:noFill/>
                      <a:prstDash val="solid"/>
                      <a:miter/>
                    </a:ln>
                  </p:spPr>
                  <p:txBody>
                    <a:bodyPr rtlCol="0" anchor="ctr"/>
                    <a:lstStyle/>
                    <a:p>
                      <a:endParaRPr lang="en-US"/>
                    </a:p>
                  </p:txBody>
                </p:sp>
              </p:grpSp>
              <p:grpSp>
                <p:nvGrpSpPr>
                  <p:cNvPr id="48" name="Group 276">
                    <a:extLst>
                      <a:ext uri="{FF2B5EF4-FFF2-40B4-BE49-F238E27FC236}">
                        <a16:creationId xmlns:a16="http://schemas.microsoft.com/office/drawing/2014/main" id="{C832B9E9-C7BC-47EC-B5DA-2E7CD9656D2C}"/>
                      </a:ext>
                    </a:extLst>
                  </p:cNvPr>
                  <p:cNvGrpSpPr/>
                  <p:nvPr/>
                </p:nvGrpSpPr>
                <p:grpSpPr>
                  <a:xfrm>
                    <a:off x="8631760" y="3526058"/>
                    <a:ext cx="1366040" cy="991255"/>
                    <a:chOff x="10095620" y="4304882"/>
                    <a:chExt cx="1425867" cy="1034668"/>
                  </a:xfrm>
                </p:grpSpPr>
                <p:sp>
                  <p:nvSpPr>
                    <p:cNvPr id="49" name="Freeform: Shape 277">
                      <a:extLst>
                        <a:ext uri="{FF2B5EF4-FFF2-40B4-BE49-F238E27FC236}">
                          <a16:creationId xmlns:a16="http://schemas.microsoft.com/office/drawing/2014/main" id="{CB7FF233-CBCC-4D06-B4F7-D9C300135202}"/>
                        </a:ext>
                      </a:extLst>
                    </p:cNvPr>
                    <p:cNvSpPr/>
                    <p:nvPr/>
                  </p:nvSpPr>
                  <p:spPr>
                    <a:xfrm>
                      <a:off x="10226256" y="4304882"/>
                      <a:ext cx="1133382" cy="914017"/>
                    </a:xfrm>
                    <a:custGeom>
                      <a:avLst/>
                      <a:gdLst>
                        <a:gd name="connsiteX0" fmla="*/ 558641 w 590550"/>
                        <a:gd name="connsiteY0" fmla="*/ 470059 h 476250"/>
                        <a:gd name="connsiteX1" fmla="*/ 37624 w 590550"/>
                        <a:gd name="connsiteY1" fmla="*/ 470059 h 476250"/>
                        <a:gd name="connsiteX2" fmla="*/ 7144 w 590550"/>
                        <a:gd name="connsiteY2" fmla="*/ 439579 h 476250"/>
                        <a:gd name="connsiteX3" fmla="*/ 7144 w 590550"/>
                        <a:gd name="connsiteY3" fmla="*/ 98584 h 476250"/>
                        <a:gd name="connsiteX4" fmla="*/ 98584 w 590550"/>
                        <a:gd name="connsiteY4" fmla="*/ 7144 h 476250"/>
                        <a:gd name="connsiteX5" fmla="*/ 498634 w 590550"/>
                        <a:gd name="connsiteY5" fmla="*/ 7144 h 476250"/>
                        <a:gd name="connsiteX6" fmla="*/ 590074 w 590550"/>
                        <a:gd name="connsiteY6" fmla="*/ 98584 h 476250"/>
                        <a:gd name="connsiteX7" fmla="*/ 590074 w 590550"/>
                        <a:gd name="connsiteY7" fmla="*/ 440531 h 476250"/>
                        <a:gd name="connsiteX8" fmla="*/ 558641 w 590550"/>
                        <a:gd name="connsiteY8" fmla="*/ 470059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550" h="476250">
                          <a:moveTo>
                            <a:pt x="558641" y="470059"/>
                          </a:moveTo>
                          <a:lnTo>
                            <a:pt x="37624" y="470059"/>
                          </a:lnTo>
                          <a:cubicBezTo>
                            <a:pt x="20479" y="470059"/>
                            <a:pt x="7144" y="456724"/>
                            <a:pt x="7144" y="439579"/>
                          </a:cubicBezTo>
                          <a:lnTo>
                            <a:pt x="7144" y="98584"/>
                          </a:lnTo>
                          <a:cubicBezTo>
                            <a:pt x="7144" y="48101"/>
                            <a:pt x="48101" y="7144"/>
                            <a:pt x="98584" y="7144"/>
                          </a:cubicBezTo>
                          <a:lnTo>
                            <a:pt x="498634" y="7144"/>
                          </a:lnTo>
                          <a:cubicBezTo>
                            <a:pt x="549116" y="7144"/>
                            <a:pt x="590074" y="48101"/>
                            <a:pt x="590074" y="98584"/>
                          </a:cubicBezTo>
                          <a:lnTo>
                            <a:pt x="590074" y="440531"/>
                          </a:lnTo>
                          <a:cubicBezTo>
                            <a:pt x="589121" y="456724"/>
                            <a:pt x="574834" y="470059"/>
                            <a:pt x="558641" y="470059"/>
                          </a:cubicBezTo>
                          <a:close/>
                        </a:path>
                      </a:pathLst>
                    </a:custGeom>
                    <a:solidFill>
                      <a:schemeClr val="accent4">
                        <a:lumMod val="75000"/>
                      </a:schemeClr>
                    </a:solidFill>
                    <a:ln w="9525" cap="flat">
                      <a:noFill/>
                      <a:prstDash val="solid"/>
                      <a:miter/>
                    </a:ln>
                  </p:spPr>
                  <p:txBody>
                    <a:bodyPr rtlCol="0" anchor="ctr"/>
                    <a:lstStyle/>
                    <a:p>
                      <a:endParaRPr lang="en-US"/>
                    </a:p>
                  </p:txBody>
                </p:sp>
                <p:sp>
                  <p:nvSpPr>
                    <p:cNvPr id="50" name="Freeform: Shape 278">
                      <a:extLst>
                        <a:ext uri="{FF2B5EF4-FFF2-40B4-BE49-F238E27FC236}">
                          <a16:creationId xmlns:a16="http://schemas.microsoft.com/office/drawing/2014/main" id="{1191D015-47A5-4DB2-B5DB-77B1B37C50ED}"/>
                        </a:ext>
                      </a:extLst>
                    </p:cNvPr>
                    <p:cNvSpPr/>
                    <p:nvPr/>
                  </p:nvSpPr>
                  <p:spPr>
                    <a:xfrm>
                      <a:off x="10095620" y="5083625"/>
                      <a:ext cx="1425867" cy="255925"/>
                    </a:xfrm>
                    <a:custGeom>
                      <a:avLst/>
                      <a:gdLst>
                        <a:gd name="connsiteX0" fmla="*/ 711994 w 742950"/>
                        <a:gd name="connsiteY0" fmla="*/ 129064 h 133350"/>
                        <a:gd name="connsiteX1" fmla="*/ 37624 w 742950"/>
                        <a:gd name="connsiteY1" fmla="*/ 129064 h 133350"/>
                        <a:gd name="connsiteX2" fmla="*/ 7144 w 742950"/>
                        <a:gd name="connsiteY2" fmla="*/ 98584 h 133350"/>
                        <a:gd name="connsiteX3" fmla="*/ 7144 w 742950"/>
                        <a:gd name="connsiteY3" fmla="*/ 98584 h 133350"/>
                        <a:gd name="connsiteX4" fmla="*/ 98584 w 742950"/>
                        <a:gd name="connsiteY4" fmla="*/ 7144 h 133350"/>
                        <a:gd name="connsiteX5" fmla="*/ 651986 w 742950"/>
                        <a:gd name="connsiteY5" fmla="*/ 7144 h 133350"/>
                        <a:gd name="connsiteX6" fmla="*/ 743426 w 742950"/>
                        <a:gd name="connsiteY6" fmla="*/ 98584 h 133350"/>
                        <a:gd name="connsiteX7" fmla="*/ 743426 w 742950"/>
                        <a:gd name="connsiteY7" fmla="*/ 98584 h 133350"/>
                        <a:gd name="connsiteX8" fmla="*/ 711994 w 742950"/>
                        <a:gd name="connsiteY8" fmla="*/ 129064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2950" h="133350">
                          <a:moveTo>
                            <a:pt x="711994" y="129064"/>
                          </a:moveTo>
                          <a:lnTo>
                            <a:pt x="37624" y="129064"/>
                          </a:lnTo>
                          <a:cubicBezTo>
                            <a:pt x="20479" y="129064"/>
                            <a:pt x="7144" y="115729"/>
                            <a:pt x="7144" y="98584"/>
                          </a:cubicBezTo>
                          <a:lnTo>
                            <a:pt x="7144" y="98584"/>
                          </a:lnTo>
                          <a:cubicBezTo>
                            <a:pt x="7144" y="48101"/>
                            <a:pt x="48101" y="7144"/>
                            <a:pt x="98584" y="7144"/>
                          </a:cubicBezTo>
                          <a:lnTo>
                            <a:pt x="651986" y="7144"/>
                          </a:lnTo>
                          <a:cubicBezTo>
                            <a:pt x="702469" y="7144"/>
                            <a:pt x="743426" y="48101"/>
                            <a:pt x="743426" y="98584"/>
                          </a:cubicBezTo>
                          <a:lnTo>
                            <a:pt x="743426" y="98584"/>
                          </a:lnTo>
                          <a:cubicBezTo>
                            <a:pt x="742474" y="115729"/>
                            <a:pt x="729139" y="129064"/>
                            <a:pt x="711994" y="129064"/>
                          </a:cubicBezTo>
                          <a:close/>
                        </a:path>
                      </a:pathLst>
                    </a:custGeom>
                    <a:solidFill>
                      <a:schemeClr val="accent4"/>
                    </a:solidFill>
                    <a:ln w="9525" cap="flat">
                      <a:noFill/>
                      <a:prstDash val="solid"/>
                      <a:miter/>
                    </a:ln>
                  </p:spPr>
                  <p:txBody>
                    <a:bodyPr rtlCol="0" anchor="ctr"/>
                    <a:lstStyle/>
                    <a:p>
                      <a:endParaRPr lang="en-US"/>
                    </a:p>
                  </p:txBody>
                </p:sp>
                <p:sp>
                  <p:nvSpPr>
                    <p:cNvPr id="51" name="Freeform: Shape 279">
                      <a:extLst>
                        <a:ext uri="{FF2B5EF4-FFF2-40B4-BE49-F238E27FC236}">
                          <a16:creationId xmlns:a16="http://schemas.microsoft.com/office/drawing/2014/main" id="{8D099193-F7CC-4D91-8865-24DB74CA1061}"/>
                        </a:ext>
                      </a:extLst>
                    </p:cNvPr>
                    <p:cNvSpPr/>
                    <p:nvPr/>
                  </p:nvSpPr>
                  <p:spPr>
                    <a:xfrm>
                      <a:off x="10701546" y="4411068"/>
                      <a:ext cx="182803" cy="182803"/>
                    </a:xfrm>
                    <a:custGeom>
                      <a:avLst/>
                      <a:gdLst>
                        <a:gd name="connsiteX0" fmla="*/ 94774 w 95250"/>
                        <a:gd name="connsiteY0" fmla="*/ 50959 h 95250"/>
                        <a:gd name="connsiteX1" fmla="*/ 50959 w 95250"/>
                        <a:gd name="connsiteY1" fmla="*/ 94774 h 95250"/>
                        <a:gd name="connsiteX2" fmla="*/ 7144 w 95250"/>
                        <a:gd name="connsiteY2" fmla="*/ 50959 h 95250"/>
                        <a:gd name="connsiteX3" fmla="*/ 50959 w 95250"/>
                        <a:gd name="connsiteY3" fmla="*/ 7144 h 95250"/>
                        <a:gd name="connsiteX4" fmla="*/ 94774 w 95250"/>
                        <a:gd name="connsiteY4" fmla="*/ 50959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4774" y="50959"/>
                          </a:moveTo>
                          <a:cubicBezTo>
                            <a:pt x="94774" y="74771"/>
                            <a:pt x="74771" y="94774"/>
                            <a:pt x="50959" y="94774"/>
                          </a:cubicBezTo>
                          <a:cubicBezTo>
                            <a:pt x="27146" y="94774"/>
                            <a:pt x="7144" y="74771"/>
                            <a:pt x="7144" y="50959"/>
                          </a:cubicBezTo>
                          <a:cubicBezTo>
                            <a:pt x="7144" y="27146"/>
                            <a:pt x="27146" y="7144"/>
                            <a:pt x="50959" y="7144"/>
                          </a:cubicBezTo>
                          <a:cubicBezTo>
                            <a:pt x="74771" y="7144"/>
                            <a:pt x="94774" y="27146"/>
                            <a:pt x="94774" y="50959"/>
                          </a:cubicBezTo>
                          <a:close/>
                        </a:path>
                      </a:pathLst>
                    </a:custGeom>
                    <a:solidFill>
                      <a:schemeClr val="accent4"/>
                    </a:solidFill>
                    <a:ln w="9525" cap="flat">
                      <a:noFill/>
                      <a:prstDash val="solid"/>
                      <a:miter/>
                    </a:ln>
                  </p:spPr>
                  <p:txBody>
                    <a:bodyPr rtlCol="0" anchor="ctr"/>
                    <a:lstStyle/>
                    <a:p>
                      <a:endParaRPr lang="en-US"/>
                    </a:p>
                  </p:txBody>
                </p:sp>
              </p:grpSp>
            </p:grpSp>
          </p:grpSp>
        </p:grpSp>
        <p:sp>
          <p:nvSpPr>
            <p:cNvPr id="61" name="Freeform: Shape 36">
              <a:extLst>
                <a:ext uri="{FF2B5EF4-FFF2-40B4-BE49-F238E27FC236}">
                  <a16:creationId xmlns:a16="http://schemas.microsoft.com/office/drawing/2014/main" id="{104E8BA3-DBBB-44B9-AE90-5480EE91E26B}"/>
                </a:ext>
              </a:extLst>
            </p:cNvPr>
            <p:cNvSpPr/>
            <p:nvPr/>
          </p:nvSpPr>
          <p:spPr>
            <a:xfrm>
              <a:off x="1928054" y="4601248"/>
              <a:ext cx="416222" cy="3064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36">
              <a:extLst>
                <a:ext uri="{FF2B5EF4-FFF2-40B4-BE49-F238E27FC236}">
                  <a16:creationId xmlns:a16="http://schemas.microsoft.com/office/drawing/2014/main" id="{07CD34FA-AC3F-4537-A02D-8320AB402244}"/>
                </a:ext>
              </a:extLst>
            </p:cNvPr>
            <p:cNvSpPr/>
            <p:nvPr/>
          </p:nvSpPr>
          <p:spPr>
            <a:xfrm>
              <a:off x="3266322" y="4385990"/>
              <a:ext cx="416222" cy="3064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자유형: 도형 62">
              <a:extLst>
                <a:ext uri="{FF2B5EF4-FFF2-40B4-BE49-F238E27FC236}">
                  <a16:creationId xmlns:a16="http://schemas.microsoft.com/office/drawing/2014/main" id="{F2D805B9-0295-41DB-BE18-189208C5B6CA}"/>
                </a:ext>
              </a:extLst>
            </p:cNvPr>
            <p:cNvSpPr/>
            <p:nvPr/>
          </p:nvSpPr>
          <p:spPr>
            <a:xfrm>
              <a:off x="2300149" y="4930624"/>
              <a:ext cx="569550" cy="568376"/>
            </a:xfrm>
            <a:custGeom>
              <a:avLst/>
              <a:gdLst>
                <a:gd name="connsiteX0" fmla="*/ 525182 w 1287446"/>
                <a:gd name="connsiteY0" fmla="*/ 557304 h 1284792"/>
                <a:gd name="connsiteX1" fmla="*/ 570711 w 1287446"/>
                <a:gd name="connsiteY1" fmla="*/ 705589 h 1284792"/>
                <a:gd name="connsiteX2" fmla="*/ 480127 w 1287446"/>
                <a:gd name="connsiteY2" fmla="*/ 705589 h 1284792"/>
                <a:gd name="connsiteX3" fmla="*/ 798817 w 1287446"/>
                <a:gd name="connsiteY3" fmla="*/ 450383 h 1284792"/>
                <a:gd name="connsiteX4" fmla="*/ 798817 w 1287446"/>
                <a:gd name="connsiteY4" fmla="*/ 862877 h 1284792"/>
                <a:gd name="connsiteX5" fmla="*/ 926561 w 1287446"/>
                <a:gd name="connsiteY5" fmla="*/ 862877 h 1284792"/>
                <a:gd name="connsiteX6" fmla="*/ 926561 w 1287446"/>
                <a:gd name="connsiteY6" fmla="*/ 450383 h 1284792"/>
                <a:gd name="connsiteX7" fmla="*/ 457230 w 1287446"/>
                <a:gd name="connsiteY7" fmla="*/ 450383 h 1284792"/>
                <a:gd name="connsiteX8" fmla="*/ 302193 w 1287446"/>
                <a:gd name="connsiteY8" fmla="*/ 862877 h 1284792"/>
                <a:gd name="connsiteX9" fmla="*/ 432336 w 1287446"/>
                <a:gd name="connsiteY9" fmla="*/ 862877 h 1284792"/>
                <a:gd name="connsiteX10" fmla="*/ 452443 w 1287446"/>
                <a:gd name="connsiteY10" fmla="*/ 794784 h 1284792"/>
                <a:gd name="connsiteX11" fmla="*/ 597151 w 1287446"/>
                <a:gd name="connsiteY11" fmla="*/ 794784 h 1284792"/>
                <a:gd name="connsiteX12" fmla="*/ 617789 w 1287446"/>
                <a:gd name="connsiteY12" fmla="*/ 862877 h 1284792"/>
                <a:gd name="connsiteX13" fmla="*/ 751265 w 1287446"/>
                <a:gd name="connsiteY13" fmla="*/ 862877 h 1284792"/>
                <a:gd name="connsiteX14" fmla="*/ 596264 w 1287446"/>
                <a:gd name="connsiteY14" fmla="*/ 450383 h 1284792"/>
                <a:gd name="connsiteX15" fmla="*/ 398179 w 1287446"/>
                <a:gd name="connsiteY15" fmla="*/ 0 h 1284792"/>
                <a:gd name="connsiteX16" fmla="*/ 411451 w 1287446"/>
                <a:gd name="connsiteY16" fmla="*/ 0 h 1284792"/>
                <a:gd name="connsiteX17" fmla="*/ 430034 w 1287446"/>
                <a:gd name="connsiteY17" fmla="*/ 18580 h 1284792"/>
                <a:gd name="connsiteX18" fmla="*/ 430034 w 1287446"/>
                <a:gd name="connsiteY18" fmla="*/ 175199 h 1284792"/>
                <a:gd name="connsiteX19" fmla="*/ 499052 w 1287446"/>
                <a:gd name="connsiteY19" fmla="*/ 175199 h 1284792"/>
                <a:gd name="connsiteX20" fmla="*/ 499052 w 1287446"/>
                <a:gd name="connsiteY20" fmla="*/ 18580 h 1284792"/>
                <a:gd name="connsiteX21" fmla="*/ 517632 w 1287446"/>
                <a:gd name="connsiteY21" fmla="*/ 0 h 1284792"/>
                <a:gd name="connsiteX22" fmla="*/ 530906 w 1287446"/>
                <a:gd name="connsiteY22" fmla="*/ 0 h 1284792"/>
                <a:gd name="connsiteX23" fmla="*/ 549486 w 1287446"/>
                <a:gd name="connsiteY23" fmla="*/ 18580 h 1284792"/>
                <a:gd name="connsiteX24" fmla="*/ 549486 w 1287446"/>
                <a:gd name="connsiteY24" fmla="*/ 175199 h 1284792"/>
                <a:gd name="connsiteX25" fmla="*/ 618504 w 1287446"/>
                <a:gd name="connsiteY25" fmla="*/ 175199 h 1284792"/>
                <a:gd name="connsiteX26" fmla="*/ 618504 w 1287446"/>
                <a:gd name="connsiteY26" fmla="*/ 18580 h 1284792"/>
                <a:gd name="connsiteX27" fmla="*/ 637087 w 1287446"/>
                <a:gd name="connsiteY27" fmla="*/ 0 h 1284792"/>
                <a:gd name="connsiteX28" fmla="*/ 650358 w 1287446"/>
                <a:gd name="connsiteY28" fmla="*/ 0 h 1284792"/>
                <a:gd name="connsiteX29" fmla="*/ 668941 w 1287446"/>
                <a:gd name="connsiteY29" fmla="*/ 18580 h 1284792"/>
                <a:gd name="connsiteX30" fmla="*/ 668941 w 1287446"/>
                <a:gd name="connsiteY30" fmla="*/ 175199 h 1284792"/>
                <a:gd name="connsiteX31" fmla="*/ 737959 w 1287446"/>
                <a:gd name="connsiteY31" fmla="*/ 175199 h 1284792"/>
                <a:gd name="connsiteX32" fmla="*/ 737959 w 1287446"/>
                <a:gd name="connsiteY32" fmla="*/ 18580 h 1284792"/>
                <a:gd name="connsiteX33" fmla="*/ 756540 w 1287446"/>
                <a:gd name="connsiteY33" fmla="*/ 0 h 1284792"/>
                <a:gd name="connsiteX34" fmla="*/ 769814 w 1287446"/>
                <a:gd name="connsiteY34" fmla="*/ 0 h 1284792"/>
                <a:gd name="connsiteX35" fmla="*/ 791050 w 1287446"/>
                <a:gd name="connsiteY35" fmla="*/ 18580 h 1284792"/>
                <a:gd name="connsiteX36" fmla="*/ 791050 w 1287446"/>
                <a:gd name="connsiteY36" fmla="*/ 175199 h 1284792"/>
                <a:gd name="connsiteX37" fmla="*/ 860068 w 1287446"/>
                <a:gd name="connsiteY37" fmla="*/ 175199 h 1284792"/>
                <a:gd name="connsiteX38" fmla="*/ 860068 w 1287446"/>
                <a:gd name="connsiteY38" fmla="*/ 18580 h 1284792"/>
                <a:gd name="connsiteX39" fmla="*/ 878648 w 1287446"/>
                <a:gd name="connsiteY39" fmla="*/ 0 h 1284792"/>
                <a:gd name="connsiteX40" fmla="*/ 891922 w 1287446"/>
                <a:gd name="connsiteY40" fmla="*/ 0 h 1284792"/>
                <a:gd name="connsiteX41" fmla="*/ 910502 w 1287446"/>
                <a:gd name="connsiteY41" fmla="*/ 18580 h 1284792"/>
                <a:gd name="connsiteX42" fmla="*/ 910502 w 1287446"/>
                <a:gd name="connsiteY42" fmla="*/ 175199 h 1284792"/>
                <a:gd name="connsiteX43" fmla="*/ 1072430 w 1287446"/>
                <a:gd name="connsiteY43" fmla="*/ 175199 h 1284792"/>
                <a:gd name="connsiteX44" fmla="*/ 1138792 w 1287446"/>
                <a:gd name="connsiteY44" fmla="*/ 241561 h 1284792"/>
                <a:gd name="connsiteX45" fmla="*/ 1138792 w 1287446"/>
                <a:gd name="connsiteY45" fmla="*/ 376943 h 1284792"/>
                <a:gd name="connsiteX46" fmla="*/ 1268865 w 1287446"/>
                <a:gd name="connsiteY46" fmla="*/ 376943 h 1284792"/>
                <a:gd name="connsiteX47" fmla="*/ 1287446 w 1287446"/>
                <a:gd name="connsiteY47" fmla="*/ 395523 h 1284792"/>
                <a:gd name="connsiteX48" fmla="*/ 1287446 w 1287446"/>
                <a:gd name="connsiteY48" fmla="*/ 408797 h 1284792"/>
                <a:gd name="connsiteX49" fmla="*/ 1268865 w 1287446"/>
                <a:gd name="connsiteY49" fmla="*/ 427378 h 1284792"/>
                <a:gd name="connsiteX50" fmla="*/ 1268865 w 1287446"/>
                <a:gd name="connsiteY50" fmla="*/ 430033 h 1284792"/>
                <a:gd name="connsiteX51" fmla="*/ 1136139 w 1287446"/>
                <a:gd name="connsiteY51" fmla="*/ 430033 h 1284792"/>
                <a:gd name="connsiteX52" fmla="*/ 1136139 w 1287446"/>
                <a:gd name="connsiteY52" fmla="*/ 499051 h 1284792"/>
                <a:gd name="connsiteX53" fmla="*/ 1266209 w 1287446"/>
                <a:gd name="connsiteY53" fmla="*/ 499051 h 1284792"/>
                <a:gd name="connsiteX54" fmla="*/ 1284792 w 1287446"/>
                <a:gd name="connsiteY54" fmla="*/ 517631 h 1284792"/>
                <a:gd name="connsiteX55" fmla="*/ 1284792 w 1287446"/>
                <a:gd name="connsiteY55" fmla="*/ 530906 h 1284792"/>
                <a:gd name="connsiteX56" fmla="*/ 1266209 w 1287446"/>
                <a:gd name="connsiteY56" fmla="*/ 549486 h 1284792"/>
                <a:gd name="connsiteX57" fmla="*/ 1136139 w 1287446"/>
                <a:gd name="connsiteY57" fmla="*/ 549486 h 1284792"/>
                <a:gd name="connsiteX58" fmla="*/ 1136139 w 1287446"/>
                <a:gd name="connsiteY58" fmla="*/ 618504 h 1284792"/>
                <a:gd name="connsiteX59" fmla="*/ 1266209 w 1287446"/>
                <a:gd name="connsiteY59" fmla="*/ 618504 h 1284792"/>
                <a:gd name="connsiteX60" fmla="*/ 1284792 w 1287446"/>
                <a:gd name="connsiteY60" fmla="*/ 637087 h 1284792"/>
                <a:gd name="connsiteX61" fmla="*/ 1284792 w 1287446"/>
                <a:gd name="connsiteY61" fmla="*/ 650358 h 1284792"/>
                <a:gd name="connsiteX62" fmla="*/ 1266209 w 1287446"/>
                <a:gd name="connsiteY62" fmla="*/ 668941 h 1284792"/>
                <a:gd name="connsiteX63" fmla="*/ 1136139 w 1287446"/>
                <a:gd name="connsiteY63" fmla="*/ 668941 h 1284792"/>
                <a:gd name="connsiteX64" fmla="*/ 1136139 w 1287446"/>
                <a:gd name="connsiteY64" fmla="*/ 737959 h 1284792"/>
                <a:gd name="connsiteX65" fmla="*/ 1266209 w 1287446"/>
                <a:gd name="connsiteY65" fmla="*/ 737959 h 1284792"/>
                <a:gd name="connsiteX66" fmla="*/ 1284792 w 1287446"/>
                <a:gd name="connsiteY66" fmla="*/ 756539 h 1284792"/>
                <a:gd name="connsiteX67" fmla="*/ 1284792 w 1287446"/>
                <a:gd name="connsiteY67" fmla="*/ 769813 h 1284792"/>
                <a:gd name="connsiteX68" fmla="*/ 1266209 w 1287446"/>
                <a:gd name="connsiteY68" fmla="*/ 788393 h 1284792"/>
                <a:gd name="connsiteX69" fmla="*/ 1136139 w 1287446"/>
                <a:gd name="connsiteY69" fmla="*/ 788393 h 1284792"/>
                <a:gd name="connsiteX70" fmla="*/ 1136139 w 1287446"/>
                <a:gd name="connsiteY70" fmla="*/ 857411 h 1284792"/>
                <a:gd name="connsiteX71" fmla="*/ 1266209 w 1287446"/>
                <a:gd name="connsiteY71" fmla="*/ 857411 h 1284792"/>
                <a:gd name="connsiteX72" fmla="*/ 1284792 w 1287446"/>
                <a:gd name="connsiteY72" fmla="*/ 875994 h 1284792"/>
                <a:gd name="connsiteX73" fmla="*/ 1284792 w 1287446"/>
                <a:gd name="connsiteY73" fmla="*/ 889265 h 1284792"/>
                <a:gd name="connsiteX74" fmla="*/ 1266209 w 1287446"/>
                <a:gd name="connsiteY74" fmla="*/ 907849 h 1284792"/>
                <a:gd name="connsiteX75" fmla="*/ 1136139 w 1287446"/>
                <a:gd name="connsiteY75" fmla="*/ 907849 h 1284792"/>
                <a:gd name="connsiteX76" fmla="*/ 1136139 w 1287446"/>
                <a:gd name="connsiteY76" fmla="*/ 1040575 h 1284792"/>
                <a:gd name="connsiteX77" fmla="*/ 1069774 w 1287446"/>
                <a:gd name="connsiteY77" fmla="*/ 1106937 h 1284792"/>
                <a:gd name="connsiteX78" fmla="*/ 907849 w 1287446"/>
                <a:gd name="connsiteY78" fmla="*/ 1106937 h 1284792"/>
                <a:gd name="connsiteX79" fmla="*/ 907849 w 1287446"/>
                <a:gd name="connsiteY79" fmla="*/ 1266209 h 1284792"/>
                <a:gd name="connsiteX80" fmla="*/ 889266 w 1287446"/>
                <a:gd name="connsiteY80" fmla="*/ 1284792 h 1284792"/>
                <a:gd name="connsiteX81" fmla="*/ 875995 w 1287446"/>
                <a:gd name="connsiteY81" fmla="*/ 1284792 h 1284792"/>
                <a:gd name="connsiteX82" fmla="*/ 857412 w 1287446"/>
                <a:gd name="connsiteY82" fmla="*/ 1266209 h 1284792"/>
                <a:gd name="connsiteX83" fmla="*/ 857412 w 1287446"/>
                <a:gd name="connsiteY83" fmla="*/ 1106937 h 1284792"/>
                <a:gd name="connsiteX84" fmla="*/ 788394 w 1287446"/>
                <a:gd name="connsiteY84" fmla="*/ 1106937 h 1284792"/>
                <a:gd name="connsiteX85" fmla="*/ 788394 w 1287446"/>
                <a:gd name="connsiteY85" fmla="*/ 1266209 h 1284792"/>
                <a:gd name="connsiteX86" fmla="*/ 769814 w 1287446"/>
                <a:gd name="connsiteY86" fmla="*/ 1284792 h 1284792"/>
                <a:gd name="connsiteX87" fmla="*/ 753886 w 1287446"/>
                <a:gd name="connsiteY87" fmla="*/ 1284792 h 1284792"/>
                <a:gd name="connsiteX88" fmla="*/ 735303 w 1287446"/>
                <a:gd name="connsiteY88" fmla="*/ 1266209 h 1284792"/>
                <a:gd name="connsiteX89" fmla="*/ 735303 w 1287446"/>
                <a:gd name="connsiteY89" fmla="*/ 1106937 h 1284792"/>
                <a:gd name="connsiteX90" fmla="*/ 666286 w 1287446"/>
                <a:gd name="connsiteY90" fmla="*/ 1106937 h 1284792"/>
                <a:gd name="connsiteX91" fmla="*/ 666286 w 1287446"/>
                <a:gd name="connsiteY91" fmla="*/ 1266209 h 1284792"/>
                <a:gd name="connsiteX92" fmla="*/ 647705 w 1287446"/>
                <a:gd name="connsiteY92" fmla="*/ 1284792 h 1284792"/>
                <a:gd name="connsiteX93" fmla="*/ 634431 w 1287446"/>
                <a:gd name="connsiteY93" fmla="*/ 1284792 h 1284792"/>
                <a:gd name="connsiteX94" fmla="*/ 615851 w 1287446"/>
                <a:gd name="connsiteY94" fmla="*/ 1266209 h 1284792"/>
                <a:gd name="connsiteX95" fmla="*/ 615851 w 1287446"/>
                <a:gd name="connsiteY95" fmla="*/ 1106937 h 1284792"/>
                <a:gd name="connsiteX96" fmla="*/ 546833 w 1287446"/>
                <a:gd name="connsiteY96" fmla="*/ 1106937 h 1284792"/>
                <a:gd name="connsiteX97" fmla="*/ 546833 w 1287446"/>
                <a:gd name="connsiteY97" fmla="*/ 1266209 h 1284792"/>
                <a:gd name="connsiteX98" fmla="*/ 528250 w 1287446"/>
                <a:gd name="connsiteY98" fmla="*/ 1284792 h 1284792"/>
                <a:gd name="connsiteX99" fmla="*/ 514979 w 1287446"/>
                <a:gd name="connsiteY99" fmla="*/ 1284792 h 1284792"/>
                <a:gd name="connsiteX100" fmla="*/ 496396 w 1287446"/>
                <a:gd name="connsiteY100" fmla="*/ 1266209 h 1284792"/>
                <a:gd name="connsiteX101" fmla="*/ 496396 w 1287446"/>
                <a:gd name="connsiteY101" fmla="*/ 1106937 h 1284792"/>
                <a:gd name="connsiteX102" fmla="*/ 427378 w 1287446"/>
                <a:gd name="connsiteY102" fmla="*/ 1106937 h 1284792"/>
                <a:gd name="connsiteX103" fmla="*/ 427378 w 1287446"/>
                <a:gd name="connsiteY103" fmla="*/ 1266209 h 1284792"/>
                <a:gd name="connsiteX104" fmla="*/ 408798 w 1287446"/>
                <a:gd name="connsiteY104" fmla="*/ 1284792 h 1284792"/>
                <a:gd name="connsiteX105" fmla="*/ 395523 w 1287446"/>
                <a:gd name="connsiteY105" fmla="*/ 1284792 h 1284792"/>
                <a:gd name="connsiteX106" fmla="*/ 376943 w 1287446"/>
                <a:gd name="connsiteY106" fmla="*/ 1266209 h 1284792"/>
                <a:gd name="connsiteX107" fmla="*/ 376943 w 1287446"/>
                <a:gd name="connsiteY107" fmla="*/ 1106937 h 1284792"/>
                <a:gd name="connsiteX108" fmla="*/ 225634 w 1287446"/>
                <a:gd name="connsiteY108" fmla="*/ 1106937 h 1284792"/>
                <a:gd name="connsiteX109" fmla="*/ 159272 w 1287446"/>
                <a:gd name="connsiteY109" fmla="*/ 1040575 h 1284792"/>
                <a:gd name="connsiteX110" fmla="*/ 159272 w 1287446"/>
                <a:gd name="connsiteY110" fmla="*/ 907849 h 1284792"/>
                <a:gd name="connsiteX111" fmla="*/ 18580 w 1287446"/>
                <a:gd name="connsiteY111" fmla="*/ 907849 h 1284792"/>
                <a:gd name="connsiteX112" fmla="*/ 0 w 1287446"/>
                <a:gd name="connsiteY112" fmla="*/ 889265 h 1284792"/>
                <a:gd name="connsiteX113" fmla="*/ 0 w 1287446"/>
                <a:gd name="connsiteY113" fmla="*/ 875994 h 1284792"/>
                <a:gd name="connsiteX114" fmla="*/ 18580 w 1287446"/>
                <a:gd name="connsiteY114" fmla="*/ 857411 h 1284792"/>
                <a:gd name="connsiteX115" fmla="*/ 159272 w 1287446"/>
                <a:gd name="connsiteY115" fmla="*/ 857411 h 1284792"/>
                <a:gd name="connsiteX116" fmla="*/ 159272 w 1287446"/>
                <a:gd name="connsiteY116" fmla="*/ 788393 h 1284792"/>
                <a:gd name="connsiteX117" fmla="*/ 18580 w 1287446"/>
                <a:gd name="connsiteY117" fmla="*/ 788393 h 1284792"/>
                <a:gd name="connsiteX118" fmla="*/ 0 w 1287446"/>
                <a:gd name="connsiteY118" fmla="*/ 769813 h 1284792"/>
                <a:gd name="connsiteX119" fmla="*/ 0 w 1287446"/>
                <a:gd name="connsiteY119" fmla="*/ 756539 h 1284792"/>
                <a:gd name="connsiteX120" fmla="*/ 18580 w 1287446"/>
                <a:gd name="connsiteY120" fmla="*/ 737959 h 1284792"/>
                <a:gd name="connsiteX121" fmla="*/ 159272 w 1287446"/>
                <a:gd name="connsiteY121" fmla="*/ 737959 h 1284792"/>
                <a:gd name="connsiteX122" fmla="*/ 159272 w 1287446"/>
                <a:gd name="connsiteY122" fmla="*/ 668941 h 1284792"/>
                <a:gd name="connsiteX123" fmla="*/ 18580 w 1287446"/>
                <a:gd name="connsiteY123" fmla="*/ 668941 h 1284792"/>
                <a:gd name="connsiteX124" fmla="*/ 0 w 1287446"/>
                <a:gd name="connsiteY124" fmla="*/ 650358 h 1284792"/>
                <a:gd name="connsiteX125" fmla="*/ 0 w 1287446"/>
                <a:gd name="connsiteY125" fmla="*/ 637087 h 1284792"/>
                <a:gd name="connsiteX126" fmla="*/ 18580 w 1287446"/>
                <a:gd name="connsiteY126" fmla="*/ 615850 h 1284792"/>
                <a:gd name="connsiteX127" fmla="*/ 159272 w 1287446"/>
                <a:gd name="connsiteY127" fmla="*/ 615850 h 1284792"/>
                <a:gd name="connsiteX128" fmla="*/ 159272 w 1287446"/>
                <a:gd name="connsiteY128" fmla="*/ 546833 h 1284792"/>
                <a:gd name="connsiteX129" fmla="*/ 18580 w 1287446"/>
                <a:gd name="connsiteY129" fmla="*/ 546833 h 1284792"/>
                <a:gd name="connsiteX130" fmla="*/ 0 w 1287446"/>
                <a:gd name="connsiteY130" fmla="*/ 528250 h 1284792"/>
                <a:gd name="connsiteX131" fmla="*/ 0 w 1287446"/>
                <a:gd name="connsiteY131" fmla="*/ 514978 h 1284792"/>
                <a:gd name="connsiteX132" fmla="*/ 18580 w 1287446"/>
                <a:gd name="connsiteY132" fmla="*/ 496395 h 1284792"/>
                <a:gd name="connsiteX133" fmla="*/ 159272 w 1287446"/>
                <a:gd name="connsiteY133" fmla="*/ 496395 h 1284792"/>
                <a:gd name="connsiteX134" fmla="*/ 159272 w 1287446"/>
                <a:gd name="connsiteY134" fmla="*/ 427378 h 1284792"/>
                <a:gd name="connsiteX135" fmla="*/ 18580 w 1287446"/>
                <a:gd name="connsiteY135" fmla="*/ 427378 h 1284792"/>
                <a:gd name="connsiteX136" fmla="*/ 0 w 1287446"/>
                <a:gd name="connsiteY136" fmla="*/ 408797 h 1284792"/>
                <a:gd name="connsiteX137" fmla="*/ 0 w 1287446"/>
                <a:gd name="connsiteY137" fmla="*/ 395523 h 1284792"/>
                <a:gd name="connsiteX138" fmla="*/ 18580 w 1287446"/>
                <a:gd name="connsiteY138" fmla="*/ 376943 h 1284792"/>
                <a:gd name="connsiteX139" fmla="*/ 159272 w 1287446"/>
                <a:gd name="connsiteY139" fmla="*/ 376943 h 1284792"/>
                <a:gd name="connsiteX140" fmla="*/ 159272 w 1287446"/>
                <a:gd name="connsiteY140" fmla="*/ 241561 h 1284792"/>
                <a:gd name="connsiteX141" fmla="*/ 225634 w 1287446"/>
                <a:gd name="connsiteY141" fmla="*/ 175199 h 1284792"/>
                <a:gd name="connsiteX142" fmla="*/ 379596 w 1287446"/>
                <a:gd name="connsiteY142" fmla="*/ 175199 h 1284792"/>
                <a:gd name="connsiteX143" fmla="*/ 379596 w 1287446"/>
                <a:gd name="connsiteY143" fmla="*/ 18580 h 1284792"/>
                <a:gd name="connsiteX144" fmla="*/ 398179 w 1287446"/>
                <a:gd name="connsiteY144" fmla="*/ 0 h 1284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1287446" h="1284792">
                  <a:moveTo>
                    <a:pt x="525182" y="557304"/>
                  </a:moveTo>
                  <a:lnTo>
                    <a:pt x="570711" y="705589"/>
                  </a:lnTo>
                  <a:lnTo>
                    <a:pt x="480127" y="705589"/>
                  </a:lnTo>
                  <a:close/>
                  <a:moveTo>
                    <a:pt x="798817" y="450383"/>
                  </a:moveTo>
                  <a:lnTo>
                    <a:pt x="798817" y="862877"/>
                  </a:lnTo>
                  <a:lnTo>
                    <a:pt x="926561" y="862877"/>
                  </a:lnTo>
                  <a:lnTo>
                    <a:pt x="926561" y="450383"/>
                  </a:lnTo>
                  <a:close/>
                  <a:moveTo>
                    <a:pt x="457230" y="450383"/>
                  </a:moveTo>
                  <a:lnTo>
                    <a:pt x="302193" y="862877"/>
                  </a:lnTo>
                  <a:lnTo>
                    <a:pt x="432336" y="862877"/>
                  </a:lnTo>
                  <a:lnTo>
                    <a:pt x="452443" y="794784"/>
                  </a:lnTo>
                  <a:lnTo>
                    <a:pt x="597151" y="794784"/>
                  </a:lnTo>
                  <a:lnTo>
                    <a:pt x="617789" y="862877"/>
                  </a:lnTo>
                  <a:lnTo>
                    <a:pt x="751265" y="862877"/>
                  </a:lnTo>
                  <a:lnTo>
                    <a:pt x="596264" y="450383"/>
                  </a:lnTo>
                  <a:close/>
                  <a:moveTo>
                    <a:pt x="398179" y="0"/>
                  </a:moveTo>
                  <a:lnTo>
                    <a:pt x="411451" y="0"/>
                  </a:lnTo>
                  <a:cubicBezTo>
                    <a:pt x="422069" y="0"/>
                    <a:pt x="430034" y="7962"/>
                    <a:pt x="430034" y="18580"/>
                  </a:cubicBezTo>
                  <a:lnTo>
                    <a:pt x="430034" y="175199"/>
                  </a:lnTo>
                  <a:lnTo>
                    <a:pt x="499052" y="175199"/>
                  </a:lnTo>
                  <a:lnTo>
                    <a:pt x="499052" y="18580"/>
                  </a:lnTo>
                  <a:cubicBezTo>
                    <a:pt x="499052" y="7962"/>
                    <a:pt x="507014" y="0"/>
                    <a:pt x="517632" y="0"/>
                  </a:cubicBezTo>
                  <a:lnTo>
                    <a:pt x="530906" y="0"/>
                  </a:lnTo>
                  <a:cubicBezTo>
                    <a:pt x="541524" y="0"/>
                    <a:pt x="549486" y="7962"/>
                    <a:pt x="549486" y="18580"/>
                  </a:cubicBezTo>
                  <a:lnTo>
                    <a:pt x="549486" y="175199"/>
                  </a:lnTo>
                  <a:lnTo>
                    <a:pt x="618504" y="175199"/>
                  </a:lnTo>
                  <a:lnTo>
                    <a:pt x="618504" y="18580"/>
                  </a:lnTo>
                  <a:cubicBezTo>
                    <a:pt x="618504" y="7962"/>
                    <a:pt x="626469" y="0"/>
                    <a:pt x="637087" y="0"/>
                  </a:cubicBezTo>
                  <a:lnTo>
                    <a:pt x="650358" y="0"/>
                  </a:lnTo>
                  <a:cubicBezTo>
                    <a:pt x="660976" y="0"/>
                    <a:pt x="668941" y="7962"/>
                    <a:pt x="668941" y="18580"/>
                  </a:cubicBezTo>
                  <a:lnTo>
                    <a:pt x="668941" y="175199"/>
                  </a:lnTo>
                  <a:lnTo>
                    <a:pt x="737959" y="175199"/>
                  </a:lnTo>
                  <a:lnTo>
                    <a:pt x="737959" y="18580"/>
                  </a:lnTo>
                  <a:cubicBezTo>
                    <a:pt x="737959" y="7962"/>
                    <a:pt x="745921" y="0"/>
                    <a:pt x="756540" y="0"/>
                  </a:cubicBezTo>
                  <a:lnTo>
                    <a:pt x="769814" y="0"/>
                  </a:lnTo>
                  <a:cubicBezTo>
                    <a:pt x="780432" y="0"/>
                    <a:pt x="791050" y="7962"/>
                    <a:pt x="791050" y="18580"/>
                  </a:cubicBezTo>
                  <a:lnTo>
                    <a:pt x="791050" y="175199"/>
                  </a:lnTo>
                  <a:lnTo>
                    <a:pt x="860068" y="175199"/>
                  </a:lnTo>
                  <a:lnTo>
                    <a:pt x="860068" y="18580"/>
                  </a:lnTo>
                  <a:cubicBezTo>
                    <a:pt x="860068" y="7962"/>
                    <a:pt x="868030" y="0"/>
                    <a:pt x="878648" y="0"/>
                  </a:cubicBezTo>
                  <a:lnTo>
                    <a:pt x="891922" y="0"/>
                  </a:lnTo>
                  <a:cubicBezTo>
                    <a:pt x="902540" y="0"/>
                    <a:pt x="910502" y="7962"/>
                    <a:pt x="910502" y="18580"/>
                  </a:cubicBezTo>
                  <a:lnTo>
                    <a:pt x="910502" y="175199"/>
                  </a:lnTo>
                  <a:lnTo>
                    <a:pt x="1072430" y="175199"/>
                  </a:lnTo>
                  <a:cubicBezTo>
                    <a:pt x="1109593" y="175199"/>
                    <a:pt x="1138792" y="204397"/>
                    <a:pt x="1138792" y="241561"/>
                  </a:cubicBezTo>
                  <a:lnTo>
                    <a:pt x="1138792" y="376943"/>
                  </a:lnTo>
                  <a:lnTo>
                    <a:pt x="1268865" y="376943"/>
                  </a:lnTo>
                  <a:cubicBezTo>
                    <a:pt x="1279483" y="376943"/>
                    <a:pt x="1287446" y="384905"/>
                    <a:pt x="1287446" y="395523"/>
                  </a:cubicBezTo>
                  <a:lnTo>
                    <a:pt x="1287446" y="408797"/>
                  </a:lnTo>
                  <a:cubicBezTo>
                    <a:pt x="1287446" y="419415"/>
                    <a:pt x="1279483" y="427378"/>
                    <a:pt x="1268865" y="427378"/>
                  </a:cubicBezTo>
                  <a:lnTo>
                    <a:pt x="1268865" y="430033"/>
                  </a:lnTo>
                  <a:lnTo>
                    <a:pt x="1136139" y="430033"/>
                  </a:lnTo>
                  <a:lnTo>
                    <a:pt x="1136139" y="499051"/>
                  </a:lnTo>
                  <a:lnTo>
                    <a:pt x="1266209" y="499051"/>
                  </a:lnTo>
                  <a:cubicBezTo>
                    <a:pt x="1276827" y="499051"/>
                    <a:pt x="1284792" y="507013"/>
                    <a:pt x="1284792" y="517631"/>
                  </a:cubicBezTo>
                  <a:lnTo>
                    <a:pt x="1284792" y="530906"/>
                  </a:lnTo>
                  <a:cubicBezTo>
                    <a:pt x="1284792" y="541524"/>
                    <a:pt x="1276827" y="549486"/>
                    <a:pt x="1266209" y="549486"/>
                  </a:cubicBezTo>
                  <a:lnTo>
                    <a:pt x="1136139" y="549486"/>
                  </a:lnTo>
                  <a:lnTo>
                    <a:pt x="1136139" y="618504"/>
                  </a:lnTo>
                  <a:lnTo>
                    <a:pt x="1266209" y="618504"/>
                  </a:lnTo>
                  <a:cubicBezTo>
                    <a:pt x="1276827" y="618504"/>
                    <a:pt x="1284792" y="626469"/>
                    <a:pt x="1284792" y="637087"/>
                  </a:cubicBezTo>
                  <a:lnTo>
                    <a:pt x="1284792" y="650358"/>
                  </a:lnTo>
                  <a:cubicBezTo>
                    <a:pt x="1284792" y="660976"/>
                    <a:pt x="1276827" y="668941"/>
                    <a:pt x="1266209" y="668941"/>
                  </a:cubicBezTo>
                  <a:lnTo>
                    <a:pt x="1136139" y="668941"/>
                  </a:lnTo>
                  <a:lnTo>
                    <a:pt x="1136139" y="737959"/>
                  </a:lnTo>
                  <a:lnTo>
                    <a:pt x="1266209" y="737959"/>
                  </a:lnTo>
                  <a:cubicBezTo>
                    <a:pt x="1276827" y="737959"/>
                    <a:pt x="1284792" y="745921"/>
                    <a:pt x="1284792" y="756539"/>
                  </a:cubicBezTo>
                  <a:lnTo>
                    <a:pt x="1284792" y="769813"/>
                  </a:lnTo>
                  <a:cubicBezTo>
                    <a:pt x="1284792" y="780431"/>
                    <a:pt x="1276827" y="788393"/>
                    <a:pt x="1266209" y="788393"/>
                  </a:cubicBezTo>
                  <a:lnTo>
                    <a:pt x="1136139" y="788393"/>
                  </a:lnTo>
                  <a:lnTo>
                    <a:pt x="1136139" y="857411"/>
                  </a:lnTo>
                  <a:lnTo>
                    <a:pt x="1266209" y="857411"/>
                  </a:lnTo>
                  <a:cubicBezTo>
                    <a:pt x="1276827" y="857411"/>
                    <a:pt x="1284792" y="865376"/>
                    <a:pt x="1284792" y="875994"/>
                  </a:cubicBezTo>
                  <a:lnTo>
                    <a:pt x="1284792" y="889265"/>
                  </a:lnTo>
                  <a:cubicBezTo>
                    <a:pt x="1284792" y="899884"/>
                    <a:pt x="1276827" y="907849"/>
                    <a:pt x="1266209" y="907849"/>
                  </a:cubicBezTo>
                  <a:lnTo>
                    <a:pt x="1136139" y="907849"/>
                  </a:lnTo>
                  <a:lnTo>
                    <a:pt x="1136139" y="1040575"/>
                  </a:lnTo>
                  <a:cubicBezTo>
                    <a:pt x="1136139" y="1077738"/>
                    <a:pt x="1106937" y="1106937"/>
                    <a:pt x="1069774" y="1106937"/>
                  </a:cubicBezTo>
                  <a:lnTo>
                    <a:pt x="907849" y="1106937"/>
                  </a:lnTo>
                  <a:lnTo>
                    <a:pt x="907849" y="1266209"/>
                  </a:lnTo>
                  <a:cubicBezTo>
                    <a:pt x="907849" y="1276827"/>
                    <a:pt x="899884" y="1284792"/>
                    <a:pt x="889266" y="1284792"/>
                  </a:cubicBezTo>
                  <a:lnTo>
                    <a:pt x="875995" y="1284792"/>
                  </a:lnTo>
                  <a:cubicBezTo>
                    <a:pt x="865377" y="1284792"/>
                    <a:pt x="857412" y="1276827"/>
                    <a:pt x="857412" y="1266209"/>
                  </a:cubicBezTo>
                  <a:lnTo>
                    <a:pt x="857412" y="1106937"/>
                  </a:lnTo>
                  <a:lnTo>
                    <a:pt x="788394" y="1106937"/>
                  </a:lnTo>
                  <a:lnTo>
                    <a:pt x="788394" y="1266209"/>
                  </a:lnTo>
                  <a:cubicBezTo>
                    <a:pt x="788394" y="1276827"/>
                    <a:pt x="780432" y="1284792"/>
                    <a:pt x="769814" y="1284792"/>
                  </a:cubicBezTo>
                  <a:lnTo>
                    <a:pt x="753886" y="1284792"/>
                  </a:lnTo>
                  <a:cubicBezTo>
                    <a:pt x="743268" y="1284792"/>
                    <a:pt x="735303" y="1276827"/>
                    <a:pt x="735303" y="1266209"/>
                  </a:cubicBezTo>
                  <a:lnTo>
                    <a:pt x="735303" y="1106937"/>
                  </a:lnTo>
                  <a:lnTo>
                    <a:pt x="666286" y="1106937"/>
                  </a:lnTo>
                  <a:lnTo>
                    <a:pt x="666286" y="1266209"/>
                  </a:lnTo>
                  <a:cubicBezTo>
                    <a:pt x="666286" y="1276827"/>
                    <a:pt x="658323" y="1284792"/>
                    <a:pt x="647705" y="1284792"/>
                  </a:cubicBezTo>
                  <a:lnTo>
                    <a:pt x="634431" y="1284792"/>
                  </a:lnTo>
                  <a:cubicBezTo>
                    <a:pt x="623813" y="1284792"/>
                    <a:pt x="615851" y="1276827"/>
                    <a:pt x="615851" y="1266209"/>
                  </a:cubicBezTo>
                  <a:lnTo>
                    <a:pt x="615851" y="1106937"/>
                  </a:lnTo>
                  <a:lnTo>
                    <a:pt x="546833" y="1106937"/>
                  </a:lnTo>
                  <a:lnTo>
                    <a:pt x="546833" y="1266209"/>
                  </a:lnTo>
                  <a:cubicBezTo>
                    <a:pt x="546833" y="1276827"/>
                    <a:pt x="538868" y="1284792"/>
                    <a:pt x="528250" y="1284792"/>
                  </a:cubicBezTo>
                  <a:lnTo>
                    <a:pt x="514979" y="1284792"/>
                  </a:lnTo>
                  <a:cubicBezTo>
                    <a:pt x="504361" y="1284792"/>
                    <a:pt x="496396" y="1276827"/>
                    <a:pt x="496396" y="1266209"/>
                  </a:cubicBezTo>
                  <a:lnTo>
                    <a:pt x="496396" y="1106937"/>
                  </a:lnTo>
                  <a:lnTo>
                    <a:pt x="427378" y="1106937"/>
                  </a:lnTo>
                  <a:lnTo>
                    <a:pt x="427378" y="1266209"/>
                  </a:lnTo>
                  <a:cubicBezTo>
                    <a:pt x="427378" y="1276827"/>
                    <a:pt x="419416" y="1284792"/>
                    <a:pt x="408798" y="1284792"/>
                  </a:cubicBezTo>
                  <a:lnTo>
                    <a:pt x="395523" y="1284792"/>
                  </a:lnTo>
                  <a:cubicBezTo>
                    <a:pt x="384905" y="1284792"/>
                    <a:pt x="376943" y="1276827"/>
                    <a:pt x="376943" y="1266209"/>
                  </a:cubicBezTo>
                  <a:lnTo>
                    <a:pt x="376943" y="1106937"/>
                  </a:lnTo>
                  <a:lnTo>
                    <a:pt x="225634" y="1106937"/>
                  </a:lnTo>
                  <a:cubicBezTo>
                    <a:pt x="188470" y="1106937"/>
                    <a:pt x="159272" y="1077738"/>
                    <a:pt x="159272" y="1040575"/>
                  </a:cubicBezTo>
                  <a:lnTo>
                    <a:pt x="159272" y="907849"/>
                  </a:lnTo>
                  <a:lnTo>
                    <a:pt x="18580" y="907849"/>
                  </a:lnTo>
                  <a:cubicBezTo>
                    <a:pt x="7962" y="907849"/>
                    <a:pt x="0" y="899884"/>
                    <a:pt x="0" y="889265"/>
                  </a:cubicBezTo>
                  <a:lnTo>
                    <a:pt x="0" y="875994"/>
                  </a:lnTo>
                  <a:cubicBezTo>
                    <a:pt x="0" y="865376"/>
                    <a:pt x="7962" y="857411"/>
                    <a:pt x="18580" y="857411"/>
                  </a:cubicBezTo>
                  <a:lnTo>
                    <a:pt x="159272" y="857411"/>
                  </a:lnTo>
                  <a:lnTo>
                    <a:pt x="159272" y="788393"/>
                  </a:lnTo>
                  <a:lnTo>
                    <a:pt x="18580" y="788393"/>
                  </a:lnTo>
                  <a:cubicBezTo>
                    <a:pt x="7962" y="788393"/>
                    <a:pt x="0" y="780431"/>
                    <a:pt x="0" y="769813"/>
                  </a:cubicBezTo>
                  <a:lnTo>
                    <a:pt x="0" y="756539"/>
                  </a:lnTo>
                  <a:cubicBezTo>
                    <a:pt x="0" y="745921"/>
                    <a:pt x="7962" y="737959"/>
                    <a:pt x="18580" y="737959"/>
                  </a:cubicBezTo>
                  <a:lnTo>
                    <a:pt x="159272" y="737959"/>
                  </a:lnTo>
                  <a:lnTo>
                    <a:pt x="159272" y="668941"/>
                  </a:lnTo>
                  <a:lnTo>
                    <a:pt x="18580" y="668941"/>
                  </a:lnTo>
                  <a:cubicBezTo>
                    <a:pt x="7962" y="668941"/>
                    <a:pt x="0" y="660976"/>
                    <a:pt x="0" y="650358"/>
                  </a:cubicBezTo>
                  <a:lnTo>
                    <a:pt x="0" y="637087"/>
                  </a:lnTo>
                  <a:cubicBezTo>
                    <a:pt x="0" y="626469"/>
                    <a:pt x="7962" y="618504"/>
                    <a:pt x="18580" y="615850"/>
                  </a:cubicBezTo>
                  <a:lnTo>
                    <a:pt x="159272" y="615850"/>
                  </a:lnTo>
                  <a:lnTo>
                    <a:pt x="159272" y="546833"/>
                  </a:lnTo>
                  <a:lnTo>
                    <a:pt x="18580" y="546833"/>
                  </a:lnTo>
                  <a:cubicBezTo>
                    <a:pt x="7962" y="546833"/>
                    <a:pt x="0" y="538868"/>
                    <a:pt x="0" y="528250"/>
                  </a:cubicBezTo>
                  <a:lnTo>
                    <a:pt x="0" y="514978"/>
                  </a:lnTo>
                  <a:cubicBezTo>
                    <a:pt x="0" y="504360"/>
                    <a:pt x="7962" y="496395"/>
                    <a:pt x="18580" y="496395"/>
                  </a:cubicBezTo>
                  <a:lnTo>
                    <a:pt x="159272" y="496395"/>
                  </a:lnTo>
                  <a:lnTo>
                    <a:pt x="159272" y="427378"/>
                  </a:lnTo>
                  <a:lnTo>
                    <a:pt x="18580" y="427378"/>
                  </a:lnTo>
                  <a:cubicBezTo>
                    <a:pt x="7962" y="427378"/>
                    <a:pt x="0" y="419415"/>
                    <a:pt x="0" y="408797"/>
                  </a:cubicBezTo>
                  <a:lnTo>
                    <a:pt x="0" y="395523"/>
                  </a:lnTo>
                  <a:cubicBezTo>
                    <a:pt x="0" y="384905"/>
                    <a:pt x="7962" y="376943"/>
                    <a:pt x="18580" y="376943"/>
                  </a:cubicBezTo>
                  <a:lnTo>
                    <a:pt x="159272" y="376943"/>
                  </a:lnTo>
                  <a:lnTo>
                    <a:pt x="159272" y="241561"/>
                  </a:lnTo>
                  <a:cubicBezTo>
                    <a:pt x="159272" y="207053"/>
                    <a:pt x="188470" y="175199"/>
                    <a:pt x="225634" y="175199"/>
                  </a:cubicBezTo>
                  <a:lnTo>
                    <a:pt x="379596" y="175199"/>
                  </a:lnTo>
                  <a:lnTo>
                    <a:pt x="379596" y="18580"/>
                  </a:lnTo>
                  <a:cubicBezTo>
                    <a:pt x="379596" y="7962"/>
                    <a:pt x="387561" y="0"/>
                    <a:pt x="398179" y="0"/>
                  </a:cubicBezTo>
                  <a:close/>
                </a:path>
              </a:pathLst>
            </a:custGeom>
            <a:solidFill>
              <a:schemeClr val="accent2"/>
            </a:solidFill>
            <a:ln w="9525" cap="flat">
              <a:noFill/>
              <a:prstDash val="solid"/>
              <a:miter/>
            </a:ln>
          </p:spPr>
          <p:txBody>
            <a:bodyPr wrap="square" rtlCol="0" anchor="ctr">
              <a:noAutofit/>
            </a:bodyPr>
            <a:lstStyle/>
            <a:p>
              <a:endParaRPr lang="en-US" dirty="0"/>
            </a:p>
          </p:txBody>
        </p:sp>
      </p:grpSp>
    </p:spTree>
    <p:extLst>
      <p:ext uri="{BB962C8B-B14F-4D97-AF65-F5344CB8AC3E}">
        <p14:creationId xmlns:p14="http://schemas.microsoft.com/office/powerpoint/2010/main" val="1847368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Module 1: Learner Portal</a:t>
            </a:r>
            <a:endParaRPr lang="en-US" dirty="0"/>
          </a:p>
        </p:txBody>
      </p:sp>
      <p:sp>
        <p:nvSpPr>
          <p:cNvPr id="29" name="Arc 1">
            <a:extLst>
              <a:ext uri="{FF2B5EF4-FFF2-40B4-BE49-F238E27FC236}">
                <a16:creationId xmlns:a16="http://schemas.microsoft.com/office/drawing/2014/main" id="{927BEBF0-766D-4BB1-8B06-C7656EF7026D}"/>
              </a:ext>
            </a:extLst>
          </p:cNvPr>
          <p:cNvSpPr/>
          <p:nvPr/>
        </p:nvSpPr>
        <p:spPr>
          <a:xfrm flipH="1">
            <a:off x="7470647" y="1911491"/>
            <a:ext cx="3970151" cy="3970151"/>
          </a:xfrm>
          <a:prstGeom prst="arc">
            <a:avLst>
              <a:gd name="adj1" fmla="val 16200000"/>
              <a:gd name="adj2" fmla="val 5433205"/>
            </a:avLst>
          </a:prstGeom>
          <a:ln w="53975">
            <a:gradFill>
              <a:gsLst>
                <a:gs pos="82000">
                  <a:srgbClr val="D9D9D9"/>
                </a:gs>
                <a:gs pos="0">
                  <a:schemeClr val="bg1">
                    <a:lumMod val="85000"/>
                    <a:alpha val="0"/>
                  </a:schemeClr>
                </a:gs>
                <a:gs pos="20000">
                  <a:schemeClr val="bg1">
                    <a:lumMod val="85000"/>
                  </a:schemeClr>
                </a:gs>
                <a:gs pos="100000">
                  <a:schemeClr val="bg1">
                    <a:lumMod val="85000"/>
                    <a:alpha val="0"/>
                  </a:schemeClr>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700"/>
          </a:p>
        </p:txBody>
      </p:sp>
      <p:sp>
        <p:nvSpPr>
          <p:cNvPr id="30" name="Graphic 4">
            <a:extLst>
              <a:ext uri="{FF2B5EF4-FFF2-40B4-BE49-F238E27FC236}">
                <a16:creationId xmlns:a16="http://schemas.microsoft.com/office/drawing/2014/main" id="{80CDAAEA-B221-4B33-BD4A-2496A2B1CC02}"/>
              </a:ext>
            </a:extLst>
          </p:cNvPr>
          <p:cNvSpPr/>
          <p:nvPr/>
        </p:nvSpPr>
        <p:spPr>
          <a:xfrm flipH="1">
            <a:off x="8506407" y="2491410"/>
            <a:ext cx="2680192" cy="2626584"/>
          </a:xfrm>
          <a:custGeom>
            <a:avLst/>
            <a:gdLst>
              <a:gd name="connsiteX0" fmla="*/ 462439 w 476250"/>
              <a:gd name="connsiteY0" fmla="*/ 160496 h 466725"/>
              <a:gd name="connsiteX1" fmla="*/ 469106 w 476250"/>
              <a:gd name="connsiteY1" fmla="*/ 153829 h 466725"/>
              <a:gd name="connsiteX2" fmla="*/ 469106 w 476250"/>
              <a:gd name="connsiteY2" fmla="*/ 149066 h 466725"/>
              <a:gd name="connsiteX3" fmla="*/ 462439 w 476250"/>
              <a:gd name="connsiteY3" fmla="*/ 142399 h 466725"/>
              <a:gd name="connsiteX4" fmla="*/ 415766 w 476250"/>
              <a:gd name="connsiteY4" fmla="*/ 142399 h 466725"/>
              <a:gd name="connsiteX5" fmla="*/ 415766 w 476250"/>
              <a:gd name="connsiteY5" fmla="*/ 93821 h 466725"/>
              <a:gd name="connsiteX6" fmla="*/ 391954 w 476250"/>
              <a:gd name="connsiteY6" fmla="*/ 70009 h 466725"/>
              <a:gd name="connsiteX7" fmla="*/ 333851 w 476250"/>
              <a:gd name="connsiteY7" fmla="*/ 70009 h 466725"/>
              <a:gd name="connsiteX8" fmla="*/ 333851 w 476250"/>
              <a:gd name="connsiteY8" fmla="*/ 13811 h 466725"/>
              <a:gd name="connsiteX9" fmla="*/ 327184 w 476250"/>
              <a:gd name="connsiteY9" fmla="*/ 7144 h 466725"/>
              <a:gd name="connsiteX10" fmla="*/ 322421 w 476250"/>
              <a:gd name="connsiteY10" fmla="*/ 7144 h 466725"/>
              <a:gd name="connsiteX11" fmla="*/ 315754 w 476250"/>
              <a:gd name="connsiteY11" fmla="*/ 13811 h 466725"/>
              <a:gd name="connsiteX12" fmla="*/ 315754 w 476250"/>
              <a:gd name="connsiteY12" fmla="*/ 70009 h 466725"/>
              <a:gd name="connsiteX13" fmla="*/ 290989 w 476250"/>
              <a:gd name="connsiteY13" fmla="*/ 70009 h 466725"/>
              <a:gd name="connsiteX14" fmla="*/ 290989 w 476250"/>
              <a:gd name="connsiteY14" fmla="*/ 13811 h 466725"/>
              <a:gd name="connsiteX15" fmla="*/ 283369 w 476250"/>
              <a:gd name="connsiteY15" fmla="*/ 7144 h 466725"/>
              <a:gd name="connsiteX16" fmla="*/ 278606 w 476250"/>
              <a:gd name="connsiteY16" fmla="*/ 7144 h 466725"/>
              <a:gd name="connsiteX17" fmla="*/ 271939 w 476250"/>
              <a:gd name="connsiteY17" fmla="*/ 13811 h 466725"/>
              <a:gd name="connsiteX18" fmla="*/ 271939 w 476250"/>
              <a:gd name="connsiteY18" fmla="*/ 70009 h 466725"/>
              <a:gd name="connsiteX19" fmla="*/ 247174 w 476250"/>
              <a:gd name="connsiteY19" fmla="*/ 70009 h 466725"/>
              <a:gd name="connsiteX20" fmla="*/ 247174 w 476250"/>
              <a:gd name="connsiteY20" fmla="*/ 13811 h 466725"/>
              <a:gd name="connsiteX21" fmla="*/ 240506 w 476250"/>
              <a:gd name="connsiteY21" fmla="*/ 7144 h 466725"/>
              <a:gd name="connsiteX22" fmla="*/ 235744 w 476250"/>
              <a:gd name="connsiteY22" fmla="*/ 7144 h 466725"/>
              <a:gd name="connsiteX23" fmla="*/ 229076 w 476250"/>
              <a:gd name="connsiteY23" fmla="*/ 13811 h 466725"/>
              <a:gd name="connsiteX24" fmla="*/ 229076 w 476250"/>
              <a:gd name="connsiteY24" fmla="*/ 70009 h 466725"/>
              <a:gd name="connsiteX25" fmla="*/ 204311 w 476250"/>
              <a:gd name="connsiteY25" fmla="*/ 70009 h 466725"/>
              <a:gd name="connsiteX26" fmla="*/ 204311 w 476250"/>
              <a:gd name="connsiteY26" fmla="*/ 13811 h 466725"/>
              <a:gd name="connsiteX27" fmla="*/ 197644 w 476250"/>
              <a:gd name="connsiteY27" fmla="*/ 7144 h 466725"/>
              <a:gd name="connsiteX28" fmla="*/ 192881 w 476250"/>
              <a:gd name="connsiteY28" fmla="*/ 7144 h 466725"/>
              <a:gd name="connsiteX29" fmla="*/ 186214 w 476250"/>
              <a:gd name="connsiteY29" fmla="*/ 13811 h 466725"/>
              <a:gd name="connsiteX30" fmla="*/ 186214 w 476250"/>
              <a:gd name="connsiteY30" fmla="*/ 70009 h 466725"/>
              <a:gd name="connsiteX31" fmla="*/ 161449 w 476250"/>
              <a:gd name="connsiteY31" fmla="*/ 70009 h 466725"/>
              <a:gd name="connsiteX32" fmla="*/ 161449 w 476250"/>
              <a:gd name="connsiteY32" fmla="*/ 13811 h 466725"/>
              <a:gd name="connsiteX33" fmla="*/ 154781 w 476250"/>
              <a:gd name="connsiteY33" fmla="*/ 7144 h 466725"/>
              <a:gd name="connsiteX34" fmla="*/ 150019 w 476250"/>
              <a:gd name="connsiteY34" fmla="*/ 7144 h 466725"/>
              <a:gd name="connsiteX35" fmla="*/ 143351 w 476250"/>
              <a:gd name="connsiteY35" fmla="*/ 13811 h 466725"/>
              <a:gd name="connsiteX36" fmla="*/ 143351 w 476250"/>
              <a:gd name="connsiteY36" fmla="*/ 70009 h 466725"/>
              <a:gd name="connsiteX37" fmla="*/ 88106 w 476250"/>
              <a:gd name="connsiteY37" fmla="*/ 70009 h 466725"/>
              <a:gd name="connsiteX38" fmla="*/ 64294 w 476250"/>
              <a:gd name="connsiteY38" fmla="*/ 93821 h 466725"/>
              <a:gd name="connsiteX39" fmla="*/ 64294 w 476250"/>
              <a:gd name="connsiteY39" fmla="*/ 142399 h 466725"/>
              <a:gd name="connsiteX40" fmla="*/ 13811 w 476250"/>
              <a:gd name="connsiteY40" fmla="*/ 142399 h 466725"/>
              <a:gd name="connsiteX41" fmla="*/ 7144 w 476250"/>
              <a:gd name="connsiteY41" fmla="*/ 149066 h 466725"/>
              <a:gd name="connsiteX42" fmla="*/ 7144 w 476250"/>
              <a:gd name="connsiteY42" fmla="*/ 153829 h 466725"/>
              <a:gd name="connsiteX43" fmla="*/ 13811 w 476250"/>
              <a:gd name="connsiteY43" fmla="*/ 160496 h 466725"/>
              <a:gd name="connsiteX44" fmla="*/ 64294 w 476250"/>
              <a:gd name="connsiteY44" fmla="*/ 160496 h 466725"/>
              <a:gd name="connsiteX45" fmla="*/ 64294 w 476250"/>
              <a:gd name="connsiteY45" fmla="*/ 185261 h 466725"/>
              <a:gd name="connsiteX46" fmla="*/ 13811 w 476250"/>
              <a:gd name="connsiteY46" fmla="*/ 185261 h 466725"/>
              <a:gd name="connsiteX47" fmla="*/ 7144 w 476250"/>
              <a:gd name="connsiteY47" fmla="*/ 191929 h 466725"/>
              <a:gd name="connsiteX48" fmla="*/ 7144 w 476250"/>
              <a:gd name="connsiteY48" fmla="*/ 196691 h 466725"/>
              <a:gd name="connsiteX49" fmla="*/ 13811 w 476250"/>
              <a:gd name="connsiteY49" fmla="*/ 203359 h 466725"/>
              <a:gd name="connsiteX50" fmla="*/ 64294 w 476250"/>
              <a:gd name="connsiteY50" fmla="*/ 203359 h 466725"/>
              <a:gd name="connsiteX51" fmla="*/ 64294 w 476250"/>
              <a:gd name="connsiteY51" fmla="*/ 228124 h 466725"/>
              <a:gd name="connsiteX52" fmla="*/ 13811 w 476250"/>
              <a:gd name="connsiteY52" fmla="*/ 228124 h 466725"/>
              <a:gd name="connsiteX53" fmla="*/ 7144 w 476250"/>
              <a:gd name="connsiteY53" fmla="*/ 235744 h 466725"/>
              <a:gd name="connsiteX54" fmla="*/ 7144 w 476250"/>
              <a:gd name="connsiteY54" fmla="*/ 240506 h 466725"/>
              <a:gd name="connsiteX55" fmla="*/ 13811 w 476250"/>
              <a:gd name="connsiteY55" fmla="*/ 247174 h 466725"/>
              <a:gd name="connsiteX56" fmla="*/ 64294 w 476250"/>
              <a:gd name="connsiteY56" fmla="*/ 247174 h 466725"/>
              <a:gd name="connsiteX57" fmla="*/ 64294 w 476250"/>
              <a:gd name="connsiteY57" fmla="*/ 271939 h 466725"/>
              <a:gd name="connsiteX58" fmla="*/ 13811 w 476250"/>
              <a:gd name="connsiteY58" fmla="*/ 271939 h 466725"/>
              <a:gd name="connsiteX59" fmla="*/ 7144 w 476250"/>
              <a:gd name="connsiteY59" fmla="*/ 278606 h 466725"/>
              <a:gd name="connsiteX60" fmla="*/ 7144 w 476250"/>
              <a:gd name="connsiteY60" fmla="*/ 283369 h 466725"/>
              <a:gd name="connsiteX61" fmla="*/ 13811 w 476250"/>
              <a:gd name="connsiteY61" fmla="*/ 290036 h 466725"/>
              <a:gd name="connsiteX62" fmla="*/ 64294 w 476250"/>
              <a:gd name="connsiteY62" fmla="*/ 290036 h 466725"/>
              <a:gd name="connsiteX63" fmla="*/ 64294 w 476250"/>
              <a:gd name="connsiteY63" fmla="*/ 314801 h 466725"/>
              <a:gd name="connsiteX64" fmla="*/ 13811 w 476250"/>
              <a:gd name="connsiteY64" fmla="*/ 314801 h 466725"/>
              <a:gd name="connsiteX65" fmla="*/ 7144 w 476250"/>
              <a:gd name="connsiteY65" fmla="*/ 321469 h 466725"/>
              <a:gd name="connsiteX66" fmla="*/ 7144 w 476250"/>
              <a:gd name="connsiteY66" fmla="*/ 326231 h 466725"/>
              <a:gd name="connsiteX67" fmla="*/ 13811 w 476250"/>
              <a:gd name="connsiteY67" fmla="*/ 332899 h 466725"/>
              <a:gd name="connsiteX68" fmla="*/ 64294 w 476250"/>
              <a:gd name="connsiteY68" fmla="*/ 332899 h 466725"/>
              <a:gd name="connsiteX69" fmla="*/ 64294 w 476250"/>
              <a:gd name="connsiteY69" fmla="*/ 380524 h 466725"/>
              <a:gd name="connsiteX70" fmla="*/ 88106 w 476250"/>
              <a:gd name="connsiteY70" fmla="*/ 404336 h 466725"/>
              <a:gd name="connsiteX71" fmla="*/ 142399 w 476250"/>
              <a:gd name="connsiteY71" fmla="*/ 404336 h 466725"/>
              <a:gd name="connsiteX72" fmla="*/ 142399 w 476250"/>
              <a:gd name="connsiteY72" fmla="*/ 461486 h 466725"/>
              <a:gd name="connsiteX73" fmla="*/ 149066 w 476250"/>
              <a:gd name="connsiteY73" fmla="*/ 468154 h 466725"/>
              <a:gd name="connsiteX74" fmla="*/ 153829 w 476250"/>
              <a:gd name="connsiteY74" fmla="*/ 468154 h 466725"/>
              <a:gd name="connsiteX75" fmla="*/ 160496 w 476250"/>
              <a:gd name="connsiteY75" fmla="*/ 461486 h 466725"/>
              <a:gd name="connsiteX76" fmla="*/ 160496 w 476250"/>
              <a:gd name="connsiteY76" fmla="*/ 404336 h 466725"/>
              <a:gd name="connsiteX77" fmla="*/ 185261 w 476250"/>
              <a:gd name="connsiteY77" fmla="*/ 404336 h 466725"/>
              <a:gd name="connsiteX78" fmla="*/ 185261 w 476250"/>
              <a:gd name="connsiteY78" fmla="*/ 461486 h 466725"/>
              <a:gd name="connsiteX79" fmla="*/ 191929 w 476250"/>
              <a:gd name="connsiteY79" fmla="*/ 468154 h 466725"/>
              <a:gd name="connsiteX80" fmla="*/ 196691 w 476250"/>
              <a:gd name="connsiteY80" fmla="*/ 468154 h 466725"/>
              <a:gd name="connsiteX81" fmla="*/ 203359 w 476250"/>
              <a:gd name="connsiteY81" fmla="*/ 461486 h 466725"/>
              <a:gd name="connsiteX82" fmla="*/ 203359 w 476250"/>
              <a:gd name="connsiteY82" fmla="*/ 404336 h 466725"/>
              <a:gd name="connsiteX83" fmla="*/ 228124 w 476250"/>
              <a:gd name="connsiteY83" fmla="*/ 404336 h 466725"/>
              <a:gd name="connsiteX84" fmla="*/ 228124 w 476250"/>
              <a:gd name="connsiteY84" fmla="*/ 461486 h 466725"/>
              <a:gd name="connsiteX85" fmla="*/ 234791 w 476250"/>
              <a:gd name="connsiteY85" fmla="*/ 468154 h 466725"/>
              <a:gd name="connsiteX86" fmla="*/ 239554 w 476250"/>
              <a:gd name="connsiteY86" fmla="*/ 468154 h 466725"/>
              <a:gd name="connsiteX87" fmla="*/ 246221 w 476250"/>
              <a:gd name="connsiteY87" fmla="*/ 461486 h 466725"/>
              <a:gd name="connsiteX88" fmla="*/ 246221 w 476250"/>
              <a:gd name="connsiteY88" fmla="*/ 404336 h 466725"/>
              <a:gd name="connsiteX89" fmla="*/ 270986 w 476250"/>
              <a:gd name="connsiteY89" fmla="*/ 404336 h 466725"/>
              <a:gd name="connsiteX90" fmla="*/ 270986 w 476250"/>
              <a:gd name="connsiteY90" fmla="*/ 461486 h 466725"/>
              <a:gd name="connsiteX91" fmla="*/ 277654 w 476250"/>
              <a:gd name="connsiteY91" fmla="*/ 468154 h 466725"/>
              <a:gd name="connsiteX92" fmla="*/ 283369 w 476250"/>
              <a:gd name="connsiteY92" fmla="*/ 468154 h 466725"/>
              <a:gd name="connsiteX93" fmla="*/ 290036 w 476250"/>
              <a:gd name="connsiteY93" fmla="*/ 461486 h 466725"/>
              <a:gd name="connsiteX94" fmla="*/ 290036 w 476250"/>
              <a:gd name="connsiteY94" fmla="*/ 404336 h 466725"/>
              <a:gd name="connsiteX95" fmla="*/ 314801 w 476250"/>
              <a:gd name="connsiteY95" fmla="*/ 404336 h 466725"/>
              <a:gd name="connsiteX96" fmla="*/ 314801 w 476250"/>
              <a:gd name="connsiteY96" fmla="*/ 461486 h 466725"/>
              <a:gd name="connsiteX97" fmla="*/ 321469 w 476250"/>
              <a:gd name="connsiteY97" fmla="*/ 468154 h 466725"/>
              <a:gd name="connsiteX98" fmla="*/ 326231 w 476250"/>
              <a:gd name="connsiteY98" fmla="*/ 468154 h 466725"/>
              <a:gd name="connsiteX99" fmla="*/ 332899 w 476250"/>
              <a:gd name="connsiteY99" fmla="*/ 461486 h 466725"/>
              <a:gd name="connsiteX100" fmla="*/ 332899 w 476250"/>
              <a:gd name="connsiteY100" fmla="*/ 404336 h 466725"/>
              <a:gd name="connsiteX101" fmla="*/ 391001 w 476250"/>
              <a:gd name="connsiteY101" fmla="*/ 404336 h 466725"/>
              <a:gd name="connsiteX102" fmla="*/ 414814 w 476250"/>
              <a:gd name="connsiteY102" fmla="*/ 380524 h 466725"/>
              <a:gd name="connsiteX103" fmla="*/ 414814 w 476250"/>
              <a:gd name="connsiteY103" fmla="*/ 332899 h 466725"/>
              <a:gd name="connsiteX104" fmla="*/ 461486 w 476250"/>
              <a:gd name="connsiteY104" fmla="*/ 332899 h 466725"/>
              <a:gd name="connsiteX105" fmla="*/ 468154 w 476250"/>
              <a:gd name="connsiteY105" fmla="*/ 326231 h 466725"/>
              <a:gd name="connsiteX106" fmla="*/ 468154 w 476250"/>
              <a:gd name="connsiteY106" fmla="*/ 321469 h 466725"/>
              <a:gd name="connsiteX107" fmla="*/ 461486 w 476250"/>
              <a:gd name="connsiteY107" fmla="*/ 314801 h 466725"/>
              <a:gd name="connsiteX108" fmla="*/ 414814 w 476250"/>
              <a:gd name="connsiteY108" fmla="*/ 314801 h 466725"/>
              <a:gd name="connsiteX109" fmla="*/ 414814 w 476250"/>
              <a:gd name="connsiteY109" fmla="*/ 290036 h 466725"/>
              <a:gd name="connsiteX110" fmla="*/ 461486 w 476250"/>
              <a:gd name="connsiteY110" fmla="*/ 290036 h 466725"/>
              <a:gd name="connsiteX111" fmla="*/ 468154 w 476250"/>
              <a:gd name="connsiteY111" fmla="*/ 283369 h 466725"/>
              <a:gd name="connsiteX112" fmla="*/ 468154 w 476250"/>
              <a:gd name="connsiteY112" fmla="*/ 278606 h 466725"/>
              <a:gd name="connsiteX113" fmla="*/ 461486 w 476250"/>
              <a:gd name="connsiteY113" fmla="*/ 271939 h 466725"/>
              <a:gd name="connsiteX114" fmla="*/ 414814 w 476250"/>
              <a:gd name="connsiteY114" fmla="*/ 271939 h 466725"/>
              <a:gd name="connsiteX115" fmla="*/ 414814 w 476250"/>
              <a:gd name="connsiteY115" fmla="*/ 247174 h 466725"/>
              <a:gd name="connsiteX116" fmla="*/ 461486 w 476250"/>
              <a:gd name="connsiteY116" fmla="*/ 247174 h 466725"/>
              <a:gd name="connsiteX117" fmla="*/ 468154 w 476250"/>
              <a:gd name="connsiteY117" fmla="*/ 240506 h 466725"/>
              <a:gd name="connsiteX118" fmla="*/ 468154 w 476250"/>
              <a:gd name="connsiteY118" fmla="*/ 235744 h 466725"/>
              <a:gd name="connsiteX119" fmla="*/ 461486 w 476250"/>
              <a:gd name="connsiteY119" fmla="*/ 229076 h 466725"/>
              <a:gd name="connsiteX120" fmla="*/ 414814 w 476250"/>
              <a:gd name="connsiteY120" fmla="*/ 229076 h 466725"/>
              <a:gd name="connsiteX121" fmla="*/ 414814 w 476250"/>
              <a:gd name="connsiteY121" fmla="*/ 204311 h 466725"/>
              <a:gd name="connsiteX122" fmla="*/ 461486 w 476250"/>
              <a:gd name="connsiteY122" fmla="*/ 204311 h 466725"/>
              <a:gd name="connsiteX123" fmla="*/ 468154 w 476250"/>
              <a:gd name="connsiteY123" fmla="*/ 197644 h 466725"/>
              <a:gd name="connsiteX124" fmla="*/ 468154 w 476250"/>
              <a:gd name="connsiteY124" fmla="*/ 192881 h 466725"/>
              <a:gd name="connsiteX125" fmla="*/ 461486 w 476250"/>
              <a:gd name="connsiteY125" fmla="*/ 186214 h 466725"/>
              <a:gd name="connsiteX126" fmla="*/ 414814 w 476250"/>
              <a:gd name="connsiteY126" fmla="*/ 186214 h 466725"/>
              <a:gd name="connsiteX127" fmla="*/ 414814 w 476250"/>
              <a:gd name="connsiteY127" fmla="*/ 161449 h 466725"/>
              <a:gd name="connsiteX128" fmla="*/ 462439 w 476250"/>
              <a:gd name="connsiteY128" fmla="*/ 161449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476250" h="466725">
                <a:moveTo>
                  <a:pt x="462439" y="160496"/>
                </a:moveTo>
                <a:cubicBezTo>
                  <a:pt x="466249" y="160496"/>
                  <a:pt x="469106" y="157639"/>
                  <a:pt x="469106" y="153829"/>
                </a:cubicBezTo>
                <a:lnTo>
                  <a:pt x="469106" y="149066"/>
                </a:lnTo>
                <a:cubicBezTo>
                  <a:pt x="469106" y="145256"/>
                  <a:pt x="466249" y="142399"/>
                  <a:pt x="462439" y="142399"/>
                </a:cubicBezTo>
                <a:lnTo>
                  <a:pt x="415766" y="142399"/>
                </a:lnTo>
                <a:lnTo>
                  <a:pt x="415766" y="93821"/>
                </a:lnTo>
                <a:cubicBezTo>
                  <a:pt x="415766" y="80486"/>
                  <a:pt x="405289" y="70009"/>
                  <a:pt x="391954" y="70009"/>
                </a:cubicBezTo>
                <a:lnTo>
                  <a:pt x="333851" y="70009"/>
                </a:lnTo>
                <a:lnTo>
                  <a:pt x="333851" y="13811"/>
                </a:lnTo>
                <a:cubicBezTo>
                  <a:pt x="333851" y="10001"/>
                  <a:pt x="330994" y="7144"/>
                  <a:pt x="327184" y="7144"/>
                </a:cubicBezTo>
                <a:lnTo>
                  <a:pt x="322421" y="7144"/>
                </a:lnTo>
                <a:cubicBezTo>
                  <a:pt x="318611" y="7144"/>
                  <a:pt x="315754" y="10001"/>
                  <a:pt x="315754" y="13811"/>
                </a:cubicBezTo>
                <a:lnTo>
                  <a:pt x="315754" y="70009"/>
                </a:lnTo>
                <a:lnTo>
                  <a:pt x="290989" y="70009"/>
                </a:lnTo>
                <a:lnTo>
                  <a:pt x="290989" y="13811"/>
                </a:lnTo>
                <a:cubicBezTo>
                  <a:pt x="290989" y="10001"/>
                  <a:pt x="287179" y="7144"/>
                  <a:pt x="283369" y="7144"/>
                </a:cubicBezTo>
                <a:lnTo>
                  <a:pt x="278606" y="7144"/>
                </a:lnTo>
                <a:cubicBezTo>
                  <a:pt x="274796" y="7144"/>
                  <a:pt x="271939" y="10001"/>
                  <a:pt x="271939" y="13811"/>
                </a:cubicBezTo>
                <a:lnTo>
                  <a:pt x="271939" y="70009"/>
                </a:lnTo>
                <a:lnTo>
                  <a:pt x="247174" y="70009"/>
                </a:lnTo>
                <a:lnTo>
                  <a:pt x="247174" y="13811"/>
                </a:lnTo>
                <a:cubicBezTo>
                  <a:pt x="247174" y="10001"/>
                  <a:pt x="244316" y="7144"/>
                  <a:pt x="240506" y="7144"/>
                </a:cubicBezTo>
                <a:lnTo>
                  <a:pt x="235744" y="7144"/>
                </a:lnTo>
                <a:cubicBezTo>
                  <a:pt x="231934" y="7144"/>
                  <a:pt x="229076" y="10001"/>
                  <a:pt x="229076" y="13811"/>
                </a:cubicBezTo>
                <a:lnTo>
                  <a:pt x="229076" y="70009"/>
                </a:lnTo>
                <a:lnTo>
                  <a:pt x="204311" y="70009"/>
                </a:lnTo>
                <a:lnTo>
                  <a:pt x="204311" y="13811"/>
                </a:lnTo>
                <a:cubicBezTo>
                  <a:pt x="204311" y="10001"/>
                  <a:pt x="201454" y="7144"/>
                  <a:pt x="197644" y="7144"/>
                </a:cubicBezTo>
                <a:lnTo>
                  <a:pt x="192881" y="7144"/>
                </a:lnTo>
                <a:cubicBezTo>
                  <a:pt x="189071" y="7144"/>
                  <a:pt x="186214" y="10001"/>
                  <a:pt x="186214" y="13811"/>
                </a:cubicBezTo>
                <a:lnTo>
                  <a:pt x="186214" y="70009"/>
                </a:lnTo>
                <a:lnTo>
                  <a:pt x="161449" y="70009"/>
                </a:lnTo>
                <a:lnTo>
                  <a:pt x="161449" y="13811"/>
                </a:lnTo>
                <a:cubicBezTo>
                  <a:pt x="161449" y="10001"/>
                  <a:pt x="158591" y="7144"/>
                  <a:pt x="154781" y="7144"/>
                </a:cubicBezTo>
                <a:lnTo>
                  <a:pt x="150019" y="7144"/>
                </a:lnTo>
                <a:cubicBezTo>
                  <a:pt x="146209" y="7144"/>
                  <a:pt x="143351" y="10001"/>
                  <a:pt x="143351" y="13811"/>
                </a:cubicBezTo>
                <a:lnTo>
                  <a:pt x="143351" y="70009"/>
                </a:lnTo>
                <a:lnTo>
                  <a:pt x="88106" y="70009"/>
                </a:lnTo>
                <a:cubicBezTo>
                  <a:pt x="74771" y="70009"/>
                  <a:pt x="64294" y="81439"/>
                  <a:pt x="64294" y="93821"/>
                </a:cubicBezTo>
                <a:lnTo>
                  <a:pt x="64294" y="142399"/>
                </a:lnTo>
                <a:lnTo>
                  <a:pt x="13811" y="142399"/>
                </a:lnTo>
                <a:cubicBezTo>
                  <a:pt x="10001" y="142399"/>
                  <a:pt x="7144" y="145256"/>
                  <a:pt x="7144" y="149066"/>
                </a:cubicBezTo>
                <a:lnTo>
                  <a:pt x="7144" y="153829"/>
                </a:lnTo>
                <a:cubicBezTo>
                  <a:pt x="7144" y="157639"/>
                  <a:pt x="10001" y="160496"/>
                  <a:pt x="13811" y="160496"/>
                </a:cubicBezTo>
                <a:lnTo>
                  <a:pt x="64294" y="160496"/>
                </a:lnTo>
                <a:lnTo>
                  <a:pt x="64294" y="185261"/>
                </a:lnTo>
                <a:lnTo>
                  <a:pt x="13811" y="185261"/>
                </a:lnTo>
                <a:cubicBezTo>
                  <a:pt x="10001" y="185261"/>
                  <a:pt x="7144" y="188119"/>
                  <a:pt x="7144" y="191929"/>
                </a:cubicBezTo>
                <a:lnTo>
                  <a:pt x="7144" y="196691"/>
                </a:lnTo>
                <a:cubicBezTo>
                  <a:pt x="7144" y="200501"/>
                  <a:pt x="10001" y="203359"/>
                  <a:pt x="13811" y="203359"/>
                </a:cubicBezTo>
                <a:lnTo>
                  <a:pt x="64294" y="203359"/>
                </a:lnTo>
                <a:lnTo>
                  <a:pt x="64294" y="228124"/>
                </a:lnTo>
                <a:lnTo>
                  <a:pt x="13811" y="228124"/>
                </a:lnTo>
                <a:cubicBezTo>
                  <a:pt x="10001" y="229076"/>
                  <a:pt x="7144" y="231934"/>
                  <a:pt x="7144" y="235744"/>
                </a:cubicBezTo>
                <a:lnTo>
                  <a:pt x="7144" y="240506"/>
                </a:lnTo>
                <a:cubicBezTo>
                  <a:pt x="7144" y="244316"/>
                  <a:pt x="10001" y="247174"/>
                  <a:pt x="13811" y="247174"/>
                </a:cubicBezTo>
                <a:lnTo>
                  <a:pt x="64294" y="247174"/>
                </a:lnTo>
                <a:lnTo>
                  <a:pt x="64294" y="271939"/>
                </a:lnTo>
                <a:lnTo>
                  <a:pt x="13811" y="271939"/>
                </a:lnTo>
                <a:cubicBezTo>
                  <a:pt x="10001" y="271939"/>
                  <a:pt x="7144" y="274796"/>
                  <a:pt x="7144" y="278606"/>
                </a:cubicBezTo>
                <a:lnTo>
                  <a:pt x="7144" y="283369"/>
                </a:lnTo>
                <a:cubicBezTo>
                  <a:pt x="7144" y="287179"/>
                  <a:pt x="10001" y="290036"/>
                  <a:pt x="13811" y="290036"/>
                </a:cubicBezTo>
                <a:lnTo>
                  <a:pt x="64294" y="290036"/>
                </a:lnTo>
                <a:lnTo>
                  <a:pt x="64294" y="314801"/>
                </a:lnTo>
                <a:lnTo>
                  <a:pt x="13811" y="314801"/>
                </a:lnTo>
                <a:cubicBezTo>
                  <a:pt x="10001" y="314801"/>
                  <a:pt x="7144" y="317659"/>
                  <a:pt x="7144" y="321469"/>
                </a:cubicBezTo>
                <a:lnTo>
                  <a:pt x="7144" y="326231"/>
                </a:lnTo>
                <a:cubicBezTo>
                  <a:pt x="7144" y="330041"/>
                  <a:pt x="10001" y="332899"/>
                  <a:pt x="13811" y="332899"/>
                </a:cubicBezTo>
                <a:lnTo>
                  <a:pt x="64294" y="332899"/>
                </a:lnTo>
                <a:lnTo>
                  <a:pt x="64294" y="380524"/>
                </a:lnTo>
                <a:cubicBezTo>
                  <a:pt x="64294" y="393859"/>
                  <a:pt x="74771" y="404336"/>
                  <a:pt x="88106" y="404336"/>
                </a:cubicBezTo>
                <a:lnTo>
                  <a:pt x="142399" y="404336"/>
                </a:lnTo>
                <a:lnTo>
                  <a:pt x="142399" y="461486"/>
                </a:lnTo>
                <a:cubicBezTo>
                  <a:pt x="142399" y="465296"/>
                  <a:pt x="145256" y="468154"/>
                  <a:pt x="149066" y="468154"/>
                </a:cubicBezTo>
                <a:lnTo>
                  <a:pt x="153829" y="468154"/>
                </a:lnTo>
                <a:cubicBezTo>
                  <a:pt x="157639" y="468154"/>
                  <a:pt x="160496" y="465296"/>
                  <a:pt x="160496" y="461486"/>
                </a:cubicBezTo>
                <a:lnTo>
                  <a:pt x="160496" y="404336"/>
                </a:lnTo>
                <a:lnTo>
                  <a:pt x="185261" y="404336"/>
                </a:lnTo>
                <a:lnTo>
                  <a:pt x="185261" y="461486"/>
                </a:lnTo>
                <a:cubicBezTo>
                  <a:pt x="185261" y="465296"/>
                  <a:pt x="188119" y="468154"/>
                  <a:pt x="191929" y="468154"/>
                </a:cubicBezTo>
                <a:lnTo>
                  <a:pt x="196691" y="468154"/>
                </a:lnTo>
                <a:cubicBezTo>
                  <a:pt x="200501" y="468154"/>
                  <a:pt x="203359" y="465296"/>
                  <a:pt x="203359" y="461486"/>
                </a:cubicBezTo>
                <a:lnTo>
                  <a:pt x="203359" y="404336"/>
                </a:lnTo>
                <a:lnTo>
                  <a:pt x="228124" y="404336"/>
                </a:lnTo>
                <a:lnTo>
                  <a:pt x="228124" y="461486"/>
                </a:lnTo>
                <a:cubicBezTo>
                  <a:pt x="228124" y="465296"/>
                  <a:pt x="230981" y="468154"/>
                  <a:pt x="234791" y="468154"/>
                </a:cubicBezTo>
                <a:lnTo>
                  <a:pt x="239554" y="468154"/>
                </a:lnTo>
                <a:cubicBezTo>
                  <a:pt x="243364" y="468154"/>
                  <a:pt x="246221" y="465296"/>
                  <a:pt x="246221" y="461486"/>
                </a:cubicBezTo>
                <a:lnTo>
                  <a:pt x="246221" y="404336"/>
                </a:lnTo>
                <a:lnTo>
                  <a:pt x="270986" y="404336"/>
                </a:lnTo>
                <a:lnTo>
                  <a:pt x="270986" y="461486"/>
                </a:lnTo>
                <a:cubicBezTo>
                  <a:pt x="270986" y="465296"/>
                  <a:pt x="273844" y="468154"/>
                  <a:pt x="277654" y="468154"/>
                </a:cubicBezTo>
                <a:lnTo>
                  <a:pt x="283369" y="468154"/>
                </a:lnTo>
                <a:cubicBezTo>
                  <a:pt x="287179" y="468154"/>
                  <a:pt x="290036" y="465296"/>
                  <a:pt x="290036" y="461486"/>
                </a:cubicBezTo>
                <a:lnTo>
                  <a:pt x="290036" y="404336"/>
                </a:lnTo>
                <a:lnTo>
                  <a:pt x="314801" y="404336"/>
                </a:lnTo>
                <a:lnTo>
                  <a:pt x="314801" y="461486"/>
                </a:lnTo>
                <a:cubicBezTo>
                  <a:pt x="314801" y="465296"/>
                  <a:pt x="317659" y="468154"/>
                  <a:pt x="321469" y="468154"/>
                </a:cubicBezTo>
                <a:lnTo>
                  <a:pt x="326231" y="468154"/>
                </a:lnTo>
                <a:cubicBezTo>
                  <a:pt x="330041" y="468154"/>
                  <a:pt x="332899" y="465296"/>
                  <a:pt x="332899" y="461486"/>
                </a:cubicBezTo>
                <a:lnTo>
                  <a:pt x="332899" y="404336"/>
                </a:lnTo>
                <a:lnTo>
                  <a:pt x="391001" y="404336"/>
                </a:lnTo>
                <a:cubicBezTo>
                  <a:pt x="404336" y="404336"/>
                  <a:pt x="414814" y="393859"/>
                  <a:pt x="414814" y="380524"/>
                </a:cubicBezTo>
                <a:lnTo>
                  <a:pt x="414814" y="332899"/>
                </a:lnTo>
                <a:lnTo>
                  <a:pt x="461486" y="332899"/>
                </a:lnTo>
                <a:cubicBezTo>
                  <a:pt x="465296" y="332899"/>
                  <a:pt x="468154" y="330041"/>
                  <a:pt x="468154" y="326231"/>
                </a:cubicBezTo>
                <a:lnTo>
                  <a:pt x="468154" y="321469"/>
                </a:lnTo>
                <a:cubicBezTo>
                  <a:pt x="468154" y="317659"/>
                  <a:pt x="465296" y="314801"/>
                  <a:pt x="461486" y="314801"/>
                </a:cubicBezTo>
                <a:lnTo>
                  <a:pt x="414814" y="314801"/>
                </a:lnTo>
                <a:lnTo>
                  <a:pt x="414814" y="290036"/>
                </a:lnTo>
                <a:lnTo>
                  <a:pt x="461486" y="290036"/>
                </a:lnTo>
                <a:cubicBezTo>
                  <a:pt x="465296" y="290036"/>
                  <a:pt x="468154" y="287179"/>
                  <a:pt x="468154" y="283369"/>
                </a:cubicBezTo>
                <a:lnTo>
                  <a:pt x="468154" y="278606"/>
                </a:lnTo>
                <a:cubicBezTo>
                  <a:pt x="468154" y="274796"/>
                  <a:pt x="465296" y="271939"/>
                  <a:pt x="461486" y="271939"/>
                </a:cubicBezTo>
                <a:lnTo>
                  <a:pt x="414814" y="271939"/>
                </a:lnTo>
                <a:lnTo>
                  <a:pt x="414814" y="247174"/>
                </a:lnTo>
                <a:lnTo>
                  <a:pt x="461486" y="247174"/>
                </a:lnTo>
                <a:cubicBezTo>
                  <a:pt x="465296" y="247174"/>
                  <a:pt x="468154" y="244316"/>
                  <a:pt x="468154" y="240506"/>
                </a:cubicBezTo>
                <a:lnTo>
                  <a:pt x="468154" y="235744"/>
                </a:lnTo>
                <a:cubicBezTo>
                  <a:pt x="468154" y="231934"/>
                  <a:pt x="465296" y="229076"/>
                  <a:pt x="461486" y="229076"/>
                </a:cubicBezTo>
                <a:lnTo>
                  <a:pt x="414814" y="229076"/>
                </a:lnTo>
                <a:lnTo>
                  <a:pt x="414814" y="204311"/>
                </a:lnTo>
                <a:lnTo>
                  <a:pt x="461486" y="204311"/>
                </a:lnTo>
                <a:cubicBezTo>
                  <a:pt x="465296" y="204311"/>
                  <a:pt x="468154" y="201454"/>
                  <a:pt x="468154" y="197644"/>
                </a:cubicBezTo>
                <a:lnTo>
                  <a:pt x="468154" y="192881"/>
                </a:lnTo>
                <a:cubicBezTo>
                  <a:pt x="468154" y="189071"/>
                  <a:pt x="465296" y="186214"/>
                  <a:pt x="461486" y="186214"/>
                </a:cubicBezTo>
                <a:lnTo>
                  <a:pt x="414814" y="186214"/>
                </a:lnTo>
                <a:lnTo>
                  <a:pt x="414814" y="161449"/>
                </a:lnTo>
                <a:lnTo>
                  <a:pt x="462439" y="161449"/>
                </a:lnTo>
                <a:close/>
              </a:path>
            </a:pathLst>
          </a:custGeom>
          <a:solidFill>
            <a:schemeClr val="accent1"/>
          </a:solidFill>
          <a:ln w="9525" cap="flat">
            <a:noFill/>
            <a:prstDash val="solid"/>
            <a:miter/>
          </a:ln>
        </p:spPr>
        <p:txBody>
          <a:bodyPr rtlCol="0" anchor="ctr"/>
          <a:lstStyle/>
          <a:p>
            <a:endParaRPr lang="en-US"/>
          </a:p>
        </p:txBody>
      </p:sp>
      <p:sp>
        <p:nvSpPr>
          <p:cNvPr id="31" name="Oval 3">
            <a:extLst>
              <a:ext uri="{FF2B5EF4-FFF2-40B4-BE49-F238E27FC236}">
                <a16:creationId xmlns:a16="http://schemas.microsoft.com/office/drawing/2014/main" id="{970AE77A-625E-4D0F-90FD-D8A01ED341C5}"/>
              </a:ext>
            </a:extLst>
          </p:cNvPr>
          <p:cNvSpPr/>
          <p:nvPr/>
        </p:nvSpPr>
        <p:spPr>
          <a:xfrm flipH="1">
            <a:off x="8610310" y="1968456"/>
            <a:ext cx="216118" cy="21611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2" name="Oval 4">
            <a:extLst>
              <a:ext uri="{FF2B5EF4-FFF2-40B4-BE49-F238E27FC236}">
                <a16:creationId xmlns:a16="http://schemas.microsoft.com/office/drawing/2014/main" id="{3B08EE45-48A7-4076-BC52-19DEBDCFDCE5}"/>
              </a:ext>
            </a:extLst>
          </p:cNvPr>
          <p:cNvSpPr/>
          <p:nvPr/>
        </p:nvSpPr>
        <p:spPr>
          <a:xfrm flipH="1">
            <a:off x="6349815" y="1825365"/>
            <a:ext cx="549613" cy="549613"/>
          </a:xfrm>
          <a:prstGeom prst="ellipse">
            <a:avLst/>
          </a:prstGeom>
          <a:noFill/>
          <a:ln w="2540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sp>
        <p:nvSpPr>
          <p:cNvPr id="35" name="TextBox 34">
            <a:extLst>
              <a:ext uri="{FF2B5EF4-FFF2-40B4-BE49-F238E27FC236}">
                <a16:creationId xmlns:a16="http://schemas.microsoft.com/office/drawing/2014/main" id="{49A0B535-456F-4B1B-8A42-1F1B2689E932}"/>
              </a:ext>
            </a:extLst>
          </p:cNvPr>
          <p:cNvSpPr txBox="1"/>
          <p:nvPr/>
        </p:nvSpPr>
        <p:spPr>
          <a:xfrm flipH="1">
            <a:off x="1573587" y="1742080"/>
            <a:ext cx="4616539" cy="369332"/>
          </a:xfrm>
          <a:prstGeom prst="rect">
            <a:avLst/>
          </a:prstGeom>
          <a:noFill/>
        </p:spPr>
        <p:txBody>
          <a:bodyPr wrap="square" rtlCol="0">
            <a:spAutoFit/>
          </a:bodyPr>
          <a:lstStyle/>
          <a:p>
            <a:r>
              <a:rPr lang="en-US" altLang="ko-KR" b="1" dirty="0" smtClean="0">
                <a:solidFill>
                  <a:schemeClr val="tx1">
                    <a:lumMod val="75000"/>
                    <a:lumOff val="25000"/>
                  </a:schemeClr>
                </a:solidFill>
              </a:rPr>
              <a:t>Secure registration and Login</a:t>
            </a:r>
            <a:endParaRPr lang="ko-KR" altLang="en-US" b="1" dirty="0">
              <a:solidFill>
                <a:schemeClr val="tx1">
                  <a:lumMod val="75000"/>
                  <a:lumOff val="25000"/>
                </a:schemeClr>
              </a:solidFill>
            </a:endParaRPr>
          </a:p>
        </p:txBody>
      </p:sp>
      <p:sp>
        <p:nvSpPr>
          <p:cNvPr id="36" name="Oval 8">
            <a:extLst>
              <a:ext uri="{FF2B5EF4-FFF2-40B4-BE49-F238E27FC236}">
                <a16:creationId xmlns:a16="http://schemas.microsoft.com/office/drawing/2014/main" id="{BDD774D4-8B0C-448D-B8AC-EF75C0D1DD15}"/>
              </a:ext>
            </a:extLst>
          </p:cNvPr>
          <p:cNvSpPr/>
          <p:nvPr/>
        </p:nvSpPr>
        <p:spPr>
          <a:xfrm flipH="1">
            <a:off x="5404188" y="3661611"/>
            <a:ext cx="549613" cy="549613"/>
          </a:xfrm>
          <a:prstGeom prst="ellipse">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sp>
        <p:nvSpPr>
          <p:cNvPr id="39" name="TextBox 38">
            <a:extLst>
              <a:ext uri="{FF2B5EF4-FFF2-40B4-BE49-F238E27FC236}">
                <a16:creationId xmlns:a16="http://schemas.microsoft.com/office/drawing/2014/main" id="{ADDB6D56-A5A8-423E-964F-94C0E3E9F965}"/>
              </a:ext>
            </a:extLst>
          </p:cNvPr>
          <p:cNvSpPr txBox="1"/>
          <p:nvPr/>
        </p:nvSpPr>
        <p:spPr>
          <a:xfrm flipH="1">
            <a:off x="627961" y="3578326"/>
            <a:ext cx="4616539" cy="646331"/>
          </a:xfrm>
          <a:prstGeom prst="rect">
            <a:avLst/>
          </a:prstGeom>
          <a:noFill/>
        </p:spPr>
        <p:txBody>
          <a:bodyPr wrap="square" rtlCol="0">
            <a:spAutoFit/>
          </a:bodyPr>
          <a:lstStyle/>
          <a:p>
            <a:r>
              <a:rPr lang="en-US" altLang="ko-KR" b="1" dirty="0" smtClean="0">
                <a:solidFill>
                  <a:schemeClr val="tx1">
                    <a:lumMod val="75000"/>
                    <a:lumOff val="25000"/>
                  </a:schemeClr>
                </a:solidFill>
              </a:rPr>
              <a:t>Start new project, Save draft and continue later</a:t>
            </a:r>
            <a:endParaRPr lang="ko-KR" altLang="en-US" b="1" dirty="0">
              <a:solidFill>
                <a:schemeClr val="tx1">
                  <a:lumMod val="75000"/>
                  <a:lumOff val="25000"/>
                </a:schemeClr>
              </a:solidFill>
            </a:endParaRPr>
          </a:p>
        </p:txBody>
      </p:sp>
      <p:sp>
        <p:nvSpPr>
          <p:cNvPr id="40" name="Oval 12">
            <a:extLst>
              <a:ext uri="{FF2B5EF4-FFF2-40B4-BE49-F238E27FC236}">
                <a16:creationId xmlns:a16="http://schemas.microsoft.com/office/drawing/2014/main" id="{1C589798-FBC8-4914-8A05-5D5F99A89A1D}"/>
              </a:ext>
            </a:extLst>
          </p:cNvPr>
          <p:cNvSpPr/>
          <p:nvPr/>
        </p:nvSpPr>
        <p:spPr>
          <a:xfrm flipH="1">
            <a:off x="6473642" y="5497857"/>
            <a:ext cx="549613" cy="549613"/>
          </a:xfrm>
          <a:prstGeom prst="ellipse">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sp>
        <p:nvSpPr>
          <p:cNvPr id="43" name="TextBox 42">
            <a:extLst>
              <a:ext uri="{FF2B5EF4-FFF2-40B4-BE49-F238E27FC236}">
                <a16:creationId xmlns:a16="http://schemas.microsoft.com/office/drawing/2014/main" id="{6CF77379-64DD-4B62-87C0-32704F591151}"/>
              </a:ext>
            </a:extLst>
          </p:cNvPr>
          <p:cNvSpPr txBox="1"/>
          <p:nvPr/>
        </p:nvSpPr>
        <p:spPr>
          <a:xfrm flipH="1">
            <a:off x="1697415" y="5414572"/>
            <a:ext cx="4616539" cy="646331"/>
          </a:xfrm>
          <a:prstGeom prst="rect">
            <a:avLst/>
          </a:prstGeom>
          <a:noFill/>
        </p:spPr>
        <p:txBody>
          <a:bodyPr wrap="square" rtlCol="0">
            <a:spAutoFit/>
          </a:bodyPr>
          <a:lstStyle/>
          <a:p>
            <a:r>
              <a:rPr lang="en-US" altLang="ko-KR" b="1" dirty="0" smtClean="0">
                <a:solidFill>
                  <a:schemeClr val="tx1">
                    <a:lumMod val="75000"/>
                    <a:lumOff val="25000"/>
                  </a:schemeClr>
                </a:solidFill>
              </a:rPr>
              <a:t>View feedback and download certificates </a:t>
            </a:r>
            <a:endParaRPr lang="ko-KR" altLang="en-US" b="1" dirty="0">
              <a:solidFill>
                <a:schemeClr val="tx1">
                  <a:lumMod val="75000"/>
                  <a:lumOff val="25000"/>
                </a:schemeClr>
              </a:solidFill>
            </a:endParaRPr>
          </a:p>
        </p:txBody>
      </p:sp>
      <p:sp>
        <p:nvSpPr>
          <p:cNvPr id="44" name="Oval 16">
            <a:extLst>
              <a:ext uri="{FF2B5EF4-FFF2-40B4-BE49-F238E27FC236}">
                <a16:creationId xmlns:a16="http://schemas.microsoft.com/office/drawing/2014/main" id="{D164EA26-E79D-470E-AD68-936983122026}"/>
              </a:ext>
            </a:extLst>
          </p:cNvPr>
          <p:cNvSpPr/>
          <p:nvPr/>
        </p:nvSpPr>
        <p:spPr>
          <a:xfrm flipH="1">
            <a:off x="5654120" y="2743488"/>
            <a:ext cx="549613" cy="549613"/>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chemeClr val="tx1">
                  <a:lumMod val="75000"/>
                  <a:lumOff val="25000"/>
                </a:schemeClr>
              </a:solidFill>
            </a:endParaRPr>
          </a:p>
        </p:txBody>
      </p:sp>
      <p:sp>
        <p:nvSpPr>
          <p:cNvPr id="47" name="TextBox 46">
            <a:extLst>
              <a:ext uri="{FF2B5EF4-FFF2-40B4-BE49-F238E27FC236}">
                <a16:creationId xmlns:a16="http://schemas.microsoft.com/office/drawing/2014/main" id="{9D7FF844-A3B5-4D05-A56C-A6EA31D2C3F9}"/>
              </a:ext>
            </a:extLst>
          </p:cNvPr>
          <p:cNvSpPr txBox="1"/>
          <p:nvPr/>
        </p:nvSpPr>
        <p:spPr>
          <a:xfrm flipH="1">
            <a:off x="877893" y="2660202"/>
            <a:ext cx="4616539" cy="369332"/>
          </a:xfrm>
          <a:prstGeom prst="rect">
            <a:avLst/>
          </a:prstGeom>
          <a:noFill/>
        </p:spPr>
        <p:txBody>
          <a:bodyPr wrap="square" rtlCol="0">
            <a:spAutoFit/>
          </a:bodyPr>
          <a:lstStyle/>
          <a:p>
            <a:r>
              <a:rPr lang="en-US" altLang="ko-KR" b="1" dirty="0" smtClean="0">
                <a:solidFill>
                  <a:schemeClr val="tx1">
                    <a:lumMod val="75000"/>
                    <a:lumOff val="25000"/>
                  </a:schemeClr>
                </a:solidFill>
              </a:rPr>
              <a:t>Personal Dashboard with user Profile</a:t>
            </a:r>
            <a:endParaRPr lang="ko-KR" altLang="en-US" b="1" dirty="0">
              <a:solidFill>
                <a:schemeClr val="tx1">
                  <a:lumMod val="75000"/>
                  <a:lumOff val="25000"/>
                </a:schemeClr>
              </a:solidFill>
            </a:endParaRPr>
          </a:p>
        </p:txBody>
      </p:sp>
      <p:sp>
        <p:nvSpPr>
          <p:cNvPr id="48" name="Oval 20">
            <a:extLst>
              <a:ext uri="{FF2B5EF4-FFF2-40B4-BE49-F238E27FC236}">
                <a16:creationId xmlns:a16="http://schemas.microsoft.com/office/drawing/2014/main" id="{8D8DC9EF-7E9C-40A7-A3F9-4EE1F04825DA}"/>
              </a:ext>
            </a:extLst>
          </p:cNvPr>
          <p:cNvSpPr/>
          <p:nvPr/>
        </p:nvSpPr>
        <p:spPr>
          <a:xfrm flipH="1">
            <a:off x="5629737" y="4579734"/>
            <a:ext cx="549613" cy="549613"/>
          </a:xfrm>
          <a:prstGeom prst="ellipse">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sp>
        <p:nvSpPr>
          <p:cNvPr id="51" name="TextBox 50">
            <a:extLst>
              <a:ext uri="{FF2B5EF4-FFF2-40B4-BE49-F238E27FC236}">
                <a16:creationId xmlns:a16="http://schemas.microsoft.com/office/drawing/2014/main" id="{CD341910-4696-4FE2-B638-655FFDB256F2}"/>
              </a:ext>
            </a:extLst>
          </p:cNvPr>
          <p:cNvSpPr txBox="1"/>
          <p:nvPr/>
        </p:nvSpPr>
        <p:spPr>
          <a:xfrm flipH="1">
            <a:off x="853510" y="4496448"/>
            <a:ext cx="4616539" cy="369332"/>
          </a:xfrm>
          <a:prstGeom prst="rect">
            <a:avLst/>
          </a:prstGeom>
          <a:noFill/>
        </p:spPr>
        <p:txBody>
          <a:bodyPr wrap="square" rtlCol="0">
            <a:spAutoFit/>
          </a:bodyPr>
          <a:lstStyle/>
          <a:p>
            <a:r>
              <a:rPr lang="en-US" altLang="ko-KR" b="1" dirty="0" smtClean="0">
                <a:solidFill>
                  <a:schemeClr val="tx1">
                    <a:lumMod val="75000"/>
                    <a:lumOff val="25000"/>
                  </a:schemeClr>
                </a:solidFill>
              </a:rPr>
              <a:t>Upload files and view submission status</a:t>
            </a:r>
            <a:endParaRPr lang="ko-KR" altLang="en-US" b="1" dirty="0">
              <a:solidFill>
                <a:schemeClr val="tx1">
                  <a:lumMod val="75000"/>
                  <a:lumOff val="25000"/>
                </a:schemeClr>
              </a:solidFill>
            </a:endParaRPr>
          </a:p>
        </p:txBody>
      </p:sp>
      <p:sp>
        <p:nvSpPr>
          <p:cNvPr id="52" name="Oval 24">
            <a:extLst>
              <a:ext uri="{FF2B5EF4-FFF2-40B4-BE49-F238E27FC236}">
                <a16:creationId xmlns:a16="http://schemas.microsoft.com/office/drawing/2014/main" id="{1A3C7B3C-523A-409E-BAD7-3473239E6323}"/>
              </a:ext>
            </a:extLst>
          </p:cNvPr>
          <p:cNvSpPr/>
          <p:nvPr/>
        </p:nvSpPr>
        <p:spPr>
          <a:xfrm flipH="1">
            <a:off x="7581254" y="2886580"/>
            <a:ext cx="216118" cy="21611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3" name="Oval 25">
            <a:extLst>
              <a:ext uri="{FF2B5EF4-FFF2-40B4-BE49-F238E27FC236}">
                <a16:creationId xmlns:a16="http://schemas.microsoft.com/office/drawing/2014/main" id="{0A2263C6-1927-45AC-9FB6-2735A6145017}"/>
              </a:ext>
            </a:extLst>
          </p:cNvPr>
          <p:cNvSpPr/>
          <p:nvPr/>
        </p:nvSpPr>
        <p:spPr>
          <a:xfrm flipH="1">
            <a:off x="7348378" y="3804702"/>
            <a:ext cx="216118" cy="21611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4" name="Oval 26">
            <a:extLst>
              <a:ext uri="{FF2B5EF4-FFF2-40B4-BE49-F238E27FC236}">
                <a16:creationId xmlns:a16="http://schemas.microsoft.com/office/drawing/2014/main" id="{732E7DCE-8A67-4F28-8155-D162899FD6EC}"/>
              </a:ext>
            </a:extLst>
          </p:cNvPr>
          <p:cNvSpPr/>
          <p:nvPr/>
        </p:nvSpPr>
        <p:spPr>
          <a:xfrm flipH="1">
            <a:off x="7601706" y="4722826"/>
            <a:ext cx="216118" cy="21611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5" name="Oval 27">
            <a:extLst>
              <a:ext uri="{FF2B5EF4-FFF2-40B4-BE49-F238E27FC236}">
                <a16:creationId xmlns:a16="http://schemas.microsoft.com/office/drawing/2014/main" id="{870146C4-0C8E-4600-BF53-D7C225FEF9A2}"/>
              </a:ext>
            </a:extLst>
          </p:cNvPr>
          <p:cNvSpPr/>
          <p:nvPr/>
        </p:nvSpPr>
        <p:spPr>
          <a:xfrm flipH="1">
            <a:off x="8610310" y="5640948"/>
            <a:ext cx="216118" cy="21611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56" name="Straight Connector 28">
            <a:extLst>
              <a:ext uri="{FF2B5EF4-FFF2-40B4-BE49-F238E27FC236}">
                <a16:creationId xmlns:a16="http://schemas.microsoft.com/office/drawing/2014/main" id="{1FA3DD29-772D-4440-AD10-BC615EA8CAF2}"/>
              </a:ext>
            </a:extLst>
          </p:cNvPr>
          <p:cNvCxnSpPr>
            <a:cxnSpLocks/>
          </p:cNvCxnSpPr>
          <p:nvPr/>
        </p:nvCxnSpPr>
        <p:spPr>
          <a:xfrm flipH="1">
            <a:off x="7214446" y="2076563"/>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29">
            <a:extLst>
              <a:ext uri="{FF2B5EF4-FFF2-40B4-BE49-F238E27FC236}">
                <a16:creationId xmlns:a16="http://schemas.microsoft.com/office/drawing/2014/main" id="{6D9F0FAE-F634-4890-B327-626DB9DA48CF}"/>
              </a:ext>
            </a:extLst>
          </p:cNvPr>
          <p:cNvCxnSpPr>
            <a:cxnSpLocks/>
          </p:cNvCxnSpPr>
          <p:nvPr/>
        </p:nvCxnSpPr>
        <p:spPr>
          <a:xfrm flipH="1">
            <a:off x="6352070" y="2994686"/>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30">
            <a:extLst>
              <a:ext uri="{FF2B5EF4-FFF2-40B4-BE49-F238E27FC236}">
                <a16:creationId xmlns:a16="http://schemas.microsoft.com/office/drawing/2014/main" id="{0604DC14-A9A2-43ED-8086-EBD05CD2DC9E}"/>
              </a:ext>
            </a:extLst>
          </p:cNvPr>
          <p:cNvCxnSpPr>
            <a:cxnSpLocks/>
          </p:cNvCxnSpPr>
          <p:nvPr/>
        </p:nvCxnSpPr>
        <p:spPr>
          <a:xfrm flipH="1">
            <a:off x="6110666" y="3912809"/>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31">
            <a:extLst>
              <a:ext uri="{FF2B5EF4-FFF2-40B4-BE49-F238E27FC236}">
                <a16:creationId xmlns:a16="http://schemas.microsoft.com/office/drawing/2014/main" id="{1B442EEA-ED5C-4344-8BF5-42D0F228A78C}"/>
              </a:ext>
            </a:extLst>
          </p:cNvPr>
          <p:cNvCxnSpPr>
            <a:cxnSpLocks/>
          </p:cNvCxnSpPr>
          <p:nvPr/>
        </p:nvCxnSpPr>
        <p:spPr>
          <a:xfrm flipH="1">
            <a:off x="6350104" y="4830932"/>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32">
            <a:extLst>
              <a:ext uri="{FF2B5EF4-FFF2-40B4-BE49-F238E27FC236}">
                <a16:creationId xmlns:a16="http://schemas.microsoft.com/office/drawing/2014/main" id="{98138244-D9EF-4DC6-A25E-FA6308937412}"/>
              </a:ext>
            </a:extLst>
          </p:cNvPr>
          <p:cNvCxnSpPr>
            <a:cxnSpLocks/>
          </p:cNvCxnSpPr>
          <p:nvPr/>
        </p:nvCxnSpPr>
        <p:spPr>
          <a:xfrm flipH="1">
            <a:off x="7276360" y="5749055"/>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61" name="Parallelogram 30">
            <a:extLst>
              <a:ext uri="{FF2B5EF4-FFF2-40B4-BE49-F238E27FC236}">
                <a16:creationId xmlns:a16="http://schemas.microsoft.com/office/drawing/2014/main" id="{B4EEFE79-A2E8-439E-80E4-55A1EC5D92A4}"/>
              </a:ext>
            </a:extLst>
          </p:cNvPr>
          <p:cNvSpPr/>
          <p:nvPr/>
        </p:nvSpPr>
        <p:spPr>
          <a:xfrm>
            <a:off x="6589058" y="5628122"/>
            <a:ext cx="292786" cy="293510"/>
          </a:xfrm>
          <a:custGeom>
            <a:avLst/>
            <a:gdLst/>
            <a:ahLst/>
            <a:cxnLst/>
            <a:rect l="l" t="t" r="r" b="b"/>
            <a:pathLst>
              <a:path w="3240000" h="3248012">
                <a:moveTo>
                  <a:pt x="712553" y="858820"/>
                </a:moveTo>
                <a:cubicBezTo>
                  <a:pt x="727950" y="858820"/>
                  <a:pt x="743348" y="864694"/>
                  <a:pt x="755096" y="876443"/>
                </a:cubicBezTo>
                <a:lnTo>
                  <a:pt x="1193671" y="1315016"/>
                </a:lnTo>
                <a:lnTo>
                  <a:pt x="1509169" y="999517"/>
                </a:lnTo>
                <a:cubicBezTo>
                  <a:pt x="1509517" y="999169"/>
                  <a:pt x="1509868" y="998827"/>
                  <a:pt x="1510414" y="998691"/>
                </a:cubicBezTo>
                <a:lnTo>
                  <a:pt x="1518932" y="988592"/>
                </a:lnTo>
                <a:cubicBezTo>
                  <a:pt x="1531945" y="978263"/>
                  <a:pt x="1547912" y="974188"/>
                  <a:pt x="1563209" y="975946"/>
                </a:cubicBezTo>
                <a:cubicBezTo>
                  <a:pt x="1578505" y="977705"/>
                  <a:pt x="1593131" y="985299"/>
                  <a:pt x="1603459" y="998313"/>
                </a:cubicBezTo>
                <a:lnTo>
                  <a:pt x="1892346" y="1362277"/>
                </a:lnTo>
                <a:lnTo>
                  <a:pt x="2149759" y="1177067"/>
                </a:lnTo>
                <a:lnTo>
                  <a:pt x="2151621" y="1174867"/>
                </a:lnTo>
                <a:cubicBezTo>
                  <a:pt x="2159033" y="1169006"/>
                  <a:pt x="2167397" y="1165168"/>
                  <a:pt x="2176160" y="1163802"/>
                </a:cubicBezTo>
                <a:cubicBezTo>
                  <a:pt x="2177188" y="1163485"/>
                  <a:pt x="2178237" y="1163269"/>
                  <a:pt x="2179375" y="1163558"/>
                </a:cubicBezTo>
                <a:cubicBezTo>
                  <a:pt x="2184768" y="1161771"/>
                  <a:pt x="2190389" y="1161654"/>
                  <a:pt x="2195921" y="1162300"/>
                </a:cubicBezTo>
                <a:cubicBezTo>
                  <a:pt x="2196662" y="1162386"/>
                  <a:pt x="2197402" y="1162487"/>
                  <a:pt x="2198081" y="1162987"/>
                </a:cubicBezTo>
                <a:cubicBezTo>
                  <a:pt x="2202197" y="1163290"/>
                  <a:pt x="2206218" y="1164270"/>
                  <a:pt x="2209739" y="1166702"/>
                </a:cubicBezTo>
                <a:cubicBezTo>
                  <a:pt x="2213116" y="1166857"/>
                  <a:pt x="2216051" y="1168231"/>
                  <a:pt x="2218766" y="1170038"/>
                </a:cubicBezTo>
                <a:cubicBezTo>
                  <a:pt x="2225342" y="1173160"/>
                  <a:pt x="2231151" y="1177875"/>
                  <a:pt x="2235489" y="1184194"/>
                </a:cubicBezTo>
                <a:lnTo>
                  <a:pt x="2236132" y="1184737"/>
                </a:lnTo>
                <a:lnTo>
                  <a:pt x="2236287" y="1184934"/>
                </a:lnTo>
                <a:lnTo>
                  <a:pt x="2238712" y="1187183"/>
                </a:lnTo>
                <a:cubicBezTo>
                  <a:pt x="2239115" y="1187744"/>
                  <a:pt x="2239507" y="1188310"/>
                  <a:pt x="2239574" y="1189090"/>
                </a:cubicBezTo>
                <a:lnTo>
                  <a:pt x="2540580" y="1569705"/>
                </a:lnTo>
                <a:cubicBezTo>
                  <a:pt x="2561191" y="1595768"/>
                  <a:pt x="2556772" y="1633604"/>
                  <a:pt x="2530710" y="1654215"/>
                </a:cubicBezTo>
                <a:cubicBezTo>
                  <a:pt x="2504647" y="1674827"/>
                  <a:pt x="2466811" y="1670408"/>
                  <a:pt x="2446199" y="1644345"/>
                </a:cubicBezTo>
                <a:lnTo>
                  <a:pt x="2177884" y="1305067"/>
                </a:lnTo>
                <a:lnTo>
                  <a:pt x="1934804" y="1479967"/>
                </a:lnTo>
                <a:cubicBezTo>
                  <a:pt x="1927367" y="1485317"/>
                  <a:pt x="1919123" y="1488726"/>
                  <a:pt x="1910598" y="1489881"/>
                </a:cubicBezTo>
                <a:cubicBezTo>
                  <a:pt x="1885257" y="1507791"/>
                  <a:pt x="1850121" y="1502627"/>
                  <a:pt x="1830495" y="1477903"/>
                </a:cubicBezTo>
                <a:lnTo>
                  <a:pt x="1551924" y="1126933"/>
                </a:lnTo>
                <a:lnTo>
                  <a:pt x="1239041" y="1439816"/>
                </a:lnTo>
                <a:cubicBezTo>
                  <a:pt x="1226569" y="1452288"/>
                  <a:pt x="1209983" y="1458139"/>
                  <a:pt x="1193674" y="1456888"/>
                </a:cubicBezTo>
                <a:cubicBezTo>
                  <a:pt x="1177363" y="1458142"/>
                  <a:pt x="1160774" y="1452290"/>
                  <a:pt x="1148301" y="1439816"/>
                </a:cubicBezTo>
                <a:lnTo>
                  <a:pt x="670011" y="961527"/>
                </a:lnTo>
                <a:cubicBezTo>
                  <a:pt x="646515" y="938031"/>
                  <a:pt x="646515" y="899938"/>
                  <a:pt x="670011" y="876442"/>
                </a:cubicBezTo>
                <a:cubicBezTo>
                  <a:pt x="681760" y="864694"/>
                  <a:pt x="697157" y="858820"/>
                  <a:pt x="712553" y="858820"/>
                </a:cubicBezTo>
                <a:close/>
                <a:moveTo>
                  <a:pt x="2790000" y="699581"/>
                </a:moveTo>
                <a:lnTo>
                  <a:pt x="450000" y="699581"/>
                </a:lnTo>
                <a:lnTo>
                  <a:pt x="450000" y="1851581"/>
                </a:lnTo>
                <a:lnTo>
                  <a:pt x="2790000" y="1851581"/>
                </a:lnTo>
                <a:close/>
                <a:moveTo>
                  <a:pt x="2987972" y="519497"/>
                </a:moveTo>
                <a:lnTo>
                  <a:pt x="2987972" y="2031665"/>
                </a:lnTo>
                <a:lnTo>
                  <a:pt x="252028" y="2031665"/>
                </a:lnTo>
                <a:lnTo>
                  <a:pt x="252028" y="519497"/>
                </a:lnTo>
                <a:close/>
                <a:moveTo>
                  <a:pt x="1620000" y="0"/>
                </a:moveTo>
                <a:cubicBezTo>
                  <a:pt x="1540462" y="0"/>
                  <a:pt x="1475984" y="64478"/>
                  <a:pt x="1475984" y="144016"/>
                </a:cubicBezTo>
                <a:lnTo>
                  <a:pt x="1475984" y="267469"/>
                </a:lnTo>
                <a:lnTo>
                  <a:pt x="0" y="267469"/>
                </a:lnTo>
                <a:lnTo>
                  <a:pt x="0" y="2283693"/>
                </a:lnTo>
                <a:lnTo>
                  <a:pt x="852101" y="2283693"/>
                </a:lnTo>
                <a:lnTo>
                  <a:pt x="323771" y="3248012"/>
                </a:lnTo>
                <a:lnTo>
                  <a:pt x="621526" y="3248012"/>
                </a:lnTo>
                <a:lnTo>
                  <a:pt x="1149856" y="2283693"/>
                </a:lnTo>
                <a:lnTo>
                  <a:pt x="2090146" y="2283693"/>
                </a:lnTo>
                <a:lnTo>
                  <a:pt x="2618476" y="3248012"/>
                </a:lnTo>
                <a:lnTo>
                  <a:pt x="2916231" y="3248012"/>
                </a:lnTo>
                <a:lnTo>
                  <a:pt x="2387901" y="2283693"/>
                </a:lnTo>
                <a:lnTo>
                  <a:pt x="3240000" y="2283693"/>
                </a:lnTo>
                <a:lnTo>
                  <a:pt x="3240000" y="267469"/>
                </a:lnTo>
                <a:lnTo>
                  <a:pt x="1764016" y="267469"/>
                </a:lnTo>
                <a:lnTo>
                  <a:pt x="1764016" y="144016"/>
                </a:lnTo>
                <a:cubicBezTo>
                  <a:pt x="1764016" y="64478"/>
                  <a:pt x="1699538" y="0"/>
                  <a:pt x="16200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62" name="Freeform 18">
            <a:extLst>
              <a:ext uri="{FF2B5EF4-FFF2-40B4-BE49-F238E27FC236}">
                <a16:creationId xmlns:a16="http://schemas.microsoft.com/office/drawing/2014/main" id="{7AC17AE5-D1E1-4F3D-929C-7FE3A7682730}"/>
              </a:ext>
            </a:extLst>
          </p:cNvPr>
          <p:cNvSpPr/>
          <p:nvPr/>
        </p:nvSpPr>
        <p:spPr>
          <a:xfrm flipH="1">
            <a:off x="6450004" y="1948963"/>
            <a:ext cx="355852" cy="287199"/>
          </a:xfrm>
          <a:custGeom>
            <a:avLst/>
            <a:gdLst/>
            <a:ahLst/>
            <a:cxnLst/>
            <a:rect l="l" t="t" r="r" b="b"/>
            <a:pathLst>
              <a:path w="3307788" h="2669631">
                <a:moveTo>
                  <a:pt x="2793832" y="1478391"/>
                </a:moveTo>
                <a:cubicBezTo>
                  <a:pt x="2772990" y="1635402"/>
                  <a:pt x="2717678" y="1784517"/>
                  <a:pt x="2633007" y="1915952"/>
                </a:cubicBezTo>
                <a:cubicBezTo>
                  <a:pt x="2695386" y="1951862"/>
                  <a:pt x="2772768" y="1955673"/>
                  <a:pt x="2841607" y="1924185"/>
                </a:cubicBezTo>
                <a:cubicBezTo>
                  <a:pt x="2943442" y="1877605"/>
                  <a:pt x="2999062" y="1766364"/>
                  <a:pt x="2975226" y="1656948"/>
                </a:cubicBezTo>
                <a:cubicBezTo>
                  <a:pt x="2955176" y="1564911"/>
                  <a:pt x="2883463" y="1495086"/>
                  <a:pt x="2793832" y="1478391"/>
                </a:cubicBezTo>
                <a:close/>
                <a:moveTo>
                  <a:pt x="2807611" y="1247700"/>
                </a:moveTo>
                <a:lnTo>
                  <a:pt x="2807472" y="1256060"/>
                </a:lnTo>
                <a:cubicBezTo>
                  <a:pt x="2994195" y="1281771"/>
                  <a:pt x="3148201" y="1421768"/>
                  <a:pt x="3189276" y="1610317"/>
                </a:cubicBezTo>
                <a:cubicBezTo>
                  <a:pt x="3235041" y="1820393"/>
                  <a:pt x="3128252" y="2033972"/>
                  <a:pt x="2932732" y="2123406"/>
                </a:cubicBezTo>
                <a:cubicBezTo>
                  <a:pt x="2789297" y="2189015"/>
                  <a:pt x="2626543" y="2174805"/>
                  <a:pt x="2499470" y="2094044"/>
                </a:cubicBezTo>
                <a:cubicBezTo>
                  <a:pt x="2427194" y="2172627"/>
                  <a:pt x="2343030" y="2241391"/>
                  <a:pt x="2248861" y="2297980"/>
                </a:cubicBezTo>
                <a:cubicBezTo>
                  <a:pt x="2178351" y="2340352"/>
                  <a:pt x="2104446" y="2374567"/>
                  <a:pt x="2027600" y="2398134"/>
                </a:cubicBezTo>
                <a:lnTo>
                  <a:pt x="3307788" y="2397615"/>
                </a:lnTo>
                <a:cubicBezTo>
                  <a:pt x="3265361" y="2549905"/>
                  <a:pt x="2537441" y="2669620"/>
                  <a:pt x="1653814" y="2669631"/>
                </a:cubicBezTo>
                <a:cubicBezTo>
                  <a:pt x="773102" y="2669642"/>
                  <a:pt x="46417" y="2550707"/>
                  <a:pt x="0" y="2398955"/>
                </a:cubicBezTo>
                <a:lnTo>
                  <a:pt x="1280678" y="2398436"/>
                </a:lnTo>
                <a:cubicBezTo>
                  <a:pt x="1203764" y="2374915"/>
                  <a:pt x="1129786" y="2340732"/>
                  <a:pt x="1059201" y="2298380"/>
                </a:cubicBezTo>
                <a:cubicBezTo>
                  <a:pt x="693039" y="2078675"/>
                  <a:pt x="477900" y="1674935"/>
                  <a:pt x="499745" y="1248476"/>
                </a:cubicBezTo>
                <a:close/>
                <a:moveTo>
                  <a:pt x="1331611" y="201752"/>
                </a:moveTo>
                <a:cubicBezTo>
                  <a:pt x="1206335" y="290902"/>
                  <a:pt x="1124761" y="308382"/>
                  <a:pt x="1132336" y="435988"/>
                </a:cubicBezTo>
                <a:cubicBezTo>
                  <a:pt x="1160888" y="640507"/>
                  <a:pt x="1527973" y="617783"/>
                  <a:pt x="1498839" y="840365"/>
                </a:cubicBezTo>
                <a:cubicBezTo>
                  <a:pt x="1455138" y="960979"/>
                  <a:pt x="1395705" y="987199"/>
                  <a:pt x="1213910" y="1052459"/>
                </a:cubicBezTo>
                <a:cubicBezTo>
                  <a:pt x="1331028" y="972050"/>
                  <a:pt x="1364241" y="921357"/>
                  <a:pt x="1360745" y="809484"/>
                </a:cubicBezTo>
                <a:cubicBezTo>
                  <a:pt x="1360746" y="646916"/>
                  <a:pt x="1111360" y="626523"/>
                  <a:pt x="1020462" y="495421"/>
                </a:cubicBezTo>
                <a:cubicBezTo>
                  <a:pt x="941218" y="374224"/>
                  <a:pt x="1061250" y="280996"/>
                  <a:pt x="1331611" y="201752"/>
                </a:cubicBezTo>
                <a:close/>
                <a:moveTo>
                  <a:pt x="2164365" y="80223"/>
                </a:moveTo>
                <a:cubicBezTo>
                  <a:pt x="2021192" y="182108"/>
                  <a:pt x="1927964" y="202086"/>
                  <a:pt x="1936621" y="347922"/>
                </a:cubicBezTo>
                <a:cubicBezTo>
                  <a:pt x="1969252" y="581657"/>
                  <a:pt x="2388778" y="555687"/>
                  <a:pt x="2355482" y="810066"/>
                </a:cubicBezTo>
                <a:cubicBezTo>
                  <a:pt x="2305538" y="947910"/>
                  <a:pt x="2237615" y="977876"/>
                  <a:pt x="2029849" y="1052459"/>
                </a:cubicBezTo>
                <a:cubicBezTo>
                  <a:pt x="2163698" y="960563"/>
                  <a:pt x="2201656" y="902628"/>
                  <a:pt x="2197660" y="774773"/>
                </a:cubicBezTo>
                <a:cubicBezTo>
                  <a:pt x="2197661" y="588982"/>
                  <a:pt x="1912649" y="565676"/>
                  <a:pt x="1808765" y="415844"/>
                </a:cubicBezTo>
                <a:cubicBezTo>
                  <a:pt x="1718201" y="277334"/>
                  <a:pt x="1855380" y="170787"/>
                  <a:pt x="2164365" y="80223"/>
                </a:cubicBezTo>
                <a:close/>
                <a:moveTo>
                  <a:pt x="1754169" y="0"/>
                </a:moveTo>
                <a:cubicBezTo>
                  <a:pt x="1583512" y="121444"/>
                  <a:pt x="1472387" y="145257"/>
                  <a:pt x="1482706" y="319088"/>
                </a:cubicBezTo>
                <a:cubicBezTo>
                  <a:pt x="1521601" y="597693"/>
                  <a:pt x="2021663" y="566738"/>
                  <a:pt x="1981975" y="869950"/>
                </a:cubicBezTo>
                <a:cubicBezTo>
                  <a:pt x="1922443" y="1034256"/>
                  <a:pt x="1841481" y="1069974"/>
                  <a:pt x="1593831" y="1158875"/>
                </a:cubicBezTo>
                <a:cubicBezTo>
                  <a:pt x="1753374" y="1049338"/>
                  <a:pt x="1798619" y="980281"/>
                  <a:pt x="1793856" y="827882"/>
                </a:cubicBezTo>
                <a:cubicBezTo>
                  <a:pt x="1793857" y="606424"/>
                  <a:pt x="1454132" y="578644"/>
                  <a:pt x="1330306" y="400050"/>
                </a:cubicBezTo>
                <a:cubicBezTo>
                  <a:pt x="1222356" y="234950"/>
                  <a:pt x="1385869" y="107950"/>
                  <a:pt x="1754169"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63" name="Oval 7">
            <a:extLst>
              <a:ext uri="{FF2B5EF4-FFF2-40B4-BE49-F238E27FC236}">
                <a16:creationId xmlns:a16="http://schemas.microsoft.com/office/drawing/2014/main" id="{8F7EDE4D-5F11-4F62-9828-B7A77033AD0C}"/>
              </a:ext>
            </a:extLst>
          </p:cNvPr>
          <p:cNvSpPr/>
          <p:nvPr/>
        </p:nvSpPr>
        <p:spPr>
          <a:xfrm flipH="1">
            <a:off x="5768191" y="2864586"/>
            <a:ext cx="300772" cy="300772"/>
          </a:xfrm>
          <a:custGeom>
            <a:avLst/>
            <a:gdLst/>
            <a:ahLst/>
            <a:cxnLst/>
            <a:rect l="l" t="t" r="r" b="b"/>
            <a:pathLst>
              <a:path w="3240000" h="3240000">
                <a:moveTo>
                  <a:pt x="1415334" y="1947658"/>
                </a:moveTo>
                <a:lnTo>
                  <a:pt x="838053" y="2871852"/>
                </a:lnTo>
                <a:cubicBezTo>
                  <a:pt x="1312591" y="3168264"/>
                  <a:pt x="1913932" y="3170879"/>
                  <a:pt x="2391030" y="2878606"/>
                </a:cubicBezTo>
                <a:lnTo>
                  <a:pt x="1821709" y="1949263"/>
                </a:lnTo>
                <a:cubicBezTo>
                  <a:pt x="1763478" y="1986502"/>
                  <a:pt x="1694174" y="2007350"/>
                  <a:pt x="1620000" y="2007350"/>
                </a:cubicBezTo>
                <a:cubicBezTo>
                  <a:pt x="1544621" y="2007350"/>
                  <a:pt x="1474270" y="1985818"/>
                  <a:pt x="1415334" y="1947658"/>
                </a:cubicBezTo>
                <a:close/>
                <a:moveTo>
                  <a:pt x="1620001" y="1350973"/>
                </a:moveTo>
                <a:cubicBezTo>
                  <a:pt x="1471421" y="1350973"/>
                  <a:pt x="1350973" y="1471421"/>
                  <a:pt x="1350973" y="1620001"/>
                </a:cubicBezTo>
                <a:cubicBezTo>
                  <a:pt x="1350973" y="1768581"/>
                  <a:pt x="1471421" y="1889029"/>
                  <a:pt x="1620001" y="1889029"/>
                </a:cubicBezTo>
                <a:cubicBezTo>
                  <a:pt x="1768581" y="1889029"/>
                  <a:pt x="1889029" y="1768581"/>
                  <a:pt x="1889029" y="1620001"/>
                </a:cubicBezTo>
                <a:cubicBezTo>
                  <a:pt x="1889029" y="1471421"/>
                  <a:pt x="1768581" y="1350973"/>
                  <a:pt x="1620001" y="1350973"/>
                </a:cubicBezTo>
                <a:close/>
                <a:moveTo>
                  <a:pt x="2324470" y="322965"/>
                </a:moveTo>
                <a:lnTo>
                  <a:pt x="1804044" y="1281148"/>
                </a:lnTo>
                <a:cubicBezTo>
                  <a:pt x="1925507" y="1345192"/>
                  <a:pt x="2007350" y="1473038"/>
                  <a:pt x="2007350" y="1620000"/>
                </a:cubicBezTo>
                <a:lnTo>
                  <a:pt x="2005998" y="1633413"/>
                </a:lnTo>
                <a:lnTo>
                  <a:pt x="3095109" y="1671260"/>
                </a:lnTo>
                <a:cubicBezTo>
                  <a:pt x="3114541" y="1112092"/>
                  <a:pt x="2816135" y="590008"/>
                  <a:pt x="2324470" y="322965"/>
                </a:cubicBezTo>
                <a:close/>
                <a:moveTo>
                  <a:pt x="926838" y="316888"/>
                </a:moveTo>
                <a:cubicBezTo>
                  <a:pt x="432869" y="579644"/>
                  <a:pt x="129933" y="1099113"/>
                  <a:pt x="144500" y="1658429"/>
                </a:cubicBezTo>
                <a:lnTo>
                  <a:pt x="1233664" y="1630062"/>
                </a:lnTo>
                <a:cubicBezTo>
                  <a:pt x="1232693" y="1626734"/>
                  <a:pt x="1232650" y="1623372"/>
                  <a:pt x="1232650" y="1620000"/>
                </a:cubicBezTo>
                <a:cubicBezTo>
                  <a:pt x="1232650" y="1471836"/>
                  <a:pt x="1315838" y="1343102"/>
                  <a:pt x="1438904" y="1279548"/>
                </a:cubicBez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64" name="Rounded Rectangle 25">
            <a:extLst>
              <a:ext uri="{FF2B5EF4-FFF2-40B4-BE49-F238E27FC236}">
                <a16:creationId xmlns:a16="http://schemas.microsoft.com/office/drawing/2014/main" id="{BDB4BCF7-C990-40AD-9A52-89E18A5A1F12}"/>
              </a:ext>
            </a:extLst>
          </p:cNvPr>
          <p:cNvSpPr/>
          <p:nvPr/>
        </p:nvSpPr>
        <p:spPr>
          <a:xfrm flipH="1">
            <a:off x="5740594" y="4719675"/>
            <a:ext cx="343140" cy="251467"/>
          </a:xfrm>
          <a:custGeom>
            <a:avLst/>
            <a:gdLst/>
            <a:ahLst/>
            <a:cxnLst/>
            <a:rect l="l" t="t" r="r" b="b"/>
            <a:pathLst>
              <a:path w="3248842" h="2380886">
                <a:moveTo>
                  <a:pt x="1194785" y="1472263"/>
                </a:moveTo>
                <a:cubicBezTo>
                  <a:pt x="1150014" y="1472263"/>
                  <a:pt x="1113720" y="1508557"/>
                  <a:pt x="1113720" y="1553328"/>
                </a:cubicBezTo>
                <a:lnTo>
                  <a:pt x="1113720" y="1600880"/>
                </a:lnTo>
                <a:cubicBezTo>
                  <a:pt x="1113720" y="1645651"/>
                  <a:pt x="1150014" y="1681945"/>
                  <a:pt x="1194785" y="1681945"/>
                </a:cubicBezTo>
                <a:lnTo>
                  <a:pt x="2067186" y="1681945"/>
                </a:lnTo>
                <a:cubicBezTo>
                  <a:pt x="2111957" y="1681945"/>
                  <a:pt x="2148251" y="1645651"/>
                  <a:pt x="2148251" y="1600880"/>
                </a:cubicBezTo>
                <a:lnTo>
                  <a:pt x="2148251" y="1553328"/>
                </a:lnTo>
                <a:cubicBezTo>
                  <a:pt x="2148251" y="1508557"/>
                  <a:pt x="2111957" y="1472263"/>
                  <a:pt x="2067186" y="1472263"/>
                </a:cubicBezTo>
                <a:close/>
                <a:moveTo>
                  <a:pt x="2582402" y="986449"/>
                </a:moveTo>
                <a:cubicBezTo>
                  <a:pt x="2477247" y="986449"/>
                  <a:pt x="2392002" y="1071694"/>
                  <a:pt x="2392002" y="1176848"/>
                </a:cubicBezTo>
                <a:cubicBezTo>
                  <a:pt x="2392002" y="1282003"/>
                  <a:pt x="2477247" y="1367248"/>
                  <a:pt x="2582402" y="1367248"/>
                </a:cubicBezTo>
                <a:cubicBezTo>
                  <a:pt x="2687557" y="1367248"/>
                  <a:pt x="2772801" y="1282003"/>
                  <a:pt x="2772801" y="1176848"/>
                </a:cubicBezTo>
                <a:cubicBezTo>
                  <a:pt x="2772801" y="1071694"/>
                  <a:pt x="2687557" y="986449"/>
                  <a:pt x="2582402" y="986449"/>
                </a:cubicBezTo>
                <a:close/>
                <a:moveTo>
                  <a:pt x="679570" y="986449"/>
                </a:moveTo>
                <a:cubicBezTo>
                  <a:pt x="574415" y="986449"/>
                  <a:pt x="489171" y="1071694"/>
                  <a:pt x="489171" y="1176848"/>
                </a:cubicBezTo>
                <a:cubicBezTo>
                  <a:pt x="489171" y="1282003"/>
                  <a:pt x="574415" y="1367248"/>
                  <a:pt x="679570" y="1367248"/>
                </a:cubicBezTo>
                <a:cubicBezTo>
                  <a:pt x="784725" y="1367248"/>
                  <a:pt x="869970" y="1282003"/>
                  <a:pt x="869970" y="1176848"/>
                </a:cubicBezTo>
                <a:cubicBezTo>
                  <a:pt x="869970" y="1071694"/>
                  <a:pt x="784725" y="986449"/>
                  <a:pt x="679570" y="986449"/>
                </a:cubicBezTo>
                <a:close/>
                <a:moveTo>
                  <a:pt x="867954" y="155801"/>
                </a:moveTo>
                <a:lnTo>
                  <a:pt x="726849" y="858549"/>
                </a:lnTo>
                <a:lnTo>
                  <a:pt x="2535122" y="858549"/>
                </a:lnTo>
                <a:lnTo>
                  <a:pt x="2394017" y="155801"/>
                </a:lnTo>
                <a:close/>
                <a:moveTo>
                  <a:pt x="677268" y="0"/>
                </a:moveTo>
                <a:lnTo>
                  <a:pt x="2584703" y="0"/>
                </a:lnTo>
                <a:lnTo>
                  <a:pt x="2736658" y="607820"/>
                </a:lnTo>
                <a:cubicBezTo>
                  <a:pt x="2766265" y="579906"/>
                  <a:pt x="2806392" y="564164"/>
                  <a:pt x="2850195" y="564164"/>
                </a:cubicBezTo>
                <a:lnTo>
                  <a:pt x="3069929" y="564164"/>
                </a:lnTo>
                <a:cubicBezTo>
                  <a:pt x="3168740" y="564164"/>
                  <a:pt x="3248842" y="644266"/>
                  <a:pt x="3248842" y="743077"/>
                </a:cubicBezTo>
                <a:lnTo>
                  <a:pt x="3248842" y="792706"/>
                </a:lnTo>
                <a:cubicBezTo>
                  <a:pt x="3248842" y="891517"/>
                  <a:pt x="3168740" y="971619"/>
                  <a:pt x="3069929" y="971619"/>
                </a:cubicBezTo>
                <a:lnTo>
                  <a:pt x="3054536" y="971619"/>
                </a:lnTo>
                <a:cubicBezTo>
                  <a:pt x="3060628" y="989042"/>
                  <a:pt x="3063411" y="1007758"/>
                  <a:pt x="3063411" y="1027125"/>
                </a:cubicBezTo>
                <a:lnTo>
                  <a:pt x="3063411" y="2015961"/>
                </a:lnTo>
                <a:lnTo>
                  <a:pt x="2889080" y="2015961"/>
                </a:lnTo>
                <a:lnTo>
                  <a:pt x="2889080" y="2260325"/>
                </a:lnTo>
                <a:cubicBezTo>
                  <a:pt x="2889080" y="2326909"/>
                  <a:pt x="2835102" y="2380886"/>
                  <a:pt x="2768518" y="2380886"/>
                </a:cubicBezTo>
                <a:lnTo>
                  <a:pt x="2286284" y="2380886"/>
                </a:lnTo>
                <a:cubicBezTo>
                  <a:pt x="2219700" y="2380886"/>
                  <a:pt x="2165723" y="2326909"/>
                  <a:pt x="2165723" y="2260325"/>
                </a:cubicBezTo>
                <a:lnTo>
                  <a:pt x="2165723" y="2015961"/>
                </a:lnTo>
                <a:lnTo>
                  <a:pt x="1096248" y="2015961"/>
                </a:lnTo>
                <a:lnTo>
                  <a:pt x="1096248" y="2260325"/>
                </a:lnTo>
                <a:cubicBezTo>
                  <a:pt x="1096248" y="2326909"/>
                  <a:pt x="1042270" y="2380886"/>
                  <a:pt x="975686" y="2380886"/>
                </a:cubicBezTo>
                <a:lnTo>
                  <a:pt x="493453" y="2380886"/>
                </a:lnTo>
                <a:cubicBezTo>
                  <a:pt x="426869" y="2380886"/>
                  <a:pt x="372891" y="2326909"/>
                  <a:pt x="372891" y="2260325"/>
                </a:cubicBezTo>
                <a:lnTo>
                  <a:pt x="372891" y="2015961"/>
                </a:lnTo>
                <a:lnTo>
                  <a:pt x="198560" y="2015961"/>
                </a:lnTo>
                <a:lnTo>
                  <a:pt x="198560" y="1027125"/>
                </a:lnTo>
                <a:cubicBezTo>
                  <a:pt x="198560" y="1007758"/>
                  <a:pt x="201343" y="989042"/>
                  <a:pt x="207435" y="971619"/>
                </a:cubicBezTo>
                <a:lnTo>
                  <a:pt x="178913" y="971619"/>
                </a:lnTo>
                <a:cubicBezTo>
                  <a:pt x="80102" y="971619"/>
                  <a:pt x="0" y="891517"/>
                  <a:pt x="0" y="792706"/>
                </a:cubicBezTo>
                <a:lnTo>
                  <a:pt x="0" y="743077"/>
                </a:lnTo>
                <a:cubicBezTo>
                  <a:pt x="0" y="644266"/>
                  <a:pt x="80102" y="564164"/>
                  <a:pt x="178913" y="564164"/>
                </a:cubicBezTo>
                <a:lnTo>
                  <a:pt x="398647" y="564164"/>
                </a:lnTo>
                <a:cubicBezTo>
                  <a:pt x="447310" y="564164"/>
                  <a:pt x="491436" y="583593"/>
                  <a:pt x="523419" y="615395"/>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65" name="Block Arc 25">
            <a:extLst>
              <a:ext uri="{FF2B5EF4-FFF2-40B4-BE49-F238E27FC236}">
                <a16:creationId xmlns:a16="http://schemas.microsoft.com/office/drawing/2014/main" id="{77CA088C-6CFE-451E-8917-7E4DC66E41A3}"/>
              </a:ext>
            </a:extLst>
          </p:cNvPr>
          <p:cNvSpPr>
            <a:spLocks noChangeAspect="1"/>
          </p:cNvSpPr>
          <p:nvPr/>
        </p:nvSpPr>
        <p:spPr>
          <a:xfrm flipH="1">
            <a:off x="5553765" y="3756344"/>
            <a:ext cx="236253" cy="341315"/>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grpSp>
        <p:nvGrpSpPr>
          <p:cNvPr id="66" name="Group 38">
            <a:extLst>
              <a:ext uri="{FF2B5EF4-FFF2-40B4-BE49-F238E27FC236}">
                <a16:creationId xmlns:a16="http://schemas.microsoft.com/office/drawing/2014/main" id="{B14763F9-079D-45E2-B620-0C4FA548AB27}"/>
              </a:ext>
            </a:extLst>
          </p:cNvPr>
          <p:cNvGrpSpPr/>
          <p:nvPr/>
        </p:nvGrpSpPr>
        <p:grpSpPr>
          <a:xfrm flipH="1">
            <a:off x="8984974" y="3390900"/>
            <a:ext cx="1672352" cy="876221"/>
            <a:chOff x="8984974" y="3390900"/>
            <a:chExt cx="1672352" cy="876221"/>
          </a:xfrm>
        </p:grpSpPr>
        <p:sp>
          <p:nvSpPr>
            <p:cNvPr id="67" name="TextBox 66">
              <a:extLst>
                <a:ext uri="{FF2B5EF4-FFF2-40B4-BE49-F238E27FC236}">
                  <a16:creationId xmlns:a16="http://schemas.microsoft.com/office/drawing/2014/main" id="{10A33604-566A-453F-98C5-8D64C3D37852}"/>
                </a:ext>
              </a:extLst>
            </p:cNvPr>
            <p:cNvSpPr txBox="1"/>
            <p:nvPr/>
          </p:nvSpPr>
          <p:spPr>
            <a:xfrm flipH="1">
              <a:off x="8999735" y="4025752"/>
              <a:ext cx="1657591" cy="241369"/>
            </a:xfrm>
            <a:custGeom>
              <a:avLst/>
              <a:gdLst>
                <a:gd name="connsiteX0" fmla="*/ 1217399 w 4438231"/>
                <a:gd name="connsiteY0" fmla="*/ 148169 h 646270"/>
                <a:gd name="connsiteX1" fmla="*/ 1217399 w 4438231"/>
                <a:gd name="connsiteY1" fmla="*/ 496301 h 646270"/>
                <a:gd name="connsiteX2" fmla="*/ 1253957 w 4438231"/>
                <a:gd name="connsiteY2" fmla="*/ 496301 h 646270"/>
                <a:gd name="connsiteX3" fmla="*/ 1395216 w 4438231"/>
                <a:gd name="connsiteY3" fmla="*/ 433537 h 646270"/>
                <a:gd name="connsiteX4" fmla="*/ 1430872 w 4438231"/>
                <a:gd name="connsiteY4" fmla="*/ 322009 h 646270"/>
                <a:gd name="connsiteX5" fmla="*/ 1395216 w 4438231"/>
                <a:gd name="connsiteY5" fmla="*/ 210933 h 646270"/>
                <a:gd name="connsiteX6" fmla="*/ 1253957 w 4438231"/>
                <a:gd name="connsiteY6" fmla="*/ 148169 h 646270"/>
                <a:gd name="connsiteX7" fmla="*/ 3484816 w 4438231"/>
                <a:gd name="connsiteY7" fmla="*/ 136461 h 646270"/>
                <a:gd name="connsiteX8" fmla="*/ 3484816 w 4438231"/>
                <a:gd name="connsiteY8" fmla="*/ 289583 h 646270"/>
                <a:gd name="connsiteX9" fmla="*/ 3514647 w 4438231"/>
                <a:gd name="connsiteY9" fmla="*/ 289583 h 646270"/>
                <a:gd name="connsiteX10" fmla="*/ 3587415 w 4438231"/>
                <a:gd name="connsiteY10" fmla="*/ 268481 h 646270"/>
                <a:gd name="connsiteX11" fmla="*/ 3611369 w 4438231"/>
                <a:gd name="connsiteY11" fmla="*/ 212797 h 646270"/>
                <a:gd name="connsiteX12" fmla="*/ 3587415 w 4438231"/>
                <a:gd name="connsiteY12" fmla="*/ 157564 h 646270"/>
                <a:gd name="connsiteX13" fmla="*/ 3514647 w 4438231"/>
                <a:gd name="connsiteY13" fmla="*/ 136461 h 646270"/>
                <a:gd name="connsiteX14" fmla="*/ 3825741 w 4438231"/>
                <a:gd name="connsiteY14" fmla="*/ 14864 h 646270"/>
                <a:gd name="connsiteX15" fmla="*/ 4016693 w 4438231"/>
                <a:gd name="connsiteY15" fmla="*/ 14864 h 646270"/>
                <a:gd name="connsiteX16" fmla="*/ 4132887 w 4438231"/>
                <a:gd name="connsiteY16" fmla="*/ 182398 h 646270"/>
                <a:gd name="connsiteX17" fmla="*/ 4244577 w 4438231"/>
                <a:gd name="connsiteY17" fmla="*/ 14864 h 646270"/>
                <a:gd name="connsiteX18" fmla="*/ 4438231 w 4438231"/>
                <a:gd name="connsiteY18" fmla="*/ 14864 h 646270"/>
                <a:gd name="connsiteX19" fmla="*/ 4208098 w 4438231"/>
                <a:gd name="connsiteY19" fmla="*/ 334171 h 646270"/>
                <a:gd name="connsiteX20" fmla="*/ 4208098 w 4438231"/>
                <a:gd name="connsiteY20" fmla="*/ 629607 h 646270"/>
                <a:gd name="connsiteX21" fmla="*/ 4048218 w 4438231"/>
                <a:gd name="connsiteY21" fmla="*/ 629607 h 646270"/>
                <a:gd name="connsiteX22" fmla="*/ 4048218 w 4438231"/>
                <a:gd name="connsiteY22" fmla="*/ 334171 h 646270"/>
                <a:gd name="connsiteX23" fmla="*/ 3324939 w 4438231"/>
                <a:gd name="connsiteY23" fmla="*/ 14864 h 646270"/>
                <a:gd name="connsiteX24" fmla="*/ 3573538 w 4438231"/>
                <a:gd name="connsiteY24" fmla="*/ 14864 h 646270"/>
                <a:gd name="connsiteX25" fmla="*/ 3734768 w 4438231"/>
                <a:gd name="connsiteY25" fmla="*/ 80165 h 646270"/>
                <a:gd name="connsiteX26" fmla="*/ 3777103 w 4438231"/>
                <a:gd name="connsiteY26" fmla="*/ 204014 h 646270"/>
                <a:gd name="connsiteX27" fmla="*/ 3728463 w 4438231"/>
                <a:gd name="connsiteY27" fmla="*/ 334171 h 646270"/>
                <a:gd name="connsiteX28" fmla="*/ 3642893 w 4438231"/>
                <a:gd name="connsiteY28" fmla="*/ 377405 h 646270"/>
                <a:gd name="connsiteX29" fmla="*/ 3836099 w 4438231"/>
                <a:gd name="connsiteY29" fmla="*/ 629607 h 646270"/>
                <a:gd name="connsiteX30" fmla="*/ 3637490 w 4438231"/>
                <a:gd name="connsiteY30" fmla="*/ 629607 h 646270"/>
                <a:gd name="connsiteX31" fmla="*/ 3484816 w 4438231"/>
                <a:gd name="connsiteY31" fmla="*/ 393618 h 646270"/>
                <a:gd name="connsiteX32" fmla="*/ 3484816 w 4438231"/>
                <a:gd name="connsiteY32" fmla="*/ 629607 h 646270"/>
                <a:gd name="connsiteX33" fmla="*/ 3324939 w 4438231"/>
                <a:gd name="connsiteY33" fmla="*/ 629607 h 646270"/>
                <a:gd name="connsiteX34" fmla="*/ 2831294 w 4438231"/>
                <a:gd name="connsiteY34" fmla="*/ 14864 h 646270"/>
                <a:gd name="connsiteX35" fmla="*/ 3253732 w 4438231"/>
                <a:gd name="connsiteY35" fmla="*/ 14864 h 646270"/>
                <a:gd name="connsiteX36" fmla="*/ 3253732 w 4438231"/>
                <a:gd name="connsiteY36" fmla="*/ 148169 h 646270"/>
                <a:gd name="connsiteX37" fmla="*/ 3121325 w 4438231"/>
                <a:gd name="connsiteY37" fmla="*/ 148169 h 646270"/>
                <a:gd name="connsiteX38" fmla="*/ 3121325 w 4438231"/>
                <a:gd name="connsiteY38" fmla="*/ 629607 h 646270"/>
                <a:gd name="connsiteX39" fmla="*/ 2961448 w 4438231"/>
                <a:gd name="connsiteY39" fmla="*/ 629607 h 646270"/>
                <a:gd name="connsiteX40" fmla="*/ 2961448 w 4438231"/>
                <a:gd name="connsiteY40" fmla="*/ 148169 h 646270"/>
                <a:gd name="connsiteX41" fmla="*/ 2831294 w 4438231"/>
                <a:gd name="connsiteY41" fmla="*/ 148169 h 646270"/>
                <a:gd name="connsiteX42" fmla="*/ 1698036 w 4438231"/>
                <a:gd name="connsiteY42" fmla="*/ 14864 h 646270"/>
                <a:gd name="connsiteX43" fmla="*/ 1857913 w 4438231"/>
                <a:gd name="connsiteY43" fmla="*/ 14864 h 646270"/>
                <a:gd name="connsiteX44" fmla="*/ 1857913 w 4438231"/>
                <a:gd name="connsiteY44" fmla="*/ 347379 h 646270"/>
                <a:gd name="connsiteX45" fmla="*/ 1859265 w 4438231"/>
                <a:gd name="connsiteY45" fmla="*/ 407220 h 646270"/>
                <a:gd name="connsiteX46" fmla="*/ 1916460 w 4438231"/>
                <a:gd name="connsiteY46" fmla="*/ 494505 h 646270"/>
                <a:gd name="connsiteX47" fmla="*/ 1964197 w 4438231"/>
                <a:gd name="connsiteY47" fmla="*/ 504857 h 646270"/>
                <a:gd name="connsiteX48" fmla="*/ 2052468 w 4438231"/>
                <a:gd name="connsiteY48" fmla="*/ 463910 h 646270"/>
                <a:gd name="connsiteX49" fmla="*/ 2074537 w 4438231"/>
                <a:gd name="connsiteY49" fmla="*/ 347379 h 646270"/>
                <a:gd name="connsiteX50" fmla="*/ 2074537 w 4438231"/>
                <a:gd name="connsiteY50" fmla="*/ 14864 h 646270"/>
                <a:gd name="connsiteX51" fmla="*/ 2234415 w 4438231"/>
                <a:gd name="connsiteY51" fmla="*/ 14864 h 646270"/>
                <a:gd name="connsiteX52" fmla="*/ 2234415 w 4438231"/>
                <a:gd name="connsiteY52" fmla="*/ 369298 h 646270"/>
                <a:gd name="connsiteX53" fmla="*/ 2225409 w 4438231"/>
                <a:gd name="connsiteY53" fmla="*/ 463874 h 646270"/>
                <a:gd name="connsiteX54" fmla="*/ 2158754 w 4438231"/>
                <a:gd name="connsiteY54" fmla="*/ 574664 h 646270"/>
                <a:gd name="connsiteX55" fmla="*/ 1958795 w 4438231"/>
                <a:gd name="connsiteY55" fmla="*/ 645369 h 646270"/>
                <a:gd name="connsiteX56" fmla="*/ 1759734 w 4438231"/>
                <a:gd name="connsiteY56" fmla="*/ 573312 h 646270"/>
                <a:gd name="connsiteX57" fmla="*/ 1707944 w 4438231"/>
                <a:gd name="connsiteY57" fmla="*/ 478286 h 646270"/>
                <a:gd name="connsiteX58" fmla="*/ 1698036 w 4438231"/>
                <a:gd name="connsiteY58" fmla="*/ 369298 h 646270"/>
                <a:gd name="connsiteX59" fmla="*/ 1057522 w 4438231"/>
                <a:gd name="connsiteY59" fmla="*/ 14864 h 646270"/>
                <a:gd name="connsiteX60" fmla="*/ 1293511 w 4438231"/>
                <a:gd name="connsiteY60" fmla="*/ 14864 h 646270"/>
                <a:gd name="connsiteX61" fmla="*/ 1453840 w 4438231"/>
                <a:gd name="connsiteY61" fmla="*/ 63050 h 646270"/>
                <a:gd name="connsiteX62" fmla="*/ 1565079 w 4438231"/>
                <a:gd name="connsiteY62" fmla="*/ 188252 h 646270"/>
                <a:gd name="connsiteX63" fmla="*/ 1596604 w 4438231"/>
                <a:gd name="connsiteY63" fmla="*/ 322009 h 646270"/>
                <a:gd name="connsiteX64" fmla="*/ 1538732 w 4438231"/>
                <a:gd name="connsiteY64" fmla="*/ 499678 h 646270"/>
                <a:gd name="connsiteX65" fmla="*/ 1390789 w 4438231"/>
                <a:gd name="connsiteY65" fmla="*/ 612944 h 646270"/>
                <a:gd name="connsiteX66" fmla="*/ 1293511 w 4438231"/>
                <a:gd name="connsiteY66" fmla="*/ 629607 h 646270"/>
                <a:gd name="connsiteX67" fmla="*/ 1057522 w 4438231"/>
                <a:gd name="connsiteY67" fmla="*/ 629607 h 646270"/>
                <a:gd name="connsiteX68" fmla="*/ 294637 w 4438231"/>
                <a:gd name="connsiteY68" fmla="*/ 13238 h 646270"/>
                <a:gd name="connsiteX69" fmla="*/ 454515 w 4438231"/>
                <a:gd name="connsiteY69" fmla="*/ 13238 h 646270"/>
                <a:gd name="connsiteX70" fmla="*/ 748600 w 4438231"/>
                <a:gd name="connsiteY70" fmla="*/ 389290 h 646270"/>
                <a:gd name="connsiteX71" fmla="*/ 748600 w 4438231"/>
                <a:gd name="connsiteY71" fmla="*/ 13238 h 646270"/>
                <a:gd name="connsiteX72" fmla="*/ 908479 w 4438231"/>
                <a:gd name="connsiteY72" fmla="*/ 13238 h 646270"/>
                <a:gd name="connsiteX73" fmla="*/ 908479 w 4438231"/>
                <a:gd name="connsiteY73" fmla="*/ 627982 h 646270"/>
                <a:gd name="connsiteX74" fmla="*/ 748600 w 4438231"/>
                <a:gd name="connsiteY74" fmla="*/ 627982 h 646270"/>
                <a:gd name="connsiteX75" fmla="*/ 454515 w 4438231"/>
                <a:gd name="connsiteY75" fmla="*/ 251478 h 646270"/>
                <a:gd name="connsiteX76" fmla="*/ 454515 w 4438231"/>
                <a:gd name="connsiteY76" fmla="*/ 627982 h 646270"/>
                <a:gd name="connsiteX77" fmla="*/ 294637 w 4438231"/>
                <a:gd name="connsiteY77" fmla="*/ 627982 h 646270"/>
                <a:gd name="connsiteX78" fmla="*/ 0 w 4438231"/>
                <a:gd name="connsiteY78" fmla="*/ 13238 h 646270"/>
                <a:gd name="connsiteX79" fmla="*/ 159879 w 4438231"/>
                <a:gd name="connsiteY79" fmla="*/ 13238 h 646270"/>
                <a:gd name="connsiteX80" fmla="*/ 159879 w 4438231"/>
                <a:gd name="connsiteY80" fmla="*/ 627982 h 646270"/>
                <a:gd name="connsiteX81" fmla="*/ 0 w 4438231"/>
                <a:gd name="connsiteY81" fmla="*/ 627982 h 646270"/>
                <a:gd name="connsiteX82" fmla="*/ 2570434 w 4438231"/>
                <a:gd name="connsiteY82" fmla="*/ 0 h 646270"/>
                <a:gd name="connsiteX83" fmla="*/ 2765440 w 4438231"/>
                <a:gd name="connsiteY83" fmla="*/ 49991 h 646270"/>
                <a:gd name="connsiteX84" fmla="*/ 2701489 w 4438231"/>
                <a:gd name="connsiteY84" fmla="*/ 174291 h 646270"/>
                <a:gd name="connsiteX85" fmla="*/ 2595830 w 4438231"/>
                <a:gd name="connsiteY85" fmla="*/ 133309 h 646270"/>
                <a:gd name="connsiteX86" fmla="*/ 2549773 w 4438231"/>
                <a:gd name="connsiteY86" fmla="*/ 146417 h 646270"/>
                <a:gd name="connsiteX87" fmla="*/ 2526751 w 4438231"/>
                <a:gd name="connsiteY87" fmla="*/ 186197 h 646270"/>
                <a:gd name="connsiteX88" fmla="*/ 2556973 w 4438231"/>
                <a:gd name="connsiteY88" fmla="*/ 228228 h 646270"/>
                <a:gd name="connsiteX89" fmla="*/ 2638178 w 4438231"/>
                <a:gd name="connsiteY89" fmla="*/ 256255 h 646270"/>
                <a:gd name="connsiteX90" fmla="*/ 2759080 w 4438231"/>
                <a:gd name="connsiteY90" fmla="*/ 326598 h 646270"/>
                <a:gd name="connsiteX91" fmla="*/ 2790212 w 4438231"/>
                <a:gd name="connsiteY91" fmla="*/ 426239 h 646270"/>
                <a:gd name="connsiteX92" fmla="*/ 2653300 w 4438231"/>
                <a:gd name="connsiteY92" fmla="*/ 629586 h 646270"/>
                <a:gd name="connsiteX93" fmla="*/ 2550619 w 4438231"/>
                <a:gd name="connsiteY93" fmla="*/ 646270 h 646270"/>
                <a:gd name="connsiteX94" fmla="*/ 2336697 w 4438231"/>
                <a:gd name="connsiteY94" fmla="*/ 576465 h 646270"/>
                <a:gd name="connsiteX95" fmla="*/ 2405151 w 4438231"/>
                <a:gd name="connsiteY95" fmla="*/ 447660 h 646270"/>
                <a:gd name="connsiteX96" fmla="*/ 2546403 w 4438231"/>
                <a:gd name="connsiteY96" fmla="*/ 512964 h 646270"/>
                <a:gd name="connsiteX97" fmla="*/ 2599209 w 4438231"/>
                <a:gd name="connsiteY97" fmla="*/ 498404 h 646270"/>
                <a:gd name="connsiteX98" fmla="*/ 2624478 w 4438231"/>
                <a:gd name="connsiteY98" fmla="*/ 452004 h 646270"/>
                <a:gd name="connsiteX99" fmla="*/ 2596506 w 4438231"/>
                <a:gd name="connsiteY99" fmla="*/ 406508 h 646270"/>
                <a:gd name="connsiteX100" fmla="*/ 2526580 w 4438231"/>
                <a:gd name="connsiteY100" fmla="*/ 378754 h 646270"/>
                <a:gd name="connsiteX101" fmla="*/ 2451694 w 4438231"/>
                <a:gd name="connsiteY101" fmla="*/ 354465 h 646270"/>
                <a:gd name="connsiteX102" fmla="*/ 2410191 w 4438231"/>
                <a:gd name="connsiteY102" fmla="*/ 330171 h 646270"/>
                <a:gd name="connsiteX103" fmla="*/ 2361016 w 4438231"/>
                <a:gd name="connsiteY103" fmla="*/ 207821 h 646270"/>
                <a:gd name="connsiteX104" fmla="*/ 2411907 w 4438231"/>
                <a:gd name="connsiteY104" fmla="*/ 66127 h 646270"/>
                <a:gd name="connsiteX105" fmla="*/ 2570434 w 4438231"/>
                <a:gd name="connsiteY105" fmla="*/ 0 h 646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4438231" h="646270">
                  <a:moveTo>
                    <a:pt x="1217399" y="148169"/>
                  </a:moveTo>
                  <a:lnTo>
                    <a:pt x="1217399" y="496301"/>
                  </a:lnTo>
                  <a:lnTo>
                    <a:pt x="1253957" y="496301"/>
                  </a:lnTo>
                  <a:cubicBezTo>
                    <a:pt x="1316838" y="496301"/>
                    <a:pt x="1363925" y="475380"/>
                    <a:pt x="1395216" y="433537"/>
                  </a:cubicBezTo>
                  <a:cubicBezTo>
                    <a:pt x="1418986" y="401628"/>
                    <a:pt x="1430872" y="364452"/>
                    <a:pt x="1430872" y="322009"/>
                  </a:cubicBezTo>
                  <a:cubicBezTo>
                    <a:pt x="1430872" y="279568"/>
                    <a:pt x="1418986" y="242542"/>
                    <a:pt x="1395216" y="210933"/>
                  </a:cubicBezTo>
                  <a:cubicBezTo>
                    <a:pt x="1363625" y="169091"/>
                    <a:pt x="1316538" y="148169"/>
                    <a:pt x="1253957" y="148169"/>
                  </a:cubicBezTo>
                  <a:close/>
                  <a:moveTo>
                    <a:pt x="3484816" y="136461"/>
                  </a:moveTo>
                  <a:lnTo>
                    <a:pt x="3484816" y="289583"/>
                  </a:lnTo>
                  <a:lnTo>
                    <a:pt x="3514647" y="289583"/>
                  </a:lnTo>
                  <a:cubicBezTo>
                    <a:pt x="3548395" y="289583"/>
                    <a:pt x="3572651" y="282550"/>
                    <a:pt x="3587415" y="268481"/>
                  </a:cubicBezTo>
                  <a:cubicBezTo>
                    <a:pt x="3603385" y="253209"/>
                    <a:pt x="3611369" y="234650"/>
                    <a:pt x="3611369" y="212797"/>
                  </a:cubicBezTo>
                  <a:cubicBezTo>
                    <a:pt x="3611369" y="190945"/>
                    <a:pt x="3603385" y="172534"/>
                    <a:pt x="3587415" y="157564"/>
                  </a:cubicBezTo>
                  <a:cubicBezTo>
                    <a:pt x="3572347" y="143495"/>
                    <a:pt x="3548091" y="136461"/>
                    <a:pt x="3514647" y="136461"/>
                  </a:cubicBezTo>
                  <a:close/>
                  <a:moveTo>
                    <a:pt x="3825741" y="14864"/>
                  </a:moveTo>
                  <a:lnTo>
                    <a:pt x="4016693" y="14864"/>
                  </a:lnTo>
                  <a:lnTo>
                    <a:pt x="4132887" y="182398"/>
                  </a:lnTo>
                  <a:lnTo>
                    <a:pt x="4244577" y="14864"/>
                  </a:lnTo>
                  <a:lnTo>
                    <a:pt x="4438231" y="14864"/>
                  </a:lnTo>
                  <a:lnTo>
                    <a:pt x="4208098" y="334171"/>
                  </a:lnTo>
                  <a:lnTo>
                    <a:pt x="4208098" y="629607"/>
                  </a:lnTo>
                  <a:lnTo>
                    <a:pt x="4048218" y="629607"/>
                  </a:lnTo>
                  <a:lnTo>
                    <a:pt x="4048218" y="334171"/>
                  </a:lnTo>
                  <a:close/>
                  <a:moveTo>
                    <a:pt x="3324939" y="14864"/>
                  </a:moveTo>
                  <a:lnTo>
                    <a:pt x="3573538" y="14864"/>
                  </a:lnTo>
                  <a:cubicBezTo>
                    <a:pt x="3646198" y="14864"/>
                    <a:pt x="3699939" y="36630"/>
                    <a:pt x="3734768" y="80165"/>
                  </a:cubicBezTo>
                  <a:cubicBezTo>
                    <a:pt x="3762990" y="115293"/>
                    <a:pt x="3777103" y="156577"/>
                    <a:pt x="3777103" y="204014"/>
                  </a:cubicBezTo>
                  <a:cubicBezTo>
                    <a:pt x="3777103" y="258358"/>
                    <a:pt x="3760890" y="301744"/>
                    <a:pt x="3728463" y="334171"/>
                  </a:cubicBezTo>
                  <a:cubicBezTo>
                    <a:pt x="3707747" y="354886"/>
                    <a:pt x="3679224" y="369298"/>
                    <a:pt x="3642893" y="377405"/>
                  </a:cubicBezTo>
                  <a:lnTo>
                    <a:pt x="3836099" y="629607"/>
                  </a:lnTo>
                  <a:lnTo>
                    <a:pt x="3637490" y="629607"/>
                  </a:lnTo>
                  <a:lnTo>
                    <a:pt x="3484816" y="393618"/>
                  </a:lnTo>
                  <a:lnTo>
                    <a:pt x="3484816" y="629607"/>
                  </a:lnTo>
                  <a:lnTo>
                    <a:pt x="3324939" y="629607"/>
                  </a:lnTo>
                  <a:close/>
                  <a:moveTo>
                    <a:pt x="2831294" y="14864"/>
                  </a:moveTo>
                  <a:lnTo>
                    <a:pt x="3253732" y="14864"/>
                  </a:lnTo>
                  <a:lnTo>
                    <a:pt x="3253732" y="148169"/>
                  </a:lnTo>
                  <a:lnTo>
                    <a:pt x="3121325" y="148169"/>
                  </a:lnTo>
                  <a:lnTo>
                    <a:pt x="3121325" y="629607"/>
                  </a:lnTo>
                  <a:lnTo>
                    <a:pt x="2961448" y="629607"/>
                  </a:lnTo>
                  <a:lnTo>
                    <a:pt x="2961448" y="148169"/>
                  </a:lnTo>
                  <a:lnTo>
                    <a:pt x="2831294" y="148169"/>
                  </a:lnTo>
                  <a:close/>
                  <a:moveTo>
                    <a:pt x="1698036" y="14864"/>
                  </a:moveTo>
                  <a:lnTo>
                    <a:pt x="1857913" y="14864"/>
                  </a:lnTo>
                  <a:lnTo>
                    <a:pt x="1857913" y="347379"/>
                  </a:lnTo>
                  <a:cubicBezTo>
                    <a:pt x="1857913" y="374071"/>
                    <a:pt x="1858364" y="394018"/>
                    <a:pt x="1859265" y="407220"/>
                  </a:cubicBezTo>
                  <a:cubicBezTo>
                    <a:pt x="1862267" y="448915"/>
                    <a:pt x="1881332" y="478011"/>
                    <a:pt x="1916460" y="494505"/>
                  </a:cubicBezTo>
                  <a:cubicBezTo>
                    <a:pt x="1930871" y="501406"/>
                    <a:pt x="1946784" y="504857"/>
                    <a:pt x="1964197" y="504857"/>
                  </a:cubicBezTo>
                  <a:cubicBezTo>
                    <a:pt x="2003230" y="504857"/>
                    <a:pt x="2032653" y="491207"/>
                    <a:pt x="2052468" y="463910"/>
                  </a:cubicBezTo>
                  <a:cubicBezTo>
                    <a:pt x="2067181" y="443812"/>
                    <a:pt x="2074537" y="404967"/>
                    <a:pt x="2074537" y="347379"/>
                  </a:cubicBezTo>
                  <a:lnTo>
                    <a:pt x="2074537" y="14864"/>
                  </a:lnTo>
                  <a:lnTo>
                    <a:pt x="2234415" y="14864"/>
                  </a:lnTo>
                  <a:lnTo>
                    <a:pt x="2234415" y="369298"/>
                  </a:lnTo>
                  <a:cubicBezTo>
                    <a:pt x="2234415" y="406228"/>
                    <a:pt x="2231413" y="437752"/>
                    <a:pt x="2225409" y="463874"/>
                  </a:cubicBezTo>
                  <a:cubicBezTo>
                    <a:pt x="2216101" y="504406"/>
                    <a:pt x="2193883" y="541337"/>
                    <a:pt x="2158754" y="574664"/>
                  </a:cubicBezTo>
                  <a:cubicBezTo>
                    <a:pt x="2108914" y="621801"/>
                    <a:pt x="2042261" y="645369"/>
                    <a:pt x="1958795" y="645369"/>
                  </a:cubicBezTo>
                  <a:cubicBezTo>
                    <a:pt x="1873826" y="645369"/>
                    <a:pt x="1807473" y="621350"/>
                    <a:pt x="1759734" y="573312"/>
                  </a:cubicBezTo>
                  <a:cubicBezTo>
                    <a:pt x="1734515" y="548091"/>
                    <a:pt x="1717250" y="516416"/>
                    <a:pt x="1707944" y="478286"/>
                  </a:cubicBezTo>
                  <a:cubicBezTo>
                    <a:pt x="1701338" y="451264"/>
                    <a:pt x="1698036" y="414934"/>
                    <a:pt x="1698036" y="369298"/>
                  </a:cubicBezTo>
                  <a:close/>
                  <a:moveTo>
                    <a:pt x="1057522" y="14864"/>
                  </a:moveTo>
                  <a:lnTo>
                    <a:pt x="1293511" y="14864"/>
                  </a:lnTo>
                  <a:cubicBezTo>
                    <a:pt x="1351157" y="14864"/>
                    <a:pt x="1404601" y="30924"/>
                    <a:pt x="1453840" y="63050"/>
                  </a:cubicBezTo>
                  <a:cubicBezTo>
                    <a:pt x="1502179" y="94276"/>
                    <a:pt x="1539258" y="136011"/>
                    <a:pt x="1565079" y="188252"/>
                  </a:cubicBezTo>
                  <a:cubicBezTo>
                    <a:pt x="1586097" y="231486"/>
                    <a:pt x="1596604" y="276072"/>
                    <a:pt x="1596604" y="322009"/>
                  </a:cubicBezTo>
                  <a:cubicBezTo>
                    <a:pt x="1596604" y="385961"/>
                    <a:pt x="1577313" y="445185"/>
                    <a:pt x="1538732" y="499678"/>
                  </a:cubicBezTo>
                  <a:cubicBezTo>
                    <a:pt x="1500153" y="554171"/>
                    <a:pt x="1450836" y="591926"/>
                    <a:pt x="1390789" y="612944"/>
                  </a:cubicBezTo>
                  <a:cubicBezTo>
                    <a:pt x="1358964" y="624052"/>
                    <a:pt x="1326538" y="629607"/>
                    <a:pt x="1293511" y="629607"/>
                  </a:cubicBezTo>
                  <a:lnTo>
                    <a:pt x="1057522" y="629607"/>
                  </a:lnTo>
                  <a:close/>
                  <a:moveTo>
                    <a:pt x="294637" y="13238"/>
                  </a:moveTo>
                  <a:lnTo>
                    <a:pt x="454515" y="13238"/>
                  </a:lnTo>
                  <a:lnTo>
                    <a:pt x="748600" y="389290"/>
                  </a:lnTo>
                  <a:lnTo>
                    <a:pt x="748600" y="13238"/>
                  </a:lnTo>
                  <a:lnTo>
                    <a:pt x="908479" y="13238"/>
                  </a:lnTo>
                  <a:lnTo>
                    <a:pt x="908479" y="627982"/>
                  </a:lnTo>
                  <a:lnTo>
                    <a:pt x="748600" y="627982"/>
                  </a:lnTo>
                  <a:lnTo>
                    <a:pt x="454515" y="251478"/>
                  </a:lnTo>
                  <a:lnTo>
                    <a:pt x="454515" y="627982"/>
                  </a:lnTo>
                  <a:lnTo>
                    <a:pt x="294637" y="627982"/>
                  </a:lnTo>
                  <a:close/>
                  <a:moveTo>
                    <a:pt x="0" y="13238"/>
                  </a:moveTo>
                  <a:lnTo>
                    <a:pt x="159879" y="13238"/>
                  </a:lnTo>
                  <a:lnTo>
                    <a:pt x="159879" y="627982"/>
                  </a:lnTo>
                  <a:lnTo>
                    <a:pt x="0" y="627982"/>
                  </a:lnTo>
                  <a:close/>
                  <a:moveTo>
                    <a:pt x="2570434" y="0"/>
                  </a:moveTo>
                  <a:cubicBezTo>
                    <a:pt x="2636788" y="0"/>
                    <a:pt x="2701790" y="16663"/>
                    <a:pt x="2765440" y="49991"/>
                  </a:cubicBezTo>
                  <a:lnTo>
                    <a:pt x="2701489" y="174291"/>
                  </a:lnTo>
                  <a:cubicBezTo>
                    <a:pt x="2666572" y="146968"/>
                    <a:pt x="2631352" y="133309"/>
                    <a:pt x="2595830" y="133309"/>
                  </a:cubicBezTo>
                  <a:cubicBezTo>
                    <a:pt x="2578675" y="133309"/>
                    <a:pt x="2563322" y="137678"/>
                    <a:pt x="2549773" y="146417"/>
                  </a:cubicBezTo>
                  <a:cubicBezTo>
                    <a:pt x="2534424" y="156363"/>
                    <a:pt x="2526751" y="169624"/>
                    <a:pt x="2526751" y="186197"/>
                  </a:cubicBezTo>
                  <a:cubicBezTo>
                    <a:pt x="2526751" y="202467"/>
                    <a:pt x="2536823" y="216477"/>
                    <a:pt x="2556973" y="228228"/>
                  </a:cubicBezTo>
                  <a:cubicBezTo>
                    <a:pt x="2565998" y="233657"/>
                    <a:pt x="2593069" y="242999"/>
                    <a:pt x="2638178" y="256255"/>
                  </a:cubicBezTo>
                  <a:cubicBezTo>
                    <a:pt x="2694723" y="272790"/>
                    <a:pt x="2735022" y="296237"/>
                    <a:pt x="2759080" y="326598"/>
                  </a:cubicBezTo>
                  <a:cubicBezTo>
                    <a:pt x="2779834" y="352448"/>
                    <a:pt x="2790212" y="385661"/>
                    <a:pt x="2790212" y="426239"/>
                  </a:cubicBezTo>
                  <a:cubicBezTo>
                    <a:pt x="2790212" y="530241"/>
                    <a:pt x="2744575" y="598023"/>
                    <a:pt x="2653300" y="629586"/>
                  </a:cubicBezTo>
                  <a:cubicBezTo>
                    <a:pt x="2621475" y="640709"/>
                    <a:pt x="2587247" y="646270"/>
                    <a:pt x="2550619" y="646270"/>
                  </a:cubicBezTo>
                  <a:cubicBezTo>
                    <a:pt x="2473756" y="646270"/>
                    <a:pt x="2402450" y="623003"/>
                    <a:pt x="2336697" y="576465"/>
                  </a:cubicBezTo>
                  <a:lnTo>
                    <a:pt x="2405151" y="447660"/>
                  </a:lnTo>
                  <a:cubicBezTo>
                    <a:pt x="2453288" y="491195"/>
                    <a:pt x="2500372" y="512964"/>
                    <a:pt x="2546403" y="512964"/>
                  </a:cubicBezTo>
                  <a:cubicBezTo>
                    <a:pt x="2567163" y="512964"/>
                    <a:pt x="2584764" y="508110"/>
                    <a:pt x="2599209" y="498404"/>
                  </a:cubicBezTo>
                  <a:cubicBezTo>
                    <a:pt x="2616055" y="487487"/>
                    <a:pt x="2624478" y="472021"/>
                    <a:pt x="2624478" y="452004"/>
                  </a:cubicBezTo>
                  <a:cubicBezTo>
                    <a:pt x="2624478" y="433804"/>
                    <a:pt x="2615154" y="418641"/>
                    <a:pt x="2596506" y="406508"/>
                  </a:cubicBezTo>
                  <a:cubicBezTo>
                    <a:pt x="2582672" y="397408"/>
                    <a:pt x="2559363" y="388157"/>
                    <a:pt x="2526580" y="378754"/>
                  </a:cubicBezTo>
                  <a:cubicBezTo>
                    <a:pt x="2486883" y="367060"/>
                    <a:pt x="2461921" y="358963"/>
                    <a:pt x="2451694" y="354465"/>
                  </a:cubicBezTo>
                  <a:cubicBezTo>
                    <a:pt x="2435452" y="347569"/>
                    <a:pt x="2421619" y="339470"/>
                    <a:pt x="2410191" y="330171"/>
                  </a:cubicBezTo>
                  <a:cubicBezTo>
                    <a:pt x="2377407" y="303183"/>
                    <a:pt x="2361016" y="262400"/>
                    <a:pt x="2361016" y="207821"/>
                  </a:cubicBezTo>
                  <a:cubicBezTo>
                    <a:pt x="2361016" y="150842"/>
                    <a:pt x="2377981" y="103609"/>
                    <a:pt x="2411907" y="66127"/>
                  </a:cubicBezTo>
                  <a:cubicBezTo>
                    <a:pt x="2451539" y="22042"/>
                    <a:pt x="2504382" y="0"/>
                    <a:pt x="2570434"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ko-KR" altLang="en-US" sz="5400" dirty="0">
                <a:solidFill>
                  <a:schemeClr val="bg1"/>
                </a:solidFill>
                <a:latin typeface="Aharoni" panose="02010803020104030203" pitchFamily="2" charset="-79"/>
                <a:cs typeface="Aharoni" panose="02010803020104030203" pitchFamily="2" charset="-79"/>
              </a:endParaRPr>
            </a:p>
          </p:txBody>
        </p:sp>
        <p:grpSp>
          <p:nvGrpSpPr>
            <p:cNvPr id="68" name="Group 41">
              <a:extLst>
                <a:ext uri="{FF2B5EF4-FFF2-40B4-BE49-F238E27FC236}">
                  <a16:creationId xmlns:a16="http://schemas.microsoft.com/office/drawing/2014/main" id="{A5A38DB3-5AE9-431A-85BB-65740AC642A8}"/>
                </a:ext>
              </a:extLst>
            </p:cNvPr>
            <p:cNvGrpSpPr/>
            <p:nvPr/>
          </p:nvGrpSpPr>
          <p:grpSpPr>
            <a:xfrm flipH="1">
              <a:off x="8984974" y="3390900"/>
              <a:ext cx="534724" cy="533693"/>
              <a:chOff x="7167947" y="1624190"/>
              <a:chExt cx="2677920" cy="2672764"/>
            </a:xfrm>
            <a:solidFill>
              <a:schemeClr val="bg1"/>
            </a:solidFill>
          </p:grpSpPr>
          <p:sp>
            <p:nvSpPr>
              <p:cNvPr id="69" name="Freeform: Shape 42">
                <a:extLst>
                  <a:ext uri="{FF2B5EF4-FFF2-40B4-BE49-F238E27FC236}">
                    <a16:creationId xmlns:a16="http://schemas.microsoft.com/office/drawing/2014/main" id="{7F101339-1A7F-42AF-AC40-451CEE7A5B0F}"/>
                  </a:ext>
                </a:extLst>
              </p:cNvPr>
              <p:cNvSpPr/>
              <p:nvPr/>
            </p:nvSpPr>
            <p:spPr>
              <a:xfrm>
                <a:off x="7167947" y="1624190"/>
                <a:ext cx="2677920" cy="2672764"/>
              </a:xfrm>
              <a:custGeom>
                <a:avLst/>
                <a:gdLst>
                  <a:gd name="connsiteX0" fmla="*/ 2538684 w 2677922"/>
                  <a:gd name="connsiteY0" fmla="*/ 1897505 h 2672762"/>
                  <a:gd name="connsiteX1" fmla="*/ 2456643 w 2677922"/>
                  <a:gd name="connsiteY1" fmla="*/ 1879446 h 2672762"/>
                  <a:gd name="connsiteX2" fmla="*/ 2389566 w 2677922"/>
                  <a:gd name="connsiteY2" fmla="*/ 1863966 h 2672762"/>
                  <a:gd name="connsiteX3" fmla="*/ 2354479 w 2677922"/>
                  <a:gd name="connsiteY3" fmla="*/ 1874802 h 2672762"/>
                  <a:gd name="connsiteX4" fmla="*/ 2312170 w 2677922"/>
                  <a:gd name="connsiteY4" fmla="*/ 1950651 h 2672762"/>
                  <a:gd name="connsiteX5" fmla="*/ 2322489 w 2677922"/>
                  <a:gd name="connsiteY5" fmla="*/ 1983157 h 2672762"/>
                  <a:gd name="connsiteX6" fmla="*/ 2412785 w 2677922"/>
                  <a:gd name="connsiteY6" fmla="*/ 2080161 h 2672762"/>
                  <a:gd name="connsiteX7" fmla="*/ 2418461 w 2677922"/>
                  <a:gd name="connsiteY7" fmla="*/ 2146722 h 2672762"/>
                  <a:gd name="connsiteX8" fmla="*/ 2414849 w 2677922"/>
                  <a:gd name="connsiteY8" fmla="*/ 2151882 h 2672762"/>
                  <a:gd name="connsiteX9" fmla="*/ 2324037 w 2677922"/>
                  <a:gd name="connsiteY9" fmla="*/ 2174585 h 2672762"/>
                  <a:gd name="connsiteX10" fmla="*/ 2219294 w 2677922"/>
                  <a:gd name="connsiteY10" fmla="*/ 2118859 h 2672762"/>
                  <a:gd name="connsiteX11" fmla="*/ 2178531 w 2677922"/>
                  <a:gd name="connsiteY11" fmla="*/ 2120407 h 2672762"/>
                  <a:gd name="connsiteX12" fmla="*/ 2125386 w 2677922"/>
                  <a:gd name="connsiteY12" fmla="*/ 2172521 h 2672762"/>
                  <a:gd name="connsiteX13" fmla="*/ 2122806 w 2677922"/>
                  <a:gd name="connsiteY13" fmla="*/ 2217411 h 2672762"/>
                  <a:gd name="connsiteX14" fmla="*/ 2184723 w 2677922"/>
                  <a:gd name="connsiteY14" fmla="*/ 2334538 h 2672762"/>
                  <a:gd name="connsiteX15" fmla="*/ 2174404 w 2677922"/>
                  <a:gd name="connsiteY15" fmla="*/ 2395423 h 2672762"/>
                  <a:gd name="connsiteX16" fmla="*/ 2164084 w 2677922"/>
                  <a:gd name="connsiteY16" fmla="*/ 2404711 h 2672762"/>
                  <a:gd name="connsiteX17" fmla="*/ 2075336 w 2677922"/>
                  <a:gd name="connsiteY17" fmla="*/ 2401615 h 2672762"/>
                  <a:gd name="connsiteX18" fmla="*/ 1988652 w 2677922"/>
                  <a:gd name="connsiteY18" fmla="*/ 2320606 h 2672762"/>
                  <a:gd name="connsiteX19" fmla="*/ 1944277 w 2677922"/>
                  <a:gd name="connsiteY19" fmla="*/ 2311835 h 2672762"/>
                  <a:gd name="connsiteX20" fmla="*/ 1883392 w 2677922"/>
                  <a:gd name="connsiteY20" fmla="*/ 2346405 h 2672762"/>
                  <a:gd name="connsiteX21" fmla="*/ 1868429 w 2677922"/>
                  <a:gd name="connsiteY21" fmla="*/ 2391811 h 2672762"/>
                  <a:gd name="connsiteX22" fmla="*/ 1899388 w 2677922"/>
                  <a:gd name="connsiteY22" fmla="*/ 2526997 h 2672762"/>
                  <a:gd name="connsiteX23" fmla="*/ 1879264 w 2677922"/>
                  <a:gd name="connsiteY23" fmla="*/ 2571887 h 2672762"/>
                  <a:gd name="connsiteX24" fmla="*/ 1841082 w 2677922"/>
                  <a:gd name="connsiteY24" fmla="*/ 2588915 h 2672762"/>
                  <a:gd name="connsiteX25" fmla="*/ 1782777 w 2677922"/>
                  <a:gd name="connsiteY25" fmla="*/ 2568276 h 2672762"/>
                  <a:gd name="connsiteX26" fmla="*/ 1715184 w 2677922"/>
                  <a:gd name="connsiteY26" fmla="*/ 2459404 h 2672762"/>
                  <a:gd name="connsiteX27" fmla="*/ 1664618 w 2677922"/>
                  <a:gd name="connsiteY27" fmla="*/ 2435669 h 2672762"/>
                  <a:gd name="connsiteX28" fmla="*/ 1610440 w 2677922"/>
                  <a:gd name="connsiteY28" fmla="*/ 2450117 h 2672762"/>
                  <a:gd name="connsiteX29" fmla="*/ 1577418 w 2677922"/>
                  <a:gd name="connsiteY29" fmla="*/ 2495007 h 2672762"/>
                  <a:gd name="connsiteX30" fmla="*/ 1573806 w 2677922"/>
                  <a:gd name="connsiteY30" fmla="*/ 2616777 h 2672762"/>
                  <a:gd name="connsiteX31" fmla="*/ 1526852 w 2677922"/>
                  <a:gd name="connsiteY31" fmla="*/ 2672503 h 2672762"/>
                  <a:gd name="connsiteX32" fmla="*/ 1497441 w 2677922"/>
                  <a:gd name="connsiteY32" fmla="*/ 2676115 h 2672762"/>
                  <a:gd name="connsiteX33" fmla="*/ 1449972 w 2677922"/>
                  <a:gd name="connsiteY33" fmla="*/ 2644124 h 2672762"/>
                  <a:gd name="connsiteX34" fmla="*/ 1410241 w 2677922"/>
                  <a:gd name="connsiteY34" fmla="*/ 2514614 h 2672762"/>
                  <a:gd name="connsiteX35" fmla="*/ 1373091 w 2677922"/>
                  <a:gd name="connsiteY35" fmla="*/ 2482623 h 2672762"/>
                  <a:gd name="connsiteX36" fmla="*/ 1304982 w 2677922"/>
                  <a:gd name="connsiteY36" fmla="*/ 2483139 h 2672762"/>
                  <a:gd name="connsiteX37" fmla="*/ 1271959 w 2677922"/>
                  <a:gd name="connsiteY37" fmla="*/ 2511518 h 2672762"/>
                  <a:gd name="connsiteX38" fmla="*/ 1234293 w 2677922"/>
                  <a:gd name="connsiteY38" fmla="*/ 2633805 h 2672762"/>
                  <a:gd name="connsiteX39" fmla="*/ 1170828 w 2677922"/>
                  <a:gd name="connsiteY39" fmla="*/ 2674567 h 2672762"/>
                  <a:gd name="connsiteX40" fmla="*/ 1106847 w 2677922"/>
                  <a:gd name="connsiteY40" fmla="*/ 2602330 h 2672762"/>
                  <a:gd name="connsiteX41" fmla="*/ 1103751 w 2677922"/>
                  <a:gd name="connsiteY41" fmla="*/ 2491395 h 2672762"/>
                  <a:gd name="connsiteX42" fmla="*/ 1080532 w 2677922"/>
                  <a:gd name="connsiteY42" fmla="*/ 2454244 h 2672762"/>
                  <a:gd name="connsiteX43" fmla="*/ 1005199 w 2677922"/>
                  <a:gd name="connsiteY43" fmla="*/ 2435153 h 2672762"/>
                  <a:gd name="connsiteX44" fmla="*/ 969080 w 2677922"/>
                  <a:gd name="connsiteY44" fmla="*/ 2454244 h 2672762"/>
                  <a:gd name="connsiteX45" fmla="*/ 900456 w 2677922"/>
                  <a:gd name="connsiteY45" fmla="*/ 2564148 h 2672762"/>
                  <a:gd name="connsiteX46" fmla="*/ 836474 w 2677922"/>
                  <a:gd name="connsiteY46" fmla="*/ 2587367 h 2672762"/>
                  <a:gd name="connsiteX47" fmla="*/ 831830 w 2677922"/>
                  <a:gd name="connsiteY47" fmla="*/ 2585819 h 2672762"/>
                  <a:gd name="connsiteX48" fmla="*/ 785392 w 2677922"/>
                  <a:gd name="connsiteY48" fmla="*/ 2504810 h 2672762"/>
                  <a:gd name="connsiteX49" fmla="*/ 811707 w 2677922"/>
                  <a:gd name="connsiteY49" fmla="*/ 2390779 h 2672762"/>
                  <a:gd name="connsiteX50" fmla="*/ 794680 w 2677922"/>
                  <a:gd name="connsiteY50" fmla="*/ 2344341 h 2672762"/>
                  <a:gd name="connsiteX51" fmla="*/ 739470 w 2677922"/>
                  <a:gd name="connsiteY51" fmla="*/ 2312351 h 2672762"/>
                  <a:gd name="connsiteX52" fmla="*/ 689421 w 2677922"/>
                  <a:gd name="connsiteY52" fmla="*/ 2321638 h 2672762"/>
                  <a:gd name="connsiteX53" fmla="*/ 596029 w 2677922"/>
                  <a:gd name="connsiteY53" fmla="*/ 2408838 h 2672762"/>
                  <a:gd name="connsiteX54" fmla="*/ 530500 w 2677922"/>
                  <a:gd name="connsiteY54" fmla="*/ 2415030 h 2672762"/>
                  <a:gd name="connsiteX55" fmla="*/ 521212 w 2677922"/>
                  <a:gd name="connsiteY55" fmla="*/ 2408838 h 2672762"/>
                  <a:gd name="connsiteX56" fmla="*/ 500573 w 2677922"/>
                  <a:gd name="connsiteY56" fmla="*/ 2322670 h 2672762"/>
                  <a:gd name="connsiteX57" fmla="*/ 556298 w 2677922"/>
                  <a:gd name="connsiteY57" fmla="*/ 2217927 h 2672762"/>
                  <a:gd name="connsiteX58" fmla="*/ 552171 w 2677922"/>
                  <a:gd name="connsiteY58" fmla="*/ 2168909 h 2672762"/>
                  <a:gd name="connsiteX59" fmla="*/ 505733 w 2677922"/>
                  <a:gd name="connsiteY59" fmla="*/ 2122987 h 2672762"/>
                  <a:gd name="connsiteX60" fmla="*/ 457747 w 2677922"/>
                  <a:gd name="connsiteY60" fmla="*/ 2119375 h 2672762"/>
                  <a:gd name="connsiteX61" fmla="*/ 341652 w 2677922"/>
                  <a:gd name="connsiteY61" fmla="*/ 2180777 h 2672762"/>
                  <a:gd name="connsiteX62" fmla="*/ 278187 w 2677922"/>
                  <a:gd name="connsiteY62" fmla="*/ 2168909 h 2672762"/>
                  <a:gd name="connsiteX63" fmla="*/ 274059 w 2677922"/>
                  <a:gd name="connsiteY63" fmla="*/ 2164265 h 2672762"/>
                  <a:gd name="connsiteX64" fmla="*/ 276639 w 2677922"/>
                  <a:gd name="connsiteY64" fmla="*/ 2069325 h 2672762"/>
                  <a:gd name="connsiteX65" fmla="*/ 354551 w 2677922"/>
                  <a:gd name="connsiteY65" fmla="*/ 1986253 h 2672762"/>
                  <a:gd name="connsiteX66" fmla="*/ 363839 w 2677922"/>
                  <a:gd name="connsiteY66" fmla="*/ 1940847 h 2672762"/>
                  <a:gd name="connsiteX67" fmla="*/ 328237 w 2677922"/>
                  <a:gd name="connsiteY67" fmla="*/ 1878930 h 2672762"/>
                  <a:gd name="connsiteX68" fmla="*/ 283347 w 2677922"/>
                  <a:gd name="connsiteY68" fmla="*/ 1866030 h 2672762"/>
                  <a:gd name="connsiteX69" fmla="*/ 170864 w 2677922"/>
                  <a:gd name="connsiteY69" fmla="*/ 1891829 h 2672762"/>
                  <a:gd name="connsiteX70" fmla="*/ 155900 w 2677922"/>
                  <a:gd name="connsiteY70" fmla="*/ 1895441 h 2672762"/>
                  <a:gd name="connsiteX71" fmla="*/ 100175 w 2677922"/>
                  <a:gd name="connsiteY71" fmla="*/ 1868094 h 2672762"/>
                  <a:gd name="connsiteX72" fmla="*/ 87275 w 2677922"/>
                  <a:gd name="connsiteY72" fmla="*/ 1838168 h 2672762"/>
                  <a:gd name="connsiteX73" fmla="*/ 107915 w 2677922"/>
                  <a:gd name="connsiteY73" fmla="*/ 1779862 h 2672762"/>
                  <a:gd name="connsiteX74" fmla="*/ 213690 w 2677922"/>
                  <a:gd name="connsiteY74" fmla="*/ 1713817 h 2672762"/>
                  <a:gd name="connsiteX75" fmla="*/ 238972 w 2677922"/>
                  <a:gd name="connsiteY75" fmla="*/ 1654480 h 2672762"/>
                  <a:gd name="connsiteX76" fmla="*/ 222977 w 2677922"/>
                  <a:gd name="connsiteY76" fmla="*/ 1600818 h 2672762"/>
                  <a:gd name="connsiteX77" fmla="*/ 184279 w 2677922"/>
                  <a:gd name="connsiteY77" fmla="*/ 1575019 h 2672762"/>
                  <a:gd name="connsiteX78" fmla="*/ 59413 w 2677922"/>
                  <a:gd name="connsiteY78" fmla="*/ 1571407 h 2672762"/>
                  <a:gd name="connsiteX79" fmla="*/ 3687 w 2677922"/>
                  <a:gd name="connsiteY79" fmla="*/ 1524453 h 2672762"/>
                  <a:gd name="connsiteX80" fmla="*/ 1623 w 2677922"/>
                  <a:gd name="connsiteY80" fmla="*/ 1513618 h 2672762"/>
                  <a:gd name="connsiteX81" fmla="*/ 48577 w 2677922"/>
                  <a:gd name="connsiteY81" fmla="*/ 1442413 h 2672762"/>
                  <a:gd name="connsiteX82" fmla="*/ 160544 w 2677922"/>
                  <a:gd name="connsiteY82" fmla="*/ 1408358 h 2672762"/>
                  <a:gd name="connsiteX83" fmla="*/ 194083 w 2677922"/>
                  <a:gd name="connsiteY83" fmla="*/ 1370692 h 2672762"/>
                  <a:gd name="connsiteX84" fmla="*/ 192534 w 2677922"/>
                  <a:gd name="connsiteY84" fmla="*/ 1298971 h 2672762"/>
                  <a:gd name="connsiteX85" fmla="*/ 166220 w 2677922"/>
                  <a:gd name="connsiteY85" fmla="*/ 1269560 h 2672762"/>
                  <a:gd name="connsiteX86" fmla="*/ 47029 w 2677922"/>
                  <a:gd name="connsiteY86" fmla="*/ 1232926 h 2672762"/>
                  <a:gd name="connsiteX87" fmla="*/ 1623 w 2677922"/>
                  <a:gd name="connsiteY87" fmla="*/ 1166881 h 2672762"/>
                  <a:gd name="connsiteX88" fmla="*/ 6267 w 2677922"/>
                  <a:gd name="connsiteY88" fmla="*/ 1139534 h 2672762"/>
                  <a:gd name="connsiteX89" fmla="*/ 49093 w 2677922"/>
                  <a:gd name="connsiteY89" fmla="*/ 1105480 h 2672762"/>
                  <a:gd name="connsiteX90" fmla="*/ 164672 w 2677922"/>
                  <a:gd name="connsiteY90" fmla="*/ 1101868 h 2672762"/>
                  <a:gd name="connsiteX91" fmla="*/ 181699 w 2677922"/>
                  <a:gd name="connsiteY91" fmla="*/ 1101352 h 2672762"/>
                  <a:gd name="connsiteX92" fmla="*/ 227621 w 2677922"/>
                  <a:gd name="connsiteY92" fmla="*/ 1065233 h 2672762"/>
                  <a:gd name="connsiteX93" fmla="*/ 241036 w 2677922"/>
                  <a:gd name="connsiteY93" fmla="*/ 1014152 h 2672762"/>
                  <a:gd name="connsiteX94" fmla="*/ 219366 w 2677922"/>
                  <a:gd name="connsiteY94" fmla="*/ 965650 h 2672762"/>
                  <a:gd name="connsiteX95" fmla="*/ 113590 w 2677922"/>
                  <a:gd name="connsiteY95" fmla="*/ 899605 h 2672762"/>
                  <a:gd name="connsiteX96" fmla="*/ 89855 w 2677922"/>
                  <a:gd name="connsiteY96" fmla="*/ 832012 h 2672762"/>
                  <a:gd name="connsiteX97" fmla="*/ 104818 w 2677922"/>
                  <a:gd name="connsiteY97" fmla="*/ 799505 h 2672762"/>
                  <a:gd name="connsiteX98" fmla="*/ 151256 w 2677922"/>
                  <a:gd name="connsiteY98" fmla="*/ 779898 h 2672762"/>
                  <a:gd name="connsiteX99" fmla="*/ 283347 w 2677922"/>
                  <a:gd name="connsiteY99" fmla="*/ 810341 h 2672762"/>
                  <a:gd name="connsiteX100" fmla="*/ 331332 w 2677922"/>
                  <a:gd name="connsiteY100" fmla="*/ 794345 h 2672762"/>
                  <a:gd name="connsiteX101" fmla="*/ 363839 w 2677922"/>
                  <a:gd name="connsiteY101" fmla="*/ 737588 h 2672762"/>
                  <a:gd name="connsiteX102" fmla="*/ 354551 w 2677922"/>
                  <a:gd name="connsiteY102" fmla="*/ 689086 h 2672762"/>
                  <a:gd name="connsiteX103" fmla="*/ 266835 w 2677922"/>
                  <a:gd name="connsiteY103" fmla="*/ 595694 h 2672762"/>
                  <a:gd name="connsiteX104" fmla="*/ 261675 w 2677922"/>
                  <a:gd name="connsiteY104" fmla="*/ 529133 h 2672762"/>
                  <a:gd name="connsiteX105" fmla="*/ 270447 w 2677922"/>
                  <a:gd name="connsiteY105" fmla="*/ 516233 h 2672762"/>
                  <a:gd name="connsiteX106" fmla="*/ 349907 w 2677922"/>
                  <a:gd name="connsiteY106" fmla="*/ 498690 h 2672762"/>
                  <a:gd name="connsiteX107" fmla="*/ 457231 w 2677922"/>
                  <a:gd name="connsiteY107" fmla="*/ 555964 h 2672762"/>
                  <a:gd name="connsiteX108" fmla="*/ 507797 w 2677922"/>
                  <a:gd name="connsiteY108" fmla="*/ 551320 h 2672762"/>
                  <a:gd name="connsiteX109" fmla="*/ 551139 w 2677922"/>
                  <a:gd name="connsiteY109" fmla="*/ 508494 h 2672762"/>
                  <a:gd name="connsiteX110" fmla="*/ 556815 w 2677922"/>
                  <a:gd name="connsiteY110" fmla="*/ 456896 h 2672762"/>
                  <a:gd name="connsiteX111" fmla="*/ 494381 w 2677922"/>
                  <a:gd name="connsiteY111" fmla="*/ 339769 h 2672762"/>
                  <a:gd name="connsiteX112" fmla="*/ 505217 w 2677922"/>
                  <a:gd name="connsiteY112" fmla="*/ 280432 h 2672762"/>
                  <a:gd name="connsiteX113" fmla="*/ 537723 w 2677922"/>
                  <a:gd name="connsiteY113" fmla="*/ 256181 h 2672762"/>
                  <a:gd name="connsiteX114" fmla="*/ 590353 w 2677922"/>
                  <a:gd name="connsiteY114" fmla="*/ 261857 h 2672762"/>
                  <a:gd name="connsiteX115" fmla="*/ 679617 w 2677922"/>
                  <a:gd name="connsiteY115" fmla="*/ 344929 h 2672762"/>
                  <a:gd name="connsiteX116" fmla="*/ 754950 w 2677922"/>
                  <a:gd name="connsiteY116" fmla="*/ 355765 h 2672762"/>
                  <a:gd name="connsiteX117" fmla="*/ 797260 w 2677922"/>
                  <a:gd name="connsiteY117" fmla="*/ 329450 h 2672762"/>
                  <a:gd name="connsiteX118" fmla="*/ 811707 w 2677922"/>
                  <a:gd name="connsiteY118" fmla="*/ 285076 h 2672762"/>
                  <a:gd name="connsiteX119" fmla="*/ 781781 w 2677922"/>
                  <a:gd name="connsiteY119" fmla="*/ 156081 h 2672762"/>
                  <a:gd name="connsiteX120" fmla="*/ 807064 w 2677922"/>
                  <a:gd name="connsiteY120" fmla="*/ 100872 h 2672762"/>
                  <a:gd name="connsiteX121" fmla="*/ 841634 w 2677922"/>
                  <a:gd name="connsiteY121" fmla="*/ 86424 h 2672762"/>
                  <a:gd name="connsiteX122" fmla="*/ 896328 w 2677922"/>
                  <a:gd name="connsiteY122" fmla="*/ 106031 h 2672762"/>
                  <a:gd name="connsiteX123" fmla="*/ 965469 w 2677922"/>
                  <a:gd name="connsiteY123" fmla="*/ 217483 h 2672762"/>
                  <a:gd name="connsiteX124" fmla="*/ 1013455 w 2677922"/>
                  <a:gd name="connsiteY124" fmla="*/ 240702 h 2672762"/>
                  <a:gd name="connsiteX125" fmla="*/ 1077952 w 2677922"/>
                  <a:gd name="connsiteY125" fmla="*/ 222642 h 2672762"/>
                  <a:gd name="connsiteX126" fmla="*/ 1101687 w 2677922"/>
                  <a:gd name="connsiteY126" fmla="*/ 188072 h 2672762"/>
                  <a:gd name="connsiteX127" fmla="*/ 1106847 w 2677922"/>
                  <a:gd name="connsiteY127" fmla="*/ 53918 h 2672762"/>
                  <a:gd name="connsiteX128" fmla="*/ 1145029 w 2677922"/>
                  <a:gd name="connsiteY128" fmla="*/ 4900 h 2672762"/>
                  <a:gd name="connsiteX129" fmla="*/ 1158960 w 2677922"/>
                  <a:gd name="connsiteY129" fmla="*/ 1804 h 2672762"/>
                  <a:gd name="connsiteX130" fmla="*/ 1235841 w 2677922"/>
                  <a:gd name="connsiteY130" fmla="*/ 48758 h 2672762"/>
                  <a:gd name="connsiteX131" fmla="*/ 1269895 w 2677922"/>
                  <a:gd name="connsiteY131" fmla="*/ 162273 h 2672762"/>
                  <a:gd name="connsiteX132" fmla="*/ 1303434 w 2677922"/>
                  <a:gd name="connsiteY132" fmla="*/ 192716 h 2672762"/>
                  <a:gd name="connsiteX133" fmla="*/ 1376702 w 2677922"/>
                  <a:gd name="connsiteY133" fmla="*/ 192716 h 2672762"/>
                  <a:gd name="connsiteX134" fmla="*/ 1409209 w 2677922"/>
                  <a:gd name="connsiteY134" fmla="*/ 163305 h 2672762"/>
                  <a:gd name="connsiteX135" fmla="*/ 1447392 w 2677922"/>
                  <a:gd name="connsiteY135" fmla="*/ 37922 h 2672762"/>
                  <a:gd name="connsiteX136" fmla="*/ 1499505 w 2677922"/>
                  <a:gd name="connsiteY136" fmla="*/ 256 h 2672762"/>
                  <a:gd name="connsiteX137" fmla="*/ 1513436 w 2677922"/>
                  <a:gd name="connsiteY137" fmla="*/ 772 h 2672762"/>
                  <a:gd name="connsiteX138" fmla="*/ 1573290 w 2677922"/>
                  <a:gd name="connsiteY138" fmla="*/ 65269 h 2672762"/>
                  <a:gd name="connsiteX139" fmla="*/ 1576902 w 2677922"/>
                  <a:gd name="connsiteY139" fmla="*/ 185492 h 2672762"/>
                  <a:gd name="connsiteX140" fmla="*/ 1598057 w 2677922"/>
                  <a:gd name="connsiteY140" fmla="*/ 220578 h 2672762"/>
                  <a:gd name="connsiteX141" fmla="*/ 1674422 w 2677922"/>
                  <a:gd name="connsiteY141" fmla="*/ 240702 h 2672762"/>
                  <a:gd name="connsiteX142" fmla="*/ 1710540 w 2677922"/>
                  <a:gd name="connsiteY142" fmla="*/ 221610 h 2672762"/>
                  <a:gd name="connsiteX143" fmla="*/ 1779165 w 2677922"/>
                  <a:gd name="connsiteY143" fmla="*/ 111707 h 2672762"/>
                  <a:gd name="connsiteX144" fmla="*/ 1845726 w 2677922"/>
                  <a:gd name="connsiteY144" fmla="*/ 88488 h 2672762"/>
                  <a:gd name="connsiteX145" fmla="*/ 1857594 w 2677922"/>
                  <a:gd name="connsiteY145" fmla="*/ 92616 h 2672762"/>
                  <a:gd name="connsiteX146" fmla="*/ 1895260 w 2677922"/>
                  <a:gd name="connsiteY146" fmla="*/ 166401 h 2672762"/>
                  <a:gd name="connsiteX147" fmla="*/ 1868429 w 2677922"/>
                  <a:gd name="connsiteY147" fmla="*/ 281980 h 2672762"/>
                  <a:gd name="connsiteX148" fmla="*/ 1887004 w 2677922"/>
                  <a:gd name="connsiteY148" fmla="*/ 332030 h 2672762"/>
                  <a:gd name="connsiteX149" fmla="*/ 1946857 w 2677922"/>
                  <a:gd name="connsiteY149" fmla="*/ 365052 h 2672762"/>
                  <a:gd name="connsiteX150" fmla="*/ 1986588 w 2677922"/>
                  <a:gd name="connsiteY150" fmla="*/ 355765 h 2672762"/>
                  <a:gd name="connsiteX151" fmla="*/ 2081528 w 2677922"/>
                  <a:gd name="connsiteY151" fmla="*/ 267532 h 2672762"/>
                  <a:gd name="connsiteX152" fmla="*/ 2151701 w 2677922"/>
                  <a:gd name="connsiteY152" fmla="*/ 261857 h 2672762"/>
                  <a:gd name="connsiteX153" fmla="*/ 2155312 w 2677922"/>
                  <a:gd name="connsiteY153" fmla="*/ 264437 h 2672762"/>
                  <a:gd name="connsiteX154" fmla="*/ 2177500 w 2677922"/>
                  <a:gd name="connsiteY154" fmla="*/ 353701 h 2672762"/>
                  <a:gd name="connsiteX155" fmla="*/ 2122290 w 2677922"/>
                  <a:gd name="connsiteY155" fmla="*/ 456896 h 2672762"/>
                  <a:gd name="connsiteX156" fmla="*/ 2126934 w 2677922"/>
                  <a:gd name="connsiteY156" fmla="*/ 505914 h 2672762"/>
                  <a:gd name="connsiteX157" fmla="*/ 2173372 w 2677922"/>
                  <a:gd name="connsiteY157" fmla="*/ 551836 h 2672762"/>
                  <a:gd name="connsiteX158" fmla="*/ 2219810 w 2677922"/>
                  <a:gd name="connsiteY158" fmla="*/ 555964 h 2672762"/>
                  <a:gd name="connsiteX159" fmla="*/ 2336937 w 2677922"/>
                  <a:gd name="connsiteY159" fmla="*/ 494046 h 2672762"/>
                  <a:gd name="connsiteX160" fmla="*/ 2400917 w 2677922"/>
                  <a:gd name="connsiteY160" fmla="*/ 507462 h 2672762"/>
                  <a:gd name="connsiteX161" fmla="*/ 2420525 w 2677922"/>
                  <a:gd name="connsiteY161" fmla="*/ 533777 h 2672762"/>
                  <a:gd name="connsiteX162" fmla="*/ 2415365 w 2677922"/>
                  <a:gd name="connsiteY162" fmla="*/ 591566 h 2672762"/>
                  <a:gd name="connsiteX163" fmla="*/ 2321973 w 2677922"/>
                  <a:gd name="connsiteY163" fmla="*/ 692182 h 2672762"/>
                  <a:gd name="connsiteX164" fmla="*/ 2313718 w 2677922"/>
                  <a:gd name="connsiteY164" fmla="*/ 733460 h 2672762"/>
                  <a:gd name="connsiteX165" fmla="*/ 2349320 w 2677922"/>
                  <a:gd name="connsiteY165" fmla="*/ 795377 h 2672762"/>
                  <a:gd name="connsiteX166" fmla="*/ 2394726 w 2677922"/>
                  <a:gd name="connsiteY166" fmla="*/ 810341 h 2672762"/>
                  <a:gd name="connsiteX167" fmla="*/ 2526816 w 2677922"/>
                  <a:gd name="connsiteY167" fmla="*/ 780414 h 2672762"/>
                  <a:gd name="connsiteX168" fmla="*/ 2575834 w 2677922"/>
                  <a:gd name="connsiteY168" fmla="*/ 803117 h 2672762"/>
                  <a:gd name="connsiteX169" fmla="*/ 2591313 w 2677922"/>
                  <a:gd name="connsiteY169" fmla="*/ 838719 h 2672762"/>
                  <a:gd name="connsiteX170" fmla="*/ 2570158 w 2677922"/>
                  <a:gd name="connsiteY170" fmla="*/ 896509 h 2672762"/>
                  <a:gd name="connsiteX171" fmla="*/ 2461287 w 2677922"/>
                  <a:gd name="connsiteY171" fmla="*/ 964102 h 2672762"/>
                  <a:gd name="connsiteX172" fmla="*/ 2438068 w 2677922"/>
                  <a:gd name="connsiteY172" fmla="*/ 1014668 h 2672762"/>
                  <a:gd name="connsiteX173" fmla="*/ 2454063 w 2677922"/>
                  <a:gd name="connsiteY173" fmla="*/ 1073489 h 2672762"/>
                  <a:gd name="connsiteX174" fmla="*/ 2492762 w 2677922"/>
                  <a:gd name="connsiteY174" fmla="*/ 1100836 h 2672762"/>
                  <a:gd name="connsiteX175" fmla="*/ 2628464 w 2677922"/>
                  <a:gd name="connsiteY175" fmla="*/ 1105996 h 2672762"/>
                  <a:gd name="connsiteX176" fmla="*/ 2672322 w 2677922"/>
                  <a:gd name="connsiteY176" fmla="*/ 1140566 h 2672762"/>
                  <a:gd name="connsiteX177" fmla="*/ 2677998 w 2677922"/>
                  <a:gd name="connsiteY177" fmla="*/ 1182360 h 2672762"/>
                  <a:gd name="connsiteX178" fmla="*/ 2644459 w 2677922"/>
                  <a:gd name="connsiteY178" fmla="*/ 1229830 h 2672762"/>
                  <a:gd name="connsiteX179" fmla="*/ 2522172 w 2677922"/>
                  <a:gd name="connsiteY179" fmla="*/ 1267497 h 2672762"/>
                  <a:gd name="connsiteX180" fmla="*/ 2483990 w 2677922"/>
                  <a:gd name="connsiteY180" fmla="*/ 1315998 h 2672762"/>
                  <a:gd name="connsiteX181" fmla="*/ 2486570 w 2677922"/>
                  <a:gd name="connsiteY181" fmla="*/ 1379980 h 2672762"/>
                  <a:gd name="connsiteX182" fmla="*/ 2512885 w 2677922"/>
                  <a:gd name="connsiteY182" fmla="*/ 1407842 h 2672762"/>
                  <a:gd name="connsiteX183" fmla="*/ 2641363 w 2677922"/>
                  <a:gd name="connsiteY183" fmla="*/ 1447057 h 2672762"/>
                  <a:gd name="connsiteX184" fmla="*/ 2677998 w 2677922"/>
                  <a:gd name="connsiteY184" fmla="*/ 1498138 h 2672762"/>
                  <a:gd name="connsiteX185" fmla="*/ 2677998 w 2677922"/>
                  <a:gd name="connsiteY185" fmla="*/ 1507426 h 2672762"/>
                  <a:gd name="connsiteX186" fmla="*/ 2611952 w 2677922"/>
                  <a:gd name="connsiteY186" fmla="*/ 1572955 h 2672762"/>
                  <a:gd name="connsiteX187" fmla="*/ 2490182 w 2677922"/>
                  <a:gd name="connsiteY187" fmla="*/ 1576567 h 2672762"/>
                  <a:gd name="connsiteX188" fmla="*/ 2457675 w 2677922"/>
                  <a:gd name="connsiteY188" fmla="*/ 1596690 h 2672762"/>
                  <a:gd name="connsiteX189" fmla="*/ 2437036 w 2677922"/>
                  <a:gd name="connsiteY189" fmla="*/ 1673055 h 2672762"/>
                  <a:gd name="connsiteX190" fmla="*/ 2457159 w 2677922"/>
                  <a:gd name="connsiteY190" fmla="*/ 1710205 h 2672762"/>
                  <a:gd name="connsiteX191" fmla="*/ 2564483 w 2677922"/>
                  <a:gd name="connsiteY191" fmla="*/ 1777282 h 2672762"/>
                  <a:gd name="connsiteX192" fmla="*/ 2588733 w 2677922"/>
                  <a:gd name="connsiteY192" fmla="*/ 1845907 h 2672762"/>
                  <a:gd name="connsiteX193" fmla="*/ 2571706 w 2677922"/>
                  <a:gd name="connsiteY193" fmla="*/ 1880994 h 2672762"/>
                  <a:gd name="connsiteX194" fmla="*/ 2538684 w 2677922"/>
                  <a:gd name="connsiteY194" fmla="*/ 1897505 h 2672762"/>
                  <a:gd name="connsiteX195" fmla="*/ 1338521 w 2677922"/>
                  <a:gd name="connsiteY195" fmla="*/ 2312867 h 2672762"/>
                  <a:gd name="connsiteX196" fmla="*/ 2316814 w 2677922"/>
                  <a:gd name="connsiteY196" fmla="*/ 1335605 h 2672762"/>
                  <a:gd name="connsiteX197" fmla="*/ 1340068 w 2677922"/>
                  <a:gd name="connsiteY197" fmla="*/ 359376 h 2672762"/>
                  <a:gd name="connsiteX198" fmla="*/ 361775 w 2677922"/>
                  <a:gd name="connsiteY198" fmla="*/ 1331994 h 2672762"/>
                  <a:gd name="connsiteX199" fmla="*/ 1338521 w 2677922"/>
                  <a:gd name="connsiteY199" fmla="*/ 2312867 h 267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2677922" h="2672762">
                    <a:moveTo>
                      <a:pt x="2538684" y="1897505"/>
                    </a:moveTo>
                    <a:cubicBezTo>
                      <a:pt x="2511337" y="1891313"/>
                      <a:pt x="2483990" y="1885121"/>
                      <a:pt x="2456643" y="1879446"/>
                    </a:cubicBezTo>
                    <a:cubicBezTo>
                      <a:pt x="2434456" y="1874286"/>
                      <a:pt x="2411753" y="1869642"/>
                      <a:pt x="2389566" y="1863966"/>
                    </a:cubicBezTo>
                    <a:cubicBezTo>
                      <a:pt x="2375119" y="1860354"/>
                      <a:pt x="2363767" y="1864482"/>
                      <a:pt x="2354479" y="1874802"/>
                    </a:cubicBezTo>
                    <a:cubicBezTo>
                      <a:pt x="2335389" y="1896989"/>
                      <a:pt x="2320425" y="1922272"/>
                      <a:pt x="2312170" y="1950651"/>
                    </a:cubicBezTo>
                    <a:cubicBezTo>
                      <a:pt x="2308042" y="1964066"/>
                      <a:pt x="2314234" y="1973869"/>
                      <a:pt x="2322489" y="1983157"/>
                    </a:cubicBezTo>
                    <a:cubicBezTo>
                      <a:pt x="2352416" y="2015664"/>
                      <a:pt x="2382858" y="2048170"/>
                      <a:pt x="2412785" y="2080161"/>
                    </a:cubicBezTo>
                    <a:cubicBezTo>
                      <a:pt x="2435488" y="2104412"/>
                      <a:pt x="2436520" y="2118859"/>
                      <a:pt x="2418461" y="2146722"/>
                    </a:cubicBezTo>
                    <a:cubicBezTo>
                      <a:pt x="2417429" y="2148270"/>
                      <a:pt x="2416397" y="2150334"/>
                      <a:pt x="2414849" y="2151882"/>
                    </a:cubicBezTo>
                    <a:cubicBezTo>
                      <a:pt x="2380795" y="2197804"/>
                      <a:pt x="2365831" y="2198320"/>
                      <a:pt x="2324037" y="2174585"/>
                    </a:cubicBezTo>
                    <a:cubicBezTo>
                      <a:pt x="2289982" y="2154978"/>
                      <a:pt x="2253864" y="2137434"/>
                      <a:pt x="2219294" y="2118859"/>
                    </a:cubicBezTo>
                    <a:cubicBezTo>
                      <a:pt x="2204846" y="2111120"/>
                      <a:pt x="2191431" y="2111120"/>
                      <a:pt x="2178531" y="2120407"/>
                    </a:cubicBezTo>
                    <a:cubicBezTo>
                      <a:pt x="2157892" y="2134855"/>
                      <a:pt x="2140349" y="2152398"/>
                      <a:pt x="2125386" y="2172521"/>
                    </a:cubicBezTo>
                    <a:cubicBezTo>
                      <a:pt x="2114550" y="2186968"/>
                      <a:pt x="2114034" y="2201416"/>
                      <a:pt x="2122806" y="2217411"/>
                    </a:cubicBezTo>
                    <a:cubicBezTo>
                      <a:pt x="2143961" y="2256109"/>
                      <a:pt x="2164600" y="2295323"/>
                      <a:pt x="2184723" y="2334538"/>
                    </a:cubicBezTo>
                    <a:cubicBezTo>
                      <a:pt x="2198655" y="2361885"/>
                      <a:pt x="2196591" y="2374268"/>
                      <a:pt x="2174404" y="2395423"/>
                    </a:cubicBezTo>
                    <a:cubicBezTo>
                      <a:pt x="2170792" y="2398519"/>
                      <a:pt x="2167696" y="2402131"/>
                      <a:pt x="2164084" y="2404711"/>
                    </a:cubicBezTo>
                    <a:cubicBezTo>
                      <a:pt x="2131062" y="2428962"/>
                      <a:pt x="2114034" y="2440829"/>
                      <a:pt x="2075336" y="2401615"/>
                    </a:cubicBezTo>
                    <a:cubicBezTo>
                      <a:pt x="2047473" y="2373236"/>
                      <a:pt x="2017547" y="2347953"/>
                      <a:pt x="1988652" y="2320606"/>
                    </a:cubicBezTo>
                    <a:cubicBezTo>
                      <a:pt x="1975236" y="2307707"/>
                      <a:pt x="1960789" y="2305127"/>
                      <a:pt x="1944277" y="2311835"/>
                    </a:cubicBezTo>
                    <a:cubicBezTo>
                      <a:pt x="1922607" y="2320606"/>
                      <a:pt x="1901968" y="2331958"/>
                      <a:pt x="1883392" y="2346405"/>
                    </a:cubicBezTo>
                    <a:cubicBezTo>
                      <a:pt x="1867913" y="2358273"/>
                      <a:pt x="1863785" y="2373236"/>
                      <a:pt x="1868429" y="2391811"/>
                    </a:cubicBezTo>
                    <a:cubicBezTo>
                      <a:pt x="1879264" y="2436701"/>
                      <a:pt x="1889584" y="2482107"/>
                      <a:pt x="1899388" y="2526997"/>
                    </a:cubicBezTo>
                    <a:cubicBezTo>
                      <a:pt x="1903516" y="2546604"/>
                      <a:pt x="1896808" y="2561568"/>
                      <a:pt x="1879264" y="2571887"/>
                    </a:cubicBezTo>
                    <a:cubicBezTo>
                      <a:pt x="1867397" y="2579111"/>
                      <a:pt x="1854498" y="2584787"/>
                      <a:pt x="1841082" y="2588915"/>
                    </a:cubicBezTo>
                    <a:cubicBezTo>
                      <a:pt x="1813736" y="2597686"/>
                      <a:pt x="1798256" y="2592526"/>
                      <a:pt x="1782777" y="2568276"/>
                    </a:cubicBezTo>
                    <a:cubicBezTo>
                      <a:pt x="1760074" y="2532157"/>
                      <a:pt x="1736855" y="2496555"/>
                      <a:pt x="1715184" y="2459404"/>
                    </a:cubicBezTo>
                    <a:cubicBezTo>
                      <a:pt x="1703316" y="2439281"/>
                      <a:pt x="1687837" y="2431542"/>
                      <a:pt x="1664618" y="2435669"/>
                    </a:cubicBezTo>
                    <a:cubicBezTo>
                      <a:pt x="1646043" y="2439281"/>
                      <a:pt x="1627984" y="2443925"/>
                      <a:pt x="1610440" y="2450117"/>
                    </a:cubicBezTo>
                    <a:cubicBezTo>
                      <a:pt x="1586190" y="2458888"/>
                      <a:pt x="1578450" y="2469208"/>
                      <a:pt x="1577418" y="2495007"/>
                    </a:cubicBezTo>
                    <a:cubicBezTo>
                      <a:pt x="1575870" y="2535769"/>
                      <a:pt x="1574838" y="2576015"/>
                      <a:pt x="1573806" y="2616777"/>
                    </a:cubicBezTo>
                    <a:cubicBezTo>
                      <a:pt x="1572774" y="2653928"/>
                      <a:pt x="1563487" y="2665795"/>
                      <a:pt x="1526852" y="2672503"/>
                    </a:cubicBezTo>
                    <a:cubicBezTo>
                      <a:pt x="1517049" y="2674567"/>
                      <a:pt x="1507245" y="2675599"/>
                      <a:pt x="1497441" y="2676115"/>
                    </a:cubicBezTo>
                    <a:cubicBezTo>
                      <a:pt x="1473191" y="2677663"/>
                      <a:pt x="1457711" y="2667859"/>
                      <a:pt x="1449972" y="2644124"/>
                    </a:cubicBezTo>
                    <a:cubicBezTo>
                      <a:pt x="1436040" y="2600782"/>
                      <a:pt x="1422624" y="2557956"/>
                      <a:pt x="1410241" y="2514614"/>
                    </a:cubicBezTo>
                    <a:cubicBezTo>
                      <a:pt x="1404565" y="2495007"/>
                      <a:pt x="1392698" y="2485719"/>
                      <a:pt x="1373091" y="2482623"/>
                    </a:cubicBezTo>
                    <a:cubicBezTo>
                      <a:pt x="1350388" y="2479527"/>
                      <a:pt x="1327685" y="2479527"/>
                      <a:pt x="1304982" y="2483139"/>
                    </a:cubicBezTo>
                    <a:cubicBezTo>
                      <a:pt x="1287955" y="2485719"/>
                      <a:pt x="1277119" y="2494491"/>
                      <a:pt x="1271959" y="2511518"/>
                    </a:cubicBezTo>
                    <a:cubicBezTo>
                      <a:pt x="1260092" y="2552280"/>
                      <a:pt x="1247192" y="2593042"/>
                      <a:pt x="1234293" y="2633805"/>
                    </a:cubicBezTo>
                    <a:cubicBezTo>
                      <a:pt x="1222941" y="2670439"/>
                      <a:pt x="1208494" y="2679727"/>
                      <a:pt x="1170828" y="2674567"/>
                    </a:cubicBezTo>
                    <a:cubicBezTo>
                      <a:pt x="1114070" y="2666827"/>
                      <a:pt x="1107362" y="2659087"/>
                      <a:pt x="1106847" y="2602330"/>
                    </a:cubicBezTo>
                    <a:cubicBezTo>
                      <a:pt x="1106331" y="2565180"/>
                      <a:pt x="1104783" y="2528545"/>
                      <a:pt x="1103751" y="2491395"/>
                    </a:cubicBezTo>
                    <a:cubicBezTo>
                      <a:pt x="1103234" y="2474368"/>
                      <a:pt x="1096527" y="2460952"/>
                      <a:pt x="1080532" y="2454244"/>
                    </a:cubicBezTo>
                    <a:cubicBezTo>
                      <a:pt x="1056281" y="2443925"/>
                      <a:pt x="1031514" y="2436701"/>
                      <a:pt x="1005199" y="2435153"/>
                    </a:cubicBezTo>
                    <a:cubicBezTo>
                      <a:pt x="989203" y="2434121"/>
                      <a:pt x="977852" y="2440313"/>
                      <a:pt x="969080" y="2454244"/>
                    </a:cubicBezTo>
                    <a:cubicBezTo>
                      <a:pt x="946894" y="2491395"/>
                      <a:pt x="923159" y="2527513"/>
                      <a:pt x="900456" y="2564148"/>
                    </a:cubicBezTo>
                    <a:cubicBezTo>
                      <a:pt x="882396" y="2593042"/>
                      <a:pt x="868465" y="2598202"/>
                      <a:pt x="836474" y="2587367"/>
                    </a:cubicBezTo>
                    <a:cubicBezTo>
                      <a:pt x="834926" y="2586851"/>
                      <a:pt x="833379" y="2586335"/>
                      <a:pt x="831830" y="2585819"/>
                    </a:cubicBezTo>
                    <a:cubicBezTo>
                      <a:pt x="782297" y="2565696"/>
                      <a:pt x="772493" y="2554344"/>
                      <a:pt x="785392" y="2504810"/>
                    </a:cubicBezTo>
                    <a:cubicBezTo>
                      <a:pt x="795196" y="2467144"/>
                      <a:pt x="802420" y="2428962"/>
                      <a:pt x="811707" y="2390779"/>
                    </a:cubicBezTo>
                    <a:cubicBezTo>
                      <a:pt x="816351" y="2371172"/>
                      <a:pt x="811191" y="2356209"/>
                      <a:pt x="794680" y="2344341"/>
                    </a:cubicBezTo>
                    <a:cubicBezTo>
                      <a:pt x="777137" y="2331958"/>
                      <a:pt x="759078" y="2321122"/>
                      <a:pt x="739470" y="2312351"/>
                    </a:cubicBezTo>
                    <a:cubicBezTo>
                      <a:pt x="720895" y="2304095"/>
                      <a:pt x="704900" y="2307191"/>
                      <a:pt x="689421" y="2321638"/>
                    </a:cubicBezTo>
                    <a:cubicBezTo>
                      <a:pt x="658462" y="2351049"/>
                      <a:pt x="626988" y="2379944"/>
                      <a:pt x="596029" y="2408838"/>
                    </a:cubicBezTo>
                    <a:cubicBezTo>
                      <a:pt x="572810" y="2431026"/>
                      <a:pt x="557847" y="2432057"/>
                      <a:pt x="530500" y="2415030"/>
                    </a:cubicBezTo>
                    <a:cubicBezTo>
                      <a:pt x="527404" y="2412966"/>
                      <a:pt x="524308" y="2410902"/>
                      <a:pt x="521212" y="2408838"/>
                    </a:cubicBezTo>
                    <a:cubicBezTo>
                      <a:pt x="481482" y="2380460"/>
                      <a:pt x="477870" y="2365496"/>
                      <a:pt x="500573" y="2322670"/>
                    </a:cubicBezTo>
                    <a:cubicBezTo>
                      <a:pt x="519148" y="2287584"/>
                      <a:pt x="537207" y="2252497"/>
                      <a:pt x="556298" y="2217927"/>
                    </a:cubicBezTo>
                    <a:cubicBezTo>
                      <a:pt x="566102" y="2199868"/>
                      <a:pt x="564555" y="2184388"/>
                      <a:pt x="552171" y="2168909"/>
                    </a:cubicBezTo>
                    <a:cubicBezTo>
                      <a:pt x="538756" y="2151882"/>
                      <a:pt x="523276" y="2136402"/>
                      <a:pt x="505733" y="2122987"/>
                    </a:cubicBezTo>
                    <a:cubicBezTo>
                      <a:pt x="490254" y="2111120"/>
                      <a:pt x="474774" y="2110088"/>
                      <a:pt x="457747" y="2119375"/>
                    </a:cubicBezTo>
                    <a:cubicBezTo>
                      <a:pt x="419564" y="2140014"/>
                      <a:pt x="380866" y="2160653"/>
                      <a:pt x="341652" y="2180777"/>
                    </a:cubicBezTo>
                    <a:cubicBezTo>
                      <a:pt x="314305" y="2195224"/>
                      <a:pt x="298310" y="2191612"/>
                      <a:pt x="278187" y="2168909"/>
                    </a:cubicBezTo>
                    <a:cubicBezTo>
                      <a:pt x="276639" y="2167361"/>
                      <a:pt x="275607" y="2165813"/>
                      <a:pt x="274059" y="2164265"/>
                    </a:cubicBezTo>
                    <a:cubicBezTo>
                      <a:pt x="238456" y="2122987"/>
                      <a:pt x="238972" y="2108540"/>
                      <a:pt x="276639" y="2069325"/>
                    </a:cubicBezTo>
                    <a:cubicBezTo>
                      <a:pt x="302954" y="2041463"/>
                      <a:pt x="327721" y="2013084"/>
                      <a:pt x="354551" y="1986253"/>
                    </a:cubicBezTo>
                    <a:cubicBezTo>
                      <a:pt x="367967" y="1972322"/>
                      <a:pt x="370547" y="1957874"/>
                      <a:pt x="363839" y="1940847"/>
                    </a:cubicBezTo>
                    <a:cubicBezTo>
                      <a:pt x="355067" y="1918660"/>
                      <a:pt x="342684" y="1898021"/>
                      <a:pt x="328237" y="1878930"/>
                    </a:cubicBezTo>
                    <a:cubicBezTo>
                      <a:pt x="316369" y="1863450"/>
                      <a:pt x="300374" y="1861902"/>
                      <a:pt x="283347" y="1866030"/>
                    </a:cubicBezTo>
                    <a:cubicBezTo>
                      <a:pt x="245680" y="1874802"/>
                      <a:pt x="208530" y="1883573"/>
                      <a:pt x="170864" y="1891829"/>
                    </a:cubicBezTo>
                    <a:cubicBezTo>
                      <a:pt x="165704" y="1892861"/>
                      <a:pt x="160544" y="1894409"/>
                      <a:pt x="155900" y="1895441"/>
                    </a:cubicBezTo>
                    <a:cubicBezTo>
                      <a:pt x="127521" y="1900601"/>
                      <a:pt x="113074" y="1893893"/>
                      <a:pt x="100175" y="1868094"/>
                    </a:cubicBezTo>
                    <a:cubicBezTo>
                      <a:pt x="95531" y="1858291"/>
                      <a:pt x="90887" y="1848487"/>
                      <a:pt x="87275" y="1838168"/>
                    </a:cubicBezTo>
                    <a:cubicBezTo>
                      <a:pt x="77988" y="1810821"/>
                      <a:pt x="83147" y="1795341"/>
                      <a:pt x="107915" y="1779862"/>
                    </a:cubicBezTo>
                    <a:cubicBezTo>
                      <a:pt x="143001" y="1757675"/>
                      <a:pt x="178603" y="1735488"/>
                      <a:pt x="213690" y="1713817"/>
                    </a:cubicBezTo>
                    <a:cubicBezTo>
                      <a:pt x="241552" y="1696274"/>
                      <a:pt x="245680" y="1686470"/>
                      <a:pt x="238972" y="1654480"/>
                    </a:cubicBezTo>
                    <a:cubicBezTo>
                      <a:pt x="234845" y="1636420"/>
                      <a:pt x="230201" y="1617845"/>
                      <a:pt x="222977" y="1600818"/>
                    </a:cubicBezTo>
                    <a:cubicBezTo>
                      <a:pt x="215753" y="1583791"/>
                      <a:pt x="203370" y="1575535"/>
                      <a:pt x="184279" y="1575019"/>
                    </a:cubicBezTo>
                    <a:cubicBezTo>
                      <a:pt x="142485" y="1574503"/>
                      <a:pt x="101207" y="1572955"/>
                      <a:pt x="59413" y="1571407"/>
                    </a:cubicBezTo>
                    <a:cubicBezTo>
                      <a:pt x="21746" y="1570375"/>
                      <a:pt x="10395" y="1560572"/>
                      <a:pt x="3687" y="1524453"/>
                    </a:cubicBezTo>
                    <a:cubicBezTo>
                      <a:pt x="3171" y="1520841"/>
                      <a:pt x="2139" y="1517230"/>
                      <a:pt x="1623" y="1513618"/>
                    </a:cubicBezTo>
                    <a:cubicBezTo>
                      <a:pt x="-4053" y="1467696"/>
                      <a:pt x="3687" y="1455828"/>
                      <a:pt x="48577" y="1442413"/>
                    </a:cubicBezTo>
                    <a:cubicBezTo>
                      <a:pt x="85727" y="1431061"/>
                      <a:pt x="122877" y="1418678"/>
                      <a:pt x="160544" y="1408358"/>
                    </a:cubicBezTo>
                    <a:cubicBezTo>
                      <a:pt x="181183" y="1402683"/>
                      <a:pt x="192018" y="1390815"/>
                      <a:pt x="194083" y="1370692"/>
                    </a:cubicBezTo>
                    <a:cubicBezTo>
                      <a:pt x="196147" y="1346957"/>
                      <a:pt x="197178" y="1322706"/>
                      <a:pt x="192534" y="1298971"/>
                    </a:cubicBezTo>
                    <a:cubicBezTo>
                      <a:pt x="189954" y="1283492"/>
                      <a:pt x="181183" y="1274204"/>
                      <a:pt x="166220" y="1269560"/>
                    </a:cubicBezTo>
                    <a:cubicBezTo>
                      <a:pt x="126490" y="1257693"/>
                      <a:pt x="86759" y="1245310"/>
                      <a:pt x="47029" y="1232926"/>
                    </a:cubicBezTo>
                    <a:cubicBezTo>
                      <a:pt x="3687" y="1219511"/>
                      <a:pt x="-957" y="1212287"/>
                      <a:pt x="1623" y="1166881"/>
                    </a:cubicBezTo>
                    <a:cubicBezTo>
                      <a:pt x="2139" y="1157593"/>
                      <a:pt x="4203" y="1148306"/>
                      <a:pt x="6267" y="1139534"/>
                    </a:cubicBezTo>
                    <a:cubicBezTo>
                      <a:pt x="12459" y="1116831"/>
                      <a:pt x="25358" y="1106512"/>
                      <a:pt x="49093" y="1105480"/>
                    </a:cubicBezTo>
                    <a:cubicBezTo>
                      <a:pt x="87791" y="1103932"/>
                      <a:pt x="125974" y="1102900"/>
                      <a:pt x="164672" y="1101868"/>
                    </a:cubicBezTo>
                    <a:cubicBezTo>
                      <a:pt x="170348" y="1101868"/>
                      <a:pt x="176023" y="1101352"/>
                      <a:pt x="181699" y="1101352"/>
                    </a:cubicBezTo>
                    <a:cubicBezTo>
                      <a:pt x="207498" y="1102384"/>
                      <a:pt x="220913" y="1087936"/>
                      <a:pt x="227621" y="1065233"/>
                    </a:cubicBezTo>
                    <a:cubicBezTo>
                      <a:pt x="232781" y="1048206"/>
                      <a:pt x="237425" y="1031179"/>
                      <a:pt x="241036" y="1014152"/>
                    </a:cubicBezTo>
                    <a:cubicBezTo>
                      <a:pt x="245680" y="990417"/>
                      <a:pt x="240005" y="979065"/>
                      <a:pt x="219366" y="965650"/>
                    </a:cubicBezTo>
                    <a:cubicBezTo>
                      <a:pt x="184279" y="943463"/>
                      <a:pt x="148676" y="921276"/>
                      <a:pt x="113590" y="899605"/>
                    </a:cubicBezTo>
                    <a:cubicBezTo>
                      <a:pt x="82116" y="879997"/>
                      <a:pt x="77472" y="867614"/>
                      <a:pt x="89855" y="832012"/>
                    </a:cubicBezTo>
                    <a:cubicBezTo>
                      <a:pt x="93467" y="820660"/>
                      <a:pt x="98111" y="809309"/>
                      <a:pt x="104818" y="799505"/>
                    </a:cubicBezTo>
                    <a:cubicBezTo>
                      <a:pt x="115654" y="782994"/>
                      <a:pt x="130617" y="774738"/>
                      <a:pt x="151256" y="779898"/>
                    </a:cubicBezTo>
                    <a:cubicBezTo>
                      <a:pt x="195114" y="790217"/>
                      <a:pt x="239489" y="799505"/>
                      <a:pt x="283347" y="810341"/>
                    </a:cubicBezTo>
                    <a:cubicBezTo>
                      <a:pt x="303469" y="815500"/>
                      <a:pt x="318949" y="810857"/>
                      <a:pt x="331332" y="794345"/>
                    </a:cubicBezTo>
                    <a:cubicBezTo>
                      <a:pt x="344232" y="776802"/>
                      <a:pt x="355584" y="757711"/>
                      <a:pt x="363839" y="737588"/>
                    </a:cubicBezTo>
                    <a:cubicBezTo>
                      <a:pt x="371063" y="719529"/>
                      <a:pt x="368999" y="704049"/>
                      <a:pt x="354551" y="689086"/>
                    </a:cubicBezTo>
                    <a:cubicBezTo>
                      <a:pt x="324625" y="658643"/>
                      <a:pt x="296246" y="627169"/>
                      <a:pt x="266835" y="595694"/>
                    </a:cubicBezTo>
                    <a:cubicBezTo>
                      <a:pt x="244132" y="570927"/>
                      <a:pt x="243100" y="556996"/>
                      <a:pt x="261675" y="529133"/>
                    </a:cubicBezTo>
                    <a:cubicBezTo>
                      <a:pt x="264771" y="525005"/>
                      <a:pt x="267351" y="520361"/>
                      <a:pt x="270447" y="516233"/>
                    </a:cubicBezTo>
                    <a:cubicBezTo>
                      <a:pt x="296762" y="481663"/>
                      <a:pt x="311209" y="478567"/>
                      <a:pt x="349907" y="498690"/>
                    </a:cubicBezTo>
                    <a:cubicBezTo>
                      <a:pt x="386026" y="517781"/>
                      <a:pt x="422144" y="536357"/>
                      <a:pt x="457231" y="555964"/>
                    </a:cubicBezTo>
                    <a:cubicBezTo>
                      <a:pt x="475806" y="566283"/>
                      <a:pt x="492318" y="564219"/>
                      <a:pt x="507797" y="551320"/>
                    </a:cubicBezTo>
                    <a:cubicBezTo>
                      <a:pt x="523276" y="538421"/>
                      <a:pt x="537723" y="523973"/>
                      <a:pt x="551139" y="508494"/>
                    </a:cubicBezTo>
                    <a:cubicBezTo>
                      <a:pt x="564555" y="492499"/>
                      <a:pt x="567650" y="476503"/>
                      <a:pt x="556815" y="456896"/>
                    </a:cubicBezTo>
                    <a:cubicBezTo>
                      <a:pt x="535143" y="418198"/>
                      <a:pt x="515020" y="378983"/>
                      <a:pt x="494381" y="339769"/>
                    </a:cubicBezTo>
                    <a:cubicBezTo>
                      <a:pt x="480966" y="313970"/>
                      <a:pt x="484062" y="300039"/>
                      <a:pt x="505217" y="280432"/>
                    </a:cubicBezTo>
                    <a:cubicBezTo>
                      <a:pt x="515020" y="271144"/>
                      <a:pt x="525856" y="263405"/>
                      <a:pt x="537723" y="256181"/>
                    </a:cubicBezTo>
                    <a:cubicBezTo>
                      <a:pt x="558362" y="244313"/>
                      <a:pt x="572810" y="245861"/>
                      <a:pt x="590353" y="261857"/>
                    </a:cubicBezTo>
                    <a:cubicBezTo>
                      <a:pt x="620280" y="289203"/>
                      <a:pt x="650207" y="317066"/>
                      <a:pt x="679617" y="344929"/>
                    </a:cubicBezTo>
                    <a:cubicBezTo>
                      <a:pt x="710576" y="374340"/>
                      <a:pt x="717284" y="375372"/>
                      <a:pt x="754950" y="355765"/>
                    </a:cubicBezTo>
                    <a:cubicBezTo>
                      <a:pt x="769913" y="348025"/>
                      <a:pt x="783845" y="339769"/>
                      <a:pt x="797260" y="329450"/>
                    </a:cubicBezTo>
                    <a:cubicBezTo>
                      <a:pt x="811707" y="317582"/>
                      <a:pt x="816351" y="303651"/>
                      <a:pt x="811707" y="285076"/>
                    </a:cubicBezTo>
                    <a:cubicBezTo>
                      <a:pt x="800872" y="242249"/>
                      <a:pt x="791585" y="198907"/>
                      <a:pt x="781781" y="156081"/>
                    </a:cubicBezTo>
                    <a:cubicBezTo>
                      <a:pt x="775589" y="128218"/>
                      <a:pt x="782297" y="114287"/>
                      <a:pt x="807064" y="100872"/>
                    </a:cubicBezTo>
                    <a:cubicBezTo>
                      <a:pt x="818415" y="95196"/>
                      <a:pt x="829766" y="90552"/>
                      <a:pt x="841634" y="86424"/>
                    </a:cubicBezTo>
                    <a:cubicBezTo>
                      <a:pt x="866917" y="78685"/>
                      <a:pt x="881364" y="83328"/>
                      <a:pt x="896328" y="106031"/>
                    </a:cubicBezTo>
                    <a:cubicBezTo>
                      <a:pt x="920062" y="142666"/>
                      <a:pt x="943798" y="179300"/>
                      <a:pt x="965469" y="217483"/>
                    </a:cubicBezTo>
                    <a:cubicBezTo>
                      <a:pt x="976820" y="237090"/>
                      <a:pt x="992299" y="243797"/>
                      <a:pt x="1013455" y="240702"/>
                    </a:cubicBezTo>
                    <a:cubicBezTo>
                      <a:pt x="1035641" y="237090"/>
                      <a:pt x="1057313" y="231414"/>
                      <a:pt x="1077952" y="222642"/>
                    </a:cubicBezTo>
                    <a:cubicBezTo>
                      <a:pt x="1092915" y="215935"/>
                      <a:pt x="1101171" y="205615"/>
                      <a:pt x="1101687" y="188072"/>
                    </a:cubicBezTo>
                    <a:cubicBezTo>
                      <a:pt x="1102719" y="143182"/>
                      <a:pt x="1105298" y="98808"/>
                      <a:pt x="1106847" y="53918"/>
                    </a:cubicBezTo>
                    <a:cubicBezTo>
                      <a:pt x="1107878" y="25023"/>
                      <a:pt x="1117166" y="12640"/>
                      <a:pt x="1145029" y="4900"/>
                    </a:cubicBezTo>
                    <a:cubicBezTo>
                      <a:pt x="1149672" y="3868"/>
                      <a:pt x="1154316" y="2320"/>
                      <a:pt x="1158960" y="1804"/>
                    </a:cubicBezTo>
                    <a:cubicBezTo>
                      <a:pt x="1210042" y="-3872"/>
                      <a:pt x="1222426" y="1804"/>
                      <a:pt x="1235841" y="48758"/>
                    </a:cubicBezTo>
                    <a:cubicBezTo>
                      <a:pt x="1246676" y="86940"/>
                      <a:pt x="1259576" y="124091"/>
                      <a:pt x="1269895" y="162273"/>
                    </a:cubicBezTo>
                    <a:cubicBezTo>
                      <a:pt x="1275055" y="180332"/>
                      <a:pt x="1285890" y="190136"/>
                      <a:pt x="1303434" y="192716"/>
                    </a:cubicBezTo>
                    <a:cubicBezTo>
                      <a:pt x="1327685" y="195812"/>
                      <a:pt x="1352452" y="195812"/>
                      <a:pt x="1376702" y="192716"/>
                    </a:cubicBezTo>
                    <a:cubicBezTo>
                      <a:pt x="1393730" y="190652"/>
                      <a:pt x="1404049" y="180332"/>
                      <a:pt x="1409209" y="163305"/>
                    </a:cubicBezTo>
                    <a:cubicBezTo>
                      <a:pt x="1421593" y="121511"/>
                      <a:pt x="1434492" y="79717"/>
                      <a:pt x="1447392" y="37922"/>
                    </a:cubicBezTo>
                    <a:cubicBezTo>
                      <a:pt x="1457195" y="6964"/>
                      <a:pt x="1466998" y="-260"/>
                      <a:pt x="1499505" y="256"/>
                    </a:cubicBezTo>
                    <a:cubicBezTo>
                      <a:pt x="1504149" y="256"/>
                      <a:pt x="1508793" y="256"/>
                      <a:pt x="1513436" y="772"/>
                    </a:cubicBezTo>
                    <a:cubicBezTo>
                      <a:pt x="1559358" y="5416"/>
                      <a:pt x="1572258" y="19347"/>
                      <a:pt x="1573290" y="65269"/>
                    </a:cubicBezTo>
                    <a:cubicBezTo>
                      <a:pt x="1574322" y="105515"/>
                      <a:pt x="1575870" y="145246"/>
                      <a:pt x="1576902" y="185492"/>
                    </a:cubicBezTo>
                    <a:cubicBezTo>
                      <a:pt x="1577418" y="201487"/>
                      <a:pt x="1583093" y="213871"/>
                      <a:pt x="1598057" y="220578"/>
                    </a:cubicBezTo>
                    <a:cubicBezTo>
                      <a:pt x="1622308" y="231414"/>
                      <a:pt x="1647590" y="238638"/>
                      <a:pt x="1674422" y="240702"/>
                    </a:cubicBezTo>
                    <a:cubicBezTo>
                      <a:pt x="1690933" y="241733"/>
                      <a:pt x="1702285" y="235026"/>
                      <a:pt x="1710540" y="221610"/>
                    </a:cubicBezTo>
                    <a:cubicBezTo>
                      <a:pt x="1733243" y="184976"/>
                      <a:pt x="1756462" y="148342"/>
                      <a:pt x="1779165" y="111707"/>
                    </a:cubicBezTo>
                    <a:cubicBezTo>
                      <a:pt x="1798772" y="80749"/>
                      <a:pt x="1810640" y="76621"/>
                      <a:pt x="1845726" y="88488"/>
                    </a:cubicBezTo>
                    <a:cubicBezTo>
                      <a:pt x="1849854" y="90036"/>
                      <a:pt x="1853466" y="91068"/>
                      <a:pt x="1857594" y="92616"/>
                    </a:cubicBezTo>
                    <a:cubicBezTo>
                      <a:pt x="1898356" y="110159"/>
                      <a:pt x="1905063" y="123059"/>
                      <a:pt x="1895260" y="166401"/>
                    </a:cubicBezTo>
                    <a:cubicBezTo>
                      <a:pt x="1886488" y="205099"/>
                      <a:pt x="1877717" y="243281"/>
                      <a:pt x="1868429" y="281980"/>
                    </a:cubicBezTo>
                    <a:cubicBezTo>
                      <a:pt x="1863269" y="303135"/>
                      <a:pt x="1868429" y="319646"/>
                      <a:pt x="1887004" y="332030"/>
                    </a:cubicBezTo>
                    <a:cubicBezTo>
                      <a:pt x="1906096" y="344929"/>
                      <a:pt x="1925187" y="356796"/>
                      <a:pt x="1946857" y="365052"/>
                    </a:cubicBezTo>
                    <a:cubicBezTo>
                      <a:pt x="1962337" y="370728"/>
                      <a:pt x="1974720" y="367116"/>
                      <a:pt x="1986588" y="355765"/>
                    </a:cubicBezTo>
                    <a:cubicBezTo>
                      <a:pt x="2018062" y="325838"/>
                      <a:pt x="2049537" y="296943"/>
                      <a:pt x="2081528" y="267532"/>
                    </a:cubicBezTo>
                    <a:cubicBezTo>
                      <a:pt x="2107843" y="242765"/>
                      <a:pt x="2122290" y="241733"/>
                      <a:pt x="2151701" y="261857"/>
                    </a:cubicBezTo>
                    <a:cubicBezTo>
                      <a:pt x="2153248" y="262889"/>
                      <a:pt x="2154281" y="263405"/>
                      <a:pt x="2155312" y="264437"/>
                    </a:cubicBezTo>
                    <a:cubicBezTo>
                      <a:pt x="2205363" y="300555"/>
                      <a:pt x="2198139" y="316034"/>
                      <a:pt x="2177500" y="353701"/>
                    </a:cubicBezTo>
                    <a:cubicBezTo>
                      <a:pt x="2158925" y="387755"/>
                      <a:pt x="2141381" y="422842"/>
                      <a:pt x="2122290" y="456896"/>
                    </a:cubicBezTo>
                    <a:cubicBezTo>
                      <a:pt x="2112487" y="474955"/>
                      <a:pt x="2114550" y="490435"/>
                      <a:pt x="2126934" y="505914"/>
                    </a:cubicBezTo>
                    <a:cubicBezTo>
                      <a:pt x="2140865" y="522941"/>
                      <a:pt x="2156345" y="538421"/>
                      <a:pt x="2173372" y="551836"/>
                    </a:cubicBezTo>
                    <a:cubicBezTo>
                      <a:pt x="2187819" y="563187"/>
                      <a:pt x="2202783" y="564735"/>
                      <a:pt x="2219810" y="555964"/>
                    </a:cubicBezTo>
                    <a:cubicBezTo>
                      <a:pt x="2258508" y="534809"/>
                      <a:pt x="2297722" y="514170"/>
                      <a:pt x="2336937" y="494046"/>
                    </a:cubicBezTo>
                    <a:cubicBezTo>
                      <a:pt x="2364799" y="479599"/>
                      <a:pt x="2380795" y="482695"/>
                      <a:pt x="2400917" y="507462"/>
                    </a:cubicBezTo>
                    <a:cubicBezTo>
                      <a:pt x="2408141" y="515717"/>
                      <a:pt x="2414849" y="524489"/>
                      <a:pt x="2420525" y="533777"/>
                    </a:cubicBezTo>
                    <a:cubicBezTo>
                      <a:pt x="2434972" y="556480"/>
                      <a:pt x="2433424" y="571443"/>
                      <a:pt x="2415365" y="591566"/>
                    </a:cubicBezTo>
                    <a:cubicBezTo>
                      <a:pt x="2384406" y="625105"/>
                      <a:pt x="2353448" y="659159"/>
                      <a:pt x="2321973" y="692182"/>
                    </a:cubicBezTo>
                    <a:cubicBezTo>
                      <a:pt x="2310106" y="704565"/>
                      <a:pt x="2307526" y="717981"/>
                      <a:pt x="2313718" y="733460"/>
                    </a:cubicBezTo>
                    <a:cubicBezTo>
                      <a:pt x="2323005" y="755647"/>
                      <a:pt x="2334357" y="776286"/>
                      <a:pt x="2349320" y="795377"/>
                    </a:cubicBezTo>
                    <a:cubicBezTo>
                      <a:pt x="2361187" y="810857"/>
                      <a:pt x="2375635" y="814984"/>
                      <a:pt x="2394726" y="810341"/>
                    </a:cubicBezTo>
                    <a:cubicBezTo>
                      <a:pt x="2438584" y="799505"/>
                      <a:pt x="2482958" y="789701"/>
                      <a:pt x="2526816" y="780414"/>
                    </a:cubicBezTo>
                    <a:cubicBezTo>
                      <a:pt x="2550035" y="775254"/>
                      <a:pt x="2563967" y="781962"/>
                      <a:pt x="2575834" y="803117"/>
                    </a:cubicBezTo>
                    <a:cubicBezTo>
                      <a:pt x="2582026" y="814468"/>
                      <a:pt x="2587186" y="826336"/>
                      <a:pt x="2591313" y="838719"/>
                    </a:cubicBezTo>
                    <a:cubicBezTo>
                      <a:pt x="2600085" y="867098"/>
                      <a:pt x="2595441" y="880514"/>
                      <a:pt x="2570158" y="896509"/>
                    </a:cubicBezTo>
                    <a:cubicBezTo>
                      <a:pt x="2534040" y="919212"/>
                      <a:pt x="2498437" y="942947"/>
                      <a:pt x="2461287" y="964102"/>
                    </a:cubicBezTo>
                    <a:cubicBezTo>
                      <a:pt x="2440132" y="976485"/>
                      <a:pt x="2434456" y="992997"/>
                      <a:pt x="2438068" y="1014668"/>
                    </a:cubicBezTo>
                    <a:cubicBezTo>
                      <a:pt x="2441164" y="1034791"/>
                      <a:pt x="2446840" y="1054398"/>
                      <a:pt x="2454063" y="1073489"/>
                    </a:cubicBezTo>
                    <a:cubicBezTo>
                      <a:pt x="2460771" y="1091032"/>
                      <a:pt x="2472638" y="1100320"/>
                      <a:pt x="2492762" y="1100836"/>
                    </a:cubicBezTo>
                    <a:cubicBezTo>
                      <a:pt x="2538168" y="1101352"/>
                      <a:pt x="2583058" y="1104448"/>
                      <a:pt x="2628464" y="1105996"/>
                    </a:cubicBezTo>
                    <a:cubicBezTo>
                      <a:pt x="2653230" y="1107028"/>
                      <a:pt x="2665614" y="1116831"/>
                      <a:pt x="2672322" y="1140566"/>
                    </a:cubicBezTo>
                    <a:cubicBezTo>
                      <a:pt x="2676449" y="1153982"/>
                      <a:pt x="2677998" y="1167913"/>
                      <a:pt x="2677998" y="1182360"/>
                    </a:cubicBezTo>
                    <a:cubicBezTo>
                      <a:pt x="2677998" y="1210223"/>
                      <a:pt x="2670258" y="1221575"/>
                      <a:pt x="2644459" y="1229830"/>
                    </a:cubicBezTo>
                    <a:cubicBezTo>
                      <a:pt x="2603697" y="1242730"/>
                      <a:pt x="2562934" y="1255113"/>
                      <a:pt x="2522172" y="1267497"/>
                    </a:cubicBezTo>
                    <a:cubicBezTo>
                      <a:pt x="2492762" y="1276268"/>
                      <a:pt x="2485022" y="1285556"/>
                      <a:pt x="2483990" y="1315998"/>
                    </a:cubicBezTo>
                    <a:cubicBezTo>
                      <a:pt x="2483474" y="1337153"/>
                      <a:pt x="2481926" y="1358824"/>
                      <a:pt x="2486570" y="1379980"/>
                    </a:cubicBezTo>
                    <a:cubicBezTo>
                      <a:pt x="2489666" y="1394427"/>
                      <a:pt x="2498437" y="1403199"/>
                      <a:pt x="2512885" y="1407842"/>
                    </a:cubicBezTo>
                    <a:cubicBezTo>
                      <a:pt x="2555711" y="1420742"/>
                      <a:pt x="2598537" y="1433641"/>
                      <a:pt x="2641363" y="1447057"/>
                    </a:cubicBezTo>
                    <a:cubicBezTo>
                      <a:pt x="2671290" y="1456344"/>
                      <a:pt x="2678514" y="1466664"/>
                      <a:pt x="2677998" y="1498138"/>
                    </a:cubicBezTo>
                    <a:cubicBezTo>
                      <a:pt x="2677998" y="1501234"/>
                      <a:pt x="2677998" y="1504330"/>
                      <a:pt x="2677998" y="1507426"/>
                    </a:cubicBezTo>
                    <a:cubicBezTo>
                      <a:pt x="2675934" y="1555928"/>
                      <a:pt x="2660454" y="1571407"/>
                      <a:pt x="2611952" y="1572955"/>
                    </a:cubicBezTo>
                    <a:cubicBezTo>
                      <a:pt x="2571190" y="1573987"/>
                      <a:pt x="2530944" y="1576051"/>
                      <a:pt x="2490182" y="1576567"/>
                    </a:cubicBezTo>
                    <a:cubicBezTo>
                      <a:pt x="2474702" y="1577083"/>
                      <a:pt x="2463867" y="1583791"/>
                      <a:pt x="2457675" y="1596690"/>
                    </a:cubicBezTo>
                    <a:cubicBezTo>
                      <a:pt x="2446324" y="1620941"/>
                      <a:pt x="2439100" y="1646224"/>
                      <a:pt x="2437036" y="1673055"/>
                    </a:cubicBezTo>
                    <a:cubicBezTo>
                      <a:pt x="2435488" y="1690082"/>
                      <a:pt x="2442712" y="1701434"/>
                      <a:pt x="2457159" y="1710205"/>
                    </a:cubicBezTo>
                    <a:cubicBezTo>
                      <a:pt x="2493278" y="1732392"/>
                      <a:pt x="2528880" y="1754579"/>
                      <a:pt x="2564483" y="1777282"/>
                    </a:cubicBezTo>
                    <a:cubicBezTo>
                      <a:pt x="2596989" y="1797405"/>
                      <a:pt x="2601117" y="1809789"/>
                      <a:pt x="2588733" y="1845907"/>
                    </a:cubicBezTo>
                    <a:cubicBezTo>
                      <a:pt x="2584606" y="1858291"/>
                      <a:pt x="2578930" y="1870158"/>
                      <a:pt x="2571706" y="1880994"/>
                    </a:cubicBezTo>
                    <a:cubicBezTo>
                      <a:pt x="2564998" y="1890797"/>
                      <a:pt x="2554163" y="1897505"/>
                      <a:pt x="2538684" y="1897505"/>
                    </a:cubicBezTo>
                    <a:close/>
                    <a:moveTo>
                      <a:pt x="1338521" y="2312867"/>
                    </a:moveTo>
                    <a:cubicBezTo>
                      <a:pt x="1869461" y="2314931"/>
                      <a:pt x="2317329" y="1887701"/>
                      <a:pt x="2316814" y="1335605"/>
                    </a:cubicBezTo>
                    <a:cubicBezTo>
                      <a:pt x="2316298" y="792797"/>
                      <a:pt x="1880813" y="359892"/>
                      <a:pt x="1340068" y="359376"/>
                    </a:cubicBezTo>
                    <a:cubicBezTo>
                      <a:pt x="796228" y="358860"/>
                      <a:pt x="363839" y="794861"/>
                      <a:pt x="361775" y="1331994"/>
                    </a:cubicBezTo>
                    <a:cubicBezTo>
                      <a:pt x="359711" y="1882026"/>
                      <a:pt x="806032" y="2314415"/>
                      <a:pt x="1338521" y="2312867"/>
                    </a:cubicBezTo>
                    <a:close/>
                  </a:path>
                </a:pathLst>
              </a:custGeom>
              <a:grpFill/>
              <a:ln w="12700" cap="flat">
                <a:noFill/>
                <a:prstDash val="solid"/>
                <a:miter/>
              </a:ln>
            </p:spPr>
            <p:txBody>
              <a:bodyPr rtlCol="0" anchor="ctr"/>
              <a:lstStyle/>
              <a:p>
                <a:endParaRPr lang="en-US">
                  <a:solidFill>
                    <a:schemeClr val="bg1"/>
                  </a:solidFill>
                </a:endParaRPr>
              </a:p>
            </p:txBody>
          </p:sp>
          <p:sp>
            <p:nvSpPr>
              <p:cNvPr id="70" name="Freeform: Shape 43">
                <a:extLst>
                  <a:ext uri="{FF2B5EF4-FFF2-40B4-BE49-F238E27FC236}">
                    <a16:creationId xmlns:a16="http://schemas.microsoft.com/office/drawing/2014/main" id="{80034343-DF1E-4BF1-9161-FE2A6D4D06E7}"/>
                  </a:ext>
                </a:extLst>
              </p:cNvPr>
              <p:cNvSpPr/>
              <p:nvPr/>
            </p:nvSpPr>
            <p:spPr>
              <a:xfrm>
                <a:off x="7628244" y="2084297"/>
                <a:ext cx="1757326" cy="1752551"/>
              </a:xfrm>
              <a:custGeom>
                <a:avLst/>
                <a:gdLst>
                  <a:gd name="connsiteX0" fmla="*/ 30 w 1898796"/>
                  <a:gd name="connsiteY0" fmla="*/ 947852 h 1893636"/>
                  <a:gd name="connsiteX1" fmla="*/ 950461 w 1898796"/>
                  <a:gd name="connsiteY1" fmla="*/ 2 h 1893636"/>
                  <a:gd name="connsiteX2" fmla="*/ 1898827 w 1898796"/>
                  <a:gd name="connsiteY2" fmla="*/ 950948 h 1893636"/>
                  <a:gd name="connsiteX3" fmla="*/ 946849 w 1898796"/>
                  <a:gd name="connsiteY3" fmla="*/ 1898283 h 1893636"/>
                  <a:gd name="connsiteX4" fmla="*/ 30 w 1898796"/>
                  <a:gd name="connsiteY4" fmla="*/ 947852 h 1893636"/>
                  <a:gd name="connsiteX5" fmla="*/ 1187811 w 1898796"/>
                  <a:gd name="connsiteY5" fmla="*/ 949916 h 1893636"/>
                  <a:gd name="connsiteX6" fmla="*/ 949429 w 1898796"/>
                  <a:gd name="connsiteY6" fmla="*/ 710503 h 1893636"/>
                  <a:gd name="connsiteX7" fmla="*/ 710532 w 1898796"/>
                  <a:gd name="connsiteY7" fmla="*/ 948368 h 1893636"/>
                  <a:gd name="connsiteX8" fmla="*/ 948397 w 1898796"/>
                  <a:gd name="connsiteY8" fmla="*/ 1188298 h 1893636"/>
                  <a:gd name="connsiteX9" fmla="*/ 1187811 w 1898796"/>
                  <a:gd name="connsiteY9" fmla="*/ 949916 h 189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98796" h="1893636">
                    <a:moveTo>
                      <a:pt x="30" y="947852"/>
                    </a:moveTo>
                    <a:cubicBezTo>
                      <a:pt x="-3065" y="428263"/>
                      <a:pt x="426228" y="-1030"/>
                      <a:pt x="950461" y="2"/>
                    </a:cubicBezTo>
                    <a:cubicBezTo>
                      <a:pt x="1472114" y="1034"/>
                      <a:pt x="1899859" y="427747"/>
                      <a:pt x="1898827" y="950948"/>
                    </a:cubicBezTo>
                    <a:cubicBezTo>
                      <a:pt x="1897795" y="1468473"/>
                      <a:pt x="1477790" y="1899315"/>
                      <a:pt x="946849" y="1898283"/>
                    </a:cubicBezTo>
                    <a:cubicBezTo>
                      <a:pt x="411781" y="1896735"/>
                      <a:pt x="-4097" y="1460218"/>
                      <a:pt x="30" y="947852"/>
                    </a:cubicBezTo>
                    <a:close/>
                    <a:moveTo>
                      <a:pt x="1187811" y="949916"/>
                    </a:moveTo>
                    <a:cubicBezTo>
                      <a:pt x="1188327" y="817310"/>
                      <a:pt x="1084099" y="710503"/>
                      <a:pt x="949429" y="710503"/>
                    </a:cubicBezTo>
                    <a:cubicBezTo>
                      <a:pt x="805987" y="710503"/>
                      <a:pt x="710015" y="828146"/>
                      <a:pt x="710532" y="948368"/>
                    </a:cubicBezTo>
                    <a:cubicBezTo>
                      <a:pt x="711048" y="1081490"/>
                      <a:pt x="815791" y="1188298"/>
                      <a:pt x="948397" y="1188298"/>
                    </a:cubicBezTo>
                    <a:cubicBezTo>
                      <a:pt x="1081003" y="1188298"/>
                      <a:pt x="1187294" y="1083038"/>
                      <a:pt x="1187811" y="949916"/>
                    </a:cubicBezTo>
                    <a:close/>
                  </a:path>
                </a:pathLst>
              </a:custGeom>
              <a:grpFill/>
              <a:ln w="12700" cap="flat">
                <a:noFill/>
                <a:prstDash val="solid"/>
                <a:miter/>
              </a:ln>
            </p:spPr>
            <p:txBody>
              <a:bodyPr rtlCol="0" anchor="ctr"/>
              <a:lstStyle/>
              <a:p>
                <a:endParaRPr lang="en-US" dirty="0">
                  <a:solidFill>
                    <a:schemeClr val="bg1"/>
                  </a:solidFill>
                </a:endParaRPr>
              </a:p>
            </p:txBody>
          </p:sp>
        </p:grpSp>
      </p:grpSp>
      <p:sp>
        <p:nvSpPr>
          <p:cNvPr id="71" name="자유형: 도형 70">
            <a:extLst>
              <a:ext uri="{FF2B5EF4-FFF2-40B4-BE49-F238E27FC236}">
                <a16:creationId xmlns:a16="http://schemas.microsoft.com/office/drawing/2014/main" id="{FD0D9E43-B61C-4732-A711-00724005580C}"/>
              </a:ext>
            </a:extLst>
          </p:cNvPr>
          <p:cNvSpPr/>
          <p:nvPr/>
        </p:nvSpPr>
        <p:spPr>
          <a:xfrm>
            <a:off x="9593329" y="3424186"/>
            <a:ext cx="461935" cy="456351"/>
          </a:xfrm>
          <a:custGeom>
            <a:avLst/>
            <a:gdLst/>
            <a:ahLst/>
            <a:cxnLst/>
            <a:rect l="l" t="t" r="r" b="b"/>
            <a:pathLst>
              <a:path w="443211" h="437853">
                <a:moveTo>
                  <a:pt x="359569" y="346770"/>
                </a:moveTo>
                <a:lnTo>
                  <a:pt x="443211" y="346770"/>
                </a:lnTo>
                <a:lnTo>
                  <a:pt x="443211" y="430411"/>
                </a:lnTo>
                <a:lnTo>
                  <a:pt x="359569" y="430411"/>
                </a:lnTo>
                <a:close/>
                <a:moveTo>
                  <a:pt x="52983" y="0"/>
                </a:moveTo>
                <a:lnTo>
                  <a:pt x="274142" y="0"/>
                </a:lnTo>
                <a:lnTo>
                  <a:pt x="274142" y="78284"/>
                </a:lnTo>
                <a:lnTo>
                  <a:pt x="116384" y="78284"/>
                </a:lnTo>
                <a:lnTo>
                  <a:pt x="103287" y="152400"/>
                </a:lnTo>
                <a:cubicBezTo>
                  <a:pt x="121940" y="143074"/>
                  <a:pt x="140990" y="138410"/>
                  <a:pt x="160437" y="138410"/>
                </a:cubicBezTo>
                <a:cubicBezTo>
                  <a:pt x="197545" y="138410"/>
                  <a:pt x="228997" y="151904"/>
                  <a:pt x="254794" y="178892"/>
                </a:cubicBezTo>
                <a:cubicBezTo>
                  <a:pt x="280591" y="205879"/>
                  <a:pt x="293490" y="240903"/>
                  <a:pt x="293490" y="283964"/>
                </a:cubicBezTo>
                <a:cubicBezTo>
                  <a:pt x="293490" y="319881"/>
                  <a:pt x="283072" y="351929"/>
                  <a:pt x="262236" y="380107"/>
                </a:cubicBezTo>
                <a:cubicBezTo>
                  <a:pt x="233859" y="418604"/>
                  <a:pt x="194469" y="437853"/>
                  <a:pt x="144066" y="437853"/>
                </a:cubicBezTo>
                <a:cubicBezTo>
                  <a:pt x="103783" y="437853"/>
                  <a:pt x="70942" y="427038"/>
                  <a:pt x="45542" y="405408"/>
                </a:cubicBezTo>
                <a:cubicBezTo>
                  <a:pt x="20142" y="383778"/>
                  <a:pt x="4961" y="354707"/>
                  <a:pt x="0" y="318195"/>
                </a:cubicBezTo>
                <a:lnTo>
                  <a:pt x="83344" y="309563"/>
                </a:lnTo>
                <a:cubicBezTo>
                  <a:pt x="85725" y="328414"/>
                  <a:pt x="92770" y="343347"/>
                  <a:pt x="104478" y="354360"/>
                </a:cubicBezTo>
                <a:cubicBezTo>
                  <a:pt x="116186" y="365373"/>
                  <a:pt x="129679" y="370880"/>
                  <a:pt x="144959" y="370880"/>
                </a:cubicBezTo>
                <a:cubicBezTo>
                  <a:pt x="162422" y="370880"/>
                  <a:pt x="177205" y="363786"/>
                  <a:pt x="189310" y="349597"/>
                </a:cubicBezTo>
                <a:cubicBezTo>
                  <a:pt x="201415" y="335409"/>
                  <a:pt x="207467" y="314027"/>
                  <a:pt x="207467" y="285452"/>
                </a:cubicBezTo>
                <a:cubicBezTo>
                  <a:pt x="207467" y="258663"/>
                  <a:pt x="201464" y="238572"/>
                  <a:pt x="189459" y="225177"/>
                </a:cubicBezTo>
                <a:cubicBezTo>
                  <a:pt x="177453" y="211783"/>
                  <a:pt x="161826" y="205085"/>
                  <a:pt x="142578" y="205085"/>
                </a:cubicBezTo>
                <a:cubicBezTo>
                  <a:pt x="118567" y="205085"/>
                  <a:pt x="97036" y="215702"/>
                  <a:pt x="77986" y="236934"/>
                </a:cubicBezTo>
                <a:lnTo>
                  <a:pt x="10121" y="22711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22375345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Module 2: Judge Portal</a:t>
            </a:r>
            <a:endParaRPr lang="en-US" dirty="0"/>
          </a:p>
        </p:txBody>
      </p:sp>
      <p:sp>
        <p:nvSpPr>
          <p:cNvPr id="5" name="TextBox 4">
            <a:extLst>
              <a:ext uri="{FF2B5EF4-FFF2-40B4-BE49-F238E27FC236}">
                <a16:creationId xmlns:a16="http://schemas.microsoft.com/office/drawing/2014/main" id="{F9CF0C4F-A3BC-4BF5-8DA7-E1ADFB3C7463}"/>
              </a:ext>
            </a:extLst>
          </p:cNvPr>
          <p:cNvSpPr txBox="1"/>
          <p:nvPr/>
        </p:nvSpPr>
        <p:spPr>
          <a:xfrm>
            <a:off x="5183524" y="3777401"/>
            <a:ext cx="1818871" cy="276999"/>
          </a:xfrm>
          <a:prstGeom prst="rect">
            <a:avLst/>
          </a:prstGeom>
          <a:noFill/>
        </p:spPr>
        <p:txBody>
          <a:bodyPr wrap="square" rtlCol="0">
            <a:spAutoFit/>
          </a:bodyPr>
          <a:lstStyle/>
          <a:p>
            <a:r>
              <a:rPr lang="en-US" altLang="ko-KR" sz="1200" b="1" dirty="0" smtClean="0">
                <a:solidFill>
                  <a:schemeClr val="tx1">
                    <a:lumMod val="75000"/>
                    <a:lumOff val="25000"/>
                  </a:schemeClr>
                </a:solidFill>
                <a:cs typeface="Arial" pitchFamily="34" charset="0"/>
              </a:rPr>
              <a:t>Scientific field</a:t>
            </a:r>
            <a:endParaRPr lang="ko-KR" altLang="en-US" sz="1200" b="1" dirty="0">
              <a:solidFill>
                <a:schemeClr val="tx1">
                  <a:lumMod val="75000"/>
                  <a:lumOff val="25000"/>
                </a:schemeClr>
              </a:solidFill>
              <a:cs typeface="Arial" pitchFamily="34" charset="0"/>
            </a:endParaRPr>
          </a:p>
        </p:txBody>
      </p:sp>
      <p:sp>
        <p:nvSpPr>
          <p:cNvPr id="6" name="직사각형 113">
            <a:extLst>
              <a:ext uri="{FF2B5EF4-FFF2-40B4-BE49-F238E27FC236}">
                <a16:creationId xmlns:a16="http://schemas.microsoft.com/office/drawing/2014/main" id="{252CAA5F-1B8D-430B-80F2-83C18E0C578E}"/>
              </a:ext>
            </a:extLst>
          </p:cNvPr>
          <p:cNvSpPr>
            <a:spLocks noChangeArrowheads="1"/>
          </p:cNvSpPr>
          <p:nvPr/>
        </p:nvSpPr>
        <p:spPr bwMode="auto">
          <a:xfrm>
            <a:off x="933855" y="4052056"/>
            <a:ext cx="2074188" cy="307777"/>
          </a:xfrm>
          <a:prstGeom prst="rect">
            <a:avLst/>
          </a:prstGeom>
          <a:solidFill>
            <a:schemeClr val="accent6"/>
          </a:solidFill>
          <a:ln w="9525">
            <a:noFill/>
            <a:miter lim="800000"/>
            <a:headEnd/>
            <a:tailEnd/>
          </a:ln>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400" dirty="0" smtClean="0">
                <a:solidFill>
                  <a:schemeClr val="bg1"/>
                </a:solidFill>
              </a:rPr>
              <a:t>Name</a:t>
            </a:r>
            <a:endParaRPr lang="ko-KR" altLang="en-US" sz="1400" dirty="0">
              <a:solidFill>
                <a:schemeClr val="bg1"/>
              </a:solidFill>
            </a:endParaRPr>
          </a:p>
        </p:txBody>
      </p:sp>
      <p:sp>
        <p:nvSpPr>
          <p:cNvPr id="7" name="직사각형 113">
            <a:extLst>
              <a:ext uri="{FF2B5EF4-FFF2-40B4-BE49-F238E27FC236}">
                <a16:creationId xmlns:a16="http://schemas.microsoft.com/office/drawing/2014/main" id="{9D98398E-FA5C-49FB-A572-26D4593730A4}"/>
              </a:ext>
            </a:extLst>
          </p:cNvPr>
          <p:cNvSpPr>
            <a:spLocks noChangeArrowheads="1"/>
          </p:cNvSpPr>
          <p:nvPr/>
        </p:nvSpPr>
        <p:spPr bwMode="auto">
          <a:xfrm>
            <a:off x="2994860" y="3705082"/>
            <a:ext cx="2074188" cy="307777"/>
          </a:xfrm>
          <a:prstGeom prst="rect">
            <a:avLst/>
          </a:prstGeom>
          <a:solidFill>
            <a:schemeClr val="accent1"/>
          </a:solidFill>
          <a:ln w="9525">
            <a:noFill/>
            <a:miter lim="800000"/>
            <a:headEnd/>
            <a:tailEnd/>
          </a:ln>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400" b="1" dirty="0" smtClean="0">
                <a:solidFill>
                  <a:schemeClr val="bg1"/>
                </a:solidFill>
                <a:cs typeface="Arial" charset="0"/>
              </a:rPr>
              <a:t>Occupation</a:t>
            </a:r>
            <a:endParaRPr lang="ko-KR" altLang="en-US" sz="1400" dirty="0">
              <a:solidFill>
                <a:schemeClr val="bg1"/>
              </a:solidFill>
            </a:endParaRPr>
          </a:p>
        </p:txBody>
      </p:sp>
      <p:sp>
        <p:nvSpPr>
          <p:cNvPr id="8" name="직사각형 113">
            <a:extLst>
              <a:ext uri="{FF2B5EF4-FFF2-40B4-BE49-F238E27FC236}">
                <a16:creationId xmlns:a16="http://schemas.microsoft.com/office/drawing/2014/main" id="{B21B0E6A-A219-4FDA-96C4-3543A9BFE2B7}"/>
              </a:ext>
            </a:extLst>
          </p:cNvPr>
          <p:cNvSpPr>
            <a:spLocks noChangeArrowheads="1"/>
          </p:cNvSpPr>
          <p:nvPr/>
        </p:nvSpPr>
        <p:spPr bwMode="auto">
          <a:xfrm>
            <a:off x="5055866" y="3358108"/>
            <a:ext cx="2074188" cy="307777"/>
          </a:xfrm>
          <a:prstGeom prst="rect">
            <a:avLst/>
          </a:prstGeom>
          <a:solidFill>
            <a:schemeClr val="accent2"/>
          </a:solidFill>
          <a:ln w="9525">
            <a:noFill/>
            <a:miter lim="800000"/>
            <a:headEnd/>
            <a:tailEnd/>
          </a:ln>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400" b="1" dirty="0" smtClean="0">
                <a:solidFill>
                  <a:schemeClr val="bg1"/>
                </a:solidFill>
                <a:cs typeface="Arial" charset="0"/>
              </a:rPr>
              <a:t>Research Interests</a:t>
            </a:r>
            <a:endParaRPr lang="ko-KR" altLang="en-US" sz="1400" dirty="0">
              <a:solidFill>
                <a:schemeClr val="bg1"/>
              </a:solidFill>
            </a:endParaRPr>
          </a:p>
        </p:txBody>
      </p:sp>
      <p:sp>
        <p:nvSpPr>
          <p:cNvPr id="9" name="직사각형 113">
            <a:extLst>
              <a:ext uri="{FF2B5EF4-FFF2-40B4-BE49-F238E27FC236}">
                <a16:creationId xmlns:a16="http://schemas.microsoft.com/office/drawing/2014/main" id="{80EE2275-85C9-41BC-88F0-352347CD45ED}"/>
              </a:ext>
            </a:extLst>
          </p:cNvPr>
          <p:cNvSpPr>
            <a:spLocks noChangeArrowheads="1"/>
          </p:cNvSpPr>
          <p:nvPr/>
        </p:nvSpPr>
        <p:spPr bwMode="auto">
          <a:xfrm>
            <a:off x="7116871" y="3011134"/>
            <a:ext cx="2074188" cy="307777"/>
          </a:xfrm>
          <a:prstGeom prst="rect">
            <a:avLst/>
          </a:prstGeom>
          <a:solidFill>
            <a:schemeClr val="accent3"/>
          </a:solidFill>
          <a:ln w="9525">
            <a:noFill/>
            <a:miter lim="800000"/>
            <a:headEnd/>
            <a:tailEnd/>
          </a:ln>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400" b="1" dirty="0" smtClean="0">
                <a:solidFill>
                  <a:schemeClr val="bg1"/>
                </a:solidFill>
                <a:cs typeface="Arial" charset="0"/>
              </a:rPr>
              <a:t>Years of Experience</a:t>
            </a:r>
            <a:endParaRPr lang="ko-KR" altLang="en-US" sz="1400" dirty="0">
              <a:solidFill>
                <a:schemeClr val="bg1"/>
              </a:solidFill>
            </a:endParaRPr>
          </a:p>
        </p:txBody>
      </p:sp>
      <p:sp>
        <p:nvSpPr>
          <p:cNvPr id="10" name="직사각형 113">
            <a:extLst>
              <a:ext uri="{FF2B5EF4-FFF2-40B4-BE49-F238E27FC236}">
                <a16:creationId xmlns:a16="http://schemas.microsoft.com/office/drawing/2014/main" id="{34298DE3-3DE8-44E1-A95D-E8B3DED3DD84}"/>
              </a:ext>
            </a:extLst>
          </p:cNvPr>
          <p:cNvSpPr>
            <a:spLocks noChangeArrowheads="1"/>
          </p:cNvSpPr>
          <p:nvPr/>
        </p:nvSpPr>
        <p:spPr bwMode="auto">
          <a:xfrm>
            <a:off x="9177877" y="2664160"/>
            <a:ext cx="2074188" cy="307777"/>
          </a:xfrm>
          <a:prstGeom prst="rect">
            <a:avLst/>
          </a:prstGeom>
          <a:solidFill>
            <a:schemeClr val="accent4"/>
          </a:solidFill>
          <a:ln w="9525">
            <a:noFill/>
            <a:miter lim="800000"/>
            <a:headEnd/>
            <a:tailEnd/>
          </a:ln>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400" b="1" dirty="0" smtClean="0">
                <a:solidFill>
                  <a:schemeClr val="bg1"/>
                </a:solidFill>
                <a:cs typeface="Arial" charset="0"/>
              </a:rPr>
              <a:t>Status</a:t>
            </a:r>
            <a:endParaRPr lang="ko-KR" altLang="en-US" sz="1400" dirty="0">
              <a:solidFill>
                <a:schemeClr val="bg1"/>
              </a:solidFill>
            </a:endParaRPr>
          </a:p>
        </p:txBody>
      </p:sp>
      <p:sp>
        <p:nvSpPr>
          <p:cNvPr id="13" name="TextBox 12">
            <a:extLst>
              <a:ext uri="{FF2B5EF4-FFF2-40B4-BE49-F238E27FC236}">
                <a16:creationId xmlns:a16="http://schemas.microsoft.com/office/drawing/2014/main" id="{4C7D3104-AFA2-4DE2-8A92-446E4AD0C65F}"/>
              </a:ext>
            </a:extLst>
          </p:cNvPr>
          <p:cNvSpPr txBox="1"/>
          <p:nvPr/>
        </p:nvSpPr>
        <p:spPr>
          <a:xfrm>
            <a:off x="3122519" y="4122709"/>
            <a:ext cx="1818873" cy="276999"/>
          </a:xfrm>
          <a:prstGeom prst="rect">
            <a:avLst/>
          </a:prstGeom>
          <a:noFill/>
        </p:spPr>
        <p:txBody>
          <a:bodyPr wrap="square" rtlCol="0">
            <a:spAutoFit/>
          </a:bodyPr>
          <a:lstStyle/>
          <a:p>
            <a:r>
              <a:rPr lang="en-US" altLang="ko-KR" sz="1200" b="1" dirty="0" smtClean="0">
                <a:solidFill>
                  <a:schemeClr val="tx1">
                    <a:lumMod val="75000"/>
                    <a:lumOff val="25000"/>
                  </a:schemeClr>
                </a:solidFill>
                <a:cs typeface="Arial" pitchFamily="34" charset="0"/>
              </a:rPr>
              <a:t>Qualifications</a:t>
            </a:r>
            <a:endParaRPr lang="ko-KR" altLang="en-US" sz="1200" b="1" dirty="0">
              <a:solidFill>
                <a:schemeClr val="tx1">
                  <a:lumMod val="75000"/>
                  <a:lumOff val="25000"/>
                </a:schemeClr>
              </a:solidFill>
              <a:cs typeface="Arial" pitchFamily="34" charset="0"/>
            </a:endParaRPr>
          </a:p>
        </p:txBody>
      </p:sp>
      <p:sp>
        <p:nvSpPr>
          <p:cNvPr id="16" name="TextBox 15">
            <a:extLst>
              <a:ext uri="{FF2B5EF4-FFF2-40B4-BE49-F238E27FC236}">
                <a16:creationId xmlns:a16="http://schemas.microsoft.com/office/drawing/2014/main" id="{6DCCE9F4-019C-42EE-A194-395A2500C751}"/>
              </a:ext>
            </a:extLst>
          </p:cNvPr>
          <p:cNvSpPr txBox="1"/>
          <p:nvPr/>
        </p:nvSpPr>
        <p:spPr>
          <a:xfrm>
            <a:off x="1061513" y="4468016"/>
            <a:ext cx="1818871" cy="276999"/>
          </a:xfrm>
          <a:prstGeom prst="rect">
            <a:avLst/>
          </a:prstGeom>
          <a:noFill/>
        </p:spPr>
        <p:txBody>
          <a:bodyPr wrap="square" rtlCol="0">
            <a:spAutoFit/>
          </a:bodyPr>
          <a:lstStyle/>
          <a:p>
            <a:r>
              <a:rPr lang="en-US" altLang="ko-KR" sz="1200" b="1" dirty="0" smtClean="0">
                <a:solidFill>
                  <a:schemeClr val="tx1">
                    <a:lumMod val="75000"/>
                    <a:lumOff val="25000"/>
                  </a:schemeClr>
                </a:solidFill>
                <a:cs typeface="Arial" pitchFamily="34" charset="0"/>
              </a:rPr>
              <a:t>Institution</a:t>
            </a:r>
            <a:endParaRPr lang="ko-KR" altLang="en-US" sz="1200" b="1" dirty="0">
              <a:solidFill>
                <a:schemeClr val="tx1">
                  <a:lumMod val="75000"/>
                  <a:lumOff val="25000"/>
                </a:schemeClr>
              </a:solidFill>
              <a:cs typeface="Arial" pitchFamily="34" charset="0"/>
            </a:endParaRPr>
          </a:p>
        </p:txBody>
      </p:sp>
      <p:sp>
        <p:nvSpPr>
          <p:cNvPr id="19" name="TextBox 18">
            <a:extLst>
              <a:ext uri="{FF2B5EF4-FFF2-40B4-BE49-F238E27FC236}">
                <a16:creationId xmlns:a16="http://schemas.microsoft.com/office/drawing/2014/main" id="{9C60F96E-1B73-43CE-8C3D-014F3D936882}"/>
              </a:ext>
            </a:extLst>
          </p:cNvPr>
          <p:cNvSpPr txBox="1"/>
          <p:nvPr/>
        </p:nvSpPr>
        <p:spPr>
          <a:xfrm>
            <a:off x="9263158" y="2986382"/>
            <a:ext cx="1903626" cy="276999"/>
          </a:xfrm>
          <a:prstGeom prst="rect">
            <a:avLst/>
          </a:prstGeom>
          <a:noFill/>
        </p:spPr>
        <p:txBody>
          <a:bodyPr wrap="square" rtlCol="0">
            <a:spAutoFit/>
          </a:bodyPr>
          <a:lstStyle/>
          <a:p>
            <a:r>
              <a:rPr lang="en-US" altLang="ko-KR" sz="1200" b="1" dirty="0" smtClean="0">
                <a:solidFill>
                  <a:schemeClr val="tx1">
                    <a:lumMod val="75000"/>
                    <a:lumOff val="25000"/>
                  </a:schemeClr>
                </a:solidFill>
                <a:cs typeface="Arial" pitchFamily="34" charset="0"/>
              </a:rPr>
              <a:t>Deadline</a:t>
            </a:r>
            <a:endParaRPr lang="ko-KR" altLang="en-US" sz="1200" b="1" dirty="0">
              <a:solidFill>
                <a:schemeClr val="tx1">
                  <a:lumMod val="75000"/>
                  <a:lumOff val="25000"/>
                </a:schemeClr>
              </a:solidFill>
              <a:cs typeface="Arial" pitchFamily="34" charset="0"/>
            </a:endParaRPr>
          </a:p>
        </p:txBody>
      </p:sp>
      <p:sp>
        <p:nvSpPr>
          <p:cNvPr id="22" name="TextBox 21">
            <a:extLst>
              <a:ext uri="{FF2B5EF4-FFF2-40B4-BE49-F238E27FC236}">
                <a16:creationId xmlns:a16="http://schemas.microsoft.com/office/drawing/2014/main" id="{83FE5967-1E5E-4052-AC35-F5B5D8C18B02}"/>
              </a:ext>
            </a:extLst>
          </p:cNvPr>
          <p:cNvSpPr txBox="1"/>
          <p:nvPr/>
        </p:nvSpPr>
        <p:spPr>
          <a:xfrm>
            <a:off x="7244530" y="3432093"/>
            <a:ext cx="1818873" cy="276999"/>
          </a:xfrm>
          <a:prstGeom prst="rect">
            <a:avLst/>
          </a:prstGeom>
          <a:noFill/>
        </p:spPr>
        <p:txBody>
          <a:bodyPr wrap="square" rtlCol="0">
            <a:spAutoFit/>
          </a:bodyPr>
          <a:lstStyle/>
          <a:p>
            <a:r>
              <a:rPr lang="en-US" altLang="ko-KR" sz="1200" b="1" dirty="0" smtClean="0">
                <a:solidFill>
                  <a:schemeClr val="tx1">
                    <a:lumMod val="75000"/>
                    <a:lumOff val="25000"/>
                  </a:schemeClr>
                </a:solidFill>
                <a:cs typeface="Arial" pitchFamily="34" charset="0"/>
              </a:rPr>
              <a:t>Availability</a:t>
            </a:r>
            <a:endParaRPr lang="ko-KR" altLang="en-US" sz="1200" b="1" dirty="0">
              <a:solidFill>
                <a:schemeClr val="tx1">
                  <a:lumMod val="75000"/>
                  <a:lumOff val="25000"/>
                </a:schemeClr>
              </a:solidFill>
              <a:cs typeface="Arial" pitchFamily="34" charset="0"/>
            </a:endParaRPr>
          </a:p>
        </p:txBody>
      </p:sp>
      <p:sp>
        <p:nvSpPr>
          <p:cNvPr id="23" name="Oval 45">
            <a:extLst>
              <a:ext uri="{FF2B5EF4-FFF2-40B4-BE49-F238E27FC236}">
                <a16:creationId xmlns:a16="http://schemas.microsoft.com/office/drawing/2014/main" id="{905D91F7-CC43-4FEF-BCE9-416A61CE57C1}"/>
              </a:ext>
            </a:extLst>
          </p:cNvPr>
          <p:cNvSpPr/>
          <p:nvPr/>
        </p:nvSpPr>
        <p:spPr>
          <a:xfrm>
            <a:off x="3635954" y="2797655"/>
            <a:ext cx="792000" cy="792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4" name="Oval 46">
            <a:extLst>
              <a:ext uri="{FF2B5EF4-FFF2-40B4-BE49-F238E27FC236}">
                <a16:creationId xmlns:a16="http://schemas.microsoft.com/office/drawing/2014/main" id="{8EBF9284-578C-425F-9DF3-D9E376E3782E}"/>
              </a:ext>
            </a:extLst>
          </p:cNvPr>
          <p:cNvSpPr/>
          <p:nvPr/>
        </p:nvSpPr>
        <p:spPr>
          <a:xfrm>
            <a:off x="7757965" y="2133331"/>
            <a:ext cx="792000" cy="792000"/>
          </a:xfrm>
          <a:prstGeom prst="ellipse">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5" name="Oval 49">
            <a:extLst>
              <a:ext uri="{FF2B5EF4-FFF2-40B4-BE49-F238E27FC236}">
                <a16:creationId xmlns:a16="http://schemas.microsoft.com/office/drawing/2014/main" id="{35CE50CD-8A64-4DDB-8462-EC190B7EC3AB}"/>
              </a:ext>
            </a:extLst>
          </p:cNvPr>
          <p:cNvSpPr/>
          <p:nvPr/>
        </p:nvSpPr>
        <p:spPr>
          <a:xfrm>
            <a:off x="9818971" y="1769923"/>
            <a:ext cx="792000" cy="792000"/>
          </a:xfrm>
          <a:prstGeom prst="ellipse">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6" name="Oval 51">
            <a:extLst>
              <a:ext uri="{FF2B5EF4-FFF2-40B4-BE49-F238E27FC236}">
                <a16:creationId xmlns:a16="http://schemas.microsoft.com/office/drawing/2014/main" id="{9E66547A-BFC5-4975-9CD9-C00A71305F2F}"/>
              </a:ext>
            </a:extLst>
          </p:cNvPr>
          <p:cNvSpPr/>
          <p:nvPr/>
        </p:nvSpPr>
        <p:spPr>
          <a:xfrm>
            <a:off x="1574949" y="3188264"/>
            <a:ext cx="792000" cy="792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7" name="Oval 52">
            <a:extLst>
              <a:ext uri="{FF2B5EF4-FFF2-40B4-BE49-F238E27FC236}">
                <a16:creationId xmlns:a16="http://schemas.microsoft.com/office/drawing/2014/main" id="{B6E2E804-FB8F-4A02-9071-DD7DD02C9DDC}"/>
              </a:ext>
            </a:extLst>
          </p:cNvPr>
          <p:cNvSpPr/>
          <p:nvPr/>
        </p:nvSpPr>
        <p:spPr>
          <a:xfrm>
            <a:off x="5696960" y="2460899"/>
            <a:ext cx="792000" cy="792000"/>
          </a:xfrm>
          <a:prstGeom prst="ellipse">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28" name="Isosceles Triangle 51">
            <a:extLst>
              <a:ext uri="{FF2B5EF4-FFF2-40B4-BE49-F238E27FC236}">
                <a16:creationId xmlns:a16="http://schemas.microsoft.com/office/drawing/2014/main" id="{429983B1-FCA2-4808-BAC3-FDA5933D0AC9}"/>
              </a:ext>
            </a:extLst>
          </p:cNvPr>
          <p:cNvSpPr/>
          <p:nvPr/>
        </p:nvSpPr>
        <p:spPr>
          <a:xfrm>
            <a:off x="1806110" y="3474790"/>
            <a:ext cx="333042" cy="244221"/>
          </a:xfrm>
          <a:custGeom>
            <a:avLst/>
            <a:gdLst/>
            <a:ahLst/>
            <a:cxnLst/>
            <a:rect l="l" t="t" r="r" b="b"/>
            <a:pathLst>
              <a:path w="3240001" h="2375905">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29" name="Rounded Rectangle 10">
            <a:extLst>
              <a:ext uri="{FF2B5EF4-FFF2-40B4-BE49-F238E27FC236}">
                <a16:creationId xmlns:a16="http://schemas.microsoft.com/office/drawing/2014/main" id="{0ADA3737-52F9-47EE-823A-51BA1FD6C3D3}"/>
              </a:ext>
            </a:extLst>
          </p:cNvPr>
          <p:cNvSpPr/>
          <p:nvPr/>
        </p:nvSpPr>
        <p:spPr>
          <a:xfrm>
            <a:off x="3909107" y="3031973"/>
            <a:ext cx="254160" cy="336352"/>
          </a:xfrm>
          <a:custGeom>
            <a:avLst/>
            <a:gdLst/>
            <a:ahLst/>
            <a:cxnLst/>
            <a:rect l="l" t="t" r="r" b="b"/>
            <a:pathLst>
              <a:path w="2448272" h="3240000">
                <a:moveTo>
                  <a:pt x="1358676" y="2676152"/>
                </a:moveTo>
                <a:cubicBezTo>
                  <a:pt x="1327753" y="2676152"/>
                  <a:pt x="1302685" y="2701220"/>
                  <a:pt x="1302685" y="2732143"/>
                </a:cubicBezTo>
                <a:lnTo>
                  <a:pt x="1302685" y="2956101"/>
                </a:lnTo>
                <a:cubicBezTo>
                  <a:pt x="1302685" y="2987024"/>
                  <a:pt x="1327753" y="3012092"/>
                  <a:pt x="1358676" y="3012092"/>
                </a:cubicBezTo>
                <a:lnTo>
                  <a:pt x="1582634" y="3012092"/>
                </a:lnTo>
                <a:cubicBezTo>
                  <a:pt x="1613557" y="3012092"/>
                  <a:pt x="1638625" y="2987024"/>
                  <a:pt x="1638625" y="2956101"/>
                </a:cubicBezTo>
                <a:lnTo>
                  <a:pt x="1638625" y="2732143"/>
                </a:lnTo>
                <a:cubicBezTo>
                  <a:pt x="1638625" y="2701220"/>
                  <a:pt x="1613557" y="2676152"/>
                  <a:pt x="1582634" y="2676152"/>
                </a:cubicBezTo>
                <a:close/>
                <a:moveTo>
                  <a:pt x="837062" y="2676152"/>
                </a:moveTo>
                <a:cubicBezTo>
                  <a:pt x="806139" y="2676152"/>
                  <a:pt x="781071" y="2701220"/>
                  <a:pt x="781071" y="2732143"/>
                </a:cubicBezTo>
                <a:lnTo>
                  <a:pt x="781071" y="2956101"/>
                </a:lnTo>
                <a:cubicBezTo>
                  <a:pt x="781071" y="2987024"/>
                  <a:pt x="806139" y="3012092"/>
                  <a:pt x="837062" y="3012092"/>
                </a:cubicBezTo>
                <a:lnTo>
                  <a:pt x="1061020" y="3012092"/>
                </a:lnTo>
                <a:cubicBezTo>
                  <a:pt x="1091943" y="3012092"/>
                  <a:pt x="1117011" y="2987024"/>
                  <a:pt x="1117011" y="2956101"/>
                </a:cubicBezTo>
                <a:lnTo>
                  <a:pt x="1117011" y="2732143"/>
                </a:lnTo>
                <a:cubicBezTo>
                  <a:pt x="1117011" y="2701220"/>
                  <a:pt x="1091943" y="2676152"/>
                  <a:pt x="1061020" y="2676152"/>
                </a:cubicBezTo>
                <a:close/>
                <a:moveTo>
                  <a:pt x="315448" y="2676152"/>
                </a:moveTo>
                <a:cubicBezTo>
                  <a:pt x="284525" y="2676152"/>
                  <a:pt x="259457" y="2701220"/>
                  <a:pt x="259457" y="2732143"/>
                </a:cubicBezTo>
                <a:lnTo>
                  <a:pt x="259457" y="2956101"/>
                </a:lnTo>
                <a:cubicBezTo>
                  <a:pt x="259457" y="2987024"/>
                  <a:pt x="284525" y="3012092"/>
                  <a:pt x="315448" y="3012092"/>
                </a:cubicBezTo>
                <a:lnTo>
                  <a:pt x="539406" y="3012092"/>
                </a:lnTo>
                <a:cubicBezTo>
                  <a:pt x="570329" y="3012092"/>
                  <a:pt x="595397" y="2987024"/>
                  <a:pt x="595397" y="2956101"/>
                </a:cubicBezTo>
                <a:lnTo>
                  <a:pt x="595397" y="2732143"/>
                </a:lnTo>
                <a:cubicBezTo>
                  <a:pt x="595397" y="2701220"/>
                  <a:pt x="570329" y="2676152"/>
                  <a:pt x="539406" y="2676152"/>
                </a:cubicBezTo>
                <a:close/>
                <a:moveTo>
                  <a:pt x="1880291" y="2179832"/>
                </a:moveTo>
                <a:cubicBezTo>
                  <a:pt x="1849368" y="2179832"/>
                  <a:pt x="1824300" y="2204900"/>
                  <a:pt x="1824300" y="2235823"/>
                </a:cubicBezTo>
                <a:lnTo>
                  <a:pt x="1824300" y="2956101"/>
                </a:lnTo>
                <a:cubicBezTo>
                  <a:pt x="1824300" y="2987024"/>
                  <a:pt x="1849368" y="3012092"/>
                  <a:pt x="1880291" y="3012092"/>
                </a:cubicBezTo>
                <a:lnTo>
                  <a:pt x="2104249" y="3012092"/>
                </a:lnTo>
                <a:cubicBezTo>
                  <a:pt x="2135172" y="3012092"/>
                  <a:pt x="2160240" y="2987024"/>
                  <a:pt x="2160240" y="2956101"/>
                </a:cubicBezTo>
                <a:lnTo>
                  <a:pt x="2160240" y="2235823"/>
                </a:lnTo>
                <a:cubicBezTo>
                  <a:pt x="2160240" y="2204900"/>
                  <a:pt x="2135172" y="2179832"/>
                  <a:pt x="2104249" y="2179832"/>
                </a:cubicBezTo>
                <a:close/>
                <a:moveTo>
                  <a:pt x="1358676" y="2179832"/>
                </a:moveTo>
                <a:cubicBezTo>
                  <a:pt x="1327753" y="2179832"/>
                  <a:pt x="1302685" y="2204900"/>
                  <a:pt x="1302685" y="2235823"/>
                </a:cubicBezTo>
                <a:lnTo>
                  <a:pt x="1302685" y="2459781"/>
                </a:lnTo>
                <a:cubicBezTo>
                  <a:pt x="1302685" y="2490704"/>
                  <a:pt x="1327753" y="2515772"/>
                  <a:pt x="1358676" y="2515772"/>
                </a:cubicBezTo>
                <a:lnTo>
                  <a:pt x="1582634" y="2515772"/>
                </a:lnTo>
                <a:cubicBezTo>
                  <a:pt x="1613557" y="2515772"/>
                  <a:pt x="1638625" y="2490704"/>
                  <a:pt x="1638625" y="2459781"/>
                </a:cubicBezTo>
                <a:lnTo>
                  <a:pt x="1638625" y="2235823"/>
                </a:lnTo>
                <a:cubicBezTo>
                  <a:pt x="1638625" y="2204900"/>
                  <a:pt x="1613557" y="2179832"/>
                  <a:pt x="1582634" y="2179832"/>
                </a:cubicBezTo>
                <a:close/>
                <a:moveTo>
                  <a:pt x="837062" y="2179832"/>
                </a:moveTo>
                <a:cubicBezTo>
                  <a:pt x="806139" y="2179832"/>
                  <a:pt x="781071" y="2204900"/>
                  <a:pt x="781071" y="2235823"/>
                </a:cubicBezTo>
                <a:lnTo>
                  <a:pt x="781071" y="2459781"/>
                </a:lnTo>
                <a:cubicBezTo>
                  <a:pt x="781071" y="2490704"/>
                  <a:pt x="806139" y="2515772"/>
                  <a:pt x="837062" y="2515772"/>
                </a:cubicBezTo>
                <a:lnTo>
                  <a:pt x="1061020" y="2515772"/>
                </a:lnTo>
                <a:cubicBezTo>
                  <a:pt x="1091943" y="2515772"/>
                  <a:pt x="1117011" y="2490704"/>
                  <a:pt x="1117011" y="2459781"/>
                </a:cubicBezTo>
                <a:lnTo>
                  <a:pt x="1117011" y="2235823"/>
                </a:lnTo>
                <a:cubicBezTo>
                  <a:pt x="1117011" y="2204900"/>
                  <a:pt x="1091943" y="2179832"/>
                  <a:pt x="1061020" y="2179832"/>
                </a:cubicBezTo>
                <a:close/>
                <a:moveTo>
                  <a:pt x="315448" y="2179832"/>
                </a:moveTo>
                <a:cubicBezTo>
                  <a:pt x="284525" y="2179832"/>
                  <a:pt x="259457" y="2204900"/>
                  <a:pt x="259457" y="2235823"/>
                </a:cubicBezTo>
                <a:lnTo>
                  <a:pt x="259457" y="2459781"/>
                </a:lnTo>
                <a:cubicBezTo>
                  <a:pt x="259457" y="2490704"/>
                  <a:pt x="284525" y="2515772"/>
                  <a:pt x="315448" y="2515772"/>
                </a:cubicBezTo>
                <a:lnTo>
                  <a:pt x="539406" y="2515772"/>
                </a:lnTo>
                <a:cubicBezTo>
                  <a:pt x="570329" y="2515772"/>
                  <a:pt x="595397" y="2490704"/>
                  <a:pt x="595397" y="2459781"/>
                </a:cubicBezTo>
                <a:lnTo>
                  <a:pt x="595397" y="2235823"/>
                </a:lnTo>
                <a:cubicBezTo>
                  <a:pt x="595397" y="2204900"/>
                  <a:pt x="570329" y="2179832"/>
                  <a:pt x="539406" y="2179832"/>
                </a:cubicBezTo>
                <a:close/>
                <a:moveTo>
                  <a:pt x="1880291" y="1683512"/>
                </a:moveTo>
                <a:cubicBezTo>
                  <a:pt x="1849368" y="1683512"/>
                  <a:pt x="1824300" y="1708580"/>
                  <a:pt x="1824300" y="1739503"/>
                </a:cubicBezTo>
                <a:lnTo>
                  <a:pt x="1824300" y="1963461"/>
                </a:lnTo>
                <a:cubicBezTo>
                  <a:pt x="1824300" y="1994384"/>
                  <a:pt x="1849368" y="2019452"/>
                  <a:pt x="1880291" y="2019452"/>
                </a:cubicBezTo>
                <a:lnTo>
                  <a:pt x="2104249" y="2019452"/>
                </a:lnTo>
                <a:cubicBezTo>
                  <a:pt x="2135172" y="2019452"/>
                  <a:pt x="2160240" y="1994384"/>
                  <a:pt x="2160240" y="1963461"/>
                </a:cubicBezTo>
                <a:lnTo>
                  <a:pt x="2160240" y="1739503"/>
                </a:lnTo>
                <a:cubicBezTo>
                  <a:pt x="2160240" y="1708580"/>
                  <a:pt x="2135172" y="1683512"/>
                  <a:pt x="2104249" y="1683512"/>
                </a:cubicBezTo>
                <a:close/>
                <a:moveTo>
                  <a:pt x="1358676" y="1683512"/>
                </a:moveTo>
                <a:cubicBezTo>
                  <a:pt x="1327753" y="1683512"/>
                  <a:pt x="1302685" y="1708580"/>
                  <a:pt x="1302685" y="1739503"/>
                </a:cubicBezTo>
                <a:lnTo>
                  <a:pt x="1302685" y="1963461"/>
                </a:lnTo>
                <a:cubicBezTo>
                  <a:pt x="1302685" y="1994384"/>
                  <a:pt x="1327753" y="2019452"/>
                  <a:pt x="1358676" y="2019452"/>
                </a:cubicBezTo>
                <a:lnTo>
                  <a:pt x="1582634" y="2019452"/>
                </a:lnTo>
                <a:cubicBezTo>
                  <a:pt x="1613557" y="2019452"/>
                  <a:pt x="1638625" y="1994384"/>
                  <a:pt x="1638625" y="1963461"/>
                </a:cubicBezTo>
                <a:lnTo>
                  <a:pt x="1638625" y="1739503"/>
                </a:lnTo>
                <a:cubicBezTo>
                  <a:pt x="1638625" y="1708580"/>
                  <a:pt x="1613557" y="1683512"/>
                  <a:pt x="1582634" y="1683512"/>
                </a:cubicBezTo>
                <a:close/>
                <a:moveTo>
                  <a:pt x="837062" y="1683512"/>
                </a:moveTo>
                <a:cubicBezTo>
                  <a:pt x="806139" y="1683512"/>
                  <a:pt x="781071" y="1708580"/>
                  <a:pt x="781071" y="1739503"/>
                </a:cubicBezTo>
                <a:lnTo>
                  <a:pt x="781071" y="1963461"/>
                </a:lnTo>
                <a:cubicBezTo>
                  <a:pt x="781071" y="1994384"/>
                  <a:pt x="806139" y="2019452"/>
                  <a:pt x="837062" y="2019452"/>
                </a:cubicBezTo>
                <a:lnTo>
                  <a:pt x="1061020" y="2019452"/>
                </a:lnTo>
                <a:cubicBezTo>
                  <a:pt x="1091943" y="2019452"/>
                  <a:pt x="1117011" y="1994384"/>
                  <a:pt x="1117011" y="1963461"/>
                </a:cubicBezTo>
                <a:lnTo>
                  <a:pt x="1117011" y="1739503"/>
                </a:lnTo>
                <a:cubicBezTo>
                  <a:pt x="1117011" y="1708580"/>
                  <a:pt x="1091943" y="1683512"/>
                  <a:pt x="1061020" y="1683512"/>
                </a:cubicBezTo>
                <a:close/>
                <a:moveTo>
                  <a:pt x="315448" y="1683512"/>
                </a:moveTo>
                <a:cubicBezTo>
                  <a:pt x="284525" y="1683512"/>
                  <a:pt x="259457" y="1708580"/>
                  <a:pt x="259457" y="1739503"/>
                </a:cubicBezTo>
                <a:lnTo>
                  <a:pt x="259457" y="1963461"/>
                </a:lnTo>
                <a:cubicBezTo>
                  <a:pt x="259457" y="1994384"/>
                  <a:pt x="284525" y="2019452"/>
                  <a:pt x="315448" y="2019452"/>
                </a:cubicBezTo>
                <a:lnTo>
                  <a:pt x="539406" y="2019452"/>
                </a:lnTo>
                <a:cubicBezTo>
                  <a:pt x="570329" y="2019452"/>
                  <a:pt x="595397" y="1994384"/>
                  <a:pt x="595397" y="1963461"/>
                </a:cubicBezTo>
                <a:lnTo>
                  <a:pt x="595397" y="1739503"/>
                </a:lnTo>
                <a:cubicBezTo>
                  <a:pt x="595397" y="1708580"/>
                  <a:pt x="570329" y="1683512"/>
                  <a:pt x="539406" y="1683512"/>
                </a:cubicBezTo>
                <a:close/>
                <a:moveTo>
                  <a:pt x="1880291" y="1187192"/>
                </a:moveTo>
                <a:cubicBezTo>
                  <a:pt x="1849368" y="1187192"/>
                  <a:pt x="1824300" y="1212260"/>
                  <a:pt x="1824300" y="1243183"/>
                </a:cubicBezTo>
                <a:lnTo>
                  <a:pt x="1824300" y="1467141"/>
                </a:lnTo>
                <a:cubicBezTo>
                  <a:pt x="1824300" y="1498064"/>
                  <a:pt x="1849368" y="1523132"/>
                  <a:pt x="1880291" y="1523132"/>
                </a:cubicBezTo>
                <a:lnTo>
                  <a:pt x="2104249" y="1523132"/>
                </a:lnTo>
                <a:cubicBezTo>
                  <a:pt x="2135172" y="1523132"/>
                  <a:pt x="2160240" y="1498064"/>
                  <a:pt x="2160240" y="1467141"/>
                </a:cubicBezTo>
                <a:lnTo>
                  <a:pt x="2160240" y="1243183"/>
                </a:lnTo>
                <a:cubicBezTo>
                  <a:pt x="2160240" y="1212260"/>
                  <a:pt x="2135172" y="1187192"/>
                  <a:pt x="2104249" y="1187192"/>
                </a:cubicBezTo>
                <a:close/>
                <a:moveTo>
                  <a:pt x="1358676" y="1187192"/>
                </a:moveTo>
                <a:cubicBezTo>
                  <a:pt x="1327753" y="1187192"/>
                  <a:pt x="1302685" y="1212260"/>
                  <a:pt x="1302685" y="1243183"/>
                </a:cubicBezTo>
                <a:lnTo>
                  <a:pt x="1302685" y="1467141"/>
                </a:lnTo>
                <a:cubicBezTo>
                  <a:pt x="1302685" y="1498064"/>
                  <a:pt x="1327753" y="1523132"/>
                  <a:pt x="1358676" y="1523132"/>
                </a:cubicBezTo>
                <a:lnTo>
                  <a:pt x="1582634" y="1523132"/>
                </a:lnTo>
                <a:cubicBezTo>
                  <a:pt x="1613557" y="1523132"/>
                  <a:pt x="1638625" y="1498064"/>
                  <a:pt x="1638625" y="1467141"/>
                </a:cubicBezTo>
                <a:lnTo>
                  <a:pt x="1638625" y="1243183"/>
                </a:lnTo>
                <a:cubicBezTo>
                  <a:pt x="1638625" y="1212260"/>
                  <a:pt x="1613557" y="1187192"/>
                  <a:pt x="1582634" y="1187192"/>
                </a:cubicBezTo>
                <a:close/>
                <a:moveTo>
                  <a:pt x="837062" y="1187192"/>
                </a:moveTo>
                <a:cubicBezTo>
                  <a:pt x="806139" y="1187192"/>
                  <a:pt x="781071" y="1212260"/>
                  <a:pt x="781071" y="1243183"/>
                </a:cubicBezTo>
                <a:lnTo>
                  <a:pt x="781071" y="1467141"/>
                </a:lnTo>
                <a:cubicBezTo>
                  <a:pt x="781071" y="1498064"/>
                  <a:pt x="806139" y="1523132"/>
                  <a:pt x="837062" y="1523132"/>
                </a:cubicBezTo>
                <a:lnTo>
                  <a:pt x="1061020" y="1523132"/>
                </a:lnTo>
                <a:cubicBezTo>
                  <a:pt x="1091943" y="1523132"/>
                  <a:pt x="1117011" y="1498064"/>
                  <a:pt x="1117011" y="1467141"/>
                </a:cubicBezTo>
                <a:lnTo>
                  <a:pt x="1117011" y="1243183"/>
                </a:lnTo>
                <a:cubicBezTo>
                  <a:pt x="1117011" y="1212260"/>
                  <a:pt x="1091943" y="1187192"/>
                  <a:pt x="1061020" y="1187192"/>
                </a:cubicBezTo>
                <a:close/>
                <a:moveTo>
                  <a:pt x="315448" y="1187192"/>
                </a:moveTo>
                <a:cubicBezTo>
                  <a:pt x="284525" y="1187192"/>
                  <a:pt x="259457" y="1212260"/>
                  <a:pt x="259457" y="1243183"/>
                </a:cubicBezTo>
                <a:lnTo>
                  <a:pt x="259457" y="1467141"/>
                </a:lnTo>
                <a:cubicBezTo>
                  <a:pt x="259457" y="1498064"/>
                  <a:pt x="284525" y="1523132"/>
                  <a:pt x="315448" y="1523132"/>
                </a:cubicBezTo>
                <a:lnTo>
                  <a:pt x="539406" y="1523132"/>
                </a:lnTo>
                <a:cubicBezTo>
                  <a:pt x="570329" y="1523132"/>
                  <a:pt x="595397" y="1498064"/>
                  <a:pt x="595397" y="1467141"/>
                </a:cubicBezTo>
                <a:lnTo>
                  <a:pt x="595397" y="1243183"/>
                </a:lnTo>
                <a:cubicBezTo>
                  <a:pt x="595397" y="1212260"/>
                  <a:pt x="570329" y="1187192"/>
                  <a:pt x="539406" y="1187192"/>
                </a:cubicBezTo>
                <a:close/>
                <a:moveTo>
                  <a:pt x="348041" y="163575"/>
                </a:moveTo>
                <a:cubicBezTo>
                  <a:pt x="275130" y="163575"/>
                  <a:pt x="216024" y="222681"/>
                  <a:pt x="216024" y="295592"/>
                </a:cubicBezTo>
                <a:lnTo>
                  <a:pt x="216024" y="823646"/>
                </a:lnTo>
                <a:cubicBezTo>
                  <a:pt x="216024" y="896557"/>
                  <a:pt x="275130" y="955663"/>
                  <a:pt x="348041" y="955663"/>
                </a:cubicBezTo>
                <a:lnTo>
                  <a:pt x="2100231" y="955663"/>
                </a:lnTo>
                <a:cubicBezTo>
                  <a:pt x="2173142" y="955663"/>
                  <a:pt x="2232248" y="896557"/>
                  <a:pt x="2232248" y="823646"/>
                </a:cubicBezTo>
                <a:lnTo>
                  <a:pt x="2232248" y="295592"/>
                </a:lnTo>
                <a:cubicBezTo>
                  <a:pt x="2232248" y="222681"/>
                  <a:pt x="2173142" y="163575"/>
                  <a:pt x="2100231" y="163575"/>
                </a:cubicBezTo>
                <a:close/>
                <a:moveTo>
                  <a:pt x="265172" y="0"/>
                </a:moveTo>
                <a:lnTo>
                  <a:pt x="2183100" y="0"/>
                </a:lnTo>
                <a:cubicBezTo>
                  <a:pt x="2329550" y="0"/>
                  <a:pt x="2448272" y="118722"/>
                  <a:pt x="2448272" y="265172"/>
                </a:cubicBezTo>
                <a:lnTo>
                  <a:pt x="2448272" y="2974828"/>
                </a:lnTo>
                <a:cubicBezTo>
                  <a:pt x="2448272" y="3121278"/>
                  <a:pt x="2329550" y="3240000"/>
                  <a:pt x="2183100" y="3240000"/>
                </a:cubicBezTo>
                <a:lnTo>
                  <a:pt x="265172" y="3240000"/>
                </a:lnTo>
                <a:cubicBezTo>
                  <a:pt x="118722" y="3240000"/>
                  <a:pt x="0" y="3121278"/>
                  <a:pt x="0" y="2974828"/>
                </a:cubicBezTo>
                <a:lnTo>
                  <a:pt x="0" y="265172"/>
                </a:lnTo>
                <a:cubicBezTo>
                  <a:pt x="0" y="118722"/>
                  <a:pt x="118722" y="0"/>
                  <a:pt x="265172"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0" name="Rectangle 130">
            <a:extLst>
              <a:ext uri="{FF2B5EF4-FFF2-40B4-BE49-F238E27FC236}">
                <a16:creationId xmlns:a16="http://schemas.microsoft.com/office/drawing/2014/main" id="{97AB4BAF-D3D1-4044-A0D1-9A0DB58AEA30}"/>
              </a:ext>
            </a:extLst>
          </p:cNvPr>
          <p:cNvSpPr/>
          <p:nvPr/>
        </p:nvSpPr>
        <p:spPr>
          <a:xfrm>
            <a:off x="10038976" y="2019895"/>
            <a:ext cx="351990" cy="353588"/>
          </a:xfrm>
          <a:custGeom>
            <a:avLst/>
            <a:gdLst/>
            <a:ahLst/>
            <a:cxnLst/>
            <a:rect l="l" t="t" r="r" b="b"/>
            <a:pathLst>
              <a:path w="371900" h="373588">
                <a:moveTo>
                  <a:pt x="297080" y="129105"/>
                </a:moveTo>
                <a:lnTo>
                  <a:pt x="284273" y="219737"/>
                </a:lnTo>
                <a:lnTo>
                  <a:pt x="305496" y="219737"/>
                </a:lnTo>
                <a:lnTo>
                  <a:pt x="333001" y="129105"/>
                </a:lnTo>
                <a:close/>
                <a:moveTo>
                  <a:pt x="228265" y="129105"/>
                </a:moveTo>
                <a:lnTo>
                  <a:pt x="228265" y="219737"/>
                </a:lnTo>
                <a:lnTo>
                  <a:pt x="250807" y="219737"/>
                </a:lnTo>
                <a:lnTo>
                  <a:pt x="263614" y="129105"/>
                </a:lnTo>
                <a:close/>
                <a:moveTo>
                  <a:pt x="157021" y="129105"/>
                </a:moveTo>
                <a:lnTo>
                  <a:pt x="175826" y="219737"/>
                </a:lnTo>
                <a:lnTo>
                  <a:pt x="195129" y="219737"/>
                </a:lnTo>
                <a:lnTo>
                  <a:pt x="195129" y="129105"/>
                </a:lnTo>
                <a:close/>
                <a:moveTo>
                  <a:pt x="93087" y="129105"/>
                </a:moveTo>
                <a:lnTo>
                  <a:pt x="117372" y="219737"/>
                </a:lnTo>
                <a:lnTo>
                  <a:pt x="141984" y="219737"/>
                </a:lnTo>
                <a:lnTo>
                  <a:pt x="123179" y="129105"/>
                </a:lnTo>
                <a:close/>
                <a:moveTo>
                  <a:pt x="58494" y="0"/>
                </a:moveTo>
                <a:lnTo>
                  <a:pt x="84208" y="95969"/>
                </a:lnTo>
                <a:lnTo>
                  <a:pt x="354346" y="95969"/>
                </a:lnTo>
                <a:lnTo>
                  <a:pt x="354346" y="97437"/>
                </a:lnTo>
                <a:cubicBezTo>
                  <a:pt x="356087" y="96136"/>
                  <a:pt x="357928" y="96353"/>
                  <a:pt x="359747" y="96905"/>
                </a:cubicBezTo>
                <a:lnTo>
                  <a:pt x="360371" y="97095"/>
                </a:lnTo>
                <a:cubicBezTo>
                  <a:pt x="368954" y="99700"/>
                  <a:pt x="373801" y="108770"/>
                  <a:pt x="371196" y="117354"/>
                </a:cubicBezTo>
                <a:lnTo>
                  <a:pt x="333339" y="242097"/>
                </a:lnTo>
                <a:cubicBezTo>
                  <a:pt x="331591" y="247858"/>
                  <a:pt x="326929" y="251935"/>
                  <a:pt x="321206" y="252122"/>
                </a:cubicBezTo>
                <a:lnTo>
                  <a:pt x="321206" y="252873"/>
                </a:lnTo>
                <a:lnTo>
                  <a:pt x="313576" y="252873"/>
                </a:lnTo>
                <a:cubicBezTo>
                  <a:pt x="313378" y="253010"/>
                  <a:pt x="313229" y="252967"/>
                  <a:pt x="313080" y="252922"/>
                </a:cubicBezTo>
                <a:lnTo>
                  <a:pt x="312919" y="252873"/>
                </a:lnTo>
                <a:lnTo>
                  <a:pt x="126251" y="252873"/>
                </a:lnTo>
                <a:lnTo>
                  <a:pt x="133971" y="281687"/>
                </a:lnTo>
                <a:lnTo>
                  <a:pt x="321075" y="281687"/>
                </a:lnTo>
                <a:lnTo>
                  <a:pt x="321075" y="314823"/>
                </a:lnTo>
                <a:lnTo>
                  <a:pt x="318480" y="314823"/>
                </a:lnTo>
                <a:cubicBezTo>
                  <a:pt x="329614" y="318311"/>
                  <a:pt x="336414" y="328969"/>
                  <a:pt x="336414" y="341215"/>
                </a:cubicBezTo>
                <a:cubicBezTo>
                  <a:pt x="336414" y="359094"/>
                  <a:pt x="321920" y="373588"/>
                  <a:pt x="304041" y="373588"/>
                </a:cubicBezTo>
                <a:cubicBezTo>
                  <a:pt x="286162" y="373588"/>
                  <a:pt x="271668" y="359094"/>
                  <a:pt x="271668" y="341215"/>
                </a:cubicBezTo>
                <a:cubicBezTo>
                  <a:pt x="271668" y="328969"/>
                  <a:pt x="278468" y="318311"/>
                  <a:pt x="289602" y="314823"/>
                </a:cubicBezTo>
                <a:lnTo>
                  <a:pt x="142850" y="314823"/>
                </a:lnTo>
                <a:lnTo>
                  <a:pt x="143397" y="316865"/>
                </a:lnTo>
                <a:cubicBezTo>
                  <a:pt x="151629" y="321811"/>
                  <a:pt x="156401" y="330956"/>
                  <a:pt x="156401" y="341215"/>
                </a:cubicBezTo>
                <a:cubicBezTo>
                  <a:pt x="156401" y="359094"/>
                  <a:pt x="141907" y="373588"/>
                  <a:pt x="124028" y="373588"/>
                </a:cubicBezTo>
                <a:cubicBezTo>
                  <a:pt x="106149" y="373588"/>
                  <a:pt x="91655" y="359094"/>
                  <a:pt x="91655" y="341215"/>
                </a:cubicBezTo>
                <a:cubicBezTo>
                  <a:pt x="91655" y="329356"/>
                  <a:pt x="98032" y="318986"/>
                  <a:pt x="108649" y="315212"/>
                </a:cubicBezTo>
                <a:lnTo>
                  <a:pt x="33542" y="34909"/>
                </a:lnTo>
                <a:lnTo>
                  <a:pt x="0" y="34909"/>
                </a:lnTo>
                <a:lnTo>
                  <a:pt x="0" y="1773"/>
                </a:lnTo>
                <a:lnTo>
                  <a:pt x="51879" y="177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31" name="Rectangle 36">
            <a:extLst>
              <a:ext uri="{FF2B5EF4-FFF2-40B4-BE49-F238E27FC236}">
                <a16:creationId xmlns:a16="http://schemas.microsoft.com/office/drawing/2014/main" id="{4E8945A7-A1EC-4E26-A550-236D5F566C01}"/>
              </a:ext>
            </a:extLst>
          </p:cNvPr>
          <p:cNvSpPr/>
          <p:nvPr/>
        </p:nvSpPr>
        <p:spPr>
          <a:xfrm>
            <a:off x="5901316" y="2709370"/>
            <a:ext cx="389370" cy="325482"/>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32" name="Rectangle 16">
            <a:extLst>
              <a:ext uri="{FF2B5EF4-FFF2-40B4-BE49-F238E27FC236}">
                <a16:creationId xmlns:a16="http://schemas.microsoft.com/office/drawing/2014/main" id="{82FAA0D7-2AF1-405A-953E-47FC1603B671}"/>
              </a:ext>
            </a:extLst>
          </p:cNvPr>
          <p:cNvSpPr/>
          <p:nvPr/>
        </p:nvSpPr>
        <p:spPr>
          <a:xfrm>
            <a:off x="7963008" y="2432413"/>
            <a:ext cx="394118" cy="259020"/>
          </a:xfrm>
          <a:custGeom>
            <a:avLst/>
            <a:gdLst/>
            <a:ahLst/>
            <a:cxnLst/>
            <a:rect l="l" t="t" r="r" b="b"/>
            <a:pathLst>
              <a:path w="3240006" h="2129375">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Tree>
    <p:extLst>
      <p:ext uri="{BB962C8B-B14F-4D97-AF65-F5344CB8AC3E}">
        <p14:creationId xmlns:p14="http://schemas.microsoft.com/office/powerpoint/2010/main" val="13097826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Module 3: Administrator Portal</a:t>
            </a:r>
            <a:endParaRPr lang="en-US" dirty="0"/>
          </a:p>
        </p:txBody>
      </p:sp>
      <p:grpSp>
        <p:nvGrpSpPr>
          <p:cNvPr id="3" name="Group 2">
            <a:extLst>
              <a:ext uri="{FF2B5EF4-FFF2-40B4-BE49-F238E27FC236}">
                <a16:creationId xmlns:a16="http://schemas.microsoft.com/office/drawing/2014/main" id="{BB110B46-67AE-4385-82C0-719FA44C3FA7}"/>
              </a:ext>
            </a:extLst>
          </p:cNvPr>
          <p:cNvGrpSpPr/>
          <p:nvPr/>
        </p:nvGrpSpPr>
        <p:grpSpPr>
          <a:xfrm>
            <a:off x="918470" y="3838461"/>
            <a:ext cx="10334953" cy="2431712"/>
            <a:chOff x="641074" y="3933059"/>
            <a:chExt cx="7838416" cy="2197634"/>
          </a:xfrm>
        </p:grpSpPr>
        <p:sp>
          <p:nvSpPr>
            <p:cNvPr id="4" name="L-Shape 3">
              <a:extLst>
                <a:ext uri="{FF2B5EF4-FFF2-40B4-BE49-F238E27FC236}">
                  <a16:creationId xmlns:a16="http://schemas.microsoft.com/office/drawing/2014/main" id="{6FF5E6F9-E13B-4D3A-A776-06596CA3DCCD}"/>
                </a:ext>
              </a:extLst>
            </p:cNvPr>
            <p:cNvSpPr/>
            <p:nvPr/>
          </p:nvSpPr>
          <p:spPr>
            <a:xfrm rot="10800000" flipH="1">
              <a:off x="6977784" y="3935711"/>
              <a:ext cx="1501706" cy="898843"/>
            </a:xfrm>
            <a:prstGeom prst="corner">
              <a:avLst>
                <a:gd name="adj1" fmla="val 19327"/>
                <a:gd name="adj2" fmla="val 1958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5" name="L-Shape 4">
              <a:extLst>
                <a:ext uri="{FF2B5EF4-FFF2-40B4-BE49-F238E27FC236}">
                  <a16:creationId xmlns:a16="http://schemas.microsoft.com/office/drawing/2014/main" id="{7DF455F0-76F4-47A8-B897-F867D3B49689}"/>
                </a:ext>
              </a:extLst>
            </p:cNvPr>
            <p:cNvSpPr/>
            <p:nvPr/>
          </p:nvSpPr>
          <p:spPr>
            <a:xfrm rot="10800000" flipH="1">
              <a:off x="5393608" y="4259746"/>
              <a:ext cx="1501706" cy="898843"/>
            </a:xfrm>
            <a:prstGeom prst="corner">
              <a:avLst>
                <a:gd name="adj1" fmla="val 19327"/>
                <a:gd name="adj2" fmla="val 1958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6" name="L-Shape 5">
              <a:extLst>
                <a:ext uri="{FF2B5EF4-FFF2-40B4-BE49-F238E27FC236}">
                  <a16:creationId xmlns:a16="http://schemas.microsoft.com/office/drawing/2014/main" id="{52EFAFC9-4DF6-4F99-A13C-7955C3691B62}"/>
                </a:ext>
              </a:extLst>
            </p:cNvPr>
            <p:cNvSpPr/>
            <p:nvPr/>
          </p:nvSpPr>
          <p:spPr>
            <a:xfrm rot="10800000" flipH="1">
              <a:off x="3809430" y="4583781"/>
              <a:ext cx="1501706" cy="898843"/>
            </a:xfrm>
            <a:prstGeom prst="corner">
              <a:avLst>
                <a:gd name="adj1" fmla="val 19327"/>
                <a:gd name="adj2" fmla="val 19583"/>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7" name="L-Shape 6">
              <a:extLst>
                <a:ext uri="{FF2B5EF4-FFF2-40B4-BE49-F238E27FC236}">
                  <a16:creationId xmlns:a16="http://schemas.microsoft.com/office/drawing/2014/main" id="{58B52330-3575-4AC6-B6A7-B8ECEAA6E592}"/>
                </a:ext>
              </a:extLst>
            </p:cNvPr>
            <p:cNvSpPr/>
            <p:nvPr/>
          </p:nvSpPr>
          <p:spPr>
            <a:xfrm rot="10800000" flipH="1">
              <a:off x="2225251" y="4907816"/>
              <a:ext cx="1501706" cy="898843"/>
            </a:xfrm>
            <a:prstGeom prst="corner">
              <a:avLst>
                <a:gd name="adj1" fmla="val 19327"/>
                <a:gd name="adj2" fmla="val 19583"/>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 name="L-Shape 7">
              <a:extLst>
                <a:ext uri="{FF2B5EF4-FFF2-40B4-BE49-F238E27FC236}">
                  <a16:creationId xmlns:a16="http://schemas.microsoft.com/office/drawing/2014/main" id="{96198475-3D25-495D-8FA3-571B9FF70715}"/>
                </a:ext>
              </a:extLst>
            </p:cNvPr>
            <p:cNvSpPr/>
            <p:nvPr/>
          </p:nvSpPr>
          <p:spPr>
            <a:xfrm rot="10800000" flipH="1">
              <a:off x="641074" y="5231850"/>
              <a:ext cx="1501706" cy="898843"/>
            </a:xfrm>
            <a:prstGeom prst="corner">
              <a:avLst>
                <a:gd name="adj1" fmla="val 19327"/>
                <a:gd name="adj2" fmla="val 1958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9" name="Rectangle 6">
              <a:extLst>
                <a:ext uri="{FF2B5EF4-FFF2-40B4-BE49-F238E27FC236}">
                  <a16:creationId xmlns:a16="http://schemas.microsoft.com/office/drawing/2014/main" id="{3A71D983-C55C-425A-8306-F07CE07E608B}"/>
                </a:ext>
              </a:extLst>
            </p:cNvPr>
            <p:cNvSpPr/>
            <p:nvPr/>
          </p:nvSpPr>
          <p:spPr>
            <a:xfrm>
              <a:off x="1890754" y="4905173"/>
              <a:ext cx="218430" cy="260276"/>
            </a:xfrm>
            <a:custGeom>
              <a:avLst/>
              <a:gdLst/>
              <a:ahLst/>
              <a:cxnLst/>
              <a:rect l="l" t="t" r="r" b="b"/>
              <a:pathLst>
                <a:path w="648072" h="648072">
                  <a:moveTo>
                    <a:pt x="629716" y="0"/>
                  </a:moveTo>
                  <a:lnTo>
                    <a:pt x="648072" y="0"/>
                  </a:lnTo>
                  <a:lnTo>
                    <a:pt x="648072" y="648072"/>
                  </a:lnTo>
                  <a:lnTo>
                    <a:pt x="0" y="648072"/>
                  </a:lnTo>
                  <a:lnTo>
                    <a:pt x="0" y="633586"/>
                  </a:lnTo>
                  <a:cubicBezTo>
                    <a:pt x="347978" y="633586"/>
                    <a:pt x="630070" y="351494"/>
                    <a:pt x="630070" y="3516"/>
                  </a:cubicBezTo>
                  <a:cubicBezTo>
                    <a:pt x="630070" y="2343"/>
                    <a:pt x="630067" y="1170"/>
                    <a:pt x="629716"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0" name="Rectangle 6">
              <a:extLst>
                <a:ext uri="{FF2B5EF4-FFF2-40B4-BE49-F238E27FC236}">
                  <a16:creationId xmlns:a16="http://schemas.microsoft.com/office/drawing/2014/main" id="{6F33C22F-73A0-4301-852C-3BDBFFFB4805}"/>
                </a:ext>
              </a:extLst>
            </p:cNvPr>
            <p:cNvSpPr/>
            <p:nvPr/>
          </p:nvSpPr>
          <p:spPr>
            <a:xfrm>
              <a:off x="3474931" y="4581137"/>
              <a:ext cx="218430" cy="260276"/>
            </a:xfrm>
            <a:custGeom>
              <a:avLst/>
              <a:gdLst/>
              <a:ahLst/>
              <a:cxnLst/>
              <a:rect l="l" t="t" r="r" b="b"/>
              <a:pathLst>
                <a:path w="648072" h="648072">
                  <a:moveTo>
                    <a:pt x="629716" y="0"/>
                  </a:moveTo>
                  <a:lnTo>
                    <a:pt x="648072" y="0"/>
                  </a:lnTo>
                  <a:lnTo>
                    <a:pt x="648072" y="648072"/>
                  </a:lnTo>
                  <a:lnTo>
                    <a:pt x="0" y="648072"/>
                  </a:lnTo>
                  <a:lnTo>
                    <a:pt x="0" y="633586"/>
                  </a:lnTo>
                  <a:cubicBezTo>
                    <a:pt x="347978" y="633586"/>
                    <a:pt x="630070" y="351494"/>
                    <a:pt x="630070" y="3516"/>
                  </a:cubicBezTo>
                  <a:cubicBezTo>
                    <a:pt x="630070" y="2343"/>
                    <a:pt x="630067" y="1170"/>
                    <a:pt x="629716"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1" name="Rectangle 6">
              <a:extLst>
                <a:ext uri="{FF2B5EF4-FFF2-40B4-BE49-F238E27FC236}">
                  <a16:creationId xmlns:a16="http://schemas.microsoft.com/office/drawing/2014/main" id="{D3F7A5F8-6812-4DCE-852F-AB923352E118}"/>
                </a:ext>
              </a:extLst>
            </p:cNvPr>
            <p:cNvSpPr/>
            <p:nvPr/>
          </p:nvSpPr>
          <p:spPr>
            <a:xfrm>
              <a:off x="5059109" y="4257101"/>
              <a:ext cx="218430" cy="260276"/>
            </a:xfrm>
            <a:custGeom>
              <a:avLst/>
              <a:gdLst/>
              <a:ahLst/>
              <a:cxnLst/>
              <a:rect l="l" t="t" r="r" b="b"/>
              <a:pathLst>
                <a:path w="648072" h="648072">
                  <a:moveTo>
                    <a:pt x="629716" y="0"/>
                  </a:moveTo>
                  <a:lnTo>
                    <a:pt x="648072" y="0"/>
                  </a:lnTo>
                  <a:lnTo>
                    <a:pt x="648072" y="648072"/>
                  </a:lnTo>
                  <a:lnTo>
                    <a:pt x="0" y="648072"/>
                  </a:lnTo>
                  <a:lnTo>
                    <a:pt x="0" y="633586"/>
                  </a:lnTo>
                  <a:cubicBezTo>
                    <a:pt x="347978" y="633586"/>
                    <a:pt x="630070" y="351494"/>
                    <a:pt x="630070" y="3516"/>
                  </a:cubicBezTo>
                  <a:cubicBezTo>
                    <a:pt x="630070" y="2343"/>
                    <a:pt x="630067" y="1170"/>
                    <a:pt x="62971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12" name="Rectangle 6">
              <a:extLst>
                <a:ext uri="{FF2B5EF4-FFF2-40B4-BE49-F238E27FC236}">
                  <a16:creationId xmlns:a16="http://schemas.microsoft.com/office/drawing/2014/main" id="{04B8FDEB-E874-489C-9957-D35255ADCFB0}"/>
                </a:ext>
              </a:extLst>
            </p:cNvPr>
            <p:cNvSpPr/>
            <p:nvPr/>
          </p:nvSpPr>
          <p:spPr>
            <a:xfrm>
              <a:off x="6643280" y="3933059"/>
              <a:ext cx="218430" cy="260276"/>
            </a:xfrm>
            <a:custGeom>
              <a:avLst/>
              <a:gdLst/>
              <a:ahLst/>
              <a:cxnLst/>
              <a:rect l="l" t="t" r="r" b="b"/>
              <a:pathLst>
                <a:path w="648072" h="648072">
                  <a:moveTo>
                    <a:pt x="629716" y="0"/>
                  </a:moveTo>
                  <a:lnTo>
                    <a:pt x="648072" y="0"/>
                  </a:lnTo>
                  <a:lnTo>
                    <a:pt x="648072" y="648072"/>
                  </a:lnTo>
                  <a:lnTo>
                    <a:pt x="0" y="648072"/>
                  </a:lnTo>
                  <a:lnTo>
                    <a:pt x="0" y="633586"/>
                  </a:lnTo>
                  <a:cubicBezTo>
                    <a:pt x="347978" y="633586"/>
                    <a:pt x="630070" y="351494"/>
                    <a:pt x="630070" y="3516"/>
                  </a:cubicBezTo>
                  <a:cubicBezTo>
                    <a:pt x="630070" y="2343"/>
                    <a:pt x="630067" y="1170"/>
                    <a:pt x="62971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sp>
        <p:nvSpPr>
          <p:cNvPr id="15" name="TextBox 14">
            <a:extLst>
              <a:ext uri="{FF2B5EF4-FFF2-40B4-BE49-F238E27FC236}">
                <a16:creationId xmlns:a16="http://schemas.microsoft.com/office/drawing/2014/main" id="{FCE1AFBC-CCF7-4ACA-9124-18FBE75CC755}"/>
              </a:ext>
            </a:extLst>
          </p:cNvPr>
          <p:cNvSpPr txBox="1"/>
          <p:nvPr/>
        </p:nvSpPr>
        <p:spPr>
          <a:xfrm>
            <a:off x="1108850" y="5512898"/>
            <a:ext cx="1952180" cy="369332"/>
          </a:xfrm>
          <a:prstGeom prst="rect">
            <a:avLst/>
          </a:prstGeom>
          <a:noFill/>
        </p:spPr>
        <p:txBody>
          <a:bodyPr wrap="square" rtlCol="0" anchor="b">
            <a:spAutoFit/>
          </a:bodyPr>
          <a:lstStyle/>
          <a:p>
            <a:r>
              <a:rPr lang="en-US" altLang="ko-KR" dirty="0">
                <a:solidFill>
                  <a:schemeClr val="accent1"/>
                </a:solidFill>
              </a:rPr>
              <a:t>01 </a:t>
            </a:r>
            <a:r>
              <a:rPr lang="en-US" altLang="ko-KR" dirty="0" smtClean="0">
                <a:solidFill>
                  <a:schemeClr val="accent1"/>
                </a:solidFill>
              </a:rPr>
              <a:t>Manage users</a:t>
            </a:r>
            <a:endParaRPr lang="en-US" altLang="ko-KR" dirty="0">
              <a:solidFill>
                <a:schemeClr val="accent1"/>
              </a:solidFill>
            </a:endParaRPr>
          </a:p>
        </p:txBody>
      </p:sp>
      <p:sp>
        <p:nvSpPr>
          <p:cNvPr id="18" name="TextBox 17">
            <a:extLst>
              <a:ext uri="{FF2B5EF4-FFF2-40B4-BE49-F238E27FC236}">
                <a16:creationId xmlns:a16="http://schemas.microsoft.com/office/drawing/2014/main" id="{38534C8C-C841-486F-99A3-2AD00D9CB478}"/>
              </a:ext>
            </a:extLst>
          </p:cNvPr>
          <p:cNvSpPr txBox="1"/>
          <p:nvPr/>
        </p:nvSpPr>
        <p:spPr>
          <a:xfrm>
            <a:off x="3286284" y="5142543"/>
            <a:ext cx="1952180" cy="646331"/>
          </a:xfrm>
          <a:prstGeom prst="rect">
            <a:avLst/>
          </a:prstGeom>
          <a:noFill/>
        </p:spPr>
        <p:txBody>
          <a:bodyPr wrap="square" rtlCol="0" anchor="b">
            <a:spAutoFit/>
          </a:bodyPr>
          <a:lstStyle/>
          <a:p>
            <a:r>
              <a:rPr lang="en-US" altLang="ko-KR" sz="1600" dirty="0">
                <a:solidFill>
                  <a:schemeClr val="accent4"/>
                </a:solidFill>
              </a:rPr>
              <a:t>02 </a:t>
            </a:r>
            <a:r>
              <a:rPr lang="en-US" altLang="ko-KR" dirty="0" smtClean="0">
                <a:solidFill>
                  <a:schemeClr val="accent4"/>
                </a:solidFill>
              </a:rPr>
              <a:t>Approve judges</a:t>
            </a:r>
            <a:endParaRPr lang="en-US" altLang="ko-KR" dirty="0">
              <a:solidFill>
                <a:schemeClr val="accent4"/>
              </a:solidFill>
            </a:endParaRPr>
          </a:p>
        </p:txBody>
      </p:sp>
      <p:sp>
        <p:nvSpPr>
          <p:cNvPr id="21" name="TextBox 20">
            <a:extLst>
              <a:ext uri="{FF2B5EF4-FFF2-40B4-BE49-F238E27FC236}">
                <a16:creationId xmlns:a16="http://schemas.microsoft.com/office/drawing/2014/main" id="{8BECC164-485A-4A83-8068-5900D984F35B}"/>
              </a:ext>
            </a:extLst>
          </p:cNvPr>
          <p:cNvSpPr txBox="1"/>
          <p:nvPr/>
        </p:nvSpPr>
        <p:spPr>
          <a:xfrm>
            <a:off x="5369926" y="4796032"/>
            <a:ext cx="1952180" cy="646331"/>
          </a:xfrm>
          <a:prstGeom prst="rect">
            <a:avLst/>
          </a:prstGeom>
          <a:noFill/>
        </p:spPr>
        <p:txBody>
          <a:bodyPr wrap="square" rtlCol="0" anchor="b">
            <a:spAutoFit/>
          </a:bodyPr>
          <a:lstStyle/>
          <a:p>
            <a:r>
              <a:rPr lang="en-US" altLang="ko-KR" sz="1600" dirty="0">
                <a:solidFill>
                  <a:schemeClr val="accent3"/>
                </a:solidFill>
              </a:rPr>
              <a:t>03 </a:t>
            </a:r>
            <a:r>
              <a:rPr lang="en-US" altLang="ko-KR" dirty="0" smtClean="0">
                <a:solidFill>
                  <a:schemeClr val="accent3"/>
                </a:solidFill>
              </a:rPr>
              <a:t>Assign projects</a:t>
            </a:r>
            <a:endParaRPr lang="en-US" altLang="ko-KR" dirty="0">
              <a:solidFill>
                <a:schemeClr val="accent3"/>
              </a:solidFill>
            </a:endParaRPr>
          </a:p>
        </p:txBody>
      </p:sp>
      <p:sp>
        <p:nvSpPr>
          <p:cNvPr id="24" name="TextBox 23">
            <a:extLst>
              <a:ext uri="{FF2B5EF4-FFF2-40B4-BE49-F238E27FC236}">
                <a16:creationId xmlns:a16="http://schemas.microsoft.com/office/drawing/2014/main" id="{373D6D87-83B1-4B59-801D-D7CAB0C1EA4F}"/>
              </a:ext>
            </a:extLst>
          </p:cNvPr>
          <p:cNvSpPr txBox="1"/>
          <p:nvPr/>
        </p:nvSpPr>
        <p:spPr>
          <a:xfrm>
            <a:off x="7376475" y="4352261"/>
            <a:ext cx="1952180" cy="923330"/>
          </a:xfrm>
          <a:prstGeom prst="rect">
            <a:avLst/>
          </a:prstGeom>
          <a:noFill/>
        </p:spPr>
        <p:txBody>
          <a:bodyPr wrap="square" rtlCol="0" anchor="b">
            <a:spAutoFit/>
          </a:bodyPr>
          <a:lstStyle/>
          <a:p>
            <a:r>
              <a:rPr lang="en-US" altLang="ko-KR" dirty="0">
                <a:solidFill>
                  <a:schemeClr val="accent2"/>
                </a:solidFill>
              </a:rPr>
              <a:t>04 </a:t>
            </a:r>
            <a:r>
              <a:rPr lang="en-US" altLang="ko-KR" dirty="0" smtClean="0">
                <a:solidFill>
                  <a:schemeClr val="accent2"/>
                </a:solidFill>
              </a:rPr>
              <a:t>Manage Categories &amp; deadlines</a:t>
            </a:r>
            <a:endParaRPr lang="en-US" altLang="ko-KR" dirty="0">
              <a:solidFill>
                <a:schemeClr val="accent2"/>
              </a:solidFill>
            </a:endParaRPr>
          </a:p>
        </p:txBody>
      </p:sp>
      <p:sp>
        <p:nvSpPr>
          <p:cNvPr id="27" name="TextBox 26">
            <a:extLst>
              <a:ext uri="{FF2B5EF4-FFF2-40B4-BE49-F238E27FC236}">
                <a16:creationId xmlns:a16="http://schemas.microsoft.com/office/drawing/2014/main" id="{B1E5F0EF-B5A9-4AEF-8D59-35275CD61DE3}"/>
              </a:ext>
            </a:extLst>
          </p:cNvPr>
          <p:cNvSpPr txBox="1"/>
          <p:nvPr/>
        </p:nvSpPr>
        <p:spPr>
          <a:xfrm>
            <a:off x="9589114" y="4062447"/>
            <a:ext cx="1952180" cy="646331"/>
          </a:xfrm>
          <a:prstGeom prst="rect">
            <a:avLst/>
          </a:prstGeom>
          <a:noFill/>
        </p:spPr>
        <p:txBody>
          <a:bodyPr wrap="square" rtlCol="0" anchor="b">
            <a:spAutoFit/>
          </a:bodyPr>
          <a:lstStyle/>
          <a:p>
            <a:r>
              <a:rPr lang="en-US" altLang="ko-KR" sz="1600" dirty="0">
                <a:solidFill>
                  <a:schemeClr val="accent1"/>
                </a:solidFill>
              </a:rPr>
              <a:t>05 </a:t>
            </a:r>
            <a:r>
              <a:rPr lang="en-US" altLang="ko-KR" dirty="0" smtClean="0">
                <a:solidFill>
                  <a:schemeClr val="accent1"/>
                </a:solidFill>
              </a:rPr>
              <a:t>Generate reports</a:t>
            </a:r>
            <a:endParaRPr lang="en-US" altLang="ko-KR" dirty="0">
              <a:solidFill>
                <a:schemeClr val="accent1"/>
              </a:solidFill>
            </a:endParaRPr>
          </a:p>
        </p:txBody>
      </p:sp>
      <p:sp>
        <p:nvSpPr>
          <p:cNvPr id="28" name="Freeform: Shape 62">
            <a:extLst>
              <a:ext uri="{FF2B5EF4-FFF2-40B4-BE49-F238E27FC236}">
                <a16:creationId xmlns:a16="http://schemas.microsoft.com/office/drawing/2014/main" id="{61B83BE6-10EC-49CA-846F-3BC907E028DA}"/>
              </a:ext>
            </a:extLst>
          </p:cNvPr>
          <p:cNvSpPr/>
          <p:nvPr/>
        </p:nvSpPr>
        <p:spPr>
          <a:xfrm>
            <a:off x="918470" y="2010179"/>
            <a:ext cx="2231257" cy="3263263"/>
          </a:xfrm>
          <a:custGeom>
            <a:avLst/>
            <a:gdLst>
              <a:gd name="connsiteX0" fmla="*/ 1575057 w 1577436"/>
              <a:gd name="connsiteY0" fmla="*/ 327169 h 2307035"/>
              <a:gd name="connsiteX1" fmla="*/ 1547242 w 1577436"/>
              <a:gd name="connsiteY1" fmla="*/ 291556 h 2307035"/>
              <a:gd name="connsiteX2" fmla="*/ 1530345 w 1577436"/>
              <a:gd name="connsiteY2" fmla="*/ 289736 h 2307035"/>
              <a:gd name="connsiteX3" fmla="*/ 1513968 w 1577436"/>
              <a:gd name="connsiteY3" fmla="*/ 289216 h 2307035"/>
              <a:gd name="connsiteX4" fmla="*/ 1494991 w 1577436"/>
              <a:gd name="connsiteY4" fmla="*/ 294935 h 2307035"/>
              <a:gd name="connsiteX5" fmla="*/ 1483553 w 1577436"/>
              <a:gd name="connsiteY5" fmla="*/ 316771 h 2307035"/>
              <a:gd name="connsiteX6" fmla="*/ 1442480 w 1577436"/>
              <a:gd name="connsiteY6" fmla="*/ 332108 h 2307035"/>
              <a:gd name="connsiteX7" fmla="*/ 1415445 w 1577436"/>
              <a:gd name="connsiteY7" fmla="*/ 346146 h 2307035"/>
              <a:gd name="connsiteX8" fmla="*/ 1406087 w 1577436"/>
              <a:gd name="connsiteY8" fmla="*/ 360443 h 2307035"/>
              <a:gd name="connsiteX9" fmla="*/ 1254014 w 1577436"/>
              <a:gd name="connsiteY9" fmla="*/ 411394 h 2307035"/>
              <a:gd name="connsiteX10" fmla="*/ 1167450 w 1577436"/>
              <a:gd name="connsiteY10" fmla="*/ 426991 h 2307035"/>
              <a:gd name="connsiteX11" fmla="*/ 1036433 w 1577436"/>
              <a:gd name="connsiteY11" fmla="*/ 424132 h 2307035"/>
              <a:gd name="connsiteX12" fmla="*/ 995101 w 1577436"/>
              <a:gd name="connsiteY12" fmla="*/ 395537 h 2307035"/>
              <a:gd name="connsiteX13" fmla="*/ 991202 w 1577436"/>
              <a:gd name="connsiteY13" fmla="*/ 385919 h 2307035"/>
              <a:gd name="connsiteX14" fmla="*/ 942850 w 1577436"/>
              <a:gd name="connsiteY14" fmla="*/ 335748 h 2307035"/>
              <a:gd name="connsiteX15" fmla="*/ 941810 w 1577436"/>
              <a:gd name="connsiteY15" fmla="*/ 324310 h 2307035"/>
              <a:gd name="connsiteX16" fmla="*/ 951429 w 1577436"/>
              <a:gd name="connsiteY16" fmla="*/ 320411 h 2307035"/>
              <a:gd name="connsiteX17" fmla="*/ 1019017 w 1577436"/>
              <a:gd name="connsiteY17" fmla="*/ 297795 h 2307035"/>
              <a:gd name="connsiteX18" fmla="*/ 1035134 w 1577436"/>
              <a:gd name="connsiteY18" fmla="*/ 263481 h 2307035"/>
              <a:gd name="connsiteX19" fmla="*/ 1033054 w 1577436"/>
              <a:gd name="connsiteY19" fmla="*/ 249963 h 2307035"/>
              <a:gd name="connsiteX20" fmla="*/ 1035394 w 1577436"/>
              <a:gd name="connsiteY20" fmla="*/ 226048 h 2307035"/>
              <a:gd name="connsiteX21" fmla="*/ 1043192 w 1577436"/>
              <a:gd name="connsiteY21" fmla="*/ 202912 h 2307035"/>
              <a:gd name="connsiteX22" fmla="*/ 1044492 w 1577436"/>
              <a:gd name="connsiteY22" fmla="*/ 187315 h 2307035"/>
              <a:gd name="connsiteX23" fmla="*/ 1025255 w 1577436"/>
              <a:gd name="connsiteY23" fmla="*/ 168078 h 2307035"/>
              <a:gd name="connsiteX24" fmla="*/ 1015117 w 1577436"/>
              <a:gd name="connsiteY24" fmla="*/ 129865 h 2307035"/>
              <a:gd name="connsiteX25" fmla="*/ 1012518 w 1577436"/>
              <a:gd name="connsiteY25" fmla="*/ 117907 h 2307035"/>
              <a:gd name="connsiteX26" fmla="*/ 986262 w 1577436"/>
              <a:gd name="connsiteY26" fmla="*/ 92692 h 2307035"/>
              <a:gd name="connsiteX27" fmla="*/ 986522 w 1577436"/>
              <a:gd name="connsiteY27" fmla="*/ 76055 h 2307035"/>
              <a:gd name="connsiteX28" fmla="*/ 1003419 w 1577436"/>
              <a:gd name="connsiteY28" fmla="*/ 56558 h 2307035"/>
              <a:gd name="connsiteX29" fmla="*/ 1002899 w 1577436"/>
              <a:gd name="connsiteY29" fmla="*/ 33942 h 2307035"/>
              <a:gd name="connsiteX30" fmla="*/ 944150 w 1577436"/>
              <a:gd name="connsiteY30" fmla="*/ 16785 h 2307035"/>
              <a:gd name="connsiteX31" fmla="*/ 904637 w 1577436"/>
              <a:gd name="connsiteY31" fmla="*/ 6387 h 2307035"/>
              <a:gd name="connsiteX32" fmla="*/ 893719 w 1577436"/>
              <a:gd name="connsiteY32" fmla="*/ 2488 h 2307035"/>
              <a:gd name="connsiteX33" fmla="*/ 798056 w 1577436"/>
              <a:gd name="connsiteY33" fmla="*/ 19645 h 2307035"/>
              <a:gd name="connsiteX34" fmla="*/ 741127 w 1577436"/>
              <a:gd name="connsiteY34" fmla="*/ 104130 h 2307035"/>
              <a:gd name="connsiteX35" fmla="*/ 759323 w 1577436"/>
              <a:gd name="connsiteY35" fmla="*/ 231767 h 2307035"/>
              <a:gd name="connsiteX36" fmla="*/ 744766 w 1577436"/>
              <a:gd name="connsiteY36" fmla="*/ 255682 h 2307035"/>
              <a:gd name="connsiteX37" fmla="*/ 714092 w 1577436"/>
              <a:gd name="connsiteY37" fmla="*/ 251003 h 2307035"/>
              <a:gd name="connsiteX38" fmla="*/ 642084 w 1577436"/>
              <a:gd name="connsiteY38" fmla="*/ 225008 h 2307035"/>
              <a:gd name="connsiteX39" fmla="*/ 561239 w 1577436"/>
              <a:gd name="connsiteY39" fmla="*/ 246064 h 2307035"/>
              <a:gd name="connsiteX40" fmla="*/ 500670 w 1577436"/>
              <a:gd name="connsiteY40" fmla="*/ 271539 h 2307035"/>
              <a:gd name="connsiteX41" fmla="*/ 405007 w 1577436"/>
              <a:gd name="connsiteY41" fmla="*/ 277258 h 2307035"/>
              <a:gd name="connsiteX42" fmla="*/ 239677 w 1577436"/>
              <a:gd name="connsiteY42" fmla="*/ 302734 h 2307035"/>
              <a:gd name="connsiteX43" fmla="*/ 198084 w 1577436"/>
              <a:gd name="connsiteY43" fmla="*/ 333928 h 2307035"/>
              <a:gd name="connsiteX44" fmla="*/ 59529 w 1577436"/>
              <a:gd name="connsiteY44" fmla="*/ 581923 h 2307035"/>
              <a:gd name="connsiteX45" fmla="*/ 62909 w 1577436"/>
              <a:gd name="connsiteY45" fmla="*/ 612858 h 2307035"/>
              <a:gd name="connsiteX46" fmla="*/ 75646 w 1577436"/>
              <a:gd name="connsiteY46" fmla="*/ 628975 h 2307035"/>
              <a:gd name="connsiteX47" fmla="*/ 75386 w 1577436"/>
              <a:gd name="connsiteY47" fmla="*/ 653930 h 2307035"/>
              <a:gd name="connsiteX48" fmla="*/ 42112 w 1577436"/>
              <a:gd name="connsiteY48" fmla="*/ 709041 h 2307035"/>
              <a:gd name="connsiteX49" fmla="*/ 0 w 1577436"/>
              <a:gd name="connsiteY49" fmla="*/ 755312 h 2307035"/>
              <a:gd name="connsiteX50" fmla="*/ 0 w 1577436"/>
              <a:gd name="connsiteY50" fmla="*/ 763111 h 2307035"/>
              <a:gd name="connsiteX51" fmla="*/ 30934 w 1577436"/>
              <a:gd name="connsiteY51" fmla="*/ 759731 h 2307035"/>
              <a:gd name="connsiteX52" fmla="*/ 46272 w 1577436"/>
              <a:gd name="connsiteY52" fmla="*/ 757912 h 2307035"/>
              <a:gd name="connsiteX53" fmla="*/ 48871 w 1577436"/>
              <a:gd name="connsiteY53" fmla="*/ 775069 h 2307035"/>
              <a:gd name="connsiteX54" fmla="*/ 27295 w 1577436"/>
              <a:gd name="connsiteY54" fmla="*/ 806263 h 2307035"/>
              <a:gd name="connsiteX55" fmla="*/ 21836 w 1577436"/>
              <a:gd name="connsiteY55" fmla="*/ 815101 h 2307035"/>
              <a:gd name="connsiteX56" fmla="*/ 31194 w 1577436"/>
              <a:gd name="connsiteY56" fmla="*/ 821080 h 2307035"/>
              <a:gd name="connsiteX57" fmla="*/ 49391 w 1577436"/>
              <a:gd name="connsiteY57" fmla="*/ 813022 h 2307035"/>
              <a:gd name="connsiteX58" fmla="*/ 63169 w 1577436"/>
              <a:gd name="connsiteY58" fmla="*/ 791186 h 2307035"/>
              <a:gd name="connsiteX59" fmla="*/ 72787 w 1577436"/>
              <a:gd name="connsiteY59" fmla="*/ 784167 h 2307035"/>
              <a:gd name="connsiteX60" fmla="*/ 76166 w 1577436"/>
              <a:gd name="connsiteY60" fmla="*/ 794305 h 2307035"/>
              <a:gd name="connsiteX61" fmla="*/ 72787 w 1577436"/>
              <a:gd name="connsiteY61" fmla="*/ 816141 h 2307035"/>
              <a:gd name="connsiteX62" fmla="*/ 64988 w 1577436"/>
              <a:gd name="connsiteY62" fmla="*/ 822380 h 2307035"/>
              <a:gd name="connsiteX63" fmla="*/ 56410 w 1577436"/>
              <a:gd name="connsiteY63" fmla="*/ 829919 h 2307035"/>
              <a:gd name="connsiteX64" fmla="*/ 68628 w 1577436"/>
              <a:gd name="connsiteY64" fmla="*/ 841877 h 2307035"/>
              <a:gd name="connsiteX65" fmla="*/ 85785 w 1577436"/>
              <a:gd name="connsiteY65" fmla="*/ 833038 h 2307035"/>
              <a:gd name="connsiteX66" fmla="*/ 100082 w 1577436"/>
              <a:gd name="connsiteY66" fmla="*/ 830179 h 2307035"/>
              <a:gd name="connsiteX67" fmla="*/ 128677 w 1577436"/>
              <a:gd name="connsiteY67" fmla="*/ 809642 h 2307035"/>
              <a:gd name="connsiteX68" fmla="*/ 127637 w 1577436"/>
              <a:gd name="connsiteY68" fmla="*/ 769350 h 2307035"/>
              <a:gd name="connsiteX69" fmla="*/ 151553 w 1577436"/>
              <a:gd name="connsiteY69" fmla="*/ 744134 h 2307035"/>
              <a:gd name="connsiteX70" fmla="*/ 167150 w 1577436"/>
              <a:gd name="connsiteY70" fmla="*/ 742575 h 2307035"/>
              <a:gd name="connsiteX71" fmla="*/ 181707 w 1577436"/>
              <a:gd name="connsiteY71" fmla="*/ 728797 h 2307035"/>
              <a:gd name="connsiteX72" fmla="*/ 169230 w 1577436"/>
              <a:gd name="connsiteY72" fmla="*/ 691364 h 2307035"/>
              <a:gd name="connsiteX73" fmla="*/ 160911 w 1577436"/>
              <a:gd name="connsiteY73" fmla="*/ 668748 h 2307035"/>
              <a:gd name="connsiteX74" fmla="*/ 204063 w 1577436"/>
              <a:gd name="connsiteY74" fmla="*/ 585823 h 2307035"/>
              <a:gd name="connsiteX75" fmla="*/ 215761 w 1577436"/>
              <a:gd name="connsiteY75" fmla="*/ 549949 h 2307035"/>
              <a:gd name="connsiteX76" fmla="*/ 221480 w 1577436"/>
              <a:gd name="connsiteY76" fmla="*/ 540331 h 2307035"/>
              <a:gd name="connsiteX77" fmla="*/ 298426 w 1577436"/>
              <a:gd name="connsiteY77" fmla="*/ 449087 h 2307035"/>
              <a:gd name="connsiteX78" fmla="*/ 317143 w 1577436"/>
              <a:gd name="connsiteY78" fmla="*/ 440769 h 2307035"/>
              <a:gd name="connsiteX79" fmla="*/ 374333 w 1577436"/>
              <a:gd name="connsiteY79" fmla="*/ 441289 h 2307035"/>
              <a:gd name="connsiteX80" fmla="*/ 467916 w 1577436"/>
              <a:gd name="connsiteY80" fmla="*/ 441029 h 2307035"/>
              <a:gd name="connsiteX81" fmla="*/ 484293 w 1577436"/>
              <a:gd name="connsiteY81" fmla="*/ 454546 h 2307035"/>
              <a:gd name="connsiteX82" fmla="*/ 479874 w 1577436"/>
              <a:gd name="connsiteY82" fmla="*/ 576464 h 2307035"/>
              <a:gd name="connsiteX83" fmla="*/ 424244 w 1577436"/>
              <a:gd name="connsiteY83" fmla="*/ 721518 h 2307035"/>
              <a:gd name="connsiteX84" fmla="*/ 372773 w 1577436"/>
              <a:gd name="connsiteY84" fmla="*/ 796385 h 2307035"/>
              <a:gd name="connsiteX85" fmla="*/ 359515 w 1577436"/>
              <a:gd name="connsiteY85" fmla="*/ 822900 h 2307035"/>
              <a:gd name="connsiteX86" fmla="*/ 346258 w 1577436"/>
              <a:gd name="connsiteY86" fmla="*/ 899586 h 2307035"/>
              <a:gd name="connsiteX87" fmla="*/ 358216 w 1577436"/>
              <a:gd name="connsiteY87" fmla="*/ 910504 h 2307035"/>
              <a:gd name="connsiteX88" fmla="*/ 373293 w 1577436"/>
              <a:gd name="connsiteY88" fmla="*/ 921942 h 2307035"/>
              <a:gd name="connsiteX89" fmla="*/ 374073 w 1577436"/>
              <a:gd name="connsiteY89" fmla="*/ 948717 h 2307035"/>
              <a:gd name="connsiteX90" fmla="*/ 383951 w 1577436"/>
              <a:gd name="connsiteY90" fmla="*/ 1020464 h 2307035"/>
              <a:gd name="connsiteX91" fmla="*/ 382651 w 1577436"/>
              <a:gd name="connsiteY91" fmla="*/ 1071935 h 2307035"/>
              <a:gd name="connsiteX92" fmla="*/ 412546 w 1577436"/>
              <a:gd name="connsiteY92" fmla="*/ 1149141 h 2307035"/>
              <a:gd name="connsiteX93" fmla="*/ 418785 w 1577436"/>
              <a:gd name="connsiteY93" fmla="*/ 1225308 h 2307035"/>
              <a:gd name="connsiteX94" fmla="*/ 372253 w 1577436"/>
              <a:gd name="connsiteY94" fmla="*/ 1383099 h 2307035"/>
              <a:gd name="connsiteX95" fmla="*/ 319742 w 1577436"/>
              <a:gd name="connsiteY95" fmla="*/ 1555448 h 2307035"/>
              <a:gd name="connsiteX96" fmla="*/ 319483 w 1577436"/>
              <a:gd name="connsiteY96" fmla="*/ 1556748 h 2307035"/>
              <a:gd name="connsiteX97" fmla="*/ 291148 w 1577436"/>
              <a:gd name="connsiteY97" fmla="*/ 1614717 h 2307035"/>
              <a:gd name="connsiteX98" fmla="*/ 231618 w 1577436"/>
              <a:gd name="connsiteY98" fmla="*/ 1756912 h 2307035"/>
              <a:gd name="connsiteX99" fmla="*/ 198604 w 1577436"/>
              <a:gd name="connsiteY99" fmla="*/ 1866612 h 2307035"/>
              <a:gd name="connsiteX100" fmla="*/ 147653 w 1577436"/>
              <a:gd name="connsiteY100" fmla="*/ 2012186 h 2307035"/>
              <a:gd name="connsiteX101" fmla="*/ 124778 w 1577436"/>
              <a:gd name="connsiteY101" fmla="*/ 2053518 h 2307035"/>
              <a:gd name="connsiteX102" fmla="*/ 69148 w 1577436"/>
              <a:gd name="connsiteY102" fmla="*/ 2109148 h 2307035"/>
              <a:gd name="connsiteX103" fmla="*/ 69148 w 1577436"/>
              <a:gd name="connsiteY103" fmla="*/ 2124745 h 2307035"/>
              <a:gd name="connsiteX104" fmla="*/ 128417 w 1577436"/>
              <a:gd name="connsiteY104" fmla="*/ 2181155 h 2307035"/>
              <a:gd name="connsiteX105" fmla="*/ 137255 w 1577436"/>
              <a:gd name="connsiteY105" fmla="*/ 2184015 h 2307035"/>
              <a:gd name="connsiteX106" fmla="*/ 155192 w 1577436"/>
              <a:gd name="connsiteY106" fmla="*/ 2188434 h 2307035"/>
              <a:gd name="connsiteX107" fmla="*/ 206403 w 1577436"/>
              <a:gd name="connsiteY107" fmla="*/ 2253942 h 2307035"/>
              <a:gd name="connsiteX108" fmla="*/ 310384 w 1577436"/>
              <a:gd name="connsiteY108" fmla="*/ 2306973 h 2307035"/>
              <a:gd name="connsiteX109" fmla="*/ 330660 w 1577436"/>
              <a:gd name="connsiteY109" fmla="*/ 2296055 h 2307035"/>
              <a:gd name="connsiteX110" fmla="*/ 320002 w 1577436"/>
              <a:gd name="connsiteY110" fmla="*/ 2278638 h 2307035"/>
              <a:gd name="connsiteX111" fmla="*/ 284909 w 1577436"/>
              <a:gd name="connsiteY111" fmla="*/ 2246143 h 2307035"/>
              <a:gd name="connsiteX112" fmla="*/ 271911 w 1577436"/>
              <a:gd name="connsiteY112" fmla="*/ 2205851 h 2307035"/>
              <a:gd name="connsiteX113" fmla="*/ 266972 w 1577436"/>
              <a:gd name="connsiteY113" fmla="*/ 2129685 h 2307035"/>
              <a:gd name="connsiteX114" fmla="*/ 262293 w 1577436"/>
              <a:gd name="connsiteY114" fmla="*/ 2086532 h 2307035"/>
              <a:gd name="connsiteX115" fmla="*/ 274771 w 1577436"/>
              <a:gd name="connsiteY115" fmla="*/ 2072235 h 2307035"/>
              <a:gd name="connsiteX116" fmla="*/ 285689 w 1577436"/>
              <a:gd name="connsiteY116" fmla="*/ 2059497 h 2307035"/>
              <a:gd name="connsiteX117" fmla="*/ 285169 w 1577436"/>
              <a:gd name="connsiteY117" fmla="*/ 2037401 h 2307035"/>
              <a:gd name="connsiteX118" fmla="*/ 300766 w 1577436"/>
              <a:gd name="connsiteY118" fmla="*/ 1974232 h 2307035"/>
              <a:gd name="connsiteX119" fmla="*/ 333260 w 1577436"/>
              <a:gd name="connsiteY119" fmla="*/ 1899366 h 2307035"/>
              <a:gd name="connsiteX120" fmla="*/ 374333 w 1577436"/>
              <a:gd name="connsiteY120" fmla="*/ 1790446 h 2307035"/>
              <a:gd name="connsiteX121" fmla="*/ 437761 w 1577436"/>
              <a:gd name="connsiteY121" fmla="*/ 1668528 h 2307035"/>
              <a:gd name="connsiteX122" fmla="*/ 449719 w 1577436"/>
              <a:gd name="connsiteY122" fmla="*/ 1650071 h 2307035"/>
              <a:gd name="connsiteX123" fmla="*/ 473375 w 1577436"/>
              <a:gd name="connsiteY123" fmla="*/ 1614457 h 2307035"/>
              <a:gd name="connsiteX124" fmla="*/ 506909 w 1577436"/>
              <a:gd name="connsiteY124" fmla="*/ 1557528 h 2307035"/>
              <a:gd name="connsiteX125" fmla="*/ 521206 w 1577436"/>
              <a:gd name="connsiteY125" fmla="*/ 1543490 h 2307035"/>
              <a:gd name="connsiteX126" fmla="*/ 525365 w 1577436"/>
              <a:gd name="connsiteY126" fmla="*/ 1563247 h 2307035"/>
              <a:gd name="connsiteX127" fmla="*/ 527445 w 1577436"/>
              <a:gd name="connsiteY127" fmla="*/ 1685165 h 2307035"/>
              <a:gd name="connsiteX128" fmla="*/ 544342 w 1577436"/>
              <a:gd name="connsiteY128" fmla="*/ 1753012 h 2307035"/>
              <a:gd name="connsiteX129" fmla="*/ 559939 w 1577436"/>
              <a:gd name="connsiteY129" fmla="*/ 1766790 h 2307035"/>
              <a:gd name="connsiteX130" fmla="*/ 573717 w 1577436"/>
              <a:gd name="connsiteY130" fmla="*/ 1751453 h 2307035"/>
              <a:gd name="connsiteX131" fmla="*/ 576576 w 1577436"/>
              <a:gd name="connsiteY131" fmla="*/ 1730916 h 2307035"/>
              <a:gd name="connsiteX132" fmla="*/ 577616 w 1577436"/>
              <a:gd name="connsiteY132" fmla="*/ 1699722 h 2307035"/>
              <a:gd name="connsiteX133" fmla="*/ 598932 w 1577436"/>
              <a:gd name="connsiteY133" fmla="*/ 1629795 h 2307035"/>
              <a:gd name="connsiteX134" fmla="*/ 649363 w 1577436"/>
              <a:gd name="connsiteY134" fmla="*/ 1560647 h 2307035"/>
              <a:gd name="connsiteX135" fmla="*/ 651963 w 1577436"/>
              <a:gd name="connsiteY135" fmla="*/ 1552588 h 2307035"/>
              <a:gd name="connsiteX136" fmla="*/ 662101 w 1577436"/>
              <a:gd name="connsiteY136" fmla="*/ 1519574 h 2307035"/>
              <a:gd name="connsiteX137" fmla="*/ 687576 w 1577436"/>
              <a:gd name="connsiteY137" fmla="*/ 1513076 h 2307035"/>
              <a:gd name="connsiteX138" fmla="*/ 700834 w 1577436"/>
              <a:gd name="connsiteY138" fmla="*/ 1510736 h 2307035"/>
              <a:gd name="connsiteX139" fmla="*/ 775440 w 1577436"/>
              <a:gd name="connsiteY139" fmla="*/ 1444188 h 2307035"/>
              <a:gd name="connsiteX140" fmla="*/ 811054 w 1577436"/>
              <a:gd name="connsiteY140" fmla="*/ 1420792 h 2307035"/>
              <a:gd name="connsiteX141" fmla="*/ 939731 w 1577436"/>
              <a:gd name="connsiteY141" fmla="*/ 1346186 h 2307035"/>
              <a:gd name="connsiteX142" fmla="*/ 1044232 w 1577436"/>
              <a:gd name="connsiteY142" fmla="*/ 1265080 h 2307035"/>
              <a:gd name="connsiteX143" fmla="*/ 1110780 w 1577436"/>
              <a:gd name="connsiteY143" fmla="*/ 1203471 h 2307035"/>
              <a:gd name="connsiteX144" fmla="*/ 1128977 w 1577436"/>
              <a:gd name="connsiteY144" fmla="*/ 1141603 h 2307035"/>
              <a:gd name="connsiteX145" fmla="*/ 1114679 w 1577436"/>
              <a:gd name="connsiteY145" fmla="*/ 1105469 h 2307035"/>
              <a:gd name="connsiteX146" fmla="*/ 1093623 w 1577436"/>
              <a:gd name="connsiteY146" fmla="*/ 1077914 h 2307035"/>
              <a:gd name="connsiteX147" fmla="*/ 977424 w 1577436"/>
              <a:gd name="connsiteY147" fmla="*/ 1012926 h 2307035"/>
              <a:gd name="connsiteX148" fmla="*/ 857066 w 1577436"/>
              <a:gd name="connsiteY148" fmla="*/ 964834 h 2307035"/>
              <a:gd name="connsiteX149" fmla="*/ 840169 w 1577436"/>
              <a:gd name="connsiteY149" fmla="*/ 939619 h 2307035"/>
              <a:gd name="connsiteX150" fmla="*/ 850567 w 1577436"/>
              <a:gd name="connsiteY150" fmla="*/ 826279 h 2307035"/>
              <a:gd name="connsiteX151" fmla="*/ 875782 w 1577436"/>
              <a:gd name="connsiteY151" fmla="*/ 674207 h 2307035"/>
              <a:gd name="connsiteX152" fmla="*/ 892159 w 1577436"/>
              <a:gd name="connsiteY152" fmla="*/ 642493 h 2307035"/>
              <a:gd name="connsiteX153" fmla="*/ 935312 w 1577436"/>
              <a:gd name="connsiteY153" fmla="*/ 590502 h 2307035"/>
              <a:gd name="connsiteX154" fmla="*/ 984443 w 1577436"/>
              <a:gd name="connsiteY154" fmla="*/ 565027 h 2307035"/>
              <a:gd name="connsiteX155" fmla="*/ 1151853 w 1577436"/>
              <a:gd name="connsiteY155" fmla="*/ 562947 h 2307035"/>
              <a:gd name="connsiteX156" fmla="*/ 1208522 w 1577436"/>
              <a:gd name="connsiteY156" fmla="*/ 557228 h 2307035"/>
              <a:gd name="connsiteX157" fmla="*/ 1337719 w 1577436"/>
              <a:gd name="connsiteY157" fmla="*/ 503938 h 2307035"/>
              <a:gd name="connsiteX158" fmla="*/ 1368134 w 1577436"/>
              <a:gd name="connsiteY158" fmla="*/ 487041 h 2307035"/>
              <a:gd name="connsiteX159" fmla="*/ 1411546 w 1577436"/>
              <a:gd name="connsiteY159" fmla="*/ 465205 h 2307035"/>
              <a:gd name="connsiteX160" fmla="*/ 1446380 w 1577436"/>
              <a:gd name="connsiteY160" fmla="*/ 454546 h 2307035"/>
              <a:gd name="connsiteX161" fmla="*/ 1462497 w 1577436"/>
              <a:gd name="connsiteY161" fmla="*/ 434270 h 2307035"/>
              <a:gd name="connsiteX162" fmla="*/ 1476534 w 1577436"/>
              <a:gd name="connsiteY162" fmla="*/ 409055 h 2307035"/>
              <a:gd name="connsiteX163" fmla="*/ 1476274 w 1577436"/>
              <a:gd name="connsiteY163" fmla="*/ 407755 h 2307035"/>
              <a:gd name="connsiteX164" fmla="*/ 1484853 w 1577436"/>
              <a:gd name="connsiteY164" fmla="*/ 395797 h 2307035"/>
              <a:gd name="connsiteX165" fmla="*/ 1537363 w 1577436"/>
              <a:gd name="connsiteY165" fmla="*/ 371621 h 2307035"/>
              <a:gd name="connsiteX166" fmla="*/ 1567258 w 1577436"/>
              <a:gd name="connsiteY166" fmla="*/ 351345 h 2307035"/>
              <a:gd name="connsiteX167" fmla="*/ 1575057 w 1577436"/>
              <a:gd name="connsiteY167" fmla="*/ 327169 h 2307035"/>
              <a:gd name="connsiteX168" fmla="*/ 842768 w 1577436"/>
              <a:gd name="connsiteY168" fmla="*/ 1205031 h 2307035"/>
              <a:gd name="connsiteX169" fmla="*/ 755424 w 1577436"/>
              <a:gd name="connsiteY169" fmla="*/ 1296795 h 2307035"/>
              <a:gd name="connsiteX170" fmla="*/ 703433 w 1577436"/>
              <a:gd name="connsiteY170" fmla="*/ 1345146 h 2307035"/>
              <a:gd name="connsiteX171" fmla="*/ 682897 w 1577436"/>
              <a:gd name="connsiteY171" fmla="*/ 1355284 h 2307035"/>
              <a:gd name="connsiteX172" fmla="*/ 606731 w 1577436"/>
              <a:gd name="connsiteY172" fmla="*/ 1399996 h 2307035"/>
              <a:gd name="connsiteX173" fmla="*/ 595813 w 1577436"/>
              <a:gd name="connsiteY173" fmla="*/ 1412734 h 2307035"/>
              <a:gd name="connsiteX174" fmla="*/ 587494 w 1577436"/>
              <a:gd name="connsiteY174" fmla="*/ 1414293 h 2307035"/>
              <a:gd name="connsiteX175" fmla="*/ 586454 w 1577436"/>
              <a:gd name="connsiteY175" fmla="*/ 1406495 h 2307035"/>
              <a:gd name="connsiteX176" fmla="*/ 588274 w 1577436"/>
              <a:gd name="connsiteY176" fmla="*/ 1401556 h 2307035"/>
              <a:gd name="connsiteX177" fmla="*/ 668340 w 1577436"/>
              <a:gd name="connsiteY177" fmla="*/ 1224268 h 2307035"/>
              <a:gd name="connsiteX178" fmla="*/ 699534 w 1577436"/>
              <a:gd name="connsiteY178" fmla="*/ 1202692 h 2307035"/>
              <a:gd name="connsiteX179" fmla="*/ 828211 w 1577436"/>
              <a:gd name="connsiteY179" fmla="*/ 1202692 h 2307035"/>
              <a:gd name="connsiteX180" fmla="*/ 842768 w 1577436"/>
              <a:gd name="connsiteY180" fmla="*/ 1205031 h 2307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577436" h="2307035">
                <a:moveTo>
                  <a:pt x="1575057" y="327169"/>
                </a:moveTo>
                <a:cubicBezTo>
                  <a:pt x="1568298" y="313132"/>
                  <a:pt x="1558679" y="301954"/>
                  <a:pt x="1547242" y="291556"/>
                </a:cubicBezTo>
                <a:cubicBezTo>
                  <a:pt x="1541523" y="286357"/>
                  <a:pt x="1536323" y="284537"/>
                  <a:pt x="1530345" y="289736"/>
                </a:cubicBezTo>
                <a:cubicBezTo>
                  <a:pt x="1524626" y="294935"/>
                  <a:pt x="1519167" y="292336"/>
                  <a:pt x="1513968" y="289216"/>
                </a:cubicBezTo>
                <a:cubicBezTo>
                  <a:pt x="1505649" y="284017"/>
                  <a:pt x="1499410" y="286097"/>
                  <a:pt x="1494991" y="294935"/>
                </a:cubicBezTo>
                <a:cubicBezTo>
                  <a:pt x="1491352" y="302214"/>
                  <a:pt x="1487452" y="309493"/>
                  <a:pt x="1483553" y="316771"/>
                </a:cubicBezTo>
                <a:cubicBezTo>
                  <a:pt x="1474195" y="333928"/>
                  <a:pt x="1461197" y="338607"/>
                  <a:pt x="1442480" y="332108"/>
                </a:cubicBezTo>
                <a:cubicBezTo>
                  <a:pt x="1425064" y="326130"/>
                  <a:pt x="1420904" y="327949"/>
                  <a:pt x="1415445" y="346146"/>
                </a:cubicBezTo>
                <a:cubicBezTo>
                  <a:pt x="1413626" y="351865"/>
                  <a:pt x="1413366" y="357584"/>
                  <a:pt x="1406087" y="360443"/>
                </a:cubicBezTo>
                <a:cubicBezTo>
                  <a:pt x="1356176" y="379940"/>
                  <a:pt x="1308344" y="404376"/>
                  <a:pt x="1254014" y="411394"/>
                </a:cubicBezTo>
                <a:cubicBezTo>
                  <a:pt x="1224900" y="415034"/>
                  <a:pt x="1197085" y="428811"/>
                  <a:pt x="1167450" y="426991"/>
                </a:cubicBezTo>
                <a:cubicBezTo>
                  <a:pt x="1123778" y="424132"/>
                  <a:pt x="1080106" y="423872"/>
                  <a:pt x="1036433" y="424132"/>
                </a:cubicBezTo>
                <a:cubicBezTo>
                  <a:pt x="1017457" y="424132"/>
                  <a:pt x="1000560" y="417113"/>
                  <a:pt x="995101" y="395537"/>
                </a:cubicBezTo>
                <a:cubicBezTo>
                  <a:pt x="994321" y="392158"/>
                  <a:pt x="992501" y="389038"/>
                  <a:pt x="991202" y="385919"/>
                </a:cubicBezTo>
                <a:cubicBezTo>
                  <a:pt x="980544" y="363823"/>
                  <a:pt x="969625" y="342507"/>
                  <a:pt x="942850" y="335748"/>
                </a:cubicBezTo>
                <a:cubicBezTo>
                  <a:pt x="935312" y="333928"/>
                  <a:pt x="936611" y="328209"/>
                  <a:pt x="941810" y="324310"/>
                </a:cubicBezTo>
                <a:cubicBezTo>
                  <a:pt x="944410" y="322230"/>
                  <a:pt x="948049" y="321710"/>
                  <a:pt x="951429" y="320411"/>
                </a:cubicBezTo>
                <a:cubicBezTo>
                  <a:pt x="974045" y="312872"/>
                  <a:pt x="996661" y="306113"/>
                  <a:pt x="1019017" y="297795"/>
                </a:cubicBezTo>
                <a:cubicBezTo>
                  <a:pt x="1037993" y="290776"/>
                  <a:pt x="1041113" y="282717"/>
                  <a:pt x="1035134" y="263481"/>
                </a:cubicBezTo>
                <a:cubicBezTo>
                  <a:pt x="1033834" y="259062"/>
                  <a:pt x="1030195" y="254642"/>
                  <a:pt x="1033054" y="249963"/>
                </a:cubicBezTo>
                <a:cubicBezTo>
                  <a:pt x="1037473" y="242165"/>
                  <a:pt x="1036953" y="234106"/>
                  <a:pt x="1035394" y="226048"/>
                </a:cubicBezTo>
                <a:cubicBezTo>
                  <a:pt x="1033834" y="216949"/>
                  <a:pt x="1035394" y="209151"/>
                  <a:pt x="1043192" y="202912"/>
                </a:cubicBezTo>
                <a:cubicBezTo>
                  <a:pt x="1048651" y="198493"/>
                  <a:pt x="1049431" y="193813"/>
                  <a:pt x="1044492" y="187315"/>
                </a:cubicBezTo>
                <a:cubicBezTo>
                  <a:pt x="1038773" y="180036"/>
                  <a:pt x="1032274" y="174057"/>
                  <a:pt x="1025255" y="168078"/>
                </a:cubicBezTo>
                <a:cubicBezTo>
                  <a:pt x="1013298" y="158200"/>
                  <a:pt x="1009138" y="143642"/>
                  <a:pt x="1015117" y="129865"/>
                </a:cubicBezTo>
                <a:cubicBezTo>
                  <a:pt x="1017717" y="124146"/>
                  <a:pt x="1016417" y="121546"/>
                  <a:pt x="1012518" y="117907"/>
                </a:cubicBezTo>
                <a:cubicBezTo>
                  <a:pt x="1003419" y="109849"/>
                  <a:pt x="995101" y="101010"/>
                  <a:pt x="986262" y="92692"/>
                </a:cubicBezTo>
                <a:cubicBezTo>
                  <a:pt x="980544" y="86973"/>
                  <a:pt x="980803" y="81774"/>
                  <a:pt x="986522" y="76055"/>
                </a:cubicBezTo>
                <a:cubicBezTo>
                  <a:pt x="992501" y="70076"/>
                  <a:pt x="999260" y="63837"/>
                  <a:pt x="1003419" y="56558"/>
                </a:cubicBezTo>
                <a:cubicBezTo>
                  <a:pt x="1007319" y="49799"/>
                  <a:pt x="1013038" y="39921"/>
                  <a:pt x="1002899" y="33942"/>
                </a:cubicBezTo>
                <a:cubicBezTo>
                  <a:pt x="984963" y="23284"/>
                  <a:pt x="965466" y="14186"/>
                  <a:pt x="944150" y="16785"/>
                </a:cubicBezTo>
                <a:cubicBezTo>
                  <a:pt x="929073" y="18605"/>
                  <a:pt x="916075" y="17565"/>
                  <a:pt x="904637" y="6387"/>
                </a:cubicBezTo>
                <a:cubicBezTo>
                  <a:pt x="902038" y="4048"/>
                  <a:pt x="897618" y="3268"/>
                  <a:pt x="893719" y="2488"/>
                </a:cubicBezTo>
                <a:cubicBezTo>
                  <a:pt x="859925" y="-2971"/>
                  <a:pt x="827951" y="-372"/>
                  <a:pt x="798056" y="19645"/>
                </a:cubicBezTo>
                <a:cubicBezTo>
                  <a:pt x="766862" y="40441"/>
                  <a:pt x="746326" y="68256"/>
                  <a:pt x="741127" y="104130"/>
                </a:cubicBezTo>
                <a:cubicBezTo>
                  <a:pt x="734888" y="147802"/>
                  <a:pt x="740087" y="191214"/>
                  <a:pt x="759323" y="231767"/>
                </a:cubicBezTo>
                <a:cubicBezTo>
                  <a:pt x="766602" y="247364"/>
                  <a:pt x="761923" y="255942"/>
                  <a:pt x="744766" y="255682"/>
                </a:cubicBezTo>
                <a:cubicBezTo>
                  <a:pt x="734368" y="255682"/>
                  <a:pt x="724230" y="254902"/>
                  <a:pt x="714092" y="251003"/>
                </a:cubicBezTo>
                <a:cubicBezTo>
                  <a:pt x="690176" y="241905"/>
                  <a:pt x="666260" y="233326"/>
                  <a:pt x="642084" y="225008"/>
                </a:cubicBezTo>
                <a:cubicBezTo>
                  <a:pt x="606991" y="212790"/>
                  <a:pt x="583855" y="217209"/>
                  <a:pt x="561239" y="246064"/>
                </a:cubicBezTo>
                <a:cubicBezTo>
                  <a:pt x="544862" y="266860"/>
                  <a:pt x="521206" y="269980"/>
                  <a:pt x="500670" y="271539"/>
                </a:cubicBezTo>
                <a:cubicBezTo>
                  <a:pt x="468956" y="273879"/>
                  <a:pt x="436981" y="275179"/>
                  <a:pt x="405007" y="277258"/>
                </a:cubicBezTo>
                <a:cubicBezTo>
                  <a:pt x="349117" y="280638"/>
                  <a:pt x="294267" y="289736"/>
                  <a:pt x="239677" y="302734"/>
                </a:cubicBezTo>
                <a:cubicBezTo>
                  <a:pt x="220440" y="307413"/>
                  <a:pt x="206923" y="316511"/>
                  <a:pt x="198084" y="333928"/>
                </a:cubicBezTo>
                <a:cubicBezTo>
                  <a:pt x="154412" y="417893"/>
                  <a:pt x="102162" y="497179"/>
                  <a:pt x="59529" y="581923"/>
                </a:cubicBezTo>
                <a:cubicBezTo>
                  <a:pt x="53550" y="594141"/>
                  <a:pt x="50431" y="603240"/>
                  <a:pt x="62909" y="612858"/>
                </a:cubicBezTo>
                <a:cubicBezTo>
                  <a:pt x="68108" y="617017"/>
                  <a:pt x="70447" y="624816"/>
                  <a:pt x="75646" y="628975"/>
                </a:cubicBezTo>
                <a:cubicBezTo>
                  <a:pt x="86564" y="638073"/>
                  <a:pt x="82145" y="645352"/>
                  <a:pt x="75386" y="653930"/>
                </a:cubicBezTo>
                <a:cubicBezTo>
                  <a:pt x="61869" y="670827"/>
                  <a:pt x="47831" y="687724"/>
                  <a:pt x="42112" y="709041"/>
                </a:cubicBezTo>
                <a:cubicBezTo>
                  <a:pt x="36133" y="732176"/>
                  <a:pt x="23136" y="748034"/>
                  <a:pt x="0" y="755312"/>
                </a:cubicBezTo>
                <a:cubicBezTo>
                  <a:pt x="0" y="757912"/>
                  <a:pt x="0" y="760511"/>
                  <a:pt x="0" y="763111"/>
                </a:cubicBezTo>
                <a:cubicBezTo>
                  <a:pt x="11438" y="771949"/>
                  <a:pt x="20796" y="763631"/>
                  <a:pt x="30934" y="759731"/>
                </a:cubicBezTo>
                <a:cubicBezTo>
                  <a:pt x="35874" y="757652"/>
                  <a:pt x="40553" y="752453"/>
                  <a:pt x="46272" y="757912"/>
                </a:cubicBezTo>
                <a:cubicBezTo>
                  <a:pt x="51211" y="762851"/>
                  <a:pt x="50951" y="769090"/>
                  <a:pt x="48871" y="775069"/>
                </a:cubicBezTo>
                <a:cubicBezTo>
                  <a:pt x="44972" y="787546"/>
                  <a:pt x="40033" y="799504"/>
                  <a:pt x="27295" y="806263"/>
                </a:cubicBezTo>
                <a:cubicBezTo>
                  <a:pt x="24176" y="807823"/>
                  <a:pt x="19756" y="810162"/>
                  <a:pt x="21836" y="815101"/>
                </a:cubicBezTo>
                <a:cubicBezTo>
                  <a:pt x="23396" y="819001"/>
                  <a:pt x="27295" y="820560"/>
                  <a:pt x="31194" y="821080"/>
                </a:cubicBezTo>
                <a:cubicBezTo>
                  <a:pt x="38993" y="822380"/>
                  <a:pt x="44452" y="818221"/>
                  <a:pt x="49391" y="813022"/>
                </a:cubicBezTo>
                <a:cubicBezTo>
                  <a:pt x="55630" y="806783"/>
                  <a:pt x="58749" y="798464"/>
                  <a:pt x="63169" y="791186"/>
                </a:cubicBezTo>
                <a:cubicBezTo>
                  <a:pt x="65248" y="787546"/>
                  <a:pt x="67068" y="782607"/>
                  <a:pt x="72787" y="784167"/>
                </a:cubicBezTo>
                <a:cubicBezTo>
                  <a:pt x="77466" y="785727"/>
                  <a:pt x="76426" y="790666"/>
                  <a:pt x="76166" y="794305"/>
                </a:cubicBezTo>
                <a:cubicBezTo>
                  <a:pt x="75386" y="801584"/>
                  <a:pt x="73827" y="808863"/>
                  <a:pt x="72787" y="816141"/>
                </a:cubicBezTo>
                <a:cubicBezTo>
                  <a:pt x="72007" y="820560"/>
                  <a:pt x="70187" y="823160"/>
                  <a:pt x="64988" y="822380"/>
                </a:cubicBezTo>
                <a:cubicBezTo>
                  <a:pt x="59529" y="821340"/>
                  <a:pt x="55370" y="822900"/>
                  <a:pt x="56410" y="829919"/>
                </a:cubicBezTo>
                <a:cubicBezTo>
                  <a:pt x="57450" y="836938"/>
                  <a:pt x="59789" y="842657"/>
                  <a:pt x="68628" y="841877"/>
                </a:cubicBezTo>
                <a:cubicBezTo>
                  <a:pt x="75646" y="841097"/>
                  <a:pt x="80066" y="836158"/>
                  <a:pt x="85785" y="833038"/>
                </a:cubicBezTo>
                <a:cubicBezTo>
                  <a:pt x="90204" y="830439"/>
                  <a:pt x="93843" y="827579"/>
                  <a:pt x="100082" y="830179"/>
                </a:cubicBezTo>
                <a:cubicBezTo>
                  <a:pt x="113340" y="835898"/>
                  <a:pt x="128937" y="824460"/>
                  <a:pt x="128677" y="809642"/>
                </a:cubicBezTo>
                <a:cubicBezTo>
                  <a:pt x="128417" y="796125"/>
                  <a:pt x="127377" y="782867"/>
                  <a:pt x="127637" y="769350"/>
                </a:cubicBezTo>
                <a:cubicBezTo>
                  <a:pt x="128157" y="752453"/>
                  <a:pt x="135176" y="745694"/>
                  <a:pt x="151553" y="744134"/>
                </a:cubicBezTo>
                <a:cubicBezTo>
                  <a:pt x="156752" y="743614"/>
                  <a:pt x="161951" y="743094"/>
                  <a:pt x="167150" y="742575"/>
                </a:cubicBezTo>
                <a:cubicBezTo>
                  <a:pt x="175728" y="741795"/>
                  <a:pt x="180148" y="737115"/>
                  <a:pt x="181707" y="728797"/>
                </a:cubicBezTo>
                <a:cubicBezTo>
                  <a:pt x="184827" y="713720"/>
                  <a:pt x="183527" y="700982"/>
                  <a:pt x="169230" y="691364"/>
                </a:cubicBezTo>
                <a:cubicBezTo>
                  <a:pt x="162211" y="686425"/>
                  <a:pt x="154672" y="680446"/>
                  <a:pt x="160911" y="668748"/>
                </a:cubicBezTo>
                <a:cubicBezTo>
                  <a:pt x="175728" y="641193"/>
                  <a:pt x="189246" y="613378"/>
                  <a:pt x="204063" y="585823"/>
                </a:cubicBezTo>
                <a:cubicBezTo>
                  <a:pt x="210042" y="574385"/>
                  <a:pt x="218621" y="564247"/>
                  <a:pt x="215761" y="549949"/>
                </a:cubicBezTo>
                <a:cubicBezTo>
                  <a:pt x="214981" y="545530"/>
                  <a:pt x="218881" y="543190"/>
                  <a:pt x="221480" y="540331"/>
                </a:cubicBezTo>
                <a:cubicBezTo>
                  <a:pt x="249035" y="511476"/>
                  <a:pt x="270611" y="477682"/>
                  <a:pt x="298426" y="449087"/>
                </a:cubicBezTo>
                <a:cubicBezTo>
                  <a:pt x="304405" y="443109"/>
                  <a:pt x="309344" y="439989"/>
                  <a:pt x="317143" y="440769"/>
                </a:cubicBezTo>
                <a:cubicBezTo>
                  <a:pt x="336120" y="443109"/>
                  <a:pt x="355096" y="441549"/>
                  <a:pt x="374333" y="441289"/>
                </a:cubicBezTo>
                <a:cubicBezTo>
                  <a:pt x="405527" y="440769"/>
                  <a:pt x="436721" y="441029"/>
                  <a:pt x="467916" y="441029"/>
                </a:cubicBezTo>
                <a:cubicBezTo>
                  <a:pt x="476494" y="441029"/>
                  <a:pt x="484293" y="442589"/>
                  <a:pt x="484293" y="454546"/>
                </a:cubicBezTo>
                <a:cubicBezTo>
                  <a:pt x="484033" y="495359"/>
                  <a:pt x="483253" y="535912"/>
                  <a:pt x="479874" y="576464"/>
                </a:cubicBezTo>
                <a:cubicBezTo>
                  <a:pt x="475714" y="630275"/>
                  <a:pt x="452319" y="676806"/>
                  <a:pt x="424244" y="721518"/>
                </a:cubicBezTo>
                <a:cubicBezTo>
                  <a:pt x="408127" y="747254"/>
                  <a:pt x="389930" y="771429"/>
                  <a:pt x="372773" y="796385"/>
                </a:cubicBezTo>
                <a:cubicBezTo>
                  <a:pt x="367054" y="804703"/>
                  <a:pt x="361335" y="812762"/>
                  <a:pt x="359515" y="822900"/>
                </a:cubicBezTo>
                <a:cubicBezTo>
                  <a:pt x="355096" y="848376"/>
                  <a:pt x="350677" y="874111"/>
                  <a:pt x="346258" y="899586"/>
                </a:cubicBezTo>
                <a:cubicBezTo>
                  <a:pt x="344438" y="909984"/>
                  <a:pt x="347298" y="914664"/>
                  <a:pt x="358216" y="910504"/>
                </a:cubicBezTo>
                <a:cubicBezTo>
                  <a:pt x="369134" y="906345"/>
                  <a:pt x="373033" y="911024"/>
                  <a:pt x="373293" y="921942"/>
                </a:cubicBezTo>
                <a:cubicBezTo>
                  <a:pt x="373553" y="930781"/>
                  <a:pt x="369394" y="940659"/>
                  <a:pt x="374073" y="948717"/>
                </a:cubicBezTo>
                <a:cubicBezTo>
                  <a:pt x="387590" y="971333"/>
                  <a:pt x="387070" y="995509"/>
                  <a:pt x="383951" y="1020464"/>
                </a:cubicBezTo>
                <a:cubicBezTo>
                  <a:pt x="381871" y="1037621"/>
                  <a:pt x="377192" y="1055558"/>
                  <a:pt x="382651" y="1071935"/>
                </a:cubicBezTo>
                <a:cubicBezTo>
                  <a:pt x="391490" y="1097931"/>
                  <a:pt x="397988" y="1125486"/>
                  <a:pt x="412546" y="1149141"/>
                </a:cubicBezTo>
                <a:cubicBezTo>
                  <a:pt x="427623" y="1174097"/>
                  <a:pt x="426843" y="1199312"/>
                  <a:pt x="418785" y="1225308"/>
                </a:cubicBezTo>
                <a:cubicBezTo>
                  <a:pt x="402148" y="1277558"/>
                  <a:pt x="386031" y="1330069"/>
                  <a:pt x="372253" y="1383099"/>
                </a:cubicBezTo>
                <a:cubicBezTo>
                  <a:pt x="357176" y="1441329"/>
                  <a:pt x="349377" y="1501638"/>
                  <a:pt x="319742" y="1555448"/>
                </a:cubicBezTo>
                <a:cubicBezTo>
                  <a:pt x="319483" y="1555708"/>
                  <a:pt x="319483" y="1556228"/>
                  <a:pt x="319483" y="1556748"/>
                </a:cubicBezTo>
                <a:cubicBezTo>
                  <a:pt x="313764" y="1577804"/>
                  <a:pt x="303365" y="1596780"/>
                  <a:pt x="291148" y="1614717"/>
                </a:cubicBezTo>
                <a:cubicBezTo>
                  <a:pt x="261513" y="1658130"/>
                  <a:pt x="238377" y="1704401"/>
                  <a:pt x="231618" y="1756912"/>
                </a:cubicBezTo>
                <a:cubicBezTo>
                  <a:pt x="226679" y="1795645"/>
                  <a:pt x="211862" y="1830738"/>
                  <a:pt x="198604" y="1866612"/>
                </a:cubicBezTo>
                <a:cubicBezTo>
                  <a:pt x="180667" y="1914703"/>
                  <a:pt x="160131" y="1962015"/>
                  <a:pt x="147653" y="2012186"/>
                </a:cubicBezTo>
                <a:cubicBezTo>
                  <a:pt x="143754" y="2027523"/>
                  <a:pt x="139075" y="2044420"/>
                  <a:pt x="124778" y="2053518"/>
                </a:cubicBezTo>
                <a:cubicBezTo>
                  <a:pt x="101902" y="2068075"/>
                  <a:pt x="87344" y="2090431"/>
                  <a:pt x="69148" y="2109148"/>
                </a:cubicBezTo>
                <a:cubicBezTo>
                  <a:pt x="63948" y="2114607"/>
                  <a:pt x="63689" y="2119286"/>
                  <a:pt x="69148" y="2124745"/>
                </a:cubicBezTo>
                <a:cubicBezTo>
                  <a:pt x="88124" y="2144242"/>
                  <a:pt x="107621" y="2163479"/>
                  <a:pt x="128417" y="2181155"/>
                </a:cubicBezTo>
                <a:cubicBezTo>
                  <a:pt x="130756" y="2183235"/>
                  <a:pt x="133616" y="2187394"/>
                  <a:pt x="137255" y="2184015"/>
                </a:cubicBezTo>
                <a:cubicBezTo>
                  <a:pt x="145834" y="2175956"/>
                  <a:pt x="150513" y="2183495"/>
                  <a:pt x="155192" y="2188434"/>
                </a:cubicBezTo>
                <a:cubicBezTo>
                  <a:pt x="174429" y="2208450"/>
                  <a:pt x="189506" y="2231846"/>
                  <a:pt x="206403" y="2253942"/>
                </a:cubicBezTo>
                <a:cubicBezTo>
                  <a:pt x="232398" y="2288256"/>
                  <a:pt x="268012" y="2304633"/>
                  <a:pt x="310384" y="2306973"/>
                </a:cubicBezTo>
                <a:cubicBezTo>
                  <a:pt x="318963" y="2307492"/>
                  <a:pt x="327801" y="2304893"/>
                  <a:pt x="330660" y="2296055"/>
                </a:cubicBezTo>
                <a:cubicBezTo>
                  <a:pt x="333520" y="2287476"/>
                  <a:pt x="325721" y="2282797"/>
                  <a:pt x="320002" y="2278638"/>
                </a:cubicBezTo>
                <a:cubicBezTo>
                  <a:pt x="307005" y="2269019"/>
                  <a:pt x="294787" y="2258881"/>
                  <a:pt x="284909" y="2246143"/>
                </a:cubicBezTo>
                <a:cubicBezTo>
                  <a:pt x="275810" y="2234186"/>
                  <a:pt x="270611" y="2221448"/>
                  <a:pt x="271911" y="2205851"/>
                </a:cubicBezTo>
                <a:cubicBezTo>
                  <a:pt x="273991" y="2180375"/>
                  <a:pt x="274251" y="2154380"/>
                  <a:pt x="266972" y="2129685"/>
                </a:cubicBezTo>
                <a:cubicBezTo>
                  <a:pt x="262553" y="2114867"/>
                  <a:pt x="262293" y="2101090"/>
                  <a:pt x="262293" y="2086532"/>
                </a:cubicBezTo>
                <a:cubicBezTo>
                  <a:pt x="262293" y="2077434"/>
                  <a:pt x="265672" y="2072495"/>
                  <a:pt x="274771" y="2072235"/>
                </a:cubicBezTo>
                <a:cubicBezTo>
                  <a:pt x="283089" y="2071975"/>
                  <a:pt x="286728" y="2068335"/>
                  <a:pt x="285689" y="2059497"/>
                </a:cubicBezTo>
                <a:cubicBezTo>
                  <a:pt x="284649" y="2052218"/>
                  <a:pt x="285689" y="2044680"/>
                  <a:pt x="285169" y="2037401"/>
                </a:cubicBezTo>
                <a:cubicBezTo>
                  <a:pt x="283349" y="2014525"/>
                  <a:pt x="288808" y="1994249"/>
                  <a:pt x="300766" y="1974232"/>
                </a:cubicBezTo>
                <a:cubicBezTo>
                  <a:pt x="314803" y="1950837"/>
                  <a:pt x="323642" y="1924841"/>
                  <a:pt x="333260" y="1899366"/>
                </a:cubicBezTo>
                <a:cubicBezTo>
                  <a:pt x="346778" y="1862973"/>
                  <a:pt x="355876" y="1825019"/>
                  <a:pt x="374333" y="1790446"/>
                </a:cubicBezTo>
                <a:cubicBezTo>
                  <a:pt x="395909" y="1750153"/>
                  <a:pt x="420344" y="1711160"/>
                  <a:pt x="437761" y="1668528"/>
                </a:cubicBezTo>
                <a:cubicBezTo>
                  <a:pt x="440621" y="1661769"/>
                  <a:pt x="445040" y="1655790"/>
                  <a:pt x="449719" y="1650071"/>
                </a:cubicBezTo>
                <a:cubicBezTo>
                  <a:pt x="459077" y="1639153"/>
                  <a:pt x="466876" y="1627195"/>
                  <a:pt x="473375" y="1614457"/>
                </a:cubicBezTo>
                <a:cubicBezTo>
                  <a:pt x="483253" y="1594701"/>
                  <a:pt x="493911" y="1575464"/>
                  <a:pt x="506909" y="1557528"/>
                </a:cubicBezTo>
                <a:cubicBezTo>
                  <a:pt x="510808" y="1552069"/>
                  <a:pt x="512108" y="1540631"/>
                  <a:pt x="521206" y="1543490"/>
                </a:cubicBezTo>
                <a:cubicBezTo>
                  <a:pt x="529525" y="1546090"/>
                  <a:pt x="525105" y="1556488"/>
                  <a:pt x="525365" y="1563247"/>
                </a:cubicBezTo>
                <a:cubicBezTo>
                  <a:pt x="526665" y="1603799"/>
                  <a:pt x="521986" y="1644612"/>
                  <a:pt x="527445" y="1685165"/>
                </a:cubicBezTo>
                <a:cubicBezTo>
                  <a:pt x="530565" y="1708300"/>
                  <a:pt x="536024" y="1731176"/>
                  <a:pt x="544342" y="1753012"/>
                </a:cubicBezTo>
                <a:cubicBezTo>
                  <a:pt x="546942" y="1759771"/>
                  <a:pt x="551361" y="1767050"/>
                  <a:pt x="559939" y="1766790"/>
                </a:cubicBezTo>
                <a:cubicBezTo>
                  <a:pt x="568778" y="1766530"/>
                  <a:pt x="571637" y="1758211"/>
                  <a:pt x="573717" y="1751453"/>
                </a:cubicBezTo>
                <a:cubicBezTo>
                  <a:pt x="575796" y="1744954"/>
                  <a:pt x="576056" y="1737935"/>
                  <a:pt x="576576" y="1730916"/>
                </a:cubicBezTo>
                <a:cubicBezTo>
                  <a:pt x="577096" y="1720518"/>
                  <a:pt x="577096" y="1710120"/>
                  <a:pt x="577616" y="1699722"/>
                </a:cubicBezTo>
                <a:cubicBezTo>
                  <a:pt x="578656" y="1674507"/>
                  <a:pt x="585415" y="1650591"/>
                  <a:pt x="598932" y="1629795"/>
                </a:cubicBezTo>
                <a:cubicBezTo>
                  <a:pt x="614269" y="1605879"/>
                  <a:pt x="630387" y="1581963"/>
                  <a:pt x="649363" y="1560647"/>
                </a:cubicBezTo>
                <a:cubicBezTo>
                  <a:pt x="651443" y="1558307"/>
                  <a:pt x="653522" y="1555448"/>
                  <a:pt x="651963" y="1552588"/>
                </a:cubicBezTo>
                <a:cubicBezTo>
                  <a:pt x="643904" y="1537771"/>
                  <a:pt x="655602" y="1529713"/>
                  <a:pt x="662101" y="1519574"/>
                </a:cubicBezTo>
                <a:cubicBezTo>
                  <a:pt x="668600" y="1509696"/>
                  <a:pt x="677438" y="1506837"/>
                  <a:pt x="687576" y="1513076"/>
                </a:cubicBezTo>
                <a:cubicBezTo>
                  <a:pt x="693295" y="1516455"/>
                  <a:pt x="696415" y="1514635"/>
                  <a:pt x="700834" y="1510736"/>
                </a:cubicBezTo>
                <a:cubicBezTo>
                  <a:pt x="725529" y="1488380"/>
                  <a:pt x="750745" y="1466284"/>
                  <a:pt x="775440" y="1444188"/>
                </a:cubicBezTo>
                <a:cubicBezTo>
                  <a:pt x="786098" y="1434570"/>
                  <a:pt x="798056" y="1427031"/>
                  <a:pt x="811054" y="1420792"/>
                </a:cubicBezTo>
                <a:cubicBezTo>
                  <a:pt x="856026" y="1399476"/>
                  <a:pt x="900218" y="1377380"/>
                  <a:pt x="939731" y="1346186"/>
                </a:cubicBezTo>
                <a:cubicBezTo>
                  <a:pt x="974305" y="1318891"/>
                  <a:pt x="1007579" y="1289516"/>
                  <a:pt x="1044232" y="1265080"/>
                </a:cubicBezTo>
                <a:cubicBezTo>
                  <a:pt x="1069707" y="1248183"/>
                  <a:pt x="1090504" y="1225827"/>
                  <a:pt x="1110780" y="1203471"/>
                </a:cubicBezTo>
                <a:cubicBezTo>
                  <a:pt x="1126377" y="1186315"/>
                  <a:pt x="1135996" y="1165778"/>
                  <a:pt x="1128977" y="1141603"/>
                </a:cubicBezTo>
                <a:cubicBezTo>
                  <a:pt x="1125337" y="1129125"/>
                  <a:pt x="1119878" y="1117167"/>
                  <a:pt x="1114679" y="1105469"/>
                </a:cubicBezTo>
                <a:cubicBezTo>
                  <a:pt x="1110000" y="1094551"/>
                  <a:pt x="1102981" y="1084933"/>
                  <a:pt x="1093623" y="1077914"/>
                </a:cubicBezTo>
                <a:cubicBezTo>
                  <a:pt x="1057750" y="1051399"/>
                  <a:pt x="1018237" y="1030603"/>
                  <a:pt x="977424" y="1012926"/>
                </a:cubicBezTo>
                <a:cubicBezTo>
                  <a:pt x="937911" y="995769"/>
                  <a:pt x="897359" y="980172"/>
                  <a:pt x="857066" y="964834"/>
                </a:cubicBezTo>
                <a:cubicBezTo>
                  <a:pt x="844588" y="960155"/>
                  <a:pt x="839389" y="952617"/>
                  <a:pt x="840169" y="939619"/>
                </a:cubicBezTo>
                <a:cubicBezTo>
                  <a:pt x="843028" y="901666"/>
                  <a:pt x="833670" y="862933"/>
                  <a:pt x="850567" y="826279"/>
                </a:cubicBezTo>
                <a:cubicBezTo>
                  <a:pt x="850827" y="774289"/>
                  <a:pt x="863824" y="724378"/>
                  <a:pt x="875782" y="674207"/>
                </a:cubicBezTo>
                <a:cubicBezTo>
                  <a:pt x="878642" y="661989"/>
                  <a:pt x="883841" y="651851"/>
                  <a:pt x="892159" y="642493"/>
                </a:cubicBezTo>
                <a:cubicBezTo>
                  <a:pt x="906977" y="625596"/>
                  <a:pt x="922574" y="608959"/>
                  <a:pt x="935312" y="590502"/>
                </a:cubicBezTo>
                <a:cubicBezTo>
                  <a:pt x="947789" y="572565"/>
                  <a:pt x="963127" y="565286"/>
                  <a:pt x="984443" y="565027"/>
                </a:cubicBezTo>
                <a:cubicBezTo>
                  <a:pt x="1040333" y="564247"/>
                  <a:pt x="1095963" y="559827"/>
                  <a:pt x="1151853" y="562947"/>
                </a:cubicBezTo>
                <a:cubicBezTo>
                  <a:pt x="1171089" y="563987"/>
                  <a:pt x="1189806" y="562687"/>
                  <a:pt x="1208522" y="557228"/>
                </a:cubicBezTo>
                <a:cubicBezTo>
                  <a:pt x="1253494" y="543970"/>
                  <a:pt x="1296387" y="526034"/>
                  <a:pt x="1337719" y="503938"/>
                </a:cubicBezTo>
                <a:cubicBezTo>
                  <a:pt x="1347857" y="498478"/>
                  <a:pt x="1359815" y="494579"/>
                  <a:pt x="1368134" y="487041"/>
                </a:cubicBezTo>
                <a:cubicBezTo>
                  <a:pt x="1380872" y="475083"/>
                  <a:pt x="1395689" y="469884"/>
                  <a:pt x="1411546" y="465205"/>
                </a:cubicBezTo>
                <a:cubicBezTo>
                  <a:pt x="1423244" y="461825"/>
                  <a:pt x="1434942" y="458446"/>
                  <a:pt x="1446380" y="454546"/>
                </a:cubicBezTo>
                <a:cubicBezTo>
                  <a:pt x="1455738" y="451427"/>
                  <a:pt x="1469515" y="451947"/>
                  <a:pt x="1462497" y="434270"/>
                </a:cubicBezTo>
                <a:cubicBezTo>
                  <a:pt x="1457558" y="421792"/>
                  <a:pt x="1484333" y="424652"/>
                  <a:pt x="1476534" y="409055"/>
                </a:cubicBezTo>
                <a:cubicBezTo>
                  <a:pt x="1476274" y="408795"/>
                  <a:pt x="1476534" y="408275"/>
                  <a:pt x="1476274" y="407755"/>
                </a:cubicBezTo>
                <a:cubicBezTo>
                  <a:pt x="1473415" y="399696"/>
                  <a:pt x="1477574" y="397097"/>
                  <a:pt x="1484853" y="395797"/>
                </a:cubicBezTo>
                <a:cubicBezTo>
                  <a:pt x="1504349" y="392158"/>
                  <a:pt x="1521246" y="383059"/>
                  <a:pt x="1537363" y="371621"/>
                </a:cubicBezTo>
                <a:cubicBezTo>
                  <a:pt x="1547242" y="364863"/>
                  <a:pt x="1555560" y="356024"/>
                  <a:pt x="1567258" y="351345"/>
                </a:cubicBezTo>
                <a:cubicBezTo>
                  <a:pt x="1576616" y="346926"/>
                  <a:pt x="1580256" y="338347"/>
                  <a:pt x="1575057" y="327169"/>
                </a:cubicBezTo>
                <a:close/>
                <a:moveTo>
                  <a:pt x="842768" y="1205031"/>
                </a:moveTo>
                <a:cubicBezTo>
                  <a:pt x="806635" y="1232586"/>
                  <a:pt x="784799" y="1268460"/>
                  <a:pt x="755424" y="1296795"/>
                </a:cubicBezTo>
                <a:cubicBezTo>
                  <a:pt x="738527" y="1313172"/>
                  <a:pt x="721110" y="1329549"/>
                  <a:pt x="703433" y="1345146"/>
                </a:cubicBezTo>
                <a:cubicBezTo>
                  <a:pt x="697454" y="1350345"/>
                  <a:pt x="690956" y="1353724"/>
                  <a:pt x="682897" y="1355284"/>
                </a:cubicBezTo>
                <a:cubicBezTo>
                  <a:pt x="652483" y="1361523"/>
                  <a:pt x="624928" y="1372701"/>
                  <a:pt x="606731" y="1399996"/>
                </a:cubicBezTo>
                <a:cubicBezTo>
                  <a:pt x="603611" y="1404675"/>
                  <a:pt x="599452" y="1408575"/>
                  <a:pt x="595813" y="1412734"/>
                </a:cubicBezTo>
                <a:cubicBezTo>
                  <a:pt x="593473" y="1415333"/>
                  <a:pt x="590614" y="1416113"/>
                  <a:pt x="587494" y="1414293"/>
                </a:cubicBezTo>
                <a:cubicBezTo>
                  <a:pt x="583855" y="1412214"/>
                  <a:pt x="585155" y="1409354"/>
                  <a:pt x="586454" y="1406495"/>
                </a:cubicBezTo>
                <a:cubicBezTo>
                  <a:pt x="587234" y="1404935"/>
                  <a:pt x="587494" y="1403115"/>
                  <a:pt x="588274" y="1401556"/>
                </a:cubicBezTo>
                <a:cubicBezTo>
                  <a:pt x="616869" y="1343326"/>
                  <a:pt x="642344" y="1283797"/>
                  <a:pt x="668340" y="1224268"/>
                </a:cubicBezTo>
                <a:cubicBezTo>
                  <a:pt x="674579" y="1210230"/>
                  <a:pt x="683157" y="1202432"/>
                  <a:pt x="699534" y="1202692"/>
                </a:cubicBezTo>
                <a:cubicBezTo>
                  <a:pt x="742426" y="1203212"/>
                  <a:pt x="785319" y="1202692"/>
                  <a:pt x="828211" y="1202692"/>
                </a:cubicBezTo>
                <a:cubicBezTo>
                  <a:pt x="831590" y="1202952"/>
                  <a:pt x="834970" y="1203991"/>
                  <a:pt x="842768" y="1205031"/>
                </a:cubicBezTo>
                <a:close/>
              </a:path>
            </a:pathLst>
          </a:custGeom>
          <a:solidFill>
            <a:schemeClr val="accent1"/>
          </a:solidFill>
          <a:ln w="2599" cap="flat">
            <a:noFill/>
            <a:prstDash val="solid"/>
            <a:miter/>
          </a:ln>
        </p:spPr>
        <p:txBody>
          <a:bodyPr rtlCol="0" anchor="ctr"/>
          <a:lstStyle/>
          <a:p>
            <a:endParaRPr lang="en-US"/>
          </a:p>
        </p:txBody>
      </p:sp>
      <p:sp>
        <p:nvSpPr>
          <p:cNvPr id="29" name="Arrow: Right 63">
            <a:extLst>
              <a:ext uri="{FF2B5EF4-FFF2-40B4-BE49-F238E27FC236}">
                <a16:creationId xmlns:a16="http://schemas.microsoft.com/office/drawing/2014/main" id="{43C40DD1-7224-4D15-8E27-4AE56F35B6BB}"/>
              </a:ext>
            </a:extLst>
          </p:cNvPr>
          <p:cNvSpPr/>
          <p:nvPr/>
        </p:nvSpPr>
        <p:spPr>
          <a:xfrm>
            <a:off x="8452563" y="2459112"/>
            <a:ext cx="781216" cy="55245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64">
            <a:extLst>
              <a:ext uri="{FF2B5EF4-FFF2-40B4-BE49-F238E27FC236}">
                <a16:creationId xmlns:a16="http://schemas.microsoft.com/office/drawing/2014/main" id="{19D833B1-C160-46A0-8B51-E775B3D2DEC8}"/>
              </a:ext>
            </a:extLst>
          </p:cNvPr>
          <p:cNvSpPr/>
          <p:nvPr/>
        </p:nvSpPr>
        <p:spPr>
          <a:xfrm>
            <a:off x="7438582" y="2463093"/>
            <a:ext cx="781216" cy="55245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65">
            <a:extLst>
              <a:ext uri="{FF2B5EF4-FFF2-40B4-BE49-F238E27FC236}">
                <a16:creationId xmlns:a16="http://schemas.microsoft.com/office/drawing/2014/main" id="{72ABFB24-38EB-425F-93A0-48F5EF7179DF}"/>
              </a:ext>
            </a:extLst>
          </p:cNvPr>
          <p:cNvSpPr/>
          <p:nvPr/>
        </p:nvSpPr>
        <p:spPr>
          <a:xfrm>
            <a:off x="6424601" y="2467074"/>
            <a:ext cx="781216" cy="552450"/>
          </a:xfrm>
          <a:prstGeom prst="rightArrow">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66">
            <a:extLst>
              <a:ext uri="{FF2B5EF4-FFF2-40B4-BE49-F238E27FC236}">
                <a16:creationId xmlns:a16="http://schemas.microsoft.com/office/drawing/2014/main" id="{858DC269-496F-496E-9413-DE13462633BC}"/>
              </a:ext>
            </a:extLst>
          </p:cNvPr>
          <p:cNvSpPr/>
          <p:nvPr/>
        </p:nvSpPr>
        <p:spPr>
          <a:xfrm>
            <a:off x="5410620" y="2471055"/>
            <a:ext cx="781216" cy="552450"/>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Right 67">
            <a:extLst>
              <a:ext uri="{FF2B5EF4-FFF2-40B4-BE49-F238E27FC236}">
                <a16:creationId xmlns:a16="http://schemas.microsoft.com/office/drawing/2014/main" id="{6A2C897F-7AE8-4255-8E50-6EDDDC1DFFEF}"/>
              </a:ext>
            </a:extLst>
          </p:cNvPr>
          <p:cNvSpPr/>
          <p:nvPr/>
        </p:nvSpPr>
        <p:spPr>
          <a:xfrm>
            <a:off x="4396639" y="2475036"/>
            <a:ext cx="781216" cy="552450"/>
          </a:xfrm>
          <a:prstGeom prst="righ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27">
            <a:extLst>
              <a:ext uri="{FF2B5EF4-FFF2-40B4-BE49-F238E27FC236}">
                <a16:creationId xmlns:a16="http://schemas.microsoft.com/office/drawing/2014/main" id="{4063F515-58DB-4B73-812B-BFE6F40D7111}"/>
              </a:ext>
            </a:extLst>
          </p:cNvPr>
          <p:cNvGrpSpPr/>
          <p:nvPr/>
        </p:nvGrpSpPr>
        <p:grpSpPr>
          <a:xfrm>
            <a:off x="1957408" y="4485402"/>
            <a:ext cx="608765" cy="726591"/>
            <a:chOff x="3570" y="619306"/>
            <a:chExt cx="4703649" cy="5614032"/>
          </a:xfrm>
          <a:solidFill>
            <a:schemeClr val="accent5"/>
          </a:solidFill>
        </p:grpSpPr>
        <p:sp>
          <p:nvSpPr>
            <p:cNvPr id="44" name="Freeform: Shape 28">
              <a:extLst>
                <a:ext uri="{FF2B5EF4-FFF2-40B4-BE49-F238E27FC236}">
                  <a16:creationId xmlns:a16="http://schemas.microsoft.com/office/drawing/2014/main" id="{370839E4-4434-4C2F-8DC0-C51799301910}"/>
                </a:ext>
              </a:extLst>
            </p:cNvPr>
            <p:cNvSpPr/>
            <p:nvPr/>
          </p:nvSpPr>
          <p:spPr>
            <a:xfrm>
              <a:off x="3570" y="619306"/>
              <a:ext cx="4703649" cy="4864305"/>
            </a:xfrm>
            <a:custGeom>
              <a:avLst/>
              <a:gdLst>
                <a:gd name="connsiteX0" fmla="*/ 1807379 w 4703648"/>
                <a:gd name="connsiteY0" fmla="*/ 4869660 h 4864304"/>
                <a:gd name="connsiteX1" fmla="*/ 2182243 w 4703648"/>
                <a:gd name="connsiteY1" fmla="*/ 4869660 h 4864304"/>
                <a:gd name="connsiteX2" fmla="*/ 2181351 w 4703648"/>
                <a:gd name="connsiteY2" fmla="*/ 4868768 h 4864304"/>
                <a:gd name="connsiteX3" fmla="*/ 2580313 w 4703648"/>
                <a:gd name="connsiteY3" fmla="*/ 4868768 h 4864304"/>
                <a:gd name="connsiteX4" fmla="*/ 2579420 w 4703648"/>
                <a:gd name="connsiteY4" fmla="*/ 4869660 h 4864304"/>
                <a:gd name="connsiteX5" fmla="*/ 2957854 w 4703648"/>
                <a:gd name="connsiteY5" fmla="*/ 4869660 h 4864304"/>
                <a:gd name="connsiteX6" fmla="*/ 3435359 w 4703648"/>
                <a:gd name="connsiteY6" fmla="*/ 4869660 h 4864304"/>
                <a:gd name="connsiteX7" fmla="*/ 3435359 w 4703648"/>
                <a:gd name="connsiteY7" fmla="*/ 4869660 h 4864304"/>
                <a:gd name="connsiteX8" fmla="*/ 3812901 w 4703648"/>
                <a:gd name="connsiteY8" fmla="*/ 4869660 h 4864304"/>
                <a:gd name="connsiteX9" fmla="*/ 3810223 w 4703648"/>
                <a:gd name="connsiteY9" fmla="*/ 4867875 h 4864304"/>
                <a:gd name="connsiteX10" fmla="*/ 3835214 w 4703648"/>
                <a:gd name="connsiteY10" fmla="*/ 4867875 h 4864304"/>
                <a:gd name="connsiteX11" fmla="*/ 4419823 w 4703648"/>
                <a:gd name="connsiteY11" fmla="*/ 4867875 h 4864304"/>
                <a:gd name="connsiteX12" fmla="*/ 4451955 w 4703648"/>
                <a:gd name="connsiteY12" fmla="*/ 4833067 h 4864304"/>
                <a:gd name="connsiteX13" fmla="*/ 4451955 w 4703648"/>
                <a:gd name="connsiteY13" fmla="*/ 4750953 h 4864304"/>
                <a:gd name="connsiteX14" fmla="*/ 4471590 w 4703648"/>
                <a:gd name="connsiteY14" fmla="*/ 4729532 h 4864304"/>
                <a:gd name="connsiteX15" fmla="*/ 4606363 w 4703648"/>
                <a:gd name="connsiteY15" fmla="*/ 4729532 h 4864304"/>
                <a:gd name="connsiteX16" fmla="*/ 4625999 w 4703648"/>
                <a:gd name="connsiteY16" fmla="*/ 4752739 h 4864304"/>
                <a:gd name="connsiteX17" fmla="*/ 4625999 w 4703648"/>
                <a:gd name="connsiteY17" fmla="*/ 4845562 h 4864304"/>
                <a:gd name="connsiteX18" fmla="*/ 4645634 w 4703648"/>
                <a:gd name="connsiteY18" fmla="*/ 4867875 h 4864304"/>
                <a:gd name="connsiteX19" fmla="*/ 4677765 w 4703648"/>
                <a:gd name="connsiteY19" fmla="*/ 4865198 h 4864304"/>
                <a:gd name="connsiteX20" fmla="*/ 4705434 w 4703648"/>
                <a:gd name="connsiteY20" fmla="*/ 4829496 h 4864304"/>
                <a:gd name="connsiteX21" fmla="*/ 4705434 w 4703648"/>
                <a:gd name="connsiteY21" fmla="*/ 4498367 h 4864304"/>
                <a:gd name="connsiteX22" fmla="*/ 4673303 w 4703648"/>
                <a:gd name="connsiteY22" fmla="*/ 4462665 h 4864304"/>
                <a:gd name="connsiteX23" fmla="*/ 4625999 w 4703648"/>
                <a:gd name="connsiteY23" fmla="*/ 4509077 h 4864304"/>
                <a:gd name="connsiteX24" fmla="*/ 4625999 w 4703648"/>
                <a:gd name="connsiteY24" fmla="*/ 4566199 h 4864304"/>
                <a:gd name="connsiteX25" fmla="*/ 4608148 w 4703648"/>
                <a:gd name="connsiteY25" fmla="*/ 4585835 h 4864304"/>
                <a:gd name="connsiteX26" fmla="*/ 4471590 w 4703648"/>
                <a:gd name="connsiteY26" fmla="*/ 4585835 h 4864304"/>
                <a:gd name="connsiteX27" fmla="*/ 4452847 w 4703648"/>
                <a:gd name="connsiteY27" fmla="*/ 4559951 h 4864304"/>
                <a:gd name="connsiteX28" fmla="*/ 4452847 w 4703648"/>
                <a:gd name="connsiteY28" fmla="*/ 4235070 h 4864304"/>
                <a:gd name="connsiteX29" fmla="*/ 4452847 w 4703648"/>
                <a:gd name="connsiteY29" fmla="*/ 3799513 h 4864304"/>
                <a:gd name="connsiteX30" fmla="*/ 4480516 w 4703648"/>
                <a:gd name="connsiteY30" fmla="*/ 3769167 h 4864304"/>
                <a:gd name="connsiteX31" fmla="*/ 4559059 w 4703648"/>
                <a:gd name="connsiteY31" fmla="*/ 3769167 h 4864304"/>
                <a:gd name="connsiteX32" fmla="*/ 4582264 w 4703648"/>
                <a:gd name="connsiteY32" fmla="*/ 3745069 h 4864304"/>
                <a:gd name="connsiteX33" fmla="*/ 4582264 w 4703648"/>
                <a:gd name="connsiteY33" fmla="*/ 3645998 h 4864304"/>
                <a:gd name="connsiteX34" fmla="*/ 4564414 w 4703648"/>
                <a:gd name="connsiteY34" fmla="*/ 3626362 h 4864304"/>
                <a:gd name="connsiteX35" fmla="*/ 4218111 w 4703648"/>
                <a:gd name="connsiteY35" fmla="*/ 3626362 h 4864304"/>
                <a:gd name="connsiteX36" fmla="*/ 4200260 w 4703648"/>
                <a:gd name="connsiteY36" fmla="*/ 3645998 h 4864304"/>
                <a:gd name="connsiteX37" fmla="*/ 4200260 w 4703648"/>
                <a:gd name="connsiteY37" fmla="*/ 3747746 h 4864304"/>
                <a:gd name="connsiteX38" fmla="*/ 4219004 w 4703648"/>
                <a:gd name="connsiteY38" fmla="*/ 3769167 h 4864304"/>
                <a:gd name="connsiteX39" fmla="*/ 4301116 w 4703648"/>
                <a:gd name="connsiteY39" fmla="*/ 3769167 h 4864304"/>
                <a:gd name="connsiteX40" fmla="*/ 4325215 w 4703648"/>
                <a:gd name="connsiteY40" fmla="*/ 3794158 h 4864304"/>
                <a:gd name="connsiteX41" fmla="*/ 4325215 w 4703648"/>
                <a:gd name="connsiteY41" fmla="*/ 4437674 h 4864304"/>
                <a:gd name="connsiteX42" fmla="*/ 4302009 w 4703648"/>
                <a:gd name="connsiteY42" fmla="*/ 4461773 h 4864304"/>
                <a:gd name="connsiteX43" fmla="*/ 4007473 w 4703648"/>
                <a:gd name="connsiteY43" fmla="*/ 4461773 h 4864304"/>
                <a:gd name="connsiteX44" fmla="*/ 3984267 w 4703648"/>
                <a:gd name="connsiteY44" fmla="*/ 4435889 h 4864304"/>
                <a:gd name="connsiteX45" fmla="*/ 3984267 w 4703648"/>
                <a:gd name="connsiteY45" fmla="*/ 3730788 h 4864304"/>
                <a:gd name="connsiteX46" fmla="*/ 4005688 w 4703648"/>
                <a:gd name="connsiteY46" fmla="*/ 3706690 h 4864304"/>
                <a:gd name="connsiteX47" fmla="*/ 4040497 w 4703648"/>
                <a:gd name="connsiteY47" fmla="*/ 3669203 h 4864304"/>
                <a:gd name="connsiteX48" fmla="*/ 4040497 w 4703648"/>
                <a:gd name="connsiteY48" fmla="*/ 3651353 h 4864304"/>
                <a:gd name="connsiteX49" fmla="*/ 4016398 w 4703648"/>
                <a:gd name="connsiteY49" fmla="*/ 3626362 h 4864304"/>
                <a:gd name="connsiteX50" fmla="*/ 3877163 w 4703648"/>
                <a:gd name="connsiteY50" fmla="*/ 3627254 h 4864304"/>
                <a:gd name="connsiteX51" fmla="*/ 3851280 w 4703648"/>
                <a:gd name="connsiteY51" fmla="*/ 3599586 h 4864304"/>
                <a:gd name="connsiteX52" fmla="*/ 3851280 w 4703648"/>
                <a:gd name="connsiteY52" fmla="*/ 2976598 h 4864304"/>
                <a:gd name="connsiteX53" fmla="*/ 3877163 w 4703648"/>
                <a:gd name="connsiteY53" fmla="*/ 2948929 h 4864304"/>
                <a:gd name="connsiteX54" fmla="*/ 4201153 w 4703648"/>
                <a:gd name="connsiteY54" fmla="*/ 2948929 h 4864304"/>
                <a:gd name="connsiteX55" fmla="*/ 4229714 w 4703648"/>
                <a:gd name="connsiteY55" fmla="*/ 2918583 h 4864304"/>
                <a:gd name="connsiteX56" fmla="*/ 4229714 w 4703648"/>
                <a:gd name="connsiteY56" fmla="*/ 2764175 h 4864304"/>
                <a:gd name="connsiteX57" fmla="*/ 4207400 w 4703648"/>
                <a:gd name="connsiteY57" fmla="*/ 2738291 h 4864304"/>
                <a:gd name="connsiteX58" fmla="*/ 3682591 w 4703648"/>
                <a:gd name="connsiteY58" fmla="*/ 2738291 h 4864304"/>
                <a:gd name="connsiteX59" fmla="*/ 3660278 w 4703648"/>
                <a:gd name="connsiteY59" fmla="*/ 2768637 h 4864304"/>
                <a:gd name="connsiteX60" fmla="*/ 3660278 w 4703648"/>
                <a:gd name="connsiteY60" fmla="*/ 3593338 h 4864304"/>
                <a:gd name="connsiteX61" fmla="*/ 3629039 w 4703648"/>
                <a:gd name="connsiteY61" fmla="*/ 3628147 h 4864304"/>
                <a:gd name="connsiteX62" fmla="*/ 3139931 w 4703648"/>
                <a:gd name="connsiteY62" fmla="*/ 3628147 h 4864304"/>
                <a:gd name="connsiteX63" fmla="*/ 3111370 w 4703648"/>
                <a:gd name="connsiteY63" fmla="*/ 3596016 h 4864304"/>
                <a:gd name="connsiteX64" fmla="*/ 3111370 w 4703648"/>
                <a:gd name="connsiteY64" fmla="*/ 3388055 h 4864304"/>
                <a:gd name="connsiteX65" fmla="*/ 2964995 w 4703648"/>
                <a:gd name="connsiteY65" fmla="*/ 3180095 h 4864304"/>
                <a:gd name="connsiteX66" fmla="*/ 2735614 w 4703648"/>
                <a:gd name="connsiteY66" fmla="*/ 3290769 h 4864304"/>
                <a:gd name="connsiteX67" fmla="*/ 2717763 w 4703648"/>
                <a:gd name="connsiteY67" fmla="*/ 3373775 h 4864304"/>
                <a:gd name="connsiteX68" fmla="*/ 2717763 w 4703648"/>
                <a:gd name="connsiteY68" fmla="*/ 3599586 h 4864304"/>
                <a:gd name="connsiteX69" fmla="*/ 2691879 w 4703648"/>
                <a:gd name="connsiteY69" fmla="*/ 3628147 h 4864304"/>
                <a:gd name="connsiteX70" fmla="*/ 2210804 w 4703648"/>
                <a:gd name="connsiteY70" fmla="*/ 3628147 h 4864304"/>
                <a:gd name="connsiteX71" fmla="*/ 2185813 w 4703648"/>
                <a:gd name="connsiteY71" fmla="*/ 3600478 h 4864304"/>
                <a:gd name="connsiteX72" fmla="*/ 2185813 w 4703648"/>
                <a:gd name="connsiteY72" fmla="*/ 3238110 h 4864304"/>
                <a:gd name="connsiteX73" fmla="*/ 2159037 w 4703648"/>
                <a:gd name="connsiteY73" fmla="*/ 3208656 h 4864304"/>
                <a:gd name="connsiteX74" fmla="*/ 2090312 w 4703648"/>
                <a:gd name="connsiteY74" fmla="*/ 3208656 h 4864304"/>
                <a:gd name="connsiteX75" fmla="*/ 2055503 w 4703648"/>
                <a:gd name="connsiteY75" fmla="*/ 3186343 h 4864304"/>
                <a:gd name="connsiteX76" fmla="*/ 1867179 w 4703648"/>
                <a:gd name="connsiteY76" fmla="*/ 3035505 h 4864304"/>
                <a:gd name="connsiteX77" fmla="*/ 1574428 w 4703648"/>
                <a:gd name="connsiteY77" fmla="*/ 3180988 h 4864304"/>
                <a:gd name="connsiteX78" fmla="*/ 1530694 w 4703648"/>
                <a:gd name="connsiteY78" fmla="*/ 3208656 h 4864304"/>
                <a:gd name="connsiteX79" fmla="*/ 1466432 w 4703648"/>
                <a:gd name="connsiteY79" fmla="*/ 3207764 h 4864304"/>
                <a:gd name="connsiteX80" fmla="*/ 1442333 w 4703648"/>
                <a:gd name="connsiteY80" fmla="*/ 3234540 h 4864304"/>
                <a:gd name="connsiteX81" fmla="*/ 1442333 w 4703648"/>
                <a:gd name="connsiteY81" fmla="*/ 3592446 h 4864304"/>
                <a:gd name="connsiteX82" fmla="*/ 1410202 w 4703648"/>
                <a:gd name="connsiteY82" fmla="*/ 3628147 h 4864304"/>
                <a:gd name="connsiteX83" fmla="*/ 896996 w 4703648"/>
                <a:gd name="connsiteY83" fmla="*/ 3628147 h 4864304"/>
                <a:gd name="connsiteX84" fmla="*/ 866650 w 4703648"/>
                <a:gd name="connsiteY84" fmla="*/ 3594231 h 4864304"/>
                <a:gd name="connsiteX85" fmla="*/ 866650 w 4703648"/>
                <a:gd name="connsiteY85" fmla="*/ 2811479 h 4864304"/>
                <a:gd name="connsiteX86" fmla="*/ 888963 w 4703648"/>
                <a:gd name="connsiteY86" fmla="*/ 2765067 h 4864304"/>
                <a:gd name="connsiteX87" fmla="*/ 1052296 w 4703648"/>
                <a:gd name="connsiteY87" fmla="*/ 2533009 h 4864304"/>
                <a:gd name="connsiteX88" fmla="*/ 1084428 w 4703648"/>
                <a:gd name="connsiteY88" fmla="*/ 2514266 h 4864304"/>
                <a:gd name="connsiteX89" fmla="*/ 1626195 w 4703648"/>
                <a:gd name="connsiteY89" fmla="*/ 2335759 h 4864304"/>
                <a:gd name="connsiteX90" fmla="*/ 1661896 w 4703648"/>
                <a:gd name="connsiteY90" fmla="*/ 2328619 h 4864304"/>
                <a:gd name="connsiteX91" fmla="*/ 2166178 w 4703648"/>
                <a:gd name="connsiteY91" fmla="*/ 2163500 h 4864304"/>
                <a:gd name="connsiteX92" fmla="*/ 2235795 w 4703648"/>
                <a:gd name="connsiteY92" fmla="*/ 2050148 h 4864304"/>
                <a:gd name="connsiteX93" fmla="*/ 2269711 w 4703648"/>
                <a:gd name="connsiteY93" fmla="*/ 2033190 h 4864304"/>
                <a:gd name="connsiteX94" fmla="*/ 2782918 w 4703648"/>
                <a:gd name="connsiteY94" fmla="*/ 1864502 h 4864304"/>
                <a:gd name="connsiteX95" fmla="*/ 2871279 w 4703648"/>
                <a:gd name="connsiteY95" fmla="*/ 1685102 h 4864304"/>
                <a:gd name="connsiteX96" fmla="*/ 2892699 w 4703648"/>
                <a:gd name="connsiteY96" fmla="*/ 1659219 h 4864304"/>
                <a:gd name="connsiteX97" fmla="*/ 3074776 w 4703648"/>
                <a:gd name="connsiteY97" fmla="*/ 1551222 h 4864304"/>
                <a:gd name="connsiteX98" fmla="*/ 3338966 w 4703648"/>
                <a:gd name="connsiteY98" fmla="*/ 1097816 h 4864304"/>
                <a:gd name="connsiteX99" fmla="*/ 3070313 w 4703648"/>
                <a:gd name="connsiteY99" fmla="*/ 545338 h 4864304"/>
                <a:gd name="connsiteX100" fmla="*/ 3038182 w 4703648"/>
                <a:gd name="connsiteY100" fmla="*/ 511421 h 4864304"/>
                <a:gd name="connsiteX101" fmla="*/ 2519621 w 4703648"/>
                <a:gd name="connsiteY101" fmla="*/ 8925 h 4864304"/>
                <a:gd name="connsiteX102" fmla="*/ 2467854 w 4703648"/>
                <a:gd name="connsiteY102" fmla="*/ 0 h 4864304"/>
                <a:gd name="connsiteX103" fmla="*/ 2347362 w 4703648"/>
                <a:gd name="connsiteY103" fmla="*/ 0 h 4864304"/>
                <a:gd name="connsiteX104" fmla="*/ 2221515 w 4703648"/>
                <a:gd name="connsiteY104" fmla="*/ 27669 h 4864304"/>
                <a:gd name="connsiteX105" fmla="*/ 1876997 w 4703648"/>
                <a:gd name="connsiteY105" fmla="*/ 315064 h 4864304"/>
                <a:gd name="connsiteX106" fmla="*/ 1747580 w 4703648"/>
                <a:gd name="connsiteY106" fmla="*/ 705101 h 4864304"/>
                <a:gd name="connsiteX107" fmla="*/ 1761860 w 4703648"/>
                <a:gd name="connsiteY107" fmla="*/ 944300 h 4864304"/>
                <a:gd name="connsiteX108" fmla="*/ 1750257 w 4703648"/>
                <a:gd name="connsiteY108" fmla="*/ 996067 h 4864304"/>
                <a:gd name="connsiteX109" fmla="*/ 1601204 w 4703648"/>
                <a:gd name="connsiteY109" fmla="*/ 1380749 h 4864304"/>
                <a:gd name="connsiteX110" fmla="*/ 1620840 w 4703648"/>
                <a:gd name="connsiteY110" fmla="*/ 1661004 h 4864304"/>
                <a:gd name="connsiteX111" fmla="*/ 1603882 w 4703648"/>
                <a:gd name="connsiteY111" fmla="*/ 1683317 h 4864304"/>
                <a:gd name="connsiteX112" fmla="*/ 1468217 w 4703648"/>
                <a:gd name="connsiteY112" fmla="*/ 1707416 h 4864304"/>
                <a:gd name="connsiteX113" fmla="*/ 1158508 w 4703648"/>
                <a:gd name="connsiteY113" fmla="*/ 1953755 h 4864304"/>
                <a:gd name="connsiteX114" fmla="*/ 1131732 w 4703648"/>
                <a:gd name="connsiteY114" fmla="*/ 1977853 h 4864304"/>
                <a:gd name="connsiteX115" fmla="*/ 815775 w 4703648"/>
                <a:gd name="connsiteY115" fmla="*/ 2411624 h 4864304"/>
                <a:gd name="connsiteX116" fmla="*/ 794354 w 4703648"/>
                <a:gd name="connsiteY116" fmla="*/ 2444648 h 4864304"/>
                <a:gd name="connsiteX117" fmla="*/ 498033 w 4703648"/>
                <a:gd name="connsiteY117" fmla="*/ 2781133 h 4864304"/>
                <a:gd name="connsiteX118" fmla="*/ 488216 w 4703648"/>
                <a:gd name="connsiteY118" fmla="*/ 2830222 h 4864304"/>
                <a:gd name="connsiteX119" fmla="*/ 488216 w 4703648"/>
                <a:gd name="connsiteY119" fmla="*/ 3592446 h 4864304"/>
                <a:gd name="connsiteX120" fmla="*/ 456977 w 4703648"/>
                <a:gd name="connsiteY120" fmla="*/ 3626362 h 4864304"/>
                <a:gd name="connsiteX121" fmla="*/ 280255 w 4703648"/>
                <a:gd name="connsiteY121" fmla="*/ 3626362 h 4864304"/>
                <a:gd name="connsiteX122" fmla="*/ 248124 w 4703648"/>
                <a:gd name="connsiteY122" fmla="*/ 3661171 h 4864304"/>
                <a:gd name="connsiteX123" fmla="*/ 248124 w 4703648"/>
                <a:gd name="connsiteY123" fmla="*/ 4542993 h 4864304"/>
                <a:gd name="connsiteX124" fmla="*/ 208853 w 4703648"/>
                <a:gd name="connsiteY124" fmla="*/ 4585835 h 4864304"/>
                <a:gd name="connsiteX125" fmla="*/ 99964 w 4703648"/>
                <a:gd name="connsiteY125" fmla="*/ 4585835 h 4864304"/>
                <a:gd name="connsiteX126" fmla="*/ 77650 w 4703648"/>
                <a:gd name="connsiteY126" fmla="*/ 4561736 h 4864304"/>
                <a:gd name="connsiteX127" fmla="*/ 77650 w 4703648"/>
                <a:gd name="connsiteY127" fmla="*/ 4482301 h 4864304"/>
                <a:gd name="connsiteX128" fmla="*/ 58907 w 4703648"/>
                <a:gd name="connsiteY128" fmla="*/ 4461773 h 4864304"/>
                <a:gd name="connsiteX129" fmla="*/ 0 w 4703648"/>
                <a:gd name="connsiteY129" fmla="*/ 4481408 h 4864304"/>
                <a:gd name="connsiteX130" fmla="*/ 0 w 4703648"/>
                <a:gd name="connsiteY130" fmla="*/ 4843777 h 4864304"/>
                <a:gd name="connsiteX131" fmla="*/ 68725 w 4703648"/>
                <a:gd name="connsiteY131" fmla="*/ 4866090 h 4864304"/>
                <a:gd name="connsiteX132" fmla="*/ 77650 w 4703648"/>
                <a:gd name="connsiteY132" fmla="*/ 4846455 h 4864304"/>
                <a:gd name="connsiteX133" fmla="*/ 77650 w 4703648"/>
                <a:gd name="connsiteY133" fmla="*/ 4755416 h 4864304"/>
                <a:gd name="connsiteX134" fmla="*/ 99964 w 4703648"/>
                <a:gd name="connsiteY134" fmla="*/ 4728640 h 4864304"/>
                <a:gd name="connsiteX135" fmla="*/ 226703 w 4703648"/>
                <a:gd name="connsiteY135" fmla="*/ 4728640 h 4864304"/>
                <a:gd name="connsiteX136" fmla="*/ 248124 w 4703648"/>
                <a:gd name="connsiteY136" fmla="*/ 4751846 h 4864304"/>
                <a:gd name="connsiteX137" fmla="*/ 248124 w 4703648"/>
                <a:gd name="connsiteY137" fmla="*/ 4829496 h 4864304"/>
                <a:gd name="connsiteX138" fmla="*/ 281148 w 4703648"/>
                <a:gd name="connsiteY138" fmla="*/ 4866090 h 4864304"/>
                <a:gd name="connsiteX139" fmla="*/ 691713 w 4703648"/>
                <a:gd name="connsiteY139" fmla="*/ 4865198 h 4864304"/>
                <a:gd name="connsiteX140" fmla="*/ 989819 w 4703648"/>
                <a:gd name="connsiteY140" fmla="*/ 4865198 h 4864304"/>
                <a:gd name="connsiteX141" fmla="*/ 1014810 w 4703648"/>
                <a:gd name="connsiteY141" fmla="*/ 4866983 h 4864304"/>
                <a:gd name="connsiteX142" fmla="*/ 1013025 w 4703648"/>
                <a:gd name="connsiteY142" fmla="*/ 4867875 h 4864304"/>
                <a:gd name="connsiteX143" fmla="*/ 1322734 w 4703648"/>
                <a:gd name="connsiteY143" fmla="*/ 4867875 h 4864304"/>
                <a:gd name="connsiteX144" fmla="*/ 1807379 w 4703648"/>
                <a:gd name="connsiteY144" fmla="*/ 4867875 h 486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703648" h="4864304">
                  <a:moveTo>
                    <a:pt x="1807379" y="4869660"/>
                  </a:moveTo>
                  <a:lnTo>
                    <a:pt x="2182243" y="4869660"/>
                  </a:lnTo>
                  <a:cubicBezTo>
                    <a:pt x="2182243" y="4869660"/>
                    <a:pt x="2181351" y="4868768"/>
                    <a:pt x="2181351" y="4868768"/>
                  </a:cubicBezTo>
                  <a:cubicBezTo>
                    <a:pt x="2341114" y="4868768"/>
                    <a:pt x="2418764" y="4868768"/>
                    <a:pt x="2580313" y="4868768"/>
                  </a:cubicBezTo>
                  <a:cubicBezTo>
                    <a:pt x="2580313" y="4868768"/>
                    <a:pt x="2579420" y="4869660"/>
                    <a:pt x="2579420" y="4869660"/>
                  </a:cubicBezTo>
                  <a:lnTo>
                    <a:pt x="2957854" y="4869660"/>
                  </a:lnTo>
                  <a:cubicBezTo>
                    <a:pt x="2997126" y="4866983"/>
                    <a:pt x="3413939" y="4866983"/>
                    <a:pt x="3435359" y="4869660"/>
                  </a:cubicBezTo>
                  <a:cubicBezTo>
                    <a:pt x="3435359" y="4869660"/>
                    <a:pt x="3435359" y="4869660"/>
                    <a:pt x="3435359" y="4869660"/>
                  </a:cubicBezTo>
                  <a:lnTo>
                    <a:pt x="3812901" y="4869660"/>
                  </a:lnTo>
                  <a:cubicBezTo>
                    <a:pt x="3812008" y="4868768"/>
                    <a:pt x="3811116" y="4867875"/>
                    <a:pt x="3810223" y="4867875"/>
                  </a:cubicBezTo>
                  <a:cubicBezTo>
                    <a:pt x="3821826" y="4867875"/>
                    <a:pt x="3828966" y="4867875"/>
                    <a:pt x="3835214" y="4867875"/>
                  </a:cubicBezTo>
                  <a:cubicBezTo>
                    <a:pt x="4080661" y="4867875"/>
                    <a:pt x="4174377" y="4867875"/>
                    <a:pt x="4419823" y="4867875"/>
                  </a:cubicBezTo>
                  <a:cubicBezTo>
                    <a:pt x="4451955" y="4867875"/>
                    <a:pt x="4451955" y="4867875"/>
                    <a:pt x="4451955" y="4833067"/>
                  </a:cubicBezTo>
                  <a:cubicBezTo>
                    <a:pt x="4451955" y="4805398"/>
                    <a:pt x="4451955" y="4778622"/>
                    <a:pt x="4451955" y="4750953"/>
                  </a:cubicBezTo>
                  <a:cubicBezTo>
                    <a:pt x="4451955" y="4735780"/>
                    <a:pt x="4457310" y="4729532"/>
                    <a:pt x="4471590" y="4729532"/>
                  </a:cubicBezTo>
                  <a:cubicBezTo>
                    <a:pt x="4516217" y="4729532"/>
                    <a:pt x="4561736" y="4730425"/>
                    <a:pt x="4606363" y="4729532"/>
                  </a:cubicBezTo>
                  <a:cubicBezTo>
                    <a:pt x="4621536" y="4729532"/>
                    <a:pt x="4625999" y="4736673"/>
                    <a:pt x="4625999" y="4752739"/>
                  </a:cubicBezTo>
                  <a:cubicBezTo>
                    <a:pt x="4625106" y="4783977"/>
                    <a:pt x="4625999" y="4814323"/>
                    <a:pt x="4625999" y="4845562"/>
                  </a:cubicBezTo>
                  <a:cubicBezTo>
                    <a:pt x="4625999" y="4861628"/>
                    <a:pt x="4631354" y="4868768"/>
                    <a:pt x="4645634" y="4867875"/>
                  </a:cubicBezTo>
                  <a:cubicBezTo>
                    <a:pt x="4656344" y="4866983"/>
                    <a:pt x="4667055" y="4867875"/>
                    <a:pt x="4677765" y="4865198"/>
                  </a:cubicBezTo>
                  <a:cubicBezTo>
                    <a:pt x="4694724" y="4861628"/>
                    <a:pt x="4705434" y="4849132"/>
                    <a:pt x="4705434" y="4829496"/>
                  </a:cubicBezTo>
                  <a:cubicBezTo>
                    <a:pt x="4705434" y="4718823"/>
                    <a:pt x="4705434" y="4608148"/>
                    <a:pt x="4705434" y="4498367"/>
                  </a:cubicBezTo>
                  <a:cubicBezTo>
                    <a:pt x="4705434" y="4477838"/>
                    <a:pt x="4692939" y="4465343"/>
                    <a:pt x="4673303" y="4462665"/>
                  </a:cubicBezTo>
                  <a:cubicBezTo>
                    <a:pt x="4627784" y="4457310"/>
                    <a:pt x="4625999" y="4458203"/>
                    <a:pt x="4625999" y="4509077"/>
                  </a:cubicBezTo>
                  <a:cubicBezTo>
                    <a:pt x="4625999" y="4527820"/>
                    <a:pt x="4625999" y="4547456"/>
                    <a:pt x="4625999" y="4566199"/>
                  </a:cubicBezTo>
                  <a:cubicBezTo>
                    <a:pt x="4625999" y="4580480"/>
                    <a:pt x="4620643" y="4586727"/>
                    <a:pt x="4608148" y="4585835"/>
                  </a:cubicBezTo>
                  <a:cubicBezTo>
                    <a:pt x="4562629" y="4585835"/>
                    <a:pt x="4517109" y="4584943"/>
                    <a:pt x="4471590" y="4585835"/>
                  </a:cubicBezTo>
                  <a:cubicBezTo>
                    <a:pt x="4453740" y="4585835"/>
                    <a:pt x="4452847" y="4574232"/>
                    <a:pt x="4452847" y="4559951"/>
                  </a:cubicBezTo>
                  <a:cubicBezTo>
                    <a:pt x="4452847" y="4451955"/>
                    <a:pt x="4452847" y="4343066"/>
                    <a:pt x="4452847" y="4235070"/>
                  </a:cubicBezTo>
                  <a:cubicBezTo>
                    <a:pt x="4452847" y="4089586"/>
                    <a:pt x="4452847" y="3944996"/>
                    <a:pt x="4452847" y="3799513"/>
                  </a:cubicBezTo>
                  <a:cubicBezTo>
                    <a:pt x="4452847" y="3770952"/>
                    <a:pt x="4453740" y="3770060"/>
                    <a:pt x="4480516" y="3769167"/>
                  </a:cubicBezTo>
                  <a:cubicBezTo>
                    <a:pt x="4506399" y="3769167"/>
                    <a:pt x="4533175" y="3768274"/>
                    <a:pt x="4559059" y="3769167"/>
                  </a:cubicBezTo>
                  <a:cubicBezTo>
                    <a:pt x="4574232" y="3769167"/>
                    <a:pt x="4582264" y="3763812"/>
                    <a:pt x="4582264" y="3745069"/>
                  </a:cubicBezTo>
                  <a:cubicBezTo>
                    <a:pt x="4581372" y="3712045"/>
                    <a:pt x="4581372" y="3679021"/>
                    <a:pt x="4582264" y="3645998"/>
                  </a:cubicBezTo>
                  <a:cubicBezTo>
                    <a:pt x="4582264" y="3631717"/>
                    <a:pt x="4576909" y="3626362"/>
                    <a:pt x="4564414" y="3626362"/>
                  </a:cubicBezTo>
                  <a:cubicBezTo>
                    <a:pt x="4449277" y="3626362"/>
                    <a:pt x="4334140" y="3626362"/>
                    <a:pt x="4218111" y="3626362"/>
                  </a:cubicBezTo>
                  <a:cubicBezTo>
                    <a:pt x="4204723" y="3626362"/>
                    <a:pt x="4200260" y="3632610"/>
                    <a:pt x="4200260" y="3645998"/>
                  </a:cubicBezTo>
                  <a:cubicBezTo>
                    <a:pt x="4200260" y="3679914"/>
                    <a:pt x="4201153" y="3713830"/>
                    <a:pt x="4200260" y="3747746"/>
                  </a:cubicBezTo>
                  <a:cubicBezTo>
                    <a:pt x="4200260" y="3762919"/>
                    <a:pt x="4205616" y="3769167"/>
                    <a:pt x="4219004" y="3769167"/>
                  </a:cubicBezTo>
                  <a:cubicBezTo>
                    <a:pt x="4246672" y="3769167"/>
                    <a:pt x="4274340" y="3770060"/>
                    <a:pt x="4301116" y="3769167"/>
                  </a:cubicBezTo>
                  <a:cubicBezTo>
                    <a:pt x="4318075" y="3768274"/>
                    <a:pt x="4325215" y="3774522"/>
                    <a:pt x="4325215" y="3794158"/>
                  </a:cubicBezTo>
                  <a:cubicBezTo>
                    <a:pt x="4324322" y="4008366"/>
                    <a:pt x="4325215" y="4222574"/>
                    <a:pt x="4325215" y="4437674"/>
                  </a:cubicBezTo>
                  <a:cubicBezTo>
                    <a:pt x="4325215" y="4456418"/>
                    <a:pt x="4318075" y="4461773"/>
                    <a:pt x="4302009" y="4461773"/>
                  </a:cubicBezTo>
                  <a:cubicBezTo>
                    <a:pt x="4152956" y="4461773"/>
                    <a:pt x="4155634" y="4460880"/>
                    <a:pt x="4007473" y="4461773"/>
                  </a:cubicBezTo>
                  <a:cubicBezTo>
                    <a:pt x="3989622" y="4461773"/>
                    <a:pt x="3984267" y="4454632"/>
                    <a:pt x="3984267" y="4435889"/>
                  </a:cubicBezTo>
                  <a:cubicBezTo>
                    <a:pt x="3984267" y="4201153"/>
                    <a:pt x="3984267" y="3965524"/>
                    <a:pt x="3984267" y="3730788"/>
                  </a:cubicBezTo>
                  <a:cubicBezTo>
                    <a:pt x="3984267" y="3712938"/>
                    <a:pt x="3987837" y="3705797"/>
                    <a:pt x="4005688" y="3706690"/>
                  </a:cubicBezTo>
                  <a:cubicBezTo>
                    <a:pt x="4040497" y="3707582"/>
                    <a:pt x="4040497" y="3706690"/>
                    <a:pt x="4040497" y="3669203"/>
                  </a:cubicBezTo>
                  <a:cubicBezTo>
                    <a:pt x="4040497" y="3662956"/>
                    <a:pt x="4040497" y="3657600"/>
                    <a:pt x="4040497" y="3651353"/>
                  </a:cubicBezTo>
                  <a:cubicBezTo>
                    <a:pt x="4042282" y="3632610"/>
                    <a:pt x="4034249" y="3625469"/>
                    <a:pt x="4016398" y="3626362"/>
                  </a:cubicBezTo>
                  <a:cubicBezTo>
                    <a:pt x="3969987" y="3627254"/>
                    <a:pt x="3923575" y="3625469"/>
                    <a:pt x="3877163" y="3627254"/>
                  </a:cubicBezTo>
                  <a:cubicBezTo>
                    <a:pt x="3858420" y="3628147"/>
                    <a:pt x="3851280" y="3621899"/>
                    <a:pt x="3851280" y="3599586"/>
                  </a:cubicBezTo>
                  <a:cubicBezTo>
                    <a:pt x="3852172" y="3391626"/>
                    <a:pt x="3852172" y="3183665"/>
                    <a:pt x="3851280" y="2976598"/>
                  </a:cubicBezTo>
                  <a:cubicBezTo>
                    <a:pt x="3851280" y="2955177"/>
                    <a:pt x="3857528" y="2948929"/>
                    <a:pt x="3877163" y="2948929"/>
                  </a:cubicBezTo>
                  <a:cubicBezTo>
                    <a:pt x="3985160" y="2949822"/>
                    <a:pt x="4093156" y="2948929"/>
                    <a:pt x="4201153" y="2948929"/>
                  </a:cubicBezTo>
                  <a:cubicBezTo>
                    <a:pt x="4228821" y="2948929"/>
                    <a:pt x="4229714" y="2948037"/>
                    <a:pt x="4229714" y="2918583"/>
                  </a:cubicBezTo>
                  <a:cubicBezTo>
                    <a:pt x="4229714" y="2866816"/>
                    <a:pt x="4229714" y="2815049"/>
                    <a:pt x="4229714" y="2764175"/>
                  </a:cubicBezTo>
                  <a:cubicBezTo>
                    <a:pt x="4229714" y="2745432"/>
                    <a:pt x="4225251" y="2738291"/>
                    <a:pt x="4207400" y="2738291"/>
                  </a:cubicBezTo>
                  <a:cubicBezTo>
                    <a:pt x="4032464" y="2739184"/>
                    <a:pt x="3857528" y="2739184"/>
                    <a:pt x="3682591" y="2738291"/>
                  </a:cubicBezTo>
                  <a:cubicBezTo>
                    <a:pt x="3660278" y="2738291"/>
                    <a:pt x="3660278" y="2750787"/>
                    <a:pt x="3660278" y="2768637"/>
                  </a:cubicBezTo>
                  <a:cubicBezTo>
                    <a:pt x="3660278" y="3043538"/>
                    <a:pt x="3660278" y="3318438"/>
                    <a:pt x="3660278" y="3593338"/>
                  </a:cubicBezTo>
                  <a:cubicBezTo>
                    <a:pt x="3660278" y="3628147"/>
                    <a:pt x="3660278" y="3628147"/>
                    <a:pt x="3629039" y="3628147"/>
                  </a:cubicBezTo>
                  <a:cubicBezTo>
                    <a:pt x="3465706" y="3628147"/>
                    <a:pt x="3303265" y="3628147"/>
                    <a:pt x="3139931" y="3628147"/>
                  </a:cubicBezTo>
                  <a:cubicBezTo>
                    <a:pt x="3111370" y="3628147"/>
                    <a:pt x="3111370" y="3628147"/>
                    <a:pt x="3111370" y="3596016"/>
                  </a:cubicBezTo>
                  <a:cubicBezTo>
                    <a:pt x="3111370" y="3526398"/>
                    <a:pt x="3112263" y="3457673"/>
                    <a:pt x="3111370" y="3388055"/>
                  </a:cubicBezTo>
                  <a:cubicBezTo>
                    <a:pt x="3109585" y="3280951"/>
                    <a:pt x="3055140" y="3203301"/>
                    <a:pt x="2964995" y="3180095"/>
                  </a:cubicBezTo>
                  <a:cubicBezTo>
                    <a:pt x="2868601" y="3155104"/>
                    <a:pt x="2773993" y="3200623"/>
                    <a:pt x="2735614" y="3290769"/>
                  </a:cubicBezTo>
                  <a:cubicBezTo>
                    <a:pt x="2724011" y="3316653"/>
                    <a:pt x="2717763" y="3345214"/>
                    <a:pt x="2717763" y="3373775"/>
                  </a:cubicBezTo>
                  <a:cubicBezTo>
                    <a:pt x="2717763" y="3448748"/>
                    <a:pt x="2717763" y="3523720"/>
                    <a:pt x="2717763" y="3599586"/>
                  </a:cubicBezTo>
                  <a:cubicBezTo>
                    <a:pt x="2717763" y="3627254"/>
                    <a:pt x="2716870" y="3628147"/>
                    <a:pt x="2691879" y="3628147"/>
                  </a:cubicBezTo>
                  <a:cubicBezTo>
                    <a:pt x="2504448" y="3628147"/>
                    <a:pt x="2398236" y="3628147"/>
                    <a:pt x="2210804" y="3628147"/>
                  </a:cubicBezTo>
                  <a:cubicBezTo>
                    <a:pt x="2191168" y="3628147"/>
                    <a:pt x="2184921" y="3621007"/>
                    <a:pt x="2185813" y="3600478"/>
                  </a:cubicBezTo>
                  <a:cubicBezTo>
                    <a:pt x="2186706" y="3479986"/>
                    <a:pt x="2185813" y="3358602"/>
                    <a:pt x="2185813" y="3238110"/>
                  </a:cubicBezTo>
                  <a:cubicBezTo>
                    <a:pt x="2185813" y="3208656"/>
                    <a:pt x="2185813" y="3208656"/>
                    <a:pt x="2159037" y="3208656"/>
                  </a:cubicBezTo>
                  <a:cubicBezTo>
                    <a:pt x="2135831" y="3208656"/>
                    <a:pt x="2113518" y="3207764"/>
                    <a:pt x="2090312" y="3208656"/>
                  </a:cubicBezTo>
                  <a:cubicBezTo>
                    <a:pt x="2073354" y="3209549"/>
                    <a:pt x="2063536" y="3203301"/>
                    <a:pt x="2055503" y="3186343"/>
                  </a:cubicBezTo>
                  <a:cubicBezTo>
                    <a:pt x="2014447" y="3104230"/>
                    <a:pt x="1951970" y="3053355"/>
                    <a:pt x="1867179" y="3035505"/>
                  </a:cubicBezTo>
                  <a:cubicBezTo>
                    <a:pt x="1750257" y="3009621"/>
                    <a:pt x="1634228" y="3066743"/>
                    <a:pt x="1574428" y="3180988"/>
                  </a:cubicBezTo>
                  <a:cubicBezTo>
                    <a:pt x="1563718" y="3201516"/>
                    <a:pt x="1552115" y="3211334"/>
                    <a:pt x="1530694" y="3208656"/>
                  </a:cubicBezTo>
                  <a:cubicBezTo>
                    <a:pt x="1509273" y="3206871"/>
                    <a:pt x="1487853" y="3209549"/>
                    <a:pt x="1466432" y="3207764"/>
                  </a:cubicBezTo>
                  <a:cubicBezTo>
                    <a:pt x="1447689" y="3206871"/>
                    <a:pt x="1442333" y="3214011"/>
                    <a:pt x="1442333" y="3234540"/>
                  </a:cubicBezTo>
                  <a:cubicBezTo>
                    <a:pt x="1443226" y="3354139"/>
                    <a:pt x="1442333" y="3472846"/>
                    <a:pt x="1442333" y="3592446"/>
                  </a:cubicBezTo>
                  <a:cubicBezTo>
                    <a:pt x="1442333" y="3628147"/>
                    <a:pt x="1442333" y="3628147"/>
                    <a:pt x="1410202" y="3628147"/>
                  </a:cubicBezTo>
                  <a:cubicBezTo>
                    <a:pt x="1209382" y="3628147"/>
                    <a:pt x="1079965" y="3628147"/>
                    <a:pt x="896996" y="3628147"/>
                  </a:cubicBezTo>
                  <a:cubicBezTo>
                    <a:pt x="867542" y="3628147"/>
                    <a:pt x="866650" y="3628147"/>
                    <a:pt x="866650" y="3594231"/>
                  </a:cubicBezTo>
                  <a:cubicBezTo>
                    <a:pt x="866650" y="3333611"/>
                    <a:pt x="866650" y="3072991"/>
                    <a:pt x="866650" y="2811479"/>
                  </a:cubicBezTo>
                  <a:cubicBezTo>
                    <a:pt x="866650" y="2790058"/>
                    <a:pt x="872897" y="2776670"/>
                    <a:pt x="888963" y="2765067"/>
                  </a:cubicBezTo>
                  <a:cubicBezTo>
                    <a:pt x="966613" y="2707945"/>
                    <a:pt x="1021058" y="2630295"/>
                    <a:pt x="1052296" y="2533009"/>
                  </a:cubicBezTo>
                  <a:cubicBezTo>
                    <a:pt x="1058544" y="2513373"/>
                    <a:pt x="1065684" y="2509803"/>
                    <a:pt x="1084428" y="2514266"/>
                  </a:cubicBezTo>
                  <a:cubicBezTo>
                    <a:pt x="1295958" y="2566925"/>
                    <a:pt x="1476250" y="2507125"/>
                    <a:pt x="1626195" y="2335759"/>
                  </a:cubicBezTo>
                  <a:cubicBezTo>
                    <a:pt x="1638691" y="2321478"/>
                    <a:pt x="1648508" y="2325049"/>
                    <a:pt x="1661896" y="2328619"/>
                  </a:cubicBezTo>
                  <a:cubicBezTo>
                    <a:pt x="1859146" y="2381278"/>
                    <a:pt x="2026942" y="2325049"/>
                    <a:pt x="2166178" y="2163500"/>
                  </a:cubicBezTo>
                  <a:cubicBezTo>
                    <a:pt x="2194739" y="2130476"/>
                    <a:pt x="2217944" y="2092098"/>
                    <a:pt x="2235795" y="2050148"/>
                  </a:cubicBezTo>
                  <a:cubicBezTo>
                    <a:pt x="2242935" y="2032298"/>
                    <a:pt x="2250968" y="2027835"/>
                    <a:pt x="2269711" y="2033190"/>
                  </a:cubicBezTo>
                  <a:cubicBezTo>
                    <a:pt x="2472316" y="2093883"/>
                    <a:pt x="2644575" y="2037653"/>
                    <a:pt x="2782918" y="1864502"/>
                  </a:cubicBezTo>
                  <a:cubicBezTo>
                    <a:pt x="2824867" y="1812735"/>
                    <a:pt x="2853428" y="1751150"/>
                    <a:pt x="2871279" y="1685102"/>
                  </a:cubicBezTo>
                  <a:cubicBezTo>
                    <a:pt x="2874849" y="1671714"/>
                    <a:pt x="2880204" y="1662789"/>
                    <a:pt x="2892699" y="1659219"/>
                  </a:cubicBezTo>
                  <a:cubicBezTo>
                    <a:pt x="2962317" y="1640476"/>
                    <a:pt x="3022117" y="1602097"/>
                    <a:pt x="3074776" y="1551222"/>
                  </a:cubicBezTo>
                  <a:cubicBezTo>
                    <a:pt x="3201516" y="1427160"/>
                    <a:pt x="3290769" y="1277215"/>
                    <a:pt x="3338966" y="1097816"/>
                  </a:cubicBezTo>
                  <a:cubicBezTo>
                    <a:pt x="3399658" y="869327"/>
                    <a:pt x="3277381" y="616740"/>
                    <a:pt x="3070313" y="545338"/>
                  </a:cubicBezTo>
                  <a:cubicBezTo>
                    <a:pt x="3053355" y="539090"/>
                    <a:pt x="3044430" y="530165"/>
                    <a:pt x="3038182" y="511421"/>
                  </a:cubicBezTo>
                  <a:cubicBezTo>
                    <a:pt x="2953392" y="234736"/>
                    <a:pt x="2778455" y="68725"/>
                    <a:pt x="2519621" y="8925"/>
                  </a:cubicBezTo>
                  <a:cubicBezTo>
                    <a:pt x="2502662" y="5355"/>
                    <a:pt x="2484812" y="3570"/>
                    <a:pt x="2467854" y="0"/>
                  </a:cubicBezTo>
                  <a:cubicBezTo>
                    <a:pt x="2427690" y="0"/>
                    <a:pt x="2387526" y="0"/>
                    <a:pt x="2347362" y="0"/>
                  </a:cubicBezTo>
                  <a:cubicBezTo>
                    <a:pt x="2304520" y="6248"/>
                    <a:pt x="2262571" y="13388"/>
                    <a:pt x="2221515" y="27669"/>
                  </a:cubicBezTo>
                  <a:cubicBezTo>
                    <a:pt x="2076032" y="79435"/>
                    <a:pt x="1964465" y="180292"/>
                    <a:pt x="1876997" y="315064"/>
                  </a:cubicBezTo>
                  <a:cubicBezTo>
                    <a:pt x="1802024" y="431986"/>
                    <a:pt x="1758290" y="562296"/>
                    <a:pt x="1747580" y="705101"/>
                  </a:cubicBezTo>
                  <a:cubicBezTo>
                    <a:pt x="1741332" y="785429"/>
                    <a:pt x="1744009" y="865757"/>
                    <a:pt x="1761860" y="944300"/>
                  </a:cubicBezTo>
                  <a:cubicBezTo>
                    <a:pt x="1766323" y="964828"/>
                    <a:pt x="1762753" y="980001"/>
                    <a:pt x="1750257" y="996067"/>
                  </a:cubicBezTo>
                  <a:cubicBezTo>
                    <a:pt x="1665467" y="1107634"/>
                    <a:pt x="1616377" y="1236158"/>
                    <a:pt x="1601204" y="1380749"/>
                  </a:cubicBezTo>
                  <a:cubicBezTo>
                    <a:pt x="1591386" y="1475357"/>
                    <a:pt x="1596742" y="1569073"/>
                    <a:pt x="1620840" y="1661004"/>
                  </a:cubicBezTo>
                  <a:cubicBezTo>
                    <a:pt x="1627088" y="1685102"/>
                    <a:pt x="1626195" y="1685995"/>
                    <a:pt x="1603882" y="1683317"/>
                  </a:cubicBezTo>
                  <a:cubicBezTo>
                    <a:pt x="1556578" y="1678855"/>
                    <a:pt x="1511951" y="1693135"/>
                    <a:pt x="1468217" y="1707416"/>
                  </a:cubicBezTo>
                  <a:cubicBezTo>
                    <a:pt x="1339692" y="1750257"/>
                    <a:pt x="1236158" y="1833263"/>
                    <a:pt x="1158508" y="1953755"/>
                  </a:cubicBezTo>
                  <a:cubicBezTo>
                    <a:pt x="1151368" y="1964465"/>
                    <a:pt x="1143335" y="1973391"/>
                    <a:pt x="1131732" y="1977853"/>
                  </a:cubicBezTo>
                  <a:cubicBezTo>
                    <a:pt x="947870" y="2052826"/>
                    <a:pt x="842551" y="2198309"/>
                    <a:pt x="815775" y="2411624"/>
                  </a:cubicBezTo>
                  <a:cubicBezTo>
                    <a:pt x="813990" y="2428582"/>
                    <a:pt x="807742" y="2437508"/>
                    <a:pt x="794354" y="2444648"/>
                  </a:cubicBezTo>
                  <a:cubicBezTo>
                    <a:pt x="660474" y="2519621"/>
                    <a:pt x="562296" y="2632080"/>
                    <a:pt x="498033" y="2781133"/>
                  </a:cubicBezTo>
                  <a:cubicBezTo>
                    <a:pt x="490893" y="2797199"/>
                    <a:pt x="488216" y="2812372"/>
                    <a:pt x="488216" y="2830222"/>
                  </a:cubicBezTo>
                  <a:cubicBezTo>
                    <a:pt x="488216" y="3084594"/>
                    <a:pt x="488216" y="3338966"/>
                    <a:pt x="488216" y="3592446"/>
                  </a:cubicBezTo>
                  <a:cubicBezTo>
                    <a:pt x="488216" y="3626362"/>
                    <a:pt x="488216" y="3626362"/>
                    <a:pt x="456977" y="3626362"/>
                  </a:cubicBezTo>
                  <a:cubicBezTo>
                    <a:pt x="398070" y="3626362"/>
                    <a:pt x="339163" y="3626362"/>
                    <a:pt x="280255" y="3626362"/>
                  </a:cubicBezTo>
                  <a:cubicBezTo>
                    <a:pt x="248124" y="3626362"/>
                    <a:pt x="248124" y="3626362"/>
                    <a:pt x="248124" y="3661171"/>
                  </a:cubicBezTo>
                  <a:cubicBezTo>
                    <a:pt x="248124" y="3954814"/>
                    <a:pt x="248124" y="4249350"/>
                    <a:pt x="248124" y="4542993"/>
                  </a:cubicBezTo>
                  <a:cubicBezTo>
                    <a:pt x="248124" y="4585835"/>
                    <a:pt x="248124" y="4585835"/>
                    <a:pt x="208853" y="4585835"/>
                  </a:cubicBezTo>
                  <a:cubicBezTo>
                    <a:pt x="172259" y="4585835"/>
                    <a:pt x="136558" y="4584943"/>
                    <a:pt x="99964" y="4585835"/>
                  </a:cubicBezTo>
                  <a:cubicBezTo>
                    <a:pt x="83898" y="4585835"/>
                    <a:pt x="76758" y="4579587"/>
                    <a:pt x="77650" y="4561736"/>
                  </a:cubicBezTo>
                  <a:cubicBezTo>
                    <a:pt x="78543" y="4534960"/>
                    <a:pt x="77650" y="4509077"/>
                    <a:pt x="77650" y="4482301"/>
                  </a:cubicBezTo>
                  <a:cubicBezTo>
                    <a:pt x="77650" y="4467128"/>
                    <a:pt x="72295" y="4461773"/>
                    <a:pt x="58907" y="4461773"/>
                  </a:cubicBezTo>
                  <a:cubicBezTo>
                    <a:pt x="37486" y="4461773"/>
                    <a:pt x="15173" y="4459095"/>
                    <a:pt x="0" y="4481408"/>
                  </a:cubicBezTo>
                  <a:cubicBezTo>
                    <a:pt x="0" y="4601900"/>
                    <a:pt x="0" y="4723285"/>
                    <a:pt x="0" y="4843777"/>
                  </a:cubicBezTo>
                  <a:cubicBezTo>
                    <a:pt x="15173" y="4865198"/>
                    <a:pt x="46412" y="4875016"/>
                    <a:pt x="68725" y="4866090"/>
                  </a:cubicBezTo>
                  <a:cubicBezTo>
                    <a:pt x="78543" y="4862520"/>
                    <a:pt x="77650" y="4854487"/>
                    <a:pt x="77650" y="4846455"/>
                  </a:cubicBezTo>
                  <a:cubicBezTo>
                    <a:pt x="77650" y="4816108"/>
                    <a:pt x="78543" y="4785762"/>
                    <a:pt x="77650" y="4755416"/>
                  </a:cubicBezTo>
                  <a:cubicBezTo>
                    <a:pt x="76758" y="4736673"/>
                    <a:pt x="82113" y="4728640"/>
                    <a:pt x="99964" y="4728640"/>
                  </a:cubicBezTo>
                  <a:cubicBezTo>
                    <a:pt x="141913" y="4729532"/>
                    <a:pt x="184754" y="4729532"/>
                    <a:pt x="226703" y="4728640"/>
                  </a:cubicBezTo>
                  <a:cubicBezTo>
                    <a:pt x="241876" y="4728640"/>
                    <a:pt x="249017" y="4734888"/>
                    <a:pt x="248124" y="4751846"/>
                  </a:cubicBezTo>
                  <a:cubicBezTo>
                    <a:pt x="247232" y="4777729"/>
                    <a:pt x="248124" y="4803613"/>
                    <a:pt x="248124" y="4829496"/>
                  </a:cubicBezTo>
                  <a:cubicBezTo>
                    <a:pt x="248124" y="4866090"/>
                    <a:pt x="248124" y="4866090"/>
                    <a:pt x="281148" y="4866090"/>
                  </a:cubicBezTo>
                  <a:cubicBezTo>
                    <a:pt x="417705" y="4866090"/>
                    <a:pt x="555156" y="4866090"/>
                    <a:pt x="691713" y="4865198"/>
                  </a:cubicBezTo>
                  <a:cubicBezTo>
                    <a:pt x="790784" y="4865198"/>
                    <a:pt x="889855" y="4865198"/>
                    <a:pt x="989819" y="4865198"/>
                  </a:cubicBezTo>
                  <a:cubicBezTo>
                    <a:pt x="997852" y="4865198"/>
                    <a:pt x="1005885" y="4865198"/>
                    <a:pt x="1014810" y="4866983"/>
                  </a:cubicBezTo>
                  <a:cubicBezTo>
                    <a:pt x="1013917" y="4866983"/>
                    <a:pt x="1013917" y="4867875"/>
                    <a:pt x="1013025" y="4867875"/>
                  </a:cubicBezTo>
                  <a:lnTo>
                    <a:pt x="1322734" y="4867875"/>
                  </a:lnTo>
                  <a:lnTo>
                    <a:pt x="1807379" y="4867875"/>
                  </a:lnTo>
                  <a:close/>
                </a:path>
              </a:pathLst>
            </a:custGeom>
            <a:grpFill/>
            <a:ln w="8925" cap="flat">
              <a:noFill/>
              <a:prstDash val="solid"/>
              <a:miter/>
            </a:ln>
          </p:spPr>
          <p:txBody>
            <a:bodyPr rtlCol="0" anchor="ctr"/>
            <a:lstStyle/>
            <a:p>
              <a:endParaRPr lang="en-US"/>
            </a:p>
          </p:txBody>
        </p:sp>
        <p:sp>
          <p:nvSpPr>
            <p:cNvPr id="45" name="Freeform: Shape 29">
              <a:extLst>
                <a:ext uri="{FF2B5EF4-FFF2-40B4-BE49-F238E27FC236}">
                  <a16:creationId xmlns:a16="http://schemas.microsoft.com/office/drawing/2014/main" id="{A802FF0C-133B-49D1-87B4-86FBF0CD2391}"/>
                </a:ext>
              </a:extLst>
            </p:cNvPr>
            <p:cNvSpPr/>
            <p:nvPr/>
          </p:nvSpPr>
          <p:spPr>
            <a:xfrm>
              <a:off x="267760" y="5438984"/>
              <a:ext cx="794354" cy="794354"/>
            </a:xfrm>
            <a:custGeom>
              <a:avLst/>
              <a:gdLst>
                <a:gd name="connsiteX0" fmla="*/ 797924 w 794354"/>
                <a:gd name="connsiteY0" fmla="*/ 398962 h 794354"/>
                <a:gd name="connsiteX1" fmla="*/ 398962 w 794354"/>
                <a:gd name="connsiteY1" fmla="*/ 797925 h 794354"/>
                <a:gd name="connsiteX2" fmla="*/ 0 w 794354"/>
                <a:gd name="connsiteY2" fmla="*/ 398962 h 794354"/>
                <a:gd name="connsiteX3" fmla="*/ 398962 w 794354"/>
                <a:gd name="connsiteY3" fmla="*/ 0 h 794354"/>
                <a:gd name="connsiteX4" fmla="*/ 797924 w 794354"/>
                <a:gd name="connsiteY4" fmla="*/ 398962 h 794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354" h="794354">
                  <a:moveTo>
                    <a:pt x="797924" y="398962"/>
                  </a:moveTo>
                  <a:cubicBezTo>
                    <a:pt x="797924" y="619303"/>
                    <a:pt x="619303" y="797925"/>
                    <a:pt x="398962" y="797925"/>
                  </a:cubicBezTo>
                  <a:cubicBezTo>
                    <a:pt x="178622" y="797925"/>
                    <a:pt x="0" y="619303"/>
                    <a:pt x="0" y="398962"/>
                  </a:cubicBezTo>
                  <a:cubicBezTo>
                    <a:pt x="0" y="178622"/>
                    <a:pt x="178622" y="0"/>
                    <a:pt x="398962" y="0"/>
                  </a:cubicBezTo>
                  <a:cubicBezTo>
                    <a:pt x="619303" y="0"/>
                    <a:pt x="797924" y="178622"/>
                    <a:pt x="797924" y="398962"/>
                  </a:cubicBezTo>
                  <a:close/>
                </a:path>
              </a:pathLst>
            </a:custGeom>
            <a:grpFill/>
            <a:ln w="8925" cap="flat">
              <a:noFill/>
              <a:prstDash val="solid"/>
              <a:miter/>
            </a:ln>
          </p:spPr>
          <p:txBody>
            <a:bodyPr rtlCol="0" anchor="ctr"/>
            <a:lstStyle/>
            <a:p>
              <a:endParaRPr lang="en-US"/>
            </a:p>
          </p:txBody>
        </p:sp>
        <p:sp>
          <p:nvSpPr>
            <p:cNvPr id="46" name="Freeform: Shape 30">
              <a:extLst>
                <a:ext uri="{FF2B5EF4-FFF2-40B4-BE49-F238E27FC236}">
                  <a16:creationId xmlns:a16="http://schemas.microsoft.com/office/drawing/2014/main" id="{495C20E9-8210-4264-8B6D-8AC0D69A077F}"/>
                </a:ext>
              </a:extLst>
            </p:cNvPr>
            <p:cNvSpPr/>
            <p:nvPr/>
          </p:nvSpPr>
          <p:spPr>
            <a:xfrm>
              <a:off x="1266504" y="5438984"/>
              <a:ext cx="794354" cy="794354"/>
            </a:xfrm>
            <a:custGeom>
              <a:avLst/>
              <a:gdLst>
                <a:gd name="connsiteX0" fmla="*/ 797925 w 794354"/>
                <a:gd name="connsiteY0" fmla="*/ 398962 h 794354"/>
                <a:gd name="connsiteX1" fmla="*/ 398962 w 794354"/>
                <a:gd name="connsiteY1" fmla="*/ 797925 h 794354"/>
                <a:gd name="connsiteX2" fmla="*/ 0 w 794354"/>
                <a:gd name="connsiteY2" fmla="*/ 398962 h 794354"/>
                <a:gd name="connsiteX3" fmla="*/ 398962 w 794354"/>
                <a:gd name="connsiteY3" fmla="*/ 0 h 794354"/>
                <a:gd name="connsiteX4" fmla="*/ 797925 w 794354"/>
                <a:gd name="connsiteY4" fmla="*/ 398962 h 794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354" h="794354">
                  <a:moveTo>
                    <a:pt x="797925" y="398962"/>
                  </a:moveTo>
                  <a:cubicBezTo>
                    <a:pt x="797925" y="619303"/>
                    <a:pt x="619303" y="797925"/>
                    <a:pt x="398962" y="797925"/>
                  </a:cubicBezTo>
                  <a:cubicBezTo>
                    <a:pt x="178621" y="797925"/>
                    <a:pt x="0" y="619303"/>
                    <a:pt x="0" y="398962"/>
                  </a:cubicBezTo>
                  <a:cubicBezTo>
                    <a:pt x="0" y="178622"/>
                    <a:pt x="178622" y="0"/>
                    <a:pt x="398962" y="0"/>
                  </a:cubicBezTo>
                  <a:cubicBezTo>
                    <a:pt x="619303" y="0"/>
                    <a:pt x="797925" y="178622"/>
                    <a:pt x="797925" y="398962"/>
                  </a:cubicBezTo>
                  <a:close/>
                </a:path>
              </a:pathLst>
            </a:custGeom>
            <a:grpFill/>
            <a:ln w="8925" cap="flat">
              <a:noFill/>
              <a:prstDash val="solid"/>
              <a:miter/>
            </a:ln>
          </p:spPr>
          <p:txBody>
            <a:bodyPr rtlCol="0" anchor="ctr"/>
            <a:lstStyle/>
            <a:p>
              <a:endParaRPr lang="en-US"/>
            </a:p>
          </p:txBody>
        </p:sp>
        <p:sp>
          <p:nvSpPr>
            <p:cNvPr id="47" name="Freeform: Shape 31">
              <a:extLst>
                <a:ext uri="{FF2B5EF4-FFF2-40B4-BE49-F238E27FC236}">
                  <a16:creationId xmlns:a16="http://schemas.microsoft.com/office/drawing/2014/main" id="{2A3909AB-D90C-4EFF-A3AA-E4BC0E0F0D3C}"/>
                </a:ext>
              </a:extLst>
            </p:cNvPr>
            <p:cNvSpPr/>
            <p:nvPr/>
          </p:nvSpPr>
          <p:spPr>
            <a:xfrm>
              <a:off x="2265249" y="5438984"/>
              <a:ext cx="794354" cy="794354"/>
            </a:xfrm>
            <a:custGeom>
              <a:avLst/>
              <a:gdLst>
                <a:gd name="connsiteX0" fmla="*/ 797925 w 794354"/>
                <a:gd name="connsiteY0" fmla="*/ 398962 h 794354"/>
                <a:gd name="connsiteX1" fmla="*/ 398962 w 794354"/>
                <a:gd name="connsiteY1" fmla="*/ 797925 h 794354"/>
                <a:gd name="connsiteX2" fmla="*/ 0 w 794354"/>
                <a:gd name="connsiteY2" fmla="*/ 398962 h 794354"/>
                <a:gd name="connsiteX3" fmla="*/ 398962 w 794354"/>
                <a:gd name="connsiteY3" fmla="*/ 0 h 794354"/>
                <a:gd name="connsiteX4" fmla="*/ 797925 w 794354"/>
                <a:gd name="connsiteY4" fmla="*/ 398962 h 794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354" h="794354">
                  <a:moveTo>
                    <a:pt x="797925" y="398962"/>
                  </a:moveTo>
                  <a:cubicBezTo>
                    <a:pt x="797925" y="619303"/>
                    <a:pt x="619303" y="797925"/>
                    <a:pt x="398962" y="797925"/>
                  </a:cubicBezTo>
                  <a:cubicBezTo>
                    <a:pt x="178621" y="797925"/>
                    <a:pt x="0" y="619303"/>
                    <a:pt x="0" y="398962"/>
                  </a:cubicBezTo>
                  <a:cubicBezTo>
                    <a:pt x="0" y="178622"/>
                    <a:pt x="178621" y="0"/>
                    <a:pt x="398962" y="0"/>
                  </a:cubicBezTo>
                  <a:cubicBezTo>
                    <a:pt x="619303" y="0"/>
                    <a:pt x="797925" y="178622"/>
                    <a:pt x="797925" y="398962"/>
                  </a:cubicBezTo>
                  <a:close/>
                </a:path>
              </a:pathLst>
            </a:custGeom>
            <a:grpFill/>
            <a:ln w="8925" cap="flat">
              <a:noFill/>
              <a:prstDash val="solid"/>
              <a:miter/>
            </a:ln>
          </p:spPr>
          <p:txBody>
            <a:bodyPr rtlCol="0" anchor="ctr"/>
            <a:lstStyle/>
            <a:p>
              <a:endParaRPr lang="en-US"/>
            </a:p>
          </p:txBody>
        </p:sp>
        <p:sp>
          <p:nvSpPr>
            <p:cNvPr id="48" name="Freeform: Shape 32">
              <a:extLst>
                <a:ext uri="{FF2B5EF4-FFF2-40B4-BE49-F238E27FC236}">
                  <a16:creationId xmlns:a16="http://schemas.microsoft.com/office/drawing/2014/main" id="{47EA5535-0021-4B22-AFBA-B2F37B105AF5}"/>
                </a:ext>
              </a:extLst>
            </p:cNvPr>
            <p:cNvSpPr/>
            <p:nvPr/>
          </p:nvSpPr>
          <p:spPr>
            <a:xfrm>
              <a:off x="3263993" y="5438984"/>
              <a:ext cx="794354" cy="794354"/>
            </a:xfrm>
            <a:custGeom>
              <a:avLst/>
              <a:gdLst>
                <a:gd name="connsiteX0" fmla="*/ 797925 w 794354"/>
                <a:gd name="connsiteY0" fmla="*/ 398962 h 794354"/>
                <a:gd name="connsiteX1" fmla="*/ 398962 w 794354"/>
                <a:gd name="connsiteY1" fmla="*/ 797925 h 794354"/>
                <a:gd name="connsiteX2" fmla="*/ 0 w 794354"/>
                <a:gd name="connsiteY2" fmla="*/ 398962 h 794354"/>
                <a:gd name="connsiteX3" fmla="*/ 398962 w 794354"/>
                <a:gd name="connsiteY3" fmla="*/ 0 h 794354"/>
                <a:gd name="connsiteX4" fmla="*/ 797925 w 794354"/>
                <a:gd name="connsiteY4" fmla="*/ 398962 h 7943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4354" h="794354">
                  <a:moveTo>
                    <a:pt x="797925" y="398962"/>
                  </a:moveTo>
                  <a:cubicBezTo>
                    <a:pt x="797925" y="619303"/>
                    <a:pt x="619303" y="797925"/>
                    <a:pt x="398962" y="797925"/>
                  </a:cubicBezTo>
                  <a:cubicBezTo>
                    <a:pt x="178621" y="797925"/>
                    <a:pt x="0" y="619303"/>
                    <a:pt x="0" y="398962"/>
                  </a:cubicBezTo>
                  <a:cubicBezTo>
                    <a:pt x="0" y="178622"/>
                    <a:pt x="178621" y="0"/>
                    <a:pt x="398962" y="0"/>
                  </a:cubicBezTo>
                  <a:cubicBezTo>
                    <a:pt x="619303" y="0"/>
                    <a:pt x="797925" y="178622"/>
                    <a:pt x="797925" y="398962"/>
                  </a:cubicBezTo>
                  <a:close/>
                </a:path>
              </a:pathLst>
            </a:custGeom>
            <a:grpFill/>
            <a:ln w="8925" cap="flat">
              <a:noFill/>
              <a:prstDash val="solid"/>
              <a:miter/>
            </a:ln>
          </p:spPr>
          <p:txBody>
            <a:bodyPr rtlCol="0" anchor="ctr"/>
            <a:lstStyle/>
            <a:p>
              <a:endParaRPr lang="en-US"/>
            </a:p>
          </p:txBody>
        </p:sp>
      </p:grpSp>
      <p:sp>
        <p:nvSpPr>
          <p:cNvPr id="49" name="Rounded Rectangle 25">
            <a:extLst>
              <a:ext uri="{FF2B5EF4-FFF2-40B4-BE49-F238E27FC236}">
                <a16:creationId xmlns:a16="http://schemas.microsoft.com/office/drawing/2014/main" id="{8459F908-725C-4422-AD72-920908AE4BBE}"/>
              </a:ext>
            </a:extLst>
          </p:cNvPr>
          <p:cNvSpPr/>
          <p:nvPr/>
        </p:nvSpPr>
        <p:spPr>
          <a:xfrm>
            <a:off x="4071357" y="4322242"/>
            <a:ext cx="711374" cy="521325"/>
          </a:xfrm>
          <a:custGeom>
            <a:avLst/>
            <a:gdLst/>
            <a:ahLst/>
            <a:cxnLst/>
            <a:rect l="l" t="t" r="r" b="b"/>
            <a:pathLst>
              <a:path w="3248842" h="2380886">
                <a:moveTo>
                  <a:pt x="1194785" y="1472263"/>
                </a:moveTo>
                <a:cubicBezTo>
                  <a:pt x="1150014" y="1472263"/>
                  <a:pt x="1113720" y="1508557"/>
                  <a:pt x="1113720" y="1553328"/>
                </a:cubicBezTo>
                <a:lnTo>
                  <a:pt x="1113720" y="1600880"/>
                </a:lnTo>
                <a:cubicBezTo>
                  <a:pt x="1113720" y="1645651"/>
                  <a:pt x="1150014" y="1681945"/>
                  <a:pt x="1194785" y="1681945"/>
                </a:cubicBezTo>
                <a:lnTo>
                  <a:pt x="2067186" y="1681945"/>
                </a:lnTo>
                <a:cubicBezTo>
                  <a:pt x="2111957" y="1681945"/>
                  <a:pt x="2148251" y="1645651"/>
                  <a:pt x="2148251" y="1600880"/>
                </a:cubicBezTo>
                <a:lnTo>
                  <a:pt x="2148251" y="1553328"/>
                </a:lnTo>
                <a:cubicBezTo>
                  <a:pt x="2148251" y="1508557"/>
                  <a:pt x="2111957" y="1472263"/>
                  <a:pt x="2067186" y="1472263"/>
                </a:cubicBezTo>
                <a:close/>
                <a:moveTo>
                  <a:pt x="2582402" y="986449"/>
                </a:moveTo>
                <a:cubicBezTo>
                  <a:pt x="2477247" y="986449"/>
                  <a:pt x="2392002" y="1071694"/>
                  <a:pt x="2392002" y="1176848"/>
                </a:cubicBezTo>
                <a:cubicBezTo>
                  <a:pt x="2392002" y="1282003"/>
                  <a:pt x="2477247" y="1367248"/>
                  <a:pt x="2582402" y="1367248"/>
                </a:cubicBezTo>
                <a:cubicBezTo>
                  <a:pt x="2687557" y="1367248"/>
                  <a:pt x="2772801" y="1282003"/>
                  <a:pt x="2772801" y="1176848"/>
                </a:cubicBezTo>
                <a:cubicBezTo>
                  <a:pt x="2772801" y="1071694"/>
                  <a:pt x="2687557" y="986449"/>
                  <a:pt x="2582402" y="986449"/>
                </a:cubicBezTo>
                <a:close/>
                <a:moveTo>
                  <a:pt x="679570" y="986449"/>
                </a:moveTo>
                <a:cubicBezTo>
                  <a:pt x="574415" y="986449"/>
                  <a:pt x="489171" y="1071694"/>
                  <a:pt x="489171" y="1176848"/>
                </a:cubicBezTo>
                <a:cubicBezTo>
                  <a:pt x="489171" y="1282003"/>
                  <a:pt x="574415" y="1367248"/>
                  <a:pt x="679570" y="1367248"/>
                </a:cubicBezTo>
                <a:cubicBezTo>
                  <a:pt x="784725" y="1367248"/>
                  <a:pt x="869970" y="1282003"/>
                  <a:pt x="869970" y="1176848"/>
                </a:cubicBezTo>
                <a:cubicBezTo>
                  <a:pt x="869970" y="1071694"/>
                  <a:pt x="784725" y="986449"/>
                  <a:pt x="679570" y="986449"/>
                </a:cubicBezTo>
                <a:close/>
                <a:moveTo>
                  <a:pt x="867954" y="155801"/>
                </a:moveTo>
                <a:lnTo>
                  <a:pt x="726849" y="858549"/>
                </a:lnTo>
                <a:lnTo>
                  <a:pt x="2535122" y="858549"/>
                </a:lnTo>
                <a:lnTo>
                  <a:pt x="2394017" y="155801"/>
                </a:lnTo>
                <a:close/>
                <a:moveTo>
                  <a:pt x="677268" y="0"/>
                </a:moveTo>
                <a:lnTo>
                  <a:pt x="2584703" y="0"/>
                </a:lnTo>
                <a:lnTo>
                  <a:pt x="2736658" y="607820"/>
                </a:lnTo>
                <a:cubicBezTo>
                  <a:pt x="2766265" y="579906"/>
                  <a:pt x="2806392" y="564164"/>
                  <a:pt x="2850195" y="564164"/>
                </a:cubicBezTo>
                <a:lnTo>
                  <a:pt x="3069929" y="564164"/>
                </a:lnTo>
                <a:cubicBezTo>
                  <a:pt x="3168740" y="564164"/>
                  <a:pt x="3248842" y="644266"/>
                  <a:pt x="3248842" y="743077"/>
                </a:cubicBezTo>
                <a:lnTo>
                  <a:pt x="3248842" y="792706"/>
                </a:lnTo>
                <a:cubicBezTo>
                  <a:pt x="3248842" y="891517"/>
                  <a:pt x="3168740" y="971619"/>
                  <a:pt x="3069929" y="971619"/>
                </a:cubicBezTo>
                <a:lnTo>
                  <a:pt x="3054536" y="971619"/>
                </a:lnTo>
                <a:cubicBezTo>
                  <a:pt x="3060628" y="989042"/>
                  <a:pt x="3063411" y="1007758"/>
                  <a:pt x="3063411" y="1027125"/>
                </a:cubicBezTo>
                <a:lnTo>
                  <a:pt x="3063411" y="2015961"/>
                </a:lnTo>
                <a:lnTo>
                  <a:pt x="2889080" y="2015961"/>
                </a:lnTo>
                <a:lnTo>
                  <a:pt x="2889080" y="2260325"/>
                </a:lnTo>
                <a:cubicBezTo>
                  <a:pt x="2889080" y="2326909"/>
                  <a:pt x="2835102" y="2380886"/>
                  <a:pt x="2768518" y="2380886"/>
                </a:cubicBezTo>
                <a:lnTo>
                  <a:pt x="2286284" y="2380886"/>
                </a:lnTo>
                <a:cubicBezTo>
                  <a:pt x="2219700" y="2380886"/>
                  <a:pt x="2165723" y="2326909"/>
                  <a:pt x="2165723" y="2260325"/>
                </a:cubicBezTo>
                <a:lnTo>
                  <a:pt x="2165723" y="2015961"/>
                </a:lnTo>
                <a:lnTo>
                  <a:pt x="1096248" y="2015961"/>
                </a:lnTo>
                <a:lnTo>
                  <a:pt x="1096248" y="2260325"/>
                </a:lnTo>
                <a:cubicBezTo>
                  <a:pt x="1096248" y="2326909"/>
                  <a:pt x="1042270" y="2380886"/>
                  <a:pt x="975686" y="2380886"/>
                </a:cubicBezTo>
                <a:lnTo>
                  <a:pt x="493453" y="2380886"/>
                </a:lnTo>
                <a:cubicBezTo>
                  <a:pt x="426869" y="2380886"/>
                  <a:pt x="372891" y="2326909"/>
                  <a:pt x="372891" y="2260325"/>
                </a:cubicBezTo>
                <a:lnTo>
                  <a:pt x="372891" y="2015961"/>
                </a:lnTo>
                <a:lnTo>
                  <a:pt x="198560" y="2015961"/>
                </a:lnTo>
                <a:lnTo>
                  <a:pt x="198560" y="1027125"/>
                </a:lnTo>
                <a:cubicBezTo>
                  <a:pt x="198560" y="1007758"/>
                  <a:pt x="201343" y="989042"/>
                  <a:pt x="207435" y="971619"/>
                </a:cubicBezTo>
                <a:lnTo>
                  <a:pt x="178913" y="971619"/>
                </a:lnTo>
                <a:cubicBezTo>
                  <a:pt x="80102" y="971619"/>
                  <a:pt x="0" y="891517"/>
                  <a:pt x="0" y="792706"/>
                </a:cubicBezTo>
                <a:lnTo>
                  <a:pt x="0" y="743077"/>
                </a:lnTo>
                <a:cubicBezTo>
                  <a:pt x="0" y="644266"/>
                  <a:pt x="80102" y="564164"/>
                  <a:pt x="178913" y="564164"/>
                </a:cubicBezTo>
                <a:lnTo>
                  <a:pt x="398647" y="564164"/>
                </a:lnTo>
                <a:cubicBezTo>
                  <a:pt x="447310" y="564164"/>
                  <a:pt x="491436" y="583593"/>
                  <a:pt x="523419" y="615395"/>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grpSp>
        <p:nvGrpSpPr>
          <p:cNvPr id="50" name="Group 34">
            <a:extLst>
              <a:ext uri="{FF2B5EF4-FFF2-40B4-BE49-F238E27FC236}">
                <a16:creationId xmlns:a16="http://schemas.microsoft.com/office/drawing/2014/main" id="{A837797C-FCD9-4989-8FB7-B0853BEBC9FF}"/>
              </a:ext>
            </a:extLst>
          </p:cNvPr>
          <p:cNvGrpSpPr/>
          <p:nvPr/>
        </p:nvGrpSpPr>
        <p:grpSpPr>
          <a:xfrm>
            <a:off x="8061955" y="3426967"/>
            <a:ext cx="781216" cy="687201"/>
            <a:chOff x="9544125" y="314311"/>
            <a:chExt cx="1802975" cy="1585994"/>
          </a:xfrm>
          <a:solidFill>
            <a:schemeClr val="accent2"/>
          </a:solidFill>
        </p:grpSpPr>
        <p:sp>
          <p:nvSpPr>
            <p:cNvPr id="51" name="Freeform: Shape 35">
              <a:extLst>
                <a:ext uri="{FF2B5EF4-FFF2-40B4-BE49-F238E27FC236}">
                  <a16:creationId xmlns:a16="http://schemas.microsoft.com/office/drawing/2014/main" id="{978C3DEC-BF92-40EE-BA1A-D19C159CC1D2}"/>
                </a:ext>
              </a:extLst>
            </p:cNvPr>
            <p:cNvSpPr/>
            <p:nvPr/>
          </p:nvSpPr>
          <p:spPr>
            <a:xfrm rot="5400000">
              <a:off x="9855308" y="140908"/>
              <a:ext cx="1318389" cy="1665195"/>
            </a:xfrm>
            <a:custGeom>
              <a:avLst/>
              <a:gdLst>
                <a:gd name="connsiteX0" fmla="*/ 855467 w 1318389"/>
                <a:gd name="connsiteY0" fmla="*/ 1312844 h 1665195"/>
                <a:gd name="connsiteX1" fmla="*/ 898407 w 1318389"/>
                <a:gd name="connsiteY1" fmla="*/ 1355784 h 1665195"/>
                <a:gd name="connsiteX2" fmla="*/ 941347 w 1318389"/>
                <a:gd name="connsiteY2" fmla="*/ 1312844 h 1665195"/>
                <a:gd name="connsiteX3" fmla="*/ 898407 w 1318389"/>
                <a:gd name="connsiteY3" fmla="*/ 1269904 h 1665195"/>
                <a:gd name="connsiteX4" fmla="*/ 855467 w 1318389"/>
                <a:gd name="connsiteY4" fmla="*/ 1312844 h 1665195"/>
                <a:gd name="connsiteX5" fmla="*/ 362769 w 1318389"/>
                <a:gd name="connsiteY5" fmla="*/ 236590 h 1665195"/>
                <a:gd name="connsiteX6" fmla="*/ 405229 w 1318389"/>
                <a:gd name="connsiteY6" fmla="*/ 279050 h 1665195"/>
                <a:gd name="connsiteX7" fmla="*/ 447689 w 1318389"/>
                <a:gd name="connsiteY7" fmla="*/ 236590 h 1665195"/>
                <a:gd name="connsiteX8" fmla="*/ 405229 w 1318389"/>
                <a:gd name="connsiteY8" fmla="*/ 194130 h 1665195"/>
                <a:gd name="connsiteX9" fmla="*/ 362769 w 1318389"/>
                <a:gd name="connsiteY9" fmla="*/ 236590 h 1665195"/>
                <a:gd name="connsiteX10" fmla="*/ 348187 w 1318389"/>
                <a:gd name="connsiteY10" fmla="*/ 1312844 h 1665195"/>
                <a:gd name="connsiteX11" fmla="*/ 391127 w 1318389"/>
                <a:gd name="connsiteY11" fmla="*/ 1355784 h 1665195"/>
                <a:gd name="connsiteX12" fmla="*/ 434066 w 1318389"/>
                <a:gd name="connsiteY12" fmla="*/ 1312844 h 1665195"/>
                <a:gd name="connsiteX13" fmla="*/ 391127 w 1318389"/>
                <a:gd name="connsiteY13" fmla="*/ 1269904 h 1665195"/>
                <a:gd name="connsiteX14" fmla="*/ 348187 w 1318389"/>
                <a:gd name="connsiteY14" fmla="*/ 1312844 h 1665195"/>
                <a:gd name="connsiteX15" fmla="*/ 81655 w 1318389"/>
                <a:gd name="connsiteY15" fmla="*/ 873373 h 1665195"/>
                <a:gd name="connsiteX16" fmla="*/ 124595 w 1318389"/>
                <a:gd name="connsiteY16" fmla="*/ 916313 h 1665195"/>
                <a:gd name="connsiteX17" fmla="*/ 167534 w 1318389"/>
                <a:gd name="connsiteY17" fmla="*/ 873373 h 1665195"/>
                <a:gd name="connsiteX18" fmla="*/ 124595 w 1318389"/>
                <a:gd name="connsiteY18" fmla="*/ 830433 h 1665195"/>
                <a:gd name="connsiteX19" fmla="*/ 81655 w 1318389"/>
                <a:gd name="connsiteY19" fmla="*/ 873373 h 1665195"/>
                <a:gd name="connsiteX20" fmla="*/ 898 w 1318389"/>
                <a:gd name="connsiteY20" fmla="*/ 878256 h 1665195"/>
                <a:gd name="connsiteX21" fmla="*/ 59313 w 1318389"/>
                <a:gd name="connsiteY21" fmla="*/ 760898 h 1665195"/>
                <a:gd name="connsiteX22" fmla="*/ 60023 w 1318389"/>
                <a:gd name="connsiteY22" fmla="*/ 760660 h 1665195"/>
                <a:gd name="connsiteX23" fmla="*/ 301509 w 1318389"/>
                <a:gd name="connsiteY23" fmla="*/ 256655 h 1665195"/>
                <a:gd name="connsiteX24" fmla="*/ 300401 w 1318389"/>
                <a:gd name="connsiteY24" fmla="*/ 253678 h 1665195"/>
                <a:gd name="connsiteX25" fmla="*/ 392815 w 1318389"/>
                <a:gd name="connsiteY25" fmla="*/ 125792 h 1665195"/>
                <a:gd name="connsiteX26" fmla="*/ 426561 w 1318389"/>
                <a:gd name="connsiteY26" fmla="*/ 127298 h 1665195"/>
                <a:gd name="connsiteX27" fmla="*/ 501833 w 1318389"/>
                <a:gd name="connsiteY27" fmla="*/ 25203 h 1665195"/>
                <a:gd name="connsiteX28" fmla="*/ 659591 w 1318389"/>
                <a:gd name="connsiteY28" fmla="*/ 0 h 1665195"/>
                <a:gd name="connsiteX29" fmla="*/ 767873 w 1318389"/>
                <a:gd name="connsiteY29" fmla="*/ 94280 h 1665195"/>
                <a:gd name="connsiteX30" fmla="*/ 773474 w 1318389"/>
                <a:gd name="connsiteY30" fmla="*/ 129752 h 1665195"/>
                <a:gd name="connsiteX31" fmla="*/ 750137 w 1318389"/>
                <a:gd name="connsiteY31" fmla="*/ 133486 h 1665195"/>
                <a:gd name="connsiteX32" fmla="*/ 643721 w 1318389"/>
                <a:gd name="connsiteY32" fmla="*/ 50407 h 1665195"/>
                <a:gd name="connsiteX33" fmla="*/ 528905 w 1318389"/>
                <a:gd name="connsiteY33" fmla="*/ 68143 h 1665195"/>
                <a:gd name="connsiteX34" fmla="*/ 477195 w 1318389"/>
                <a:gd name="connsiteY34" fmla="*/ 147376 h 1665195"/>
                <a:gd name="connsiteX35" fmla="*/ 504919 w 1318389"/>
                <a:gd name="connsiteY35" fmla="*/ 176856 h 1665195"/>
                <a:gd name="connsiteX36" fmla="*/ 520701 w 1318389"/>
                <a:gd name="connsiteY36" fmla="*/ 218206 h 1665195"/>
                <a:gd name="connsiteX37" fmla="*/ 520838 w 1318389"/>
                <a:gd name="connsiteY37" fmla="*/ 251739 h 1665195"/>
                <a:gd name="connsiteX38" fmla="*/ 512601 w 1318389"/>
                <a:gd name="connsiteY38" fmla="*/ 279384 h 1665195"/>
                <a:gd name="connsiteX39" fmla="*/ 572778 w 1318389"/>
                <a:gd name="connsiteY39" fmla="*/ 326714 h 1665195"/>
                <a:gd name="connsiteX40" fmla="*/ 687595 w 1318389"/>
                <a:gd name="connsiteY40" fmla="*/ 308045 h 1665195"/>
                <a:gd name="connsiteX41" fmla="*/ 763207 w 1318389"/>
                <a:gd name="connsiteY41" fmla="*/ 196028 h 1665195"/>
                <a:gd name="connsiteX42" fmla="*/ 785610 w 1318389"/>
                <a:gd name="connsiteY42" fmla="*/ 192294 h 1665195"/>
                <a:gd name="connsiteX43" fmla="*/ 791211 w 1318389"/>
                <a:gd name="connsiteY43" fmla="*/ 227766 h 1665195"/>
                <a:gd name="connsiteX44" fmla="*/ 718400 w 1318389"/>
                <a:gd name="connsiteY44" fmla="*/ 350984 h 1665195"/>
                <a:gd name="connsiteX45" fmla="*/ 560643 w 1318389"/>
                <a:gd name="connsiteY45" fmla="*/ 376188 h 1665195"/>
                <a:gd name="connsiteX46" fmla="*/ 481653 w 1318389"/>
                <a:gd name="connsiteY46" fmla="*/ 320430 h 1665195"/>
                <a:gd name="connsiteX47" fmla="*/ 469637 w 1318389"/>
                <a:gd name="connsiteY47" fmla="*/ 330704 h 1665195"/>
                <a:gd name="connsiteX48" fmla="*/ 462283 w 1318389"/>
                <a:gd name="connsiteY48" fmla="*/ 333441 h 1665195"/>
                <a:gd name="connsiteX49" fmla="*/ 252808 w 1318389"/>
                <a:gd name="connsiteY49" fmla="*/ 858867 h 1665195"/>
                <a:gd name="connsiteX50" fmla="*/ 444434 w 1318389"/>
                <a:gd name="connsiteY50" fmla="*/ 1190772 h 1665195"/>
                <a:gd name="connsiteX51" fmla="*/ 801245 w 1318389"/>
                <a:gd name="connsiteY51" fmla="*/ 1187463 h 1665195"/>
                <a:gd name="connsiteX52" fmla="*/ 801245 w 1318389"/>
                <a:gd name="connsiteY52" fmla="*/ 1116815 h 1665195"/>
                <a:gd name="connsiteX53" fmla="*/ 890858 w 1318389"/>
                <a:gd name="connsiteY53" fmla="*/ 1027202 h 1665195"/>
                <a:gd name="connsiteX54" fmla="*/ 1200123 w 1318389"/>
                <a:gd name="connsiteY54" fmla="*/ 1027202 h 1665195"/>
                <a:gd name="connsiteX55" fmla="*/ 1205949 w 1318389"/>
                <a:gd name="connsiteY55" fmla="*/ 998361 h 1665195"/>
                <a:gd name="connsiteX56" fmla="*/ 1288518 w 1318389"/>
                <a:gd name="connsiteY56" fmla="*/ 943622 h 1665195"/>
                <a:gd name="connsiteX57" fmla="*/ 1318389 w 1318389"/>
                <a:gd name="connsiteY57" fmla="*/ 974426 h 1665195"/>
                <a:gd name="connsiteX58" fmla="*/ 1318389 w 1318389"/>
                <a:gd name="connsiteY58" fmla="*/ 1635324 h 1665195"/>
                <a:gd name="connsiteX59" fmla="*/ 1288518 w 1318389"/>
                <a:gd name="connsiteY59" fmla="*/ 1665195 h 1665195"/>
                <a:gd name="connsiteX60" fmla="*/ 1205949 w 1318389"/>
                <a:gd name="connsiteY60" fmla="*/ 1610455 h 1665195"/>
                <a:gd name="connsiteX61" fmla="*/ 1203531 w 1318389"/>
                <a:gd name="connsiteY61" fmla="*/ 1598487 h 1665195"/>
                <a:gd name="connsiteX62" fmla="*/ 890858 w 1318389"/>
                <a:gd name="connsiteY62" fmla="*/ 1598487 h 1665195"/>
                <a:gd name="connsiteX63" fmla="*/ 801245 w 1318389"/>
                <a:gd name="connsiteY63" fmla="*/ 1508873 h 1665195"/>
                <a:gd name="connsiteX64" fmla="*/ 801245 w 1318389"/>
                <a:gd name="connsiteY64" fmla="*/ 1426032 h 1665195"/>
                <a:gd name="connsiteX65" fmla="*/ 379661 w 1318389"/>
                <a:gd name="connsiteY65" fmla="*/ 1429942 h 1665195"/>
                <a:gd name="connsiteX66" fmla="*/ 294951 w 1318389"/>
                <a:gd name="connsiteY66" fmla="*/ 1395390 h 1665195"/>
                <a:gd name="connsiteX67" fmla="*/ 270560 w 1318389"/>
                <a:gd name="connsiteY67" fmla="*/ 1359849 h 1665195"/>
                <a:gd name="connsiteX68" fmla="*/ 263688 w 1318389"/>
                <a:gd name="connsiteY68" fmla="*/ 1352058 h 1665195"/>
                <a:gd name="connsiteX69" fmla="*/ 15908 w 1318389"/>
                <a:gd name="connsiteY69" fmla="*/ 922891 h 1665195"/>
                <a:gd name="connsiteX70" fmla="*/ 898 w 1318389"/>
                <a:gd name="connsiteY70" fmla="*/ 878256 h 166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318389" h="1665195">
                  <a:moveTo>
                    <a:pt x="855467" y="1312844"/>
                  </a:moveTo>
                  <a:cubicBezTo>
                    <a:pt x="855467" y="1336181"/>
                    <a:pt x="875070" y="1355784"/>
                    <a:pt x="898407" y="1355784"/>
                  </a:cubicBezTo>
                  <a:cubicBezTo>
                    <a:pt x="921743" y="1355784"/>
                    <a:pt x="941347" y="1336181"/>
                    <a:pt x="941347" y="1312844"/>
                  </a:cubicBezTo>
                  <a:cubicBezTo>
                    <a:pt x="941347" y="1289508"/>
                    <a:pt x="921743" y="1269904"/>
                    <a:pt x="898407" y="1269904"/>
                  </a:cubicBezTo>
                  <a:cubicBezTo>
                    <a:pt x="875070" y="1269904"/>
                    <a:pt x="855467" y="1289508"/>
                    <a:pt x="855467" y="1312844"/>
                  </a:cubicBezTo>
                  <a:close/>
                  <a:moveTo>
                    <a:pt x="362769" y="236590"/>
                  </a:moveTo>
                  <a:cubicBezTo>
                    <a:pt x="362769" y="260040"/>
                    <a:pt x="381779" y="279050"/>
                    <a:pt x="405229" y="279050"/>
                  </a:cubicBezTo>
                  <a:cubicBezTo>
                    <a:pt x="428679" y="279050"/>
                    <a:pt x="447689" y="260040"/>
                    <a:pt x="447689" y="236590"/>
                  </a:cubicBezTo>
                  <a:cubicBezTo>
                    <a:pt x="447689" y="213140"/>
                    <a:pt x="428679" y="194130"/>
                    <a:pt x="405229" y="194130"/>
                  </a:cubicBezTo>
                  <a:cubicBezTo>
                    <a:pt x="381779" y="194130"/>
                    <a:pt x="362769" y="213140"/>
                    <a:pt x="362769" y="236590"/>
                  </a:cubicBezTo>
                  <a:close/>
                  <a:moveTo>
                    <a:pt x="348187" y="1312844"/>
                  </a:moveTo>
                  <a:cubicBezTo>
                    <a:pt x="348187" y="1336181"/>
                    <a:pt x="367790" y="1355784"/>
                    <a:pt x="391127" y="1355784"/>
                  </a:cubicBezTo>
                  <a:cubicBezTo>
                    <a:pt x="414463" y="1355784"/>
                    <a:pt x="434066" y="1336181"/>
                    <a:pt x="434066" y="1312844"/>
                  </a:cubicBezTo>
                  <a:cubicBezTo>
                    <a:pt x="434066" y="1289508"/>
                    <a:pt x="414463" y="1269904"/>
                    <a:pt x="391127" y="1269904"/>
                  </a:cubicBezTo>
                  <a:cubicBezTo>
                    <a:pt x="367790" y="1269904"/>
                    <a:pt x="348187" y="1289508"/>
                    <a:pt x="348187" y="1312844"/>
                  </a:cubicBezTo>
                  <a:close/>
                  <a:moveTo>
                    <a:pt x="81655" y="873373"/>
                  </a:moveTo>
                  <a:cubicBezTo>
                    <a:pt x="81655" y="896710"/>
                    <a:pt x="101258" y="916313"/>
                    <a:pt x="124595" y="916313"/>
                  </a:cubicBezTo>
                  <a:cubicBezTo>
                    <a:pt x="147931" y="916313"/>
                    <a:pt x="167534" y="896710"/>
                    <a:pt x="167534" y="873373"/>
                  </a:cubicBezTo>
                  <a:cubicBezTo>
                    <a:pt x="167534" y="850037"/>
                    <a:pt x="147931" y="830433"/>
                    <a:pt x="124595" y="830433"/>
                  </a:cubicBezTo>
                  <a:cubicBezTo>
                    <a:pt x="101258" y="830433"/>
                    <a:pt x="81655" y="850037"/>
                    <a:pt x="81655" y="873373"/>
                  </a:cubicBezTo>
                  <a:close/>
                  <a:moveTo>
                    <a:pt x="898" y="878256"/>
                  </a:moveTo>
                  <a:cubicBezTo>
                    <a:pt x="-4792" y="832394"/>
                    <a:pt x="16774" y="785458"/>
                    <a:pt x="59313" y="760898"/>
                  </a:cubicBezTo>
                  <a:lnTo>
                    <a:pt x="60023" y="760660"/>
                  </a:lnTo>
                  <a:lnTo>
                    <a:pt x="301509" y="256655"/>
                  </a:lnTo>
                  <a:lnTo>
                    <a:pt x="300401" y="253678"/>
                  </a:lnTo>
                  <a:cubicBezTo>
                    <a:pt x="291067" y="193002"/>
                    <a:pt x="332139" y="135127"/>
                    <a:pt x="392815" y="125792"/>
                  </a:cubicBezTo>
                  <a:lnTo>
                    <a:pt x="426561" y="127298"/>
                  </a:lnTo>
                  <a:lnTo>
                    <a:pt x="501833" y="25203"/>
                  </a:lnTo>
                  <a:lnTo>
                    <a:pt x="659591" y="0"/>
                  </a:lnTo>
                  <a:lnTo>
                    <a:pt x="767873" y="94280"/>
                  </a:lnTo>
                  <a:lnTo>
                    <a:pt x="773474" y="129752"/>
                  </a:lnTo>
                  <a:lnTo>
                    <a:pt x="750137" y="133486"/>
                  </a:lnTo>
                  <a:lnTo>
                    <a:pt x="643721" y="50407"/>
                  </a:lnTo>
                  <a:lnTo>
                    <a:pt x="528905" y="68143"/>
                  </a:lnTo>
                  <a:lnTo>
                    <a:pt x="477195" y="147376"/>
                  </a:lnTo>
                  <a:lnTo>
                    <a:pt x="504919" y="176856"/>
                  </a:lnTo>
                  <a:cubicBezTo>
                    <a:pt x="512650" y="189093"/>
                    <a:pt x="518134" y="203037"/>
                    <a:pt x="520701" y="218206"/>
                  </a:cubicBezTo>
                  <a:cubicBezTo>
                    <a:pt x="522451" y="229583"/>
                    <a:pt x="522429" y="240861"/>
                    <a:pt x="520838" y="251739"/>
                  </a:cubicBezTo>
                  <a:lnTo>
                    <a:pt x="512601" y="279384"/>
                  </a:lnTo>
                  <a:lnTo>
                    <a:pt x="572778" y="326714"/>
                  </a:lnTo>
                  <a:lnTo>
                    <a:pt x="687595" y="308045"/>
                  </a:lnTo>
                  <a:lnTo>
                    <a:pt x="763207" y="196028"/>
                  </a:lnTo>
                  <a:lnTo>
                    <a:pt x="785610" y="192294"/>
                  </a:lnTo>
                  <a:lnTo>
                    <a:pt x="791211" y="227766"/>
                  </a:lnTo>
                  <a:lnTo>
                    <a:pt x="718400" y="350984"/>
                  </a:lnTo>
                  <a:lnTo>
                    <a:pt x="560643" y="376188"/>
                  </a:lnTo>
                  <a:lnTo>
                    <a:pt x="481653" y="320430"/>
                  </a:lnTo>
                  <a:lnTo>
                    <a:pt x="469637" y="330704"/>
                  </a:lnTo>
                  <a:lnTo>
                    <a:pt x="462283" y="333441"/>
                  </a:lnTo>
                  <a:lnTo>
                    <a:pt x="252808" y="858867"/>
                  </a:lnTo>
                  <a:lnTo>
                    <a:pt x="444434" y="1190772"/>
                  </a:lnTo>
                  <a:lnTo>
                    <a:pt x="801245" y="1187463"/>
                  </a:lnTo>
                  <a:lnTo>
                    <a:pt x="801245" y="1116815"/>
                  </a:lnTo>
                  <a:cubicBezTo>
                    <a:pt x="801245" y="1067341"/>
                    <a:pt x="841384" y="1027202"/>
                    <a:pt x="890858" y="1027202"/>
                  </a:cubicBezTo>
                  <a:lnTo>
                    <a:pt x="1200123" y="1027202"/>
                  </a:lnTo>
                  <a:lnTo>
                    <a:pt x="1205949" y="998361"/>
                  </a:lnTo>
                  <a:cubicBezTo>
                    <a:pt x="1219557" y="966200"/>
                    <a:pt x="1251412" y="943622"/>
                    <a:pt x="1288518" y="943622"/>
                  </a:cubicBezTo>
                  <a:cubicBezTo>
                    <a:pt x="1305320" y="944554"/>
                    <a:pt x="1318389" y="957623"/>
                    <a:pt x="1318389" y="974426"/>
                  </a:cubicBezTo>
                  <a:lnTo>
                    <a:pt x="1318389" y="1635324"/>
                  </a:lnTo>
                  <a:cubicBezTo>
                    <a:pt x="1318389" y="1652126"/>
                    <a:pt x="1305320" y="1665195"/>
                    <a:pt x="1288518" y="1665195"/>
                  </a:cubicBezTo>
                  <a:cubicBezTo>
                    <a:pt x="1251412" y="1665195"/>
                    <a:pt x="1219557" y="1642617"/>
                    <a:pt x="1205949" y="1610455"/>
                  </a:cubicBezTo>
                  <a:lnTo>
                    <a:pt x="1203531" y="1598487"/>
                  </a:lnTo>
                  <a:lnTo>
                    <a:pt x="890858" y="1598487"/>
                  </a:lnTo>
                  <a:cubicBezTo>
                    <a:pt x="841384" y="1598487"/>
                    <a:pt x="801245" y="1558348"/>
                    <a:pt x="801245" y="1508873"/>
                  </a:cubicBezTo>
                  <a:lnTo>
                    <a:pt x="801245" y="1426032"/>
                  </a:lnTo>
                  <a:lnTo>
                    <a:pt x="379661" y="1429942"/>
                  </a:lnTo>
                  <a:cubicBezTo>
                    <a:pt x="346553" y="1429924"/>
                    <a:pt x="316655" y="1416756"/>
                    <a:pt x="294951" y="1395390"/>
                  </a:cubicBezTo>
                  <a:lnTo>
                    <a:pt x="270560" y="1359849"/>
                  </a:lnTo>
                  <a:lnTo>
                    <a:pt x="263688" y="1352058"/>
                  </a:lnTo>
                  <a:lnTo>
                    <a:pt x="15908" y="922891"/>
                  </a:lnTo>
                  <a:cubicBezTo>
                    <a:pt x="7721" y="908711"/>
                    <a:pt x="2795" y="893543"/>
                    <a:pt x="898" y="878256"/>
                  </a:cubicBezTo>
                  <a:close/>
                </a:path>
              </a:pathLst>
            </a:custGeom>
            <a:grpFill/>
            <a:ln w="9525" cap="flat">
              <a:noFill/>
              <a:prstDash val="solid"/>
              <a:miter/>
            </a:ln>
          </p:spPr>
          <p:txBody>
            <a:bodyPr wrap="square" rtlCol="0" anchor="ctr">
              <a:noAutofit/>
            </a:bodyPr>
            <a:lstStyle/>
            <a:p>
              <a:endParaRPr lang="en-US" dirty="0"/>
            </a:p>
          </p:txBody>
        </p:sp>
        <p:sp>
          <p:nvSpPr>
            <p:cNvPr id="52" name="Freeform: Shape 36">
              <a:extLst>
                <a:ext uri="{FF2B5EF4-FFF2-40B4-BE49-F238E27FC236}">
                  <a16:creationId xmlns:a16="http://schemas.microsoft.com/office/drawing/2014/main" id="{478AB6AF-4630-475F-9F43-81396D73FC4F}"/>
                </a:ext>
              </a:extLst>
            </p:cNvPr>
            <p:cNvSpPr/>
            <p:nvPr/>
          </p:nvSpPr>
          <p:spPr>
            <a:xfrm>
              <a:off x="9544125" y="1625233"/>
              <a:ext cx="1756228" cy="275072"/>
            </a:xfrm>
            <a:custGeom>
              <a:avLst/>
              <a:gdLst>
                <a:gd name="connsiteX0" fmla="*/ 2123188 w 2324346"/>
                <a:gd name="connsiteY0" fmla="*/ 127749 h 364054"/>
                <a:gd name="connsiteX1" fmla="*/ 2067056 w 2324346"/>
                <a:gd name="connsiteY1" fmla="*/ 183881 h 364054"/>
                <a:gd name="connsiteX2" fmla="*/ 2123188 w 2324346"/>
                <a:gd name="connsiteY2" fmla="*/ 240013 h 364054"/>
                <a:gd name="connsiteX3" fmla="*/ 2179320 w 2324346"/>
                <a:gd name="connsiteY3" fmla="*/ 183881 h 364054"/>
                <a:gd name="connsiteX4" fmla="*/ 2123188 w 2324346"/>
                <a:gd name="connsiteY4" fmla="*/ 127749 h 364054"/>
                <a:gd name="connsiteX5" fmla="*/ 1803836 w 2324346"/>
                <a:gd name="connsiteY5" fmla="*/ 127749 h 364054"/>
                <a:gd name="connsiteX6" fmla="*/ 1747704 w 2324346"/>
                <a:gd name="connsiteY6" fmla="*/ 183881 h 364054"/>
                <a:gd name="connsiteX7" fmla="*/ 1803836 w 2324346"/>
                <a:gd name="connsiteY7" fmla="*/ 240013 h 364054"/>
                <a:gd name="connsiteX8" fmla="*/ 1859968 w 2324346"/>
                <a:gd name="connsiteY8" fmla="*/ 183881 h 364054"/>
                <a:gd name="connsiteX9" fmla="*/ 1803836 w 2324346"/>
                <a:gd name="connsiteY9" fmla="*/ 127749 h 364054"/>
                <a:gd name="connsiteX10" fmla="*/ 1484484 w 2324346"/>
                <a:gd name="connsiteY10" fmla="*/ 127749 h 364054"/>
                <a:gd name="connsiteX11" fmla="*/ 1428352 w 2324346"/>
                <a:gd name="connsiteY11" fmla="*/ 183881 h 364054"/>
                <a:gd name="connsiteX12" fmla="*/ 1484484 w 2324346"/>
                <a:gd name="connsiteY12" fmla="*/ 240013 h 364054"/>
                <a:gd name="connsiteX13" fmla="*/ 1540616 w 2324346"/>
                <a:gd name="connsiteY13" fmla="*/ 183881 h 364054"/>
                <a:gd name="connsiteX14" fmla="*/ 1484484 w 2324346"/>
                <a:gd name="connsiteY14" fmla="*/ 127749 h 364054"/>
                <a:gd name="connsiteX15" fmla="*/ 1165131 w 2324346"/>
                <a:gd name="connsiteY15" fmla="*/ 127749 h 364054"/>
                <a:gd name="connsiteX16" fmla="*/ 1108999 w 2324346"/>
                <a:gd name="connsiteY16" fmla="*/ 183881 h 364054"/>
                <a:gd name="connsiteX17" fmla="*/ 1165131 w 2324346"/>
                <a:gd name="connsiteY17" fmla="*/ 240013 h 364054"/>
                <a:gd name="connsiteX18" fmla="*/ 1221263 w 2324346"/>
                <a:gd name="connsiteY18" fmla="*/ 183881 h 364054"/>
                <a:gd name="connsiteX19" fmla="*/ 1165131 w 2324346"/>
                <a:gd name="connsiteY19" fmla="*/ 127749 h 364054"/>
                <a:gd name="connsiteX20" fmla="*/ 845779 w 2324346"/>
                <a:gd name="connsiteY20" fmla="*/ 127749 h 364054"/>
                <a:gd name="connsiteX21" fmla="*/ 789647 w 2324346"/>
                <a:gd name="connsiteY21" fmla="*/ 183881 h 364054"/>
                <a:gd name="connsiteX22" fmla="*/ 845779 w 2324346"/>
                <a:gd name="connsiteY22" fmla="*/ 240013 h 364054"/>
                <a:gd name="connsiteX23" fmla="*/ 901911 w 2324346"/>
                <a:gd name="connsiteY23" fmla="*/ 183881 h 364054"/>
                <a:gd name="connsiteX24" fmla="*/ 845779 w 2324346"/>
                <a:gd name="connsiteY24" fmla="*/ 127749 h 364054"/>
                <a:gd name="connsiteX25" fmla="*/ 526427 w 2324346"/>
                <a:gd name="connsiteY25" fmla="*/ 127749 h 364054"/>
                <a:gd name="connsiteX26" fmla="*/ 470295 w 2324346"/>
                <a:gd name="connsiteY26" fmla="*/ 183881 h 364054"/>
                <a:gd name="connsiteX27" fmla="*/ 526427 w 2324346"/>
                <a:gd name="connsiteY27" fmla="*/ 240013 h 364054"/>
                <a:gd name="connsiteX28" fmla="*/ 582559 w 2324346"/>
                <a:gd name="connsiteY28" fmla="*/ 183881 h 364054"/>
                <a:gd name="connsiteX29" fmla="*/ 526427 w 2324346"/>
                <a:gd name="connsiteY29" fmla="*/ 127749 h 364054"/>
                <a:gd name="connsiteX30" fmla="*/ 207075 w 2324346"/>
                <a:gd name="connsiteY30" fmla="*/ 127749 h 364054"/>
                <a:gd name="connsiteX31" fmla="*/ 150943 w 2324346"/>
                <a:gd name="connsiteY31" fmla="*/ 183881 h 364054"/>
                <a:gd name="connsiteX32" fmla="*/ 207075 w 2324346"/>
                <a:gd name="connsiteY32" fmla="*/ 240013 h 364054"/>
                <a:gd name="connsiteX33" fmla="*/ 263207 w 2324346"/>
                <a:gd name="connsiteY33" fmla="*/ 183881 h 364054"/>
                <a:gd name="connsiteX34" fmla="*/ 207075 w 2324346"/>
                <a:gd name="connsiteY34" fmla="*/ 127749 h 364054"/>
                <a:gd name="connsiteX35" fmla="*/ 2123188 w 2324346"/>
                <a:gd name="connsiteY35" fmla="*/ 71617 h 364054"/>
                <a:gd name="connsiteX36" fmla="*/ 2235452 w 2324346"/>
                <a:gd name="connsiteY36" fmla="*/ 183881 h 364054"/>
                <a:gd name="connsiteX37" fmla="*/ 2123188 w 2324346"/>
                <a:gd name="connsiteY37" fmla="*/ 296145 h 364054"/>
                <a:gd name="connsiteX38" fmla="*/ 2010924 w 2324346"/>
                <a:gd name="connsiteY38" fmla="*/ 183881 h 364054"/>
                <a:gd name="connsiteX39" fmla="*/ 2123188 w 2324346"/>
                <a:gd name="connsiteY39" fmla="*/ 71617 h 364054"/>
                <a:gd name="connsiteX40" fmla="*/ 1803836 w 2324346"/>
                <a:gd name="connsiteY40" fmla="*/ 71617 h 364054"/>
                <a:gd name="connsiteX41" fmla="*/ 1916100 w 2324346"/>
                <a:gd name="connsiteY41" fmla="*/ 183881 h 364054"/>
                <a:gd name="connsiteX42" fmla="*/ 1803836 w 2324346"/>
                <a:gd name="connsiteY42" fmla="*/ 296145 h 364054"/>
                <a:gd name="connsiteX43" fmla="*/ 1691572 w 2324346"/>
                <a:gd name="connsiteY43" fmla="*/ 183881 h 364054"/>
                <a:gd name="connsiteX44" fmla="*/ 1803836 w 2324346"/>
                <a:gd name="connsiteY44" fmla="*/ 71617 h 364054"/>
                <a:gd name="connsiteX45" fmla="*/ 1484484 w 2324346"/>
                <a:gd name="connsiteY45" fmla="*/ 71617 h 364054"/>
                <a:gd name="connsiteX46" fmla="*/ 1596748 w 2324346"/>
                <a:gd name="connsiteY46" fmla="*/ 183881 h 364054"/>
                <a:gd name="connsiteX47" fmla="*/ 1484484 w 2324346"/>
                <a:gd name="connsiteY47" fmla="*/ 296145 h 364054"/>
                <a:gd name="connsiteX48" fmla="*/ 1372220 w 2324346"/>
                <a:gd name="connsiteY48" fmla="*/ 183881 h 364054"/>
                <a:gd name="connsiteX49" fmla="*/ 1484484 w 2324346"/>
                <a:gd name="connsiteY49" fmla="*/ 71617 h 364054"/>
                <a:gd name="connsiteX50" fmla="*/ 1165131 w 2324346"/>
                <a:gd name="connsiteY50" fmla="*/ 71617 h 364054"/>
                <a:gd name="connsiteX51" fmla="*/ 1277395 w 2324346"/>
                <a:gd name="connsiteY51" fmla="*/ 183881 h 364054"/>
                <a:gd name="connsiteX52" fmla="*/ 1165131 w 2324346"/>
                <a:gd name="connsiteY52" fmla="*/ 296145 h 364054"/>
                <a:gd name="connsiteX53" fmla="*/ 1052867 w 2324346"/>
                <a:gd name="connsiteY53" fmla="*/ 183881 h 364054"/>
                <a:gd name="connsiteX54" fmla="*/ 1165131 w 2324346"/>
                <a:gd name="connsiteY54" fmla="*/ 71617 h 364054"/>
                <a:gd name="connsiteX55" fmla="*/ 845779 w 2324346"/>
                <a:gd name="connsiteY55" fmla="*/ 71617 h 364054"/>
                <a:gd name="connsiteX56" fmla="*/ 958043 w 2324346"/>
                <a:gd name="connsiteY56" fmla="*/ 183881 h 364054"/>
                <a:gd name="connsiteX57" fmla="*/ 845779 w 2324346"/>
                <a:gd name="connsiteY57" fmla="*/ 296145 h 364054"/>
                <a:gd name="connsiteX58" fmla="*/ 733515 w 2324346"/>
                <a:gd name="connsiteY58" fmla="*/ 183881 h 364054"/>
                <a:gd name="connsiteX59" fmla="*/ 845779 w 2324346"/>
                <a:gd name="connsiteY59" fmla="*/ 71617 h 364054"/>
                <a:gd name="connsiteX60" fmla="*/ 526427 w 2324346"/>
                <a:gd name="connsiteY60" fmla="*/ 71617 h 364054"/>
                <a:gd name="connsiteX61" fmla="*/ 638691 w 2324346"/>
                <a:gd name="connsiteY61" fmla="*/ 183881 h 364054"/>
                <a:gd name="connsiteX62" fmla="*/ 526427 w 2324346"/>
                <a:gd name="connsiteY62" fmla="*/ 296145 h 364054"/>
                <a:gd name="connsiteX63" fmla="*/ 414163 w 2324346"/>
                <a:gd name="connsiteY63" fmla="*/ 183881 h 364054"/>
                <a:gd name="connsiteX64" fmla="*/ 526427 w 2324346"/>
                <a:gd name="connsiteY64" fmla="*/ 71617 h 364054"/>
                <a:gd name="connsiteX65" fmla="*/ 207075 w 2324346"/>
                <a:gd name="connsiteY65" fmla="*/ 71617 h 364054"/>
                <a:gd name="connsiteX66" fmla="*/ 319339 w 2324346"/>
                <a:gd name="connsiteY66" fmla="*/ 183881 h 364054"/>
                <a:gd name="connsiteX67" fmla="*/ 207075 w 2324346"/>
                <a:gd name="connsiteY67" fmla="*/ 296145 h 364054"/>
                <a:gd name="connsiteX68" fmla="*/ 94811 w 2324346"/>
                <a:gd name="connsiteY68" fmla="*/ 183881 h 364054"/>
                <a:gd name="connsiteX69" fmla="*/ 207075 w 2324346"/>
                <a:gd name="connsiteY69" fmla="*/ 71617 h 364054"/>
                <a:gd name="connsiteX70" fmla="*/ 182844 w 2324346"/>
                <a:gd name="connsiteY70" fmla="*/ 45713 h 364054"/>
                <a:gd name="connsiteX71" fmla="*/ 46530 w 2324346"/>
                <a:gd name="connsiteY71" fmla="*/ 182027 h 364054"/>
                <a:gd name="connsiteX72" fmla="*/ 182844 w 2324346"/>
                <a:gd name="connsiteY72" fmla="*/ 318341 h 364054"/>
                <a:gd name="connsiteX73" fmla="*/ 2141502 w 2324346"/>
                <a:gd name="connsiteY73" fmla="*/ 318341 h 364054"/>
                <a:gd name="connsiteX74" fmla="*/ 2277816 w 2324346"/>
                <a:gd name="connsiteY74" fmla="*/ 182027 h 364054"/>
                <a:gd name="connsiteX75" fmla="*/ 2141502 w 2324346"/>
                <a:gd name="connsiteY75" fmla="*/ 45713 h 364054"/>
                <a:gd name="connsiteX76" fmla="*/ 182027 w 2324346"/>
                <a:gd name="connsiteY76" fmla="*/ 0 h 364054"/>
                <a:gd name="connsiteX77" fmla="*/ 2142319 w 2324346"/>
                <a:gd name="connsiteY77" fmla="*/ 0 h 364054"/>
                <a:gd name="connsiteX78" fmla="*/ 2324346 w 2324346"/>
                <a:gd name="connsiteY78" fmla="*/ 182027 h 364054"/>
                <a:gd name="connsiteX79" fmla="*/ 2142319 w 2324346"/>
                <a:gd name="connsiteY79" fmla="*/ 364054 h 364054"/>
                <a:gd name="connsiteX80" fmla="*/ 182027 w 2324346"/>
                <a:gd name="connsiteY80" fmla="*/ 364054 h 364054"/>
                <a:gd name="connsiteX81" fmla="*/ 0 w 2324346"/>
                <a:gd name="connsiteY81" fmla="*/ 182027 h 364054"/>
                <a:gd name="connsiteX82" fmla="*/ 182027 w 2324346"/>
                <a:gd name="connsiteY82" fmla="*/ 0 h 36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2324346" h="364054">
                  <a:moveTo>
                    <a:pt x="2123188" y="127749"/>
                  </a:moveTo>
                  <a:cubicBezTo>
                    <a:pt x="2092187" y="127749"/>
                    <a:pt x="2067056" y="152880"/>
                    <a:pt x="2067056" y="183881"/>
                  </a:cubicBezTo>
                  <a:cubicBezTo>
                    <a:pt x="2067056" y="214882"/>
                    <a:pt x="2092187" y="240013"/>
                    <a:pt x="2123188" y="240013"/>
                  </a:cubicBezTo>
                  <a:cubicBezTo>
                    <a:pt x="2154189" y="240013"/>
                    <a:pt x="2179320" y="214882"/>
                    <a:pt x="2179320" y="183881"/>
                  </a:cubicBezTo>
                  <a:cubicBezTo>
                    <a:pt x="2179320" y="152880"/>
                    <a:pt x="2154189" y="127749"/>
                    <a:pt x="2123188" y="127749"/>
                  </a:cubicBezTo>
                  <a:close/>
                  <a:moveTo>
                    <a:pt x="1803836" y="127749"/>
                  </a:moveTo>
                  <a:cubicBezTo>
                    <a:pt x="1772835" y="127749"/>
                    <a:pt x="1747704" y="152880"/>
                    <a:pt x="1747704" y="183881"/>
                  </a:cubicBezTo>
                  <a:cubicBezTo>
                    <a:pt x="1747704" y="214882"/>
                    <a:pt x="1772835" y="240013"/>
                    <a:pt x="1803836" y="240013"/>
                  </a:cubicBezTo>
                  <a:cubicBezTo>
                    <a:pt x="1834837" y="240013"/>
                    <a:pt x="1859968" y="214882"/>
                    <a:pt x="1859968" y="183881"/>
                  </a:cubicBezTo>
                  <a:cubicBezTo>
                    <a:pt x="1859968" y="152880"/>
                    <a:pt x="1834837" y="127749"/>
                    <a:pt x="1803836" y="127749"/>
                  </a:cubicBezTo>
                  <a:close/>
                  <a:moveTo>
                    <a:pt x="1484484" y="127749"/>
                  </a:moveTo>
                  <a:cubicBezTo>
                    <a:pt x="1453483" y="127749"/>
                    <a:pt x="1428352" y="152880"/>
                    <a:pt x="1428352" y="183881"/>
                  </a:cubicBezTo>
                  <a:cubicBezTo>
                    <a:pt x="1428352" y="214882"/>
                    <a:pt x="1453483" y="240013"/>
                    <a:pt x="1484484" y="240013"/>
                  </a:cubicBezTo>
                  <a:cubicBezTo>
                    <a:pt x="1515485" y="240013"/>
                    <a:pt x="1540616" y="214882"/>
                    <a:pt x="1540616" y="183881"/>
                  </a:cubicBezTo>
                  <a:cubicBezTo>
                    <a:pt x="1540616" y="152880"/>
                    <a:pt x="1515485" y="127749"/>
                    <a:pt x="1484484" y="127749"/>
                  </a:cubicBezTo>
                  <a:close/>
                  <a:moveTo>
                    <a:pt x="1165131" y="127749"/>
                  </a:moveTo>
                  <a:cubicBezTo>
                    <a:pt x="1134130" y="127749"/>
                    <a:pt x="1108999" y="152880"/>
                    <a:pt x="1108999" y="183881"/>
                  </a:cubicBezTo>
                  <a:cubicBezTo>
                    <a:pt x="1108999" y="214882"/>
                    <a:pt x="1134130" y="240013"/>
                    <a:pt x="1165131" y="240013"/>
                  </a:cubicBezTo>
                  <a:cubicBezTo>
                    <a:pt x="1196132" y="240013"/>
                    <a:pt x="1221263" y="214882"/>
                    <a:pt x="1221263" y="183881"/>
                  </a:cubicBezTo>
                  <a:cubicBezTo>
                    <a:pt x="1221263" y="152880"/>
                    <a:pt x="1196132" y="127749"/>
                    <a:pt x="1165131" y="127749"/>
                  </a:cubicBezTo>
                  <a:close/>
                  <a:moveTo>
                    <a:pt x="845779" y="127749"/>
                  </a:moveTo>
                  <a:cubicBezTo>
                    <a:pt x="814778" y="127749"/>
                    <a:pt x="789647" y="152880"/>
                    <a:pt x="789647" y="183881"/>
                  </a:cubicBezTo>
                  <a:cubicBezTo>
                    <a:pt x="789647" y="214882"/>
                    <a:pt x="814778" y="240013"/>
                    <a:pt x="845779" y="240013"/>
                  </a:cubicBezTo>
                  <a:cubicBezTo>
                    <a:pt x="876780" y="240013"/>
                    <a:pt x="901911" y="214882"/>
                    <a:pt x="901911" y="183881"/>
                  </a:cubicBezTo>
                  <a:cubicBezTo>
                    <a:pt x="901911" y="152880"/>
                    <a:pt x="876780" y="127749"/>
                    <a:pt x="845779" y="127749"/>
                  </a:cubicBezTo>
                  <a:close/>
                  <a:moveTo>
                    <a:pt x="526427" y="127749"/>
                  </a:moveTo>
                  <a:cubicBezTo>
                    <a:pt x="495426" y="127749"/>
                    <a:pt x="470295" y="152880"/>
                    <a:pt x="470295" y="183881"/>
                  </a:cubicBezTo>
                  <a:cubicBezTo>
                    <a:pt x="470295" y="214882"/>
                    <a:pt x="495426" y="240013"/>
                    <a:pt x="526427" y="240013"/>
                  </a:cubicBezTo>
                  <a:cubicBezTo>
                    <a:pt x="557428" y="240013"/>
                    <a:pt x="582559" y="214882"/>
                    <a:pt x="582559" y="183881"/>
                  </a:cubicBezTo>
                  <a:cubicBezTo>
                    <a:pt x="582559" y="152880"/>
                    <a:pt x="557428" y="127749"/>
                    <a:pt x="526427" y="127749"/>
                  </a:cubicBezTo>
                  <a:close/>
                  <a:moveTo>
                    <a:pt x="207075" y="127749"/>
                  </a:moveTo>
                  <a:cubicBezTo>
                    <a:pt x="176074" y="127749"/>
                    <a:pt x="150943" y="152880"/>
                    <a:pt x="150943" y="183881"/>
                  </a:cubicBezTo>
                  <a:cubicBezTo>
                    <a:pt x="150943" y="214882"/>
                    <a:pt x="176074" y="240013"/>
                    <a:pt x="207075" y="240013"/>
                  </a:cubicBezTo>
                  <a:cubicBezTo>
                    <a:pt x="238076" y="240013"/>
                    <a:pt x="263207" y="214882"/>
                    <a:pt x="263207" y="183881"/>
                  </a:cubicBezTo>
                  <a:cubicBezTo>
                    <a:pt x="263207" y="152880"/>
                    <a:pt x="238076" y="127749"/>
                    <a:pt x="207075" y="127749"/>
                  </a:cubicBezTo>
                  <a:close/>
                  <a:moveTo>
                    <a:pt x="2123188" y="71617"/>
                  </a:moveTo>
                  <a:cubicBezTo>
                    <a:pt x="2185190" y="71617"/>
                    <a:pt x="2235452" y="121879"/>
                    <a:pt x="2235452" y="183881"/>
                  </a:cubicBezTo>
                  <a:cubicBezTo>
                    <a:pt x="2235452" y="245883"/>
                    <a:pt x="2185190" y="296145"/>
                    <a:pt x="2123188" y="296145"/>
                  </a:cubicBezTo>
                  <a:cubicBezTo>
                    <a:pt x="2061186" y="296145"/>
                    <a:pt x="2010924" y="245883"/>
                    <a:pt x="2010924" y="183881"/>
                  </a:cubicBezTo>
                  <a:cubicBezTo>
                    <a:pt x="2010924" y="121879"/>
                    <a:pt x="2061186" y="71617"/>
                    <a:pt x="2123188" y="71617"/>
                  </a:cubicBezTo>
                  <a:close/>
                  <a:moveTo>
                    <a:pt x="1803836" y="71617"/>
                  </a:moveTo>
                  <a:cubicBezTo>
                    <a:pt x="1865838" y="71617"/>
                    <a:pt x="1916100" y="121879"/>
                    <a:pt x="1916100" y="183881"/>
                  </a:cubicBezTo>
                  <a:cubicBezTo>
                    <a:pt x="1916100" y="245883"/>
                    <a:pt x="1865838" y="296145"/>
                    <a:pt x="1803836" y="296145"/>
                  </a:cubicBezTo>
                  <a:cubicBezTo>
                    <a:pt x="1741834" y="296145"/>
                    <a:pt x="1691572" y="245883"/>
                    <a:pt x="1691572" y="183881"/>
                  </a:cubicBezTo>
                  <a:cubicBezTo>
                    <a:pt x="1691572" y="121879"/>
                    <a:pt x="1741834" y="71617"/>
                    <a:pt x="1803836" y="71617"/>
                  </a:cubicBezTo>
                  <a:close/>
                  <a:moveTo>
                    <a:pt x="1484484" y="71617"/>
                  </a:moveTo>
                  <a:cubicBezTo>
                    <a:pt x="1546486" y="71617"/>
                    <a:pt x="1596748" y="121879"/>
                    <a:pt x="1596748" y="183881"/>
                  </a:cubicBezTo>
                  <a:cubicBezTo>
                    <a:pt x="1596748" y="245883"/>
                    <a:pt x="1546486" y="296145"/>
                    <a:pt x="1484484" y="296145"/>
                  </a:cubicBezTo>
                  <a:cubicBezTo>
                    <a:pt x="1422482" y="296145"/>
                    <a:pt x="1372220" y="245883"/>
                    <a:pt x="1372220" y="183881"/>
                  </a:cubicBezTo>
                  <a:cubicBezTo>
                    <a:pt x="1372220" y="121879"/>
                    <a:pt x="1422482" y="71617"/>
                    <a:pt x="1484484" y="71617"/>
                  </a:cubicBezTo>
                  <a:close/>
                  <a:moveTo>
                    <a:pt x="1165131" y="71617"/>
                  </a:moveTo>
                  <a:cubicBezTo>
                    <a:pt x="1227133" y="71617"/>
                    <a:pt x="1277395" y="121879"/>
                    <a:pt x="1277395" y="183881"/>
                  </a:cubicBezTo>
                  <a:cubicBezTo>
                    <a:pt x="1277395" y="245883"/>
                    <a:pt x="1227133" y="296145"/>
                    <a:pt x="1165131" y="296145"/>
                  </a:cubicBezTo>
                  <a:cubicBezTo>
                    <a:pt x="1103129" y="296145"/>
                    <a:pt x="1052867" y="245883"/>
                    <a:pt x="1052867" y="183881"/>
                  </a:cubicBezTo>
                  <a:cubicBezTo>
                    <a:pt x="1052867" y="121879"/>
                    <a:pt x="1103129" y="71617"/>
                    <a:pt x="1165131" y="71617"/>
                  </a:cubicBezTo>
                  <a:close/>
                  <a:moveTo>
                    <a:pt x="845779" y="71617"/>
                  </a:moveTo>
                  <a:cubicBezTo>
                    <a:pt x="907781" y="71617"/>
                    <a:pt x="958043" y="121879"/>
                    <a:pt x="958043" y="183881"/>
                  </a:cubicBezTo>
                  <a:cubicBezTo>
                    <a:pt x="958043" y="245883"/>
                    <a:pt x="907781" y="296145"/>
                    <a:pt x="845779" y="296145"/>
                  </a:cubicBezTo>
                  <a:cubicBezTo>
                    <a:pt x="783777" y="296145"/>
                    <a:pt x="733515" y="245883"/>
                    <a:pt x="733515" y="183881"/>
                  </a:cubicBezTo>
                  <a:cubicBezTo>
                    <a:pt x="733515" y="121879"/>
                    <a:pt x="783777" y="71617"/>
                    <a:pt x="845779" y="71617"/>
                  </a:cubicBezTo>
                  <a:close/>
                  <a:moveTo>
                    <a:pt x="526427" y="71617"/>
                  </a:moveTo>
                  <a:cubicBezTo>
                    <a:pt x="588429" y="71617"/>
                    <a:pt x="638691" y="121879"/>
                    <a:pt x="638691" y="183881"/>
                  </a:cubicBezTo>
                  <a:cubicBezTo>
                    <a:pt x="638691" y="245883"/>
                    <a:pt x="588429" y="296145"/>
                    <a:pt x="526427" y="296145"/>
                  </a:cubicBezTo>
                  <a:cubicBezTo>
                    <a:pt x="464425" y="296145"/>
                    <a:pt x="414163" y="245883"/>
                    <a:pt x="414163" y="183881"/>
                  </a:cubicBezTo>
                  <a:cubicBezTo>
                    <a:pt x="414163" y="121879"/>
                    <a:pt x="464425" y="71617"/>
                    <a:pt x="526427" y="71617"/>
                  </a:cubicBezTo>
                  <a:close/>
                  <a:moveTo>
                    <a:pt x="207075" y="71617"/>
                  </a:moveTo>
                  <a:cubicBezTo>
                    <a:pt x="269077" y="71617"/>
                    <a:pt x="319339" y="121879"/>
                    <a:pt x="319339" y="183881"/>
                  </a:cubicBezTo>
                  <a:cubicBezTo>
                    <a:pt x="319339" y="245883"/>
                    <a:pt x="269077" y="296145"/>
                    <a:pt x="207075" y="296145"/>
                  </a:cubicBezTo>
                  <a:cubicBezTo>
                    <a:pt x="145073" y="296145"/>
                    <a:pt x="94811" y="245883"/>
                    <a:pt x="94811" y="183881"/>
                  </a:cubicBezTo>
                  <a:cubicBezTo>
                    <a:pt x="94811" y="121879"/>
                    <a:pt x="145073" y="71617"/>
                    <a:pt x="207075" y="71617"/>
                  </a:cubicBezTo>
                  <a:close/>
                  <a:moveTo>
                    <a:pt x="182844" y="45713"/>
                  </a:moveTo>
                  <a:cubicBezTo>
                    <a:pt x="107560" y="45713"/>
                    <a:pt x="46530" y="106743"/>
                    <a:pt x="46530" y="182027"/>
                  </a:cubicBezTo>
                  <a:cubicBezTo>
                    <a:pt x="46530" y="257311"/>
                    <a:pt x="107560" y="318341"/>
                    <a:pt x="182844" y="318341"/>
                  </a:cubicBezTo>
                  <a:lnTo>
                    <a:pt x="2141502" y="318341"/>
                  </a:lnTo>
                  <a:cubicBezTo>
                    <a:pt x="2216786" y="318341"/>
                    <a:pt x="2277816" y="257311"/>
                    <a:pt x="2277816" y="182027"/>
                  </a:cubicBezTo>
                  <a:cubicBezTo>
                    <a:pt x="2277816" y="106743"/>
                    <a:pt x="2216786" y="45713"/>
                    <a:pt x="2141502" y="45713"/>
                  </a:cubicBezTo>
                  <a:close/>
                  <a:moveTo>
                    <a:pt x="182027" y="0"/>
                  </a:moveTo>
                  <a:lnTo>
                    <a:pt x="2142319" y="0"/>
                  </a:lnTo>
                  <a:cubicBezTo>
                    <a:pt x="2242850" y="0"/>
                    <a:pt x="2324346" y="81496"/>
                    <a:pt x="2324346" y="182027"/>
                  </a:cubicBezTo>
                  <a:cubicBezTo>
                    <a:pt x="2324346" y="282558"/>
                    <a:pt x="2242850" y="364054"/>
                    <a:pt x="2142319" y="364054"/>
                  </a:cubicBezTo>
                  <a:lnTo>
                    <a:pt x="182027" y="364054"/>
                  </a:lnTo>
                  <a:cubicBezTo>
                    <a:pt x="81496" y="364054"/>
                    <a:pt x="0" y="282558"/>
                    <a:pt x="0" y="182027"/>
                  </a:cubicBezTo>
                  <a:cubicBezTo>
                    <a:pt x="0" y="81496"/>
                    <a:pt x="81496" y="0"/>
                    <a:pt x="18202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sp>
        <p:nvSpPr>
          <p:cNvPr id="53" name="Freeform: Shape 36">
            <a:extLst>
              <a:ext uri="{FF2B5EF4-FFF2-40B4-BE49-F238E27FC236}">
                <a16:creationId xmlns:a16="http://schemas.microsoft.com/office/drawing/2014/main" id="{880F5AF0-BE68-4BA9-99CA-1345F428C2C6}"/>
              </a:ext>
            </a:extLst>
          </p:cNvPr>
          <p:cNvSpPr/>
          <p:nvPr/>
        </p:nvSpPr>
        <p:spPr>
          <a:xfrm>
            <a:off x="8700859" y="3268599"/>
            <a:ext cx="416222" cy="3064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8" name="그룹 127">
            <a:extLst>
              <a:ext uri="{FF2B5EF4-FFF2-40B4-BE49-F238E27FC236}">
                <a16:creationId xmlns:a16="http://schemas.microsoft.com/office/drawing/2014/main" id="{E3C14454-2C73-4340-9DEA-4A64F8549BF5}"/>
              </a:ext>
            </a:extLst>
          </p:cNvPr>
          <p:cNvGrpSpPr/>
          <p:nvPr/>
        </p:nvGrpSpPr>
        <p:grpSpPr>
          <a:xfrm>
            <a:off x="5721655" y="3712591"/>
            <a:ext cx="1077709" cy="778386"/>
            <a:chOff x="5356944" y="3419183"/>
            <a:chExt cx="1425126" cy="1029312"/>
          </a:xfrm>
        </p:grpSpPr>
        <p:sp>
          <p:nvSpPr>
            <p:cNvPr id="127" name="자유형: 도형 126">
              <a:extLst>
                <a:ext uri="{FF2B5EF4-FFF2-40B4-BE49-F238E27FC236}">
                  <a16:creationId xmlns:a16="http://schemas.microsoft.com/office/drawing/2014/main" id="{63565551-1B32-4C2B-94C4-6359F4E50740}"/>
                </a:ext>
              </a:extLst>
            </p:cNvPr>
            <p:cNvSpPr/>
            <p:nvPr/>
          </p:nvSpPr>
          <p:spPr>
            <a:xfrm>
              <a:off x="5356944" y="4225282"/>
              <a:ext cx="1425126" cy="223213"/>
            </a:xfrm>
            <a:custGeom>
              <a:avLst/>
              <a:gdLst>
                <a:gd name="connsiteX0" fmla="*/ 1301789 w 1425126"/>
                <a:gd name="connsiteY0" fmla="*/ 78327 h 223213"/>
                <a:gd name="connsiteX1" fmla="*/ 1267373 w 1425126"/>
                <a:gd name="connsiteY1" fmla="*/ 112743 h 223213"/>
                <a:gd name="connsiteX2" fmla="*/ 1301789 w 1425126"/>
                <a:gd name="connsiteY2" fmla="*/ 147159 h 223213"/>
                <a:gd name="connsiteX3" fmla="*/ 1336205 w 1425126"/>
                <a:gd name="connsiteY3" fmla="*/ 112743 h 223213"/>
                <a:gd name="connsiteX4" fmla="*/ 1301789 w 1425126"/>
                <a:gd name="connsiteY4" fmla="*/ 78327 h 223213"/>
                <a:gd name="connsiteX5" fmla="*/ 1105985 w 1425126"/>
                <a:gd name="connsiteY5" fmla="*/ 78327 h 223213"/>
                <a:gd name="connsiteX6" fmla="*/ 1071569 w 1425126"/>
                <a:gd name="connsiteY6" fmla="*/ 112743 h 223213"/>
                <a:gd name="connsiteX7" fmla="*/ 1105985 w 1425126"/>
                <a:gd name="connsiteY7" fmla="*/ 147159 h 223213"/>
                <a:gd name="connsiteX8" fmla="*/ 1140401 w 1425126"/>
                <a:gd name="connsiteY8" fmla="*/ 112743 h 223213"/>
                <a:gd name="connsiteX9" fmla="*/ 1105985 w 1425126"/>
                <a:gd name="connsiteY9" fmla="*/ 78327 h 223213"/>
                <a:gd name="connsiteX10" fmla="*/ 910180 w 1425126"/>
                <a:gd name="connsiteY10" fmla="*/ 78327 h 223213"/>
                <a:gd name="connsiteX11" fmla="*/ 875764 w 1425126"/>
                <a:gd name="connsiteY11" fmla="*/ 112743 h 223213"/>
                <a:gd name="connsiteX12" fmla="*/ 910180 w 1425126"/>
                <a:gd name="connsiteY12" fmla="*/ 147159 h 223213"/>
                <a:gd name="connsiteX13" fmla="*/ 944596 w 1425126"/>
                <a:gd name="connsiteY13" fmla="*/ 112743 h 223213"/>
                <a:gd name="connsiteX14" fmla="*/ 910180 w 1425126"/>
                <a:gd name="connsiteY14" fmla="*/ 78327 h 223213"/>
                <a:gd name="connsiteX15" fmla="*/ 714376 w 1425126"/>
                <a:gd name="connsiteY15" fmla="*/ 78327 h 223213"/>
                <a:gd name="connsiteX16" fmla="*/ 679960 w 1425126"/>
                <a:gd name="connsiteY16" fmla="*/ 112743 h 223213"/>
                <a:gd name="connsiteX17" fmla="*/ 714376 w 1425126"/>
                <a:gd name="connsiteY17" fmla="*/ 147159 h 223213"/>
                <a:gd name="connsiteX18" fmla="*/ 748792 w 1425126"/>
                <a:gd name="connsiteY18" fmla="*/ 112743 h 223213"/>
                <a:gd name="connsiteX19" fmla="*/ 714376 w 1425126"/>
                <a:gd name="connsiteY19" fmla="*/ 78327 h 223213"/>
                <a:gd name="connsiteX20" fmla="*/ 518572 w 1425126"/>
                <a:gd name="connsiteY20" fmla="*/ 78327 h 223213"/>
                <a:gd name="connsiteX21" fmla="*/ 484156 w 1425126"/>
                <a:gd name="connsiteY21" fmla="*/ 112743 h 223213"/>
                <a:gd name="connsiteX22" fmla="*/ 518572 w 1425126"/>
                <a:gd name="connsiteY22" fmla="*/ 147159 h 223213"/>
                <a:gd name="connsiteX23" fmla="*/ 552988 w 1425126"/>
                <a:gd name="connsiteY23" fmla="*/ 112743 h 223213"/>
                <a:gd name="connsiteX24" fmla="*/ 518572 w 1425126"/>
                <a:gd name="connsiteY24" fmla="*/ 78327 h 223213"/>
                <a:gd name="connsiteX25" fmla="*/ 322768 w 1425126"/>
                <a:gd name="connsiteY25" fmla="*/ 78327 h 223213"/>
                <a:gd name="connsiteX26" fmla="*/ 288352 w 1425126"/>
                <a:gd name="connsiteY26" fmla="*/ 112743 h 223213"/>
                <a:gd name="connsiteX27" fmla="*/ 322768 w 1425126"/>
                <a:gd name="connsiteY27" fmla="*/ 147159 h 223213"/>
                <a:gd name="connsiteX28" fmla="*/ 357184 w 1425126"/>
                <a:gd name="connsiteY28" fmla="*/ 112743 h 223213"/>
                <a:gd name="connsiteX29" fmla="*/ 322768 w 1425126"/>
                <a:gd name="connsiteY29" fmla="*/ 78327 h 223213"/>
                <a:gd name="connsiteX30" fmla="*/ 126964 w 1425126"/>
                <a:gd name="connsiteY30" fmla="*/ 78327 h 223213"/>
                <a:gd name="connsiteX31" fmla="*/ 92548 w 1425126"/>
                <a:gd name="connsiteY31" fmla="*/ 112743 h 223213"/>
                <a:gd name="connsiteX32" fmla="*/ 126964 w 1425126"/>
                <a:gd name="connsiteY32" fmla="*/ 147159 h 223213"/>
                <a:gd name="connsiteX33" fmla="*/ 161380 w 1425126"/>
                <a:gd name="connsiteY33" fmla="*/ 112743 h 223213"/>
                <a:gd name="connsiteX34" fmla="*/ 126964 w 1425126"/>
                <a:gd name="connsiteY34" fmla="*/ 78327 h 223213"/>
                <a:gd name="connsiteX35" fmla="*/ 1301789 w 1425126"/>
                <a:gd name="connsiteY35" fmla="*/ 43911 h 223213"/>
                <a:gd name="connsiteX36" fmla="*/ 1370621 w 1425126"/>
                <a:gd name="connsiteY36" fmla="*/ 112743 h 223213"/>
                <a:gd name="connsiteX37" fmla="*/ 1301789 w 1425126"/>
                <a:gd name="connsiteY37" fmla="*/ 181575 h 223213"/>
                <a:gd name="connsiteX38" fmla="*/ 1232957 w 1425126"/>
                <a:gd name="connsiteY38" fmla="*/ 112743 h 223213"/>
                <a:gd name="connsiteX39" fmla="*/ 1301789 w 1425126"/>
                <a:gd name="connsiteY39" fmla="*/ 43911 h 223213"/>
                <a:gd name="connsiteX40" fmla="*/ 1105985 w 1425126"/>
                <a:gd name="connsiteY40" fmla="*/ 43911 h 223213"/>
                <a:gd name="connsiteX41" fmla="*/ 1174817 w 1425126"/>
                <a:gd name="connsiteY41" fmla="*/ 112743 h 223213"/>
                <a:gd name="connsiteX42" fmla="*/ 1105985 w 1425126"/>
                <a:gd name="connsiteY42" fmla="*/ 181575 h 223213"/>
                <a:gd name="connsiteX43" fmla="*/ 1037153 w 1425126"/>
                <a:gd name="connsiteY43" fmla="*/ 112743 h 223213"/>
                <a:gd name="connsiteX44" fmla="*/ 1105985 w 1425126"/>
                <a:gd name="connsiteY44" fmla="*/ 43911 h 223213"/>
                <a:gd name="connsiteX45" fmla="*/ 910180 w 1425126"/>
                <a:gd name="connsiteY45" fmla="*/ 43911 h 223213"/>
                <a:gd name="connsiteX46" fmla="*/ 979012 w 1425126"/>
                <a:gd name="connsiteY46" fmla="*/ 112743 h 223213"/>
                <a:gd name="connsiteX47" fmla="*/ 910180 w 1425126"/>
                <a:gd name="connsiteY47" fmla="*/ 181575 h 223213"/>
                <a:gd name="connsiteX48" fmla="*/ 841348 w 1425126"/>
                <a:gd name="connsiteY48" fmla="*/ 112743 h 223213"/>
                <a:gd name="connsiteX49" fmla="*/ 910180 w 1425126"/>
                <a:gd name="connsiteY49" fmla="*/ 43911 h 223213"/>
                <a:gd name="connsiteX50" fmla="*/ 714376 w 1425126"/>
                <a:gd name="connsiteY50" fmla="*/ 43911 h 223213"/>
                <a:gd name="connsiteX51" fmla="*/ 783208 w 1425126"/>
                <a:gd name="connsiteY51" fmla="*/ 112743 h 223213"/>
                <a:gd name="connsiteX52" fmla="*/ 714376 w 1425126"/>
                <a:gd name="connsiteY52" fmla="*/ 181575 h 223213"/>
                <a:gd name="connsiteX53" fmla="*/ 645544 w 1425126"/>
                <a:gd name="connsiteY53" fmla="*/ 112743 h 223213"/>
                <a:gd name="connsiteX54" fmla="*/ 714376 w 1425126"/>
                <a:gd name="connsiteY54" fmla="*/ 43911 h 223213"/>
                <a:gd name="connsiteX55" fmla="*/ 518572 w 1425126"/>
                <a:gd name="connsiteY55" fmla="*/ 43911 h 223213"/>
                <a:gd name="connsiteX56" fmla="*/ 587404 w 1425126"/>
                <a:gd name="connsiteY56" fmla="*/ 112743 h 223213"/>
                <a:gd name="connsiteX57" fmla="*/ 518572 w 1425126"/>
                <a:gd name="connsiteY57" fmla="*/ 181575 h 223213"/>
                <a:gd name="connsiteX58" fmla="*/ 449740 w 1425126"/>
                <a:gd name="connsiteY58" fmla="*/ 112743 h 223213"/>
                <a:gd name="connsiteX59" fmla="*/ 518572 w 1425126"/>
                <a:gd name="connsiteY59" fmla="*/ 43911 h 223213"/>
                <a:gd name="connsiteX60" fmla="*/ 322768 w 1425126"/>
                <a:gd name="connsiteY60" fmla="*/ 43911 h 223213"/>
                <a:gd name="connsiteX61" fmla="*/ 391600 w 1425126"/>
                <a:gd name="connsiteY61" fmla="*/ 112743 h 223213"/>
                <a:gd name="connsiteX62" fmla="*/ 322768 w 1425126"/>
                <a:gd name="connsiteY62" fmla="*/ 181575 h 223213"/>
                <a:gd name="connsiteX63" fmla="*/ 253936 w 1425126"/>
                <a:gd name="connsiteY63" fmla="*/ 112743 h 223213"/>
                <a:gd name="connsiteX64" fmla="*/ 322768 w 1425126"/>
                <a:gd name="connsiteY64" fmla="*/ 43911 h 223213"/>
                <a:gd name="connsiteX65" fmla="*/ 126964 w 1425126"/>
                <a:gd name="connsiteY65" fmla="*/ 43911 h 223213"/>
                <a:gd name="connsiteX66" fmla="*/ 195796 w 1425126"/>
                <a:gd name="connsiteY66" fmla="*/ 112743 h 223213"/>
                <a:gd name="connsiteX67" fmla="*/ 126964 w 1425126"/>
                <a:gd name="connsiteY67" fmla="*/ 181575 h 223213"/>
                <a:gd name="connsiteX68" fmla="*/ 58132 w 1425126"/>
                <a:gd name="connsiteY68" fmla="*/ 112743 h 223213"/>
                <a:gd name="connsiteX69" fmla="*/ 126964 w 1425126"/>
                <a:gd name="connsiteY69" fmla="*/ 43911 h 223213"/>
                <a:gd name="connsiteX70" fmla="*/ 112107 w 1425126"/>
                <a:gd name="connsiteY70" fmla="*/ 28028 h 223213"/>
                <a:gd name="connsiteX71" fmla="*/ 35096 w 1425126"/>
                <a:gd name="connsiteY71" fmla="*/ 79074 h 223213"/>
                <a:gd name="connsiteX72" fmla="*/ 28528 w 1425126"/>
                <a:gd name="connsiteY72" fmla="*/ 111606 h 223213"/>
                <a:gd name="connsiteX73" fmla="*/ 35096 w 1425126"/>
                <a:gd name="connsiteY73" fmla="*/ 144138 h 223213"/>
                <a:gd name="connsiteX74" fmla="*/ 112107 w 1425126"/>
                <a:gd name="connsiteY74" fmla="*/ 195184 h 223213"/>
                <a:gd name="connsiteX75" fmla="*/ 1313018 w 1425126"/>
                <a:gd name="connsiteY75" fmla="*/ 195185 h 223213"/>
                <a:gd name="connsiteX76" fmla="*/ 1396597 w 1425126"/>
                <a:gd name="connsiteY76" fmla="*/ 111606 h 223213"/>
                <a:gd name="connsiteX77" fmla="*/ 1396597 w 1425126"/>
                <a:gd name="connsiteY77" fmla="*/ 111606 h 223213"/>
                <a:gd name="connsiteX78" fmla="*/ 1313019 w 1425126"/>
                <a:gd name="connsiteY78" fmla="*/ 28028 h 223213"/>
                <a:gd name="connsiteX79" fmla="*/ 111606 w 1425126"/>
                <a:gd name="connsiteY79" fmla="*/ 0 h 223213"/>
                <a:gd name="connsiteX80" fmla="*/ 1313520 w 1425126"/>
                <a:gd name="connsiteY80" fmla="*/ 0 h 223213"/>
                <a:gd name="connsiteX81" fmla="*/ 1425126 w 1425126"/>
                <a:gd name="connsiteY81" fmla="*/ 111607 h 223213"/>
                <a:gd name="connsiteX82" fmla="*/ 1425126 w 1425126"/>
                <a:gd name="connsiteY82" fmla="*/ 111607 h 223213"/>
                <a:gd name="connsiteX83" fmla="*/ 1313519 w 1425126"/>
                <a:gd name="connsiteY83" fmla="*/ 223213 h 223213"/>
                <a:gd name="connsiteX84" fmla="*/ 111606 w 1425126"/>
                <a:gd name="connsiteY84" fmla="*/ 223213 h 223213"/>
                <a:gd name="connsiteX85" fmla="*/ 8770 w 1425126"/>
                <a:gd name="connsiteY85" fmla="*/ 155049 h 223213"/>
                <a:gd name="connsiteX86" fmla="*/ 0 w 1425126"/>
                <a:gd name="connsiteY86" fmla="*/ 111607 h 223213"/>
                <a:gd name="connsiteX87" fmla="*/ 8770 w 1425126"/>
                <a:gd name="connsiteY87" fmla="*/ 68165 h 223213"/>
                <a:gd name="connsiteX88" fmla="*/ 111606 w 1425126"/>
                <a:gd name="connsiteY88" fmla="*/ 0 h 223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425126" h="223213">
                  <a:moveTo>
                    <a:pt x="1301789" y="78327"/>
                  </a:moveTo>
                  <a:cubicBezTo>
                    <a:pt x="1282782" y="78327"/>
                    <a:pt x="1267373" y="93736"/>
                    <a:pt x="1267373" y="112743"/>
                  </a:cubicBezTo>
                  <a:cubicBezTo>
                    <a:pt x="1267373" y="131750"/>
                    <a:pt x="1282782" y="147159"/>
                    <a:pt x="1301789" y="147159"/>
                  </a:cubicBezTo>
                  <a:cubicBezTo>
                    <a:pt x="1320796" y="147159"/>
                    <a:pt x="1336205" y="131750"/>
                    <a:pt x="1336205" y="112743"/>
                  </a:cubicBezTo>
                  <a:cubicBezTo>
                    <a:pt x="1336205" y="93736"/>
                    <a:pt x="1320796" y="78327"/>
                    <a:pt x="1301789" y="78327"/>
                  </a:cubicBezTo>
                  <a:close/>
                  <a:moveTo>
                    <a:pt x="1105985" y="78327"/>
                  </a:moveTo>
                  <a:cubicBezTo>
                    <a:pt x="1086978" y="78327"/>
                    <a:pt x="1071569" y="93736"/>
                    <a:pt x="1071569" y="112743"/>
                  </a:cubicBezTo>
                  <a:cubicBezTo>
                    <a:pt x="1071569" y="131750"/>
                    <a:pt x="1086978" y="147159"/>
                    <a:pt x="1105985" y="147159"/>
                  </a:cubicBezTo>
                  <a:cubicBezTo>
                    <a:pt x="1124992" y="147159"/>
                    <a:pt x="1140401" y="131750"/>
                    <a:pt x="1140401" y="112743"/>
                  </a:cubicBezTo>
                  <a:cubicBezTo>
                    <a:pt x="1140401" y="93736"/>
                    <a:pt x="1124992" y="78327"/>
                    <a:pt x="1105985" y="78327"/>
                  </a:cubicBezTo>
                  <a:close/>
                  <a:moveTo>
                    <a:pt x="910180" y="78327"/>
                  </a:moveTo>
                  <a:cubicBezTo>
                    <a:pt x="891173" y="78327"/>
                    <a:pt x="875764" y="93736"/>
                    <a:pt x="875764" y="112743"/>
                  </a:cubicBezTo>
                  <a:cubicBezTo>
                    <a:pt x="875764" y="131750"/>
                    <a:pt x="891173" y="147159"/>
                    <a:pt x="910180" y="147159"/>
                  </a:cubicBezTo>
                  <a:cubicBezTo>
                    <a:pt x="929187" y="147159"/>
                    <a:pt x="944596" y="131750"/>
                    <a:pt x="944596" y="112743"/>
                  </a:cubicBezTo>
                  <a:cubicBezTo>
                    <a:pt x="944596" y="93736"/>
                    <a:pt x="929187" y="78327"/>
                    <a:pt x="910180" y="78327"/>
                  </a:cubicBezTo>
                  <a:close/>
                  <a:moveTo>
                    <a:pt x="714376" y="78327"/>
                  </a:moveTo>
                  <a:cubicBezTo>
                    <a:pt x="695369" y="78327"/>
                    <a:pt x="679960" y="93736"/>
                    <a:pt x="679960" y="112743"/>
                  </a:cubicBezTo>
                  <a:cubicBezTo>
                    <a:pt x="679960" y="131750"/>
                    <a:pt x="695369" y="147159"/>
                    <a:pt x="714376" y="147159"/>
                  </a:cubicBezTo>
                  <a:cubicBezTo>
                    <a:pt x="733383" y="147159"/>
                    <a:pt x="748792" y="131750"/>
                    <a:pt x="748792" y="112743"/>
                  </a:cubicBezTo>
                  <a:cubicBezTo>
                    <a:pt x="748792" y="93736"/>
                    <a:pt x="733383" y="78327"/>
                    <a:pt x="714376" y="78327"/>
                  </a:cubicBezTo>
                  <a:close/>
                  <a:moveTo>
                    <a:pt x="518572" y="78327"/>
                  </a:moveTo>
                  <a:cubicBezTo>
                    <a:pt x="499565" y="78327"/>
                    <a:pt x="484156" y="93736"/>
                    <a:pt x="484156" y="112743"/>
                  </a:cubicBezTo>
                  <a:cubicBezTo>
                    <a:pt x="484156" y="131750"/>
                    <a:pt x="499565" y="147159"/>
                    <a:pt x="518572" y="147159"/>
                  </a:cubicBezTo>
                  <a:cubicBezTo>
                    <a:pt x="537579" y="147159"/>
                    <a:pt x="552988" y="131750"/>
                    <a:pt x="552988" y="112743"/>
                  </a:cubicBezTo>
                  <a:cubicBezTo>
                    <a:pt x="552988" y="93736"/>
                    <a:pt x="537579" y="78327"/>
                    <a:pt x="518572" y="78327"/>
                  </a:cubicBezTo>
                  <a:close/>
                  <a:moveTo>
                    <a:pt x="322768" y="78327"/>
                  </a:moveTo>
                  <a:cubicBezTo>
                    <a:pt x="303761" y="78327"/>
                    <a:pt x="288352" y="93736"/>
                    <a:pt x="288352" y="112743"/>
                  </a:cubicBezTo>
                  <a:cubicBezTo>
                    <a:pt x="288352" y="131750"/>
                    <a:pt x="303761" y="147159"/>
                    <a:pt x="322768" y="147159"/>
                  </a:cubicBezTo>
                  <a:cubicBezTo>
                    <a:pt x="341775" y="147159"/>
                    <a:pt x="357184" y="131750"/>
                    <a:pt x="357184" y="112743"/>
                  </a:cubicBezTo>
                  <a:cubicBezTo>
                    <a:pt x="357184" y="93736"/>
                    <a:pt x="341775" y="78327"/>
                    <a:pt x="322768" y="78327"/>
                  </a:cubicBezTo>
                  <a:close/>
                  <a:moveTo>
                    <a:pt x="126964" y="78327"/>
                  </a:moveTo>
                  <a:cubicBezTo>
                    <a:pt x="107957" y="78327"/>
                    <a:pt x="92548" y="93736"/>
                    <a:pt x="92548" y="112743"/>
                  </a:cubicBezTo>
                  <a:cubicBezTo>
                    <a:pt x="92548" y="131750"/>
                    <a:pt x="107957" y="147159"/>
                    <a:pt x="126964" y="147159"/>
                  </a:cubicBezTo>
                  <a:cubicBezTo>
                    <a:pt x="145971" y="147159"/>
                    <a:pt x="161380" y="131750"/>
                    <a:pt x="161380" y="112743"/>
                  </a:cubicBezTo>
                  <a:cubicBezTo>
                    <a:pt x="161380" y="93736"/>
                    <a:pt x="145971" y="78327"/>
                    <a:pt x="126964" y="78327"/>
                  </a:cubicBezTo>
                  <a:close/>
                  <a:moveTo>
                    <a:pt x="1301789" y="43911"/>
                  </a:moveTo>
                  <a:cubicBezTo>
                    <a:pt x="1339804" y="43911"/>
                    <a:pt x="1370621" y="74728"/>
                    <a:pt x="1370621" y="112743"/>
                  </a:cubicBezTo>
                  <a:cubicBezTo>
                    <a:pt x="1370621" y="150758"/>
                    <a:pt x="1339804" y="181575"/>
                    <a:pt x="1301789" y="181575"/>
                  </a:cubicBezTo>
                  <a:cubicBezTo>
                    <a:pt x="1263774" y="181575"/>
                    <a:pt x="1232957" y="150758"/>
                    <a:pt x="1232957" y="112743"/>
                  </a:cubicBezTo>
                  <a:cubicBezTo>
                    <a:pt x="1232957" y="74728"/>
                    <a:pt x="1263774" y="43911"/>
                    <a:pt x="1301789" y="43911"/>
                  </a:cubicBezTo>
                  <a:close/>
                  <a:moveTo>
                    <a:pt x="1105985" y="43911"/>
                  </a:moveTo>
                  <a:cubicBezTo>
                    <a:pt x="1144000" y="43911"/>
                    <a:pt x="1174817" y="74728"/>
                    <a:pt x="1174817" y="112743"/>
                  </a:cubicBezTo>
                  <a:cubicBezTo>
                    <a:pt x="1174817" y="150758"/>
                    <a:pt x="1144000" y="181575"/>
                    <a:pt x="1105985" y="181575"/>
                  </a:cubicBezTo>
                  <a:cubicBezTo>
                    <a:pt x="1067970" y="181575"/>
                    <a:pt x="1037153" y="150758"/>
                    <a:pt x="1037153" y="112743"/>
                  </a:cubicBezTo>
                  <a:cubicBezTo>
                    <a:pt x="1037153" y="74728"/>
                    <a:pt x="1067970" y="43911"/>
                    <a:pt x="1105985" y="43911"/>
                  </a:cubicBezTo>
                  <a:close/>
                  <a:moveTo>
                    <a:pt x="910180" y="43911"/>
                  </a:moveTo>
                  <a:cubicBezTo>
                    <a:pt x="948195" y="43911"/>
                    <a:pt x="979012" y="74728"/>
                    <a:pt x="979012" y="112743"/>
                  </a:cubicBezTo>
                  <a:cubicBezTo>
                    <a:pt x="979012" y="150758"/>
                    <a:pt x="948195" y="181575"/>
                    <a:pt x="910180" y="181575"/>
                  </a:cubicBezTo>
                  <a:cubicBezTo>
                    <a:pt x="872165" y="181575"/>
                    <a:pt x="841348" y="150758"/>
                    <a:pt x="841348" y="112743"/>
                  </a:cubicBezTo>
                  <a:cubicBezTo>
                    <a:pt x="841348" y="74728"/>
                    <a:pt x="872165" y="43911"/>
                    <a:pt x="910180" y="43911"/>
                  </a:cubicBezTo>
                  <a:close/>
                  <a:moveTo>
                    <a:pt x="714376" y="43911"/>
                  </a:moveTo>
                  <a:cubicBezTo>
                    <a:pt x="752391" y="43911"/>
                    <a:pt x="783208" y="74728"/>
                    <a:pt x="783208" y="112743"/>
                  </a:cubicBezTo>
                  <a:cubicBezTo>
                    <a:pt x="783208" y="150758"/>
                    <a:pt x="752391" y="181575"/>
                    <a:pt x="714376" y="181575"/>
                  </a:cubicBezTo>
                  <a:cubicBezTo>
                    <a:pt x="676361" y="181575"/>
                    <a:pt x="645544" y="150758"/>
                    <a:pt x="645544" y="112743"/>
                  </a:cubicBezTo>
                  <a:cubicBezTo>
                    <a:pt x="645544" y="74728"/>
                    <a:pt x="676361" y="43911"/>
                    <a:pt x="714376" y="43911"/>
                  </a:cubicBezTo>
                  <a:close/>
                  <a:moveTo>
                    <a:pt x="518572" y="43911"/>
                  </a:moveTo>
                  <a:cubicBezTo>
                    <a:pt x="556587" y="43911"/>
                    <a:pt x="587404" y="74728"/>
                    <a:pt x="587404" y="112743"/>
                  </a:cubicBezTo>
                  <a:cubicBezTo>
                    <a:pt x="587404" y="150758"/>
                    <a:pt x="556587" y="181575"/>
                    <a:pt x="518572" y="181575"/>
                  </a:cubicBezTo>
                  <a:cubicBezTo>
                    <a:pt x="480557" y="181575"/>
                    <a:pt x="449740" y="150758"/>
                    <a:pt x="449740" y="112743"/>
                  </a:cubicBezTo>
                  <a:cubicBezTo>
                    <a:pt x="449740" y="74728"/>
                    <a:pt x="480557" y="43911"/>
                    <a:pt x="518572" y="43911"/>
                  </a:cubicBezTo>
                  <a:close/>
                  <a:moveTo>
                    <a:pt x="322768" y="43911"/>
                  </a:moveTo>
                  <a:cubicBezTo>
                    <a:pt x="360783" y="43911"/>
                    <a:pt x="391600" y="74728"/>
                    <a:pt x="391600" y="112743"/>
                  </a:cubicBezTo>
                  <a:cubicBezTo>
                    <a:pt x="391600" y="150758"/>
                    <a:pt x="360783" y="181575"/>
                    <a:pt x="322768" y="181575"/>
                  </a:cubicBezTo>
                  <a:cubicBezTo>
                    <a:pt x="284753" y="181575"/>
                    <a:pt x="253936" y="150758"/>
                    <a:pt x="253936" y="112743"/>
                  </a:cubicBezTo>
                  <a:cubicBezTo>
                    <a:pt x="253936" y="74728"/>
                    <a:pt x="284753" y="43911"/>
                    <a:pt x="322768" y="43911"/>
                  </a:cubicBezTo>
                  <a:close/>
                  <a:moveTo>
                    <a:pt x="126964" y="43911"/>
                  </a:moveTo>
                  <a:cubicBezTo>
                    <a:pt x="164979" y="43911"/>
                    <a:pt x="195796" y="74728"/>
                    <a:pt x="195796" y="112743"/>
                  </a:cubicBezTo>
                  <a:cubicBezTo>
                    <a:pt x="195796" y="150758"/>
                    <a:pt x="164979" y="181575"/>
                    <a:pt x="126964" y="181575"/>
                  </a:cubicBezTo>
                  <a:cubicBezTo>
                    <a:pt x="88949" y="181575"/>
                    <a:pt x="58132" y="150758"/>
                    <a:pt x="58132" y="112743"/>
                  </a:cubicBezTo>
                  <a:cubicBezTo>
                    <a:pt x="58132" y="74728"/>
                    <a:pt x="88949" y="43911"/>
                    <a:pt x="126964" y="43911"/>
                  </a:cubicBezTo>
                  <a:close/>
                  <a:moveTo>
                    <a:pt x="112107" y="28028"/>
                  </a:moveTo>
                  <a:cubicBezTo>
                    <a:pt x="77487" y="28028"/>
                    <a:pt x="47784" y="49077"/>
                    <a:pt x="35096" y="79074"/>
                  </a:cubicBezTo>
                  <a:lnTo>
                    <a:pt x="28528" y="111606"/>
                  </a:lnTo>
                  <a:lnTo>
                    <a:pt x="35096" y="144138"/>
                  </a:lnTo>
                  <a:cubicBezTo>
                    <a:pt x="47784" y="174136"/>
                    <a:pt x="77487" y="195184"/>
                    <a:pt x="112107" y="195184"/>
                  </a:cubicBezTo>
                  <a:lnTo>
                    <a:pt x="1313018" y="195185"/>
                  </a:lnTo>
                  <a:cubicBezTo>
                    <a:pt x="1359177" y="195185"/>
                    <a:pt x="1396597" y="157765"/>
                    <a:pt x="1396597" y="111606"/>
                  </a:cubicBezTo>
                  <a:lnTo>
                    <a:pt x="1396597" y="111606"/>
                  </a:lnTo>
                  <a:cubicBezTo>
                    <a:pt x="1396597" y="65447"/>
                    <a:pt x="1359178" y="28028"/>
                    <a:pt x="1313019" y="28028"/>
                  </a:cubicBezTo>
                  <a:close/>
                  <a:moveTo>
                    <a:pt x="111606" y="0"/>
                  </a:moveTo>
                  <a:lnTo>
                    <a:pt x="1313520" y="0"/>
                  </a:lnTo>
                  <a:cubicBezTo>
                    <a:pt x="1375158" y="0"/>
                    <a:pt x="1425126" y="49968"/>
                    <a:pt x="1425126" y="111607"/>
                  </a:cubicBezTo>
                  <a:lnTo>
                    <a:pt x="1425126" y="111607"/>
                  </a:lnTo>
                  <a:cubicBezTo>
                    <a:pt x="1425126" y="173245"/>
                    <a:pt x="1375158" y="223213"/>
                    <a:pt x="1313519" y="223213"/>
                  </a:cubicBezTo>
                  <a:lnTo>
                    <a:pt x="111606" y="223213"/>
                  </a:lnTo>
                  <a:cubicBezTo>
                    <a:pt x="65377" y="223213"/>
                    <a:pt x="25713" y="195106"/>
                    <a:pt x="8770" y="155049"/>
                  </a:cubicBezTo>
                  <a:lnTo>
                    <a:pt x="0" y="111607"/>
                  </a:lnTo>
                  <a:lnTo>
                    <a:pt x="8770" y="68165"/>
                  </a:lnTo>
                  <a:cubicBezTo>
                    <a:pt x="25713" y="28107"/>
                    <a:pt x="65377" y="0"/>
                    <a:pt x="111606"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nvGrpSpPr>
            <p:cNvPr id="58" name="Group 123">
              <a:extLst>
                <a:ext uri="{FF2B5EF4-FFF2-40B4-BE49-F238E27FC236}">
                  <a16:creationId xmlns:a16="http://schemas.microsoft.com/office/drawing/2014/main" id="{6022478E-A7C5-4372-86F3-9F538FC84F18}"/>
                </a:ext>
              </a:extLst>
            </p:cNvPr>
            <p:cNvGrpSpPr/>
            <p:nvPr/>
          </p:nvGrpSpPr>
          <p:grpSpPr>
            <a:xfrm>
              <a:off x="6337494" y="3419183"/>
              <a:ext cx="289435" cy="811192"/>
              <a:chOff x="759811" y="527538"/>
              <a:chExt cx="1603131" cy="3974123"/>
            </a:xfrm>
          </p:grpSpPr>
          <p:grpSp>
            <p:nvGrpSpPr>
              <p:cNvPr id="82" name="Group 147">
                <a:extLst>
                  <a:ext uri="{FF2B5EF4-FFF2-40B4-BE49-F238E27FC236}">
                    <a16:creationId xmlns:a16="http://schemas.microsoft.com/office/drawing/2014/main" id="{BC6A019F-CE0A-4CBB-A198-4EBFD004DFF5}"/>
                  </a:ext>
                </a:extLst>
              </p:cNvPr>
              <p:cNvGrpSpPr/>
              <p:nvPr/>
            </p:nvGrpSpPr>
            <p:grpSpPr>
              <a:xfrm>
                <a:off x="1055818" y="527538"/>
                <a:ext cx="1011116" cy="3974123"/>
                <a:chOff x="3745523" y="738554"/>
                <a:chExt cx="870439" cy="3974123"/>
              </a:xfrm>
            </p:grpSpPr>
            <p:sp>
              <p:nvSpPr>
                <p:cNvPr id="89" name="Rectangle 154">
                  <a:extLst>
                    <a:ext uri="{FF2B5EF4-FFF2-40B4-BE49-F238E27FC236}">
                      <a16:creationId xmlns:a16="http://schemas.microsoft.com/office/drawing/2014/main" id="{9CEE3D32-EC2F-498B-8605-D20E8924E7B6}"/>
                    </a:ext>
                  </a:extLst>
                </p:cNvPr>
                <p:cNvSpPr/>
                <p:nvPr/>
              </p:nvSpPr>
              <p:spPr>
                <a:xfrm>
                  <a:off x="3745523" y="738554"/>
                  <a:ext cx="870439" cy="39741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0" name="Rectangle 155">
                  <a:extLst>
                    <a:ext uri="{FF2B5EF4-FFF2-40B4-BE49-F238E27FC236}">
                      <a16:creationId xmlns:a16="http://schemas.microsoft.com/office/drawing/2014/main" id="{AE80986C-7A59-4959-99FD-20425C344BB7}"/>
                    </a:ext>
                  </a:extLst>
                </p:cNvPr>
                <p:cNvSpPr/>
                <p:nvPr/>
              </p:nvSpPr>
              <p:spPr>
                <a:xfrm>
                  <a:off x="4176346" y="738554"/>
                  <a:ext cx="439616" cy="397412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83" name="Group 148">
                <a:extLst>
                  <a:ext uri="{FF2B5EF4-FFF2-40B4-BE49-F238E27FC236}">
                    <a16:creationId xmlns:a16="http://schemas.microsoft.com/office/drawing/2014/main" id="{6B834919-C1F8-4191-BF3D-A86A5EB1ECDF}"/>
                  </a:ext>
                </a:extLst>
              </p:cNvPr>
              <p:cNvGrpSpPr/>
              <p:nvPr/>
            </p:nvGrpSpPr>
            <p:grpSpPr>
              <a:xfrm>
                <a:off x="759811" y="1591407"/>
                <a:ext cx="1603131" cy="724247"/>
                <a:chOff x="3897923" y="890954"/>
                <a:chExt cx="870439" cy="3974123"/>
              </a:xfrm>
            </p:grpSpPr>
            <p:sp>
              <p:nvSpPr>
                <p:cNvPr id="87" name="Rectangle 152">
                  <a:extLst>
                    <a:ext uri="{FF2B5EF4-FFF2-40B4-BE49-F238E27FC236}">
                      <a16:creationId xmlns:a16="http://schemas.microsoft.com/office/drawing/2014/main" id="{789FDF46-DEF6-446E-9942-293B4CF96C7A}"/>
                    </a:ext>
                  </a:extLst>
                </p:cNvPr>
                <p:cNvSpPr/>
                <p:nvPr/>
              </p:nvSpPr>
              <p:spPr>
                <a:xfrm>
                  <a:off x="3897923" y="890954"/>
                  <a:ext cx="870439" cy="3974123"/>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8" name="Rectangle 153">
                  <a:extLst>
                    <a:ext uri="{FF2B5EF4-FFF2-40B4-BE49-F238E27FC236}">
                      <a16:creationId xmlns:a16="http://schemas.microsoft.com/office/drawing/2014/main" id="{859B578A-F8A7-4F01-A121-4F1C38E9159C}"/>
                    </a:ext>
                  </a:extLst>
                </p:cNvPr>
                <p:cNvSpPr/>
                <p:nvPr/>
              </p:nvSpPr>
              <p:spPr>
                <a:xfrm>
                  <a:off x="4328746" y="890954"/>
                  <a:ext cx="439616" cy="397412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84" name="Rectangle 149">
                <a:extLst>
                  <a:ext uri="{FF2B5EF4-FFF2-40B4-BE49-F238E27FC236}">
                    <a16:creationId xmlns:a16="http://schemas.microsoft.com/office/drawing/2014/main" id="{ACB2E6B7-3788-4660-91C5-A213053746B5}"/>
                  </a:ext>
                </a:extLst>
              </p:cNvPr>
              <p:cNvSpPr/>
              <p:nvPr/>
            </p:nvSpPr>
            <p:spPr>
              <a:xfrm>
                <a:off x="1055818" y="2330074"/>
                <a:ext cx="1011116" cy="375071"/>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5" name="Rectangle 150">
                <a:extLst>
                  <a:ext uri="{FF2B5EF4-FFF2-40B4-BE49-F238E27FC236}">
                    <a16:creationId xmlns:a16="http://schemas.microsoft.com/office/drawing/2014/main" id="{3FF24748-C4A4-4F49-A054-414AE0410FDE}"/>
                  </a:ext>
                </a:extLst>
              </p:cNvPr>
              <p:cNvSpPr/>
              <p:nvPr/>
            </p:nvSpPr>
            <p:spPr>
              <a:xfrm>
                <a:off x="1429777" y="2705145"/>
                <a:ext cx="274246" cy="41900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6" name="Rectangle 151">
                <a:extLst>
                  <a:ext uri="{FF2B5EF4-FFF2-40B4-BE49-F238E27FC236}">
                    <a16:creationId xmlns:a16="http://schemas.microsoft.com/office/drawing/2014/main" id="{E77E3F29-A4A2-402C-BA12-1FCF6B5E4AB8}"/>
                  </a:ext>
                </a:extLst>
              </p:cNvPr>
              <p:cNvSpPr/>
              <p:nvPr/>
            </p:nvSpPr>
            <p:spPr>
              <a:xfrm>
                <a:off x="1506693" y="3133868"/>
                <a:ext cx="123633" cy="298939"/>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59" name="Freeform: Shape 124">
              <a:extLst>
                <a:ext uri="{FF2B5EF4-FFF2-40B4-BE49-F238E27FC236}">
                  <a16:creationId xmlns:a16="http://schemas.microsoft.com/office/drawing/2014/main" id="{2ED3A8D5-A530-49A9-8740-BFF9CB36C0EB}"/>
                </a:ext>
              </a:extLst>
            </p:cNvPr>
            <p:cNvSpPr/>
            <p:nvPr/>
          </p:nvSpPr>
          <p:spPr>
            <a:xfrm>
              <a:off x="6444791" y="3996381"/>
              <a:ext cx="71916" cy="237776"/>
            </a:xfrm>
            <a:custGeom>
              <a:avLst/>
              <a:gdLst>
                <a:gd name="connsiteX0" fmla="*/ 142121 w 152400"/>
                <a:gd name="connsiteY0" fmla="*/ 516255 h 647700"/>
                <a:gd name="connsiteX1" fmla="*/ 154504 w 152400"/>
                <a:gd name="connsiteY1" fmla="*/ 254318 h 647700"/>
                <a:gd name="connsiteX2" fmla="*/ 119261 w 152400"/>
                <a:gd name="connsiteY2" fmla="*/ 180023 h 647700"/>
                <a:gd name="connsiteX3" fmla="*/ 101164 w 152400"/>
                <a:gd name="connsiteY3" fmla="*/ 54293 h 647700"/>
                <a:gd name="connsiteX4" fmla="*/ 78304 w 152400"/>
                <a:gd name="connsiteY4" fmla="*/ 0 h 647700"/>
                <a:gd name="connsiteX5" fmla="*/ 78304 w 152400"/>
                <a:gd name="connsiteY5" fmla="*/ 0 h 647700"/>
                <a:gd name="connsiteX6" fmla="*/ 77351 w 152400"/>
                <a:gd name="connsiteY6" fmla="*/ 0 h 647700"/>
                <a:gd name="connsiteX7" fmla="*/ 76399 w 152400"/>
                <a:gd name="connsiteY7" fmla="*/ 0 h 647700"/>
                <a:gd name="connsiteX8" fmla="*/ 76399 w 152400"/>
                <a:gd name="connsiteY8" fmla="*/ 0 h 647700"/>
                <a:gd name="connsiteX9" fmla="*/ 53539 w 152400"/>
                <a:gd name="connsiteY9" fmla="*/ 54293 h 647700"/>
                <a:gd name="connsiteX10" fmla="*/ 35441 w 152400"/>
                <a:gd name="connsiteY10" fmla="*/ 180023 h 647700"/>
                <a:gd name="connsiteX11" fmla="*/ 199 w 152400"/>
                <a:gd name="connsiteY11" fmla="*/ 254318 h 647700"/>
                <a:gd name="connsiteX12" fmla="*/ 12581 w 152400"/>
                <a:gd name="connsiteY12" fmla="*/ 516255 h 647700"/>
                <a:gd name="connsiteX13" fmla="*/ 12581 w 152400"/>
                <a:gd name="connsiteY13" fmla="*/ 575310 h 647700"/>
                <a:gd name="connsiteX14" fmla="*/ 2104 w 152400"/>
                <a:gd name="connsiteY14" fmla="*/ 638175 h 647700"/>
                <a:gd name="connsiteX15" fmla="*/ 150694 w 152400"/>
                <a:gd name="connsiteY15" fmla="*/ 638175 h 647700"/>
                <a:gd name="connsiteX16" fmla="*/ 140216 w 152400"/>
                <a:gd name="connsiteY16" fmla="*/ 575310 h 647700"/>
                <a:gd name="connsiteX17" fmla="*/ 142121 w 152400"/>
                <a:gd name="connsiteY17" fmla="*/ 516255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647700">
                  <a:moveTo>
                    <a:pt x="142121" y="516255"/>
                  </a:moveTo>
                  <a:cubicBezTo>
                    <a:pt x="144026" y="476250"/>
                    <a:pt x="156409" y="300038"/>
                    <a:pt x="154504" y="254318"/>
                  </a:cubicBezTo>
                  <a:cubicBezTo>
                    <a:pt x="153551" y="218123"/>
                    <a:pt x="137359" y="208598"/>
                    <a:pt x="119261" y="180023"/>
                  </a:cubicBezTo>
                  <a:cubicBezTo>
                    <a:pt x="97354" y="145733"/>
                    <a:pt x="101164" y="93345"/>
                    <a:pt x="101164" y="54293"/>
                  </a:cubicBezTo>
                  <a:cubicBezTo>
                    <a:pt x="101164" y="27623"/>
                    <a:pt x="114499" y="952"/>
                    <a:pt x="78304" y="0"/>
                  </a:cubicBezTo>
                  <a:cubicBezTo>
                    <a:pt x="78304" y="0"/>
                    <a:pt x="78304" y="0"/>
                    <a:pt x="78304" y="0"/>
                  </a:cubicBezTo>
                  <a:cubicBezTo>
                    <a:pt x="78304" y="0"/>
                    <a:pt x="78304" y="0"/>
                    <a:pt x="77351" y="0"/>
                  </a:cubicBezTo>
                  <a:cubicBezTo>
                    <a:pt x="77351" y="0"/>
                    <a:pt x="77351" y="0"/>
                    <a:pt x="76399" y="0"/>
                  </a:cubicBezTo>
                  <a:cubicBezTo>
                    <a:pt x="76399" y="0"/>
                    <a:pt x="76399" y="0"/>
                    <a:pt x="76399" y="0"/>
                  </a:cubicBezTo>
                  <a:cubicBezTo>
                    <a:pt x="39251" y="952"/>
                    <a:pt x="52586" y="26670"/>
                    <a:pt x="53539" y="54293"/>
                  </a:cubicBezTo>
                  <a:cubicBezTo>
                    <a:pt x="53539" y="93345"/>
                    <a:pt x="57349" y="145733"/>
                    <a:pt x="35441" y="180023"/>
                  </a:cubicBezTo>
                  <a:cubicBezTo>
                    <a:pt x="17344" y="208598"/>
                    <a:pt x="1151" y="218123"/>
                    <a:pt x="199" y="254318"/>
                  </a:cubicBezTo>
                  <a:cubicBezTo>
                    <a:pt x="-1706" y="300038"/>
                    <a:pt x="10676" y="476250"/>
                    <a:pt x="12581" y="516255"/>
                  </a:cubicBezTo>
                  <a:cubicBezTo>
                    <a:pt x="13534" y="536258"/>
                    <a:pt x="14486" y="555308"/>
                    <a:pt x="12581" y="575310"/>
                  </a:cubicBezTo>
                  <a:cubicBezTo>
                    <a:pt x="11629" y="591503"/>
                    <a:pt x="-3611" y="623888"/>
                    <a:pt x="2104" y="638175"/>
                  </a:cubicBezTo>
                  <a:cubicBezTo>
                    <a:pt x="8771" y="655320"/>
                    <a:pt x="144026" y="655320"/>
                    <a:pt x="150694" y="638175"/>
                  </a:cubicBezTo>
                  <a:cubicBezTo>
                    <a:pt x="156409" y="623888"/>
                    <a:pt x="141169" y="590550"/>
                    <a:pt x="140216" y="575310"/>
                  </a:cubicBezTo>
                  <a:cubicBezTo>
                    <a:pt x="140216" y="555308"/>
                    <a:pt x="141169" y="535305"/>
                    <a:pt x="142121" y="516255"/>
                  </a:cubicBezTo>
                  <a:close/>
                </a:path>
              </a:pathLst>
            </a:custGeom>
            <a:solidFill>
              <a:schemeClr val="bg1"/>
            </a:solidFill>
            <a:ln w="9525" cap="flat">
              <a:noFill/>
              <a:prstDash val="solid"/>
              <a:miter/>
            </a:ln>
          </p:spPr>
          <p:txBody>
            <a:bodyPr rtlCol="0" anchor="ctr"/>
            <a:lstStyle/>
            <a:p>
              <a:endParaRPr lang="en-US"/>
            </a:p>
          </p:txBody>
        </p:sp>
        <p:grpSp>
          <p:nvGrpSpPr>
            <p:cNvPr id="60" name="Group 125">
              <a:extLst>
                <a:ext uri="{FF2B5EF4-FFF2-40B4-BE49-F238E27FC236}">
                  <a16:creationId xmlns:a16="http://schemas.microsoft.com/office/drawing/2014/main" id="{C1E9FE9B-F88D-42CB-8FCD-55C1F1128BA0}"/>
                </a:ext>
              </a:extLst>
            </p:cNvPr>
            <p:cNvGrpSpPr/>
            <p:nvPr/>
          </p:nvGrpSpPr>
          <p:grpSpPr>
            <a:xfrm>
              <a:off x="5924789" y="3419183"/>
              <a:ext cx="289435" cy="811192"/>
              <a:chOff x="759811" y="527538"/>
              <a:chExt cx="1603131" cy="3974123"/>
            </a:xfrm>
          </p:grpSpPr>
          <p:grpSp>
            <p:nvGrpSpPr>
              <p:cNvPr id="73" name="Group 138">
                <a:extLst>
                  <a:ext uri="{FF2B5EF4-FFF2-40B4-BE49-F238E27FC236}">
                    <a16:creationId xmlns:a16="http://schemas.microsoft.com/office/drawing/2014/main" id="{48E5F51E-8F02-44E7-932D-2DF5A7561352}"/>
                  </a:ext>
                </a:extLst>
              </p:cNvPr>
              <p:cNvGrpSpPr/>
              <p:nvPr/>
            </p:nvGrpSpPr>
            <p:grpSpPr>
              <a:xfrm>
                <a:off x="1055818" y="527538"/>
                <a:ext cx="1011116" cy="3974123"/>
                <a:chOff x="3745523" y="738554"/>
                <a:chExt cx="870439" cy="3974123"/>
              </a:xfrm>
            </p:grpSpPr>
            <p:sp>
              <p:nvSpPr>
                <p:cNvPr id="80" name="Rectangle 145">
                  <a:extLst>
                    <a:ext uri="{FF2B5EF4-FFF2-40B4-BE49-F238E27FC236}">
                      <a16:creationId xmlns:a16="http://schemas.microsoft.com/office/drawing/2014/main" id="{F733F455-5024-4930-AD80-BF149A388D7C}"/>
                    </a:ext>
                  </a:extLst>
                </p:cNvPr>
                <p:cNvSpPr/>
                <p:nvPr/>
              </p:nvSpPr>
              <p:spPr>
                <a:xfrm>
                  <a:off x="3745523" y="738554"/>
                  <a:ext cx="870439" cy="39741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Rectangle 146">
                  <a:extLst>
                    <a:ext uri="{FF2B5EF4-FFF2-40B4-BE49-F238E27FC236}">
                      <a16:creationId xmlns:a16="http://schemas.microsoft.com/office/drawing/2014/main" id="{0525EF90-6235-462D-B752-1CD8A3545A99}"/>
                    </a:ext>
                  </a:extLst>
                </p:cNvPr>
                <p:cNvSpPr/>
                <p:nvPr/>
              </p:nvSpPr>
              <p:spPr>
                <a:xfrm>
                  <a:off x="4176346" y="738554"/>
                  <a:ext cx="439616" cy="397412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74" name="Group 139">
                <a:extLst>
                  <a:ext uri="{FF2B5EF4-FFF2-40B4-BE49-F238E27FC236}">
                    <a16:creationId xmlns:a16="http://schemas.microsoft.com/office/drawing/2014/main" id="{26E47D75-CB63-435C-83FB-C07B5729E165}"/>
                  </a:ext>
                </a:extLst>
              </p:cNvPr>
              <p:cNvGrpSpPr/>
              <p:nvPr/>
            </p:nvGrpSpPr>
            <p:grpSpPr>
              <a:xfrm>
                <a:off x="759811" y="1591407"/>
                <a:ext cx="1603131" cy="724247"/>
                <a:chOff x="3897923" y="890954"/>
                <a:chExt cx="870439" cy="3974123"/>
              </a:xfrm>
            </p:grpSpPr>
            <p:sp>
              <p:nvSpPr>
                <p:cNvPr id="78" name="Rectangle 143">
                  <a:extLst>
                    <a:ext uri="{FF2B5EF4-FFF2-40B4-BE49-F238E27FC236}">
                      <a16:creationId xmlns:a16="http://schemas.microsoft.com/office/drawing/2014/main" id="{C0FB7E32-3EE4-42D2-95B2-56EF6FE6F9D7}"/>
                    </a:ext>
                  </a:extLst>
                </p:cNvPr>
                <p:cNvSpPr/>
                <p:nvPr/>
              </p:nvSpPr>
              <p:spPr>
                <a:xfrm>
                  <a:off x="3897923" y="890954"/>
                  <a:ext cx="870439" cy="3974123"/>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9" name="Rectangle 144">
                  <a:extLst>
                    <a:ext uri="{FF2B5EF4-FFF2-40B4-BE49-F238E27FC236}">
                      <a16:creationId xmlns:a16="http://schemas.microsoft.com/office/drawing/2014/main" id="{47B95790-6693-41F6-95BB-38EA1F3FA807}"/>
                    </a:ext>
                  </a:extLst>
                </p:cNvPr>
                <p:cNvSpPr/>
                <p:nvPr/>
              </p:nvSpPr>
              <p:spPr>
                <a:xfrm>
                  <a:off x="4328746" y="890954"/>
                  <a:ext cx="439616" cy="397412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75" name="Rectangle 140">
                <a:extLst>
                  <a:ext uri="{FF2B5EF4-FFF2-40B4-BE49-F238E27FC236}">
                    <a16:creationId xmlns:a16="http://schemas.microsoft.com/office/drawing/2014/main" id="{94B13694-1BB7-4F00-BD1F-5F6694CE79C8}"/>
                  </a:ext>
                </a:extLst>
              </p:cNvPr>
              <p:cNvSpPr/>
              <p:nvPr/>
            </p:nvSpPr>
            <p:spPr>
              <a:xfrm>
                <a:off x="1055818" y="2330074"/>
                <a:ext cx="1011116" cy="375071"/>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6" name="Rectangle 141">
                <a:extLst>
                  <a:ext uri="{FF2B5EF4-FFF2-40B4-BE49-F238E27FC236}">
                    <a16:creationId xmlns:a16="http://schemas.microsoft.com/office/drawing/2014/main" id="{7AA04F86-0DC3-4BBA-AD0D-BA5A0611A792}"/>
                  </a:ext>
                </a:extLst>
              </p:cNvPr>
              <p:cNvSpPr/>
              <p:nvPr/>
            </p:nvSpPr>
            <p:spPr>
              <a:xfrm>
                <a:off x="1429777" y="2705145"/>
                <a:ext cx="274246" cy="41900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7" name="Rectangle 142">
                <a:extLst>
                  <a:ext uri="{FF2B5EF4-FFF2-40B4-BE49-F238E27FC236}">
                    <a16:creationId xmlns:a16="http://schemas.microsoft.com/office/drawing/2014/main" id="{2C9949A5-AA97-4B9A-A4AE-91DEAB86614B}"/>
                  </a:ext>
                </a:extLst>
              </p:cNvPr>
              <p:cNvSpPr/>
              <p:nvPr/>
            </p:nvSpPr>
            <p:spPr>
              <a:xfrm>
                <a:off x="1506693" y="3133868"/>
                <a:ext cx="123633" cy="298939"/>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1" name="Freeform: Shape 126">
              <a:extLst>
                <a:ext uri="{FF2B5EF4-FFF2-40B4-BE49-F238E27FC236}">
                  <a16:creationId xmlns:a16="http://schemas.microsoft.com/office/drawing/2014/main" id="{9B26D227-EFED-4DC4-B8EE-62A4F9179CAD}"/>
                </a:ext>
              </a:extLst>
            </p:cNvPr>
            <p:cNvSpPr/>
            <p:nvPr/>
          </p:nvSpPr>
          <p:spPr>
            <a:xfrm>
              <a:off x="6032087" y="3996381"/>
              <a:ext cx="71916" cy="237776"/>
            </a:xfrm>
            <a:custGeom>
              <a:avLst/>
              <a:gdLst>
                <a:gd name="connsiteX0" fmla="*/ 142121 w 152400"/>
                <a:gd name="connsiteY0" fmla="*/ 516255 h 647700"/>
                <a:gd name="connsiteX1" fmla="*/ 154504 w 152400"/>
                <a:gd name="connsiteY1" fmla="*/ 254318 h 647700"/>
                <a:gd name="connsiteX2" fmla="*/ 119261 w 152400"/>
                <a:gd name="connsiteY2" fmla="*/ 180023 h 647700"/>
                <a:gd name="connsiteX3" fmla="*/ 101164 w 152400"/>
                <a:gd name="connsiteY3" fmla="*/ 54293 h 647700"/>
                <a:gd name="connsiteX4" fmla="*/ 78304 w 152400"/>
                <a:gd name="connsiteY4" fmla="*/ 0 h 647700"/>
                <a:gd name="connsiteX5" fmla="*/ 78304 w 152400"/>
                <a:gd name="connsiteY5" fmla="*/ 0 h 647700"/>
                <a:gd name="connsiteX6" fmla="*/ 77351 w 152400"/>
                <a:gd name="connsiteY6" fmla="*/ 0 h 647700"/>
                <a:gd name="connsiteX7" fmla="*/ 76399 w 152400"/>
                <a:gd name="connsiteY7" fmla="*/ 0 h 647700"/>
                <a:gd name="connsiteX8" fmla="*/ 76399 w 152400"/>
                <a:gd name="connsiteY8" fmla="*/ 0 h 647700"/>
                <a:gd name="connsiteX9" fmla="*/ 53539 w 152400"/>
                <a:gd name="connsiteY9" fmla="*/ 54293 h 647700"/>
                <a:gd name="connsiteX10" fmla="*/ 35441 w 152400"/>
                <a:gd name="connsiteY10" fmla="*/ 180023 h 647700"/>
                <a:gd name="connsiteX11" fmla="*/ 199 w 152400"/>
                <a:gd name="connsiteY11" fmla="*/ 254318 h 647700"/>
                <a:gd name="connsiteX12" fmla="*/ 12581 w 152400"/>
                <a:gd name="connsiteY12" fmla="*/ 516255 h 647700"/>
                <a:gd name="connsiteX13" fmla="*/ 12581 w 152400"/>
                <a:gd name="connsiteY13" fmla="*/ 575310 h 647700"/>
                <a:gd name="connsiteX14" fmla="*/ 2104 w 152400"/>
                <a:gd name="connsiteY14" fmla="*/ 638175 h 647700"/>
                <a:gd name="connsiteX15" fmla="*/ 150694 w 152400"/>
                <a:gd name="connsiteY15" fmla="*/ 638175 h 647700"/>
                <a:gd name="connsiteX16" fmla="*/ 140216 w 152400"/>
                <a:gd name="connsiteY16" fmla="*/ 575310 h 647700"/>
                <a:gd name="connsiteX17" fmla="*/ 142121 w 152400"/>
                <a:gd name="connsiteY17" fmla="*/ 516255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647700">
                  <a:moveTo>
                    <a:pt x="142121" y="516255"/>
                  </a:moveTo>
                  <a:cubicBezTo>
                    <a:pt x="144026" y="476250"/>
                    <a:pt x="156409" y="300038"/>
                    <a:pt x="154504" y="254318"/>
                  </a:cubicBezTo>
                  <a:cubicBezTo>
                    <a:pt x="153551" y="218123"/>
                    <a:pt x="137359" y="208598"/>
                    <a:pt x="119261" y="180023"/>
                  </a:cubicBezTo>
                  <a:cubicBezTo>
                    <a:pt x="97354" y="145733"/>
                    <a:pt x="101164" y="93345"/>
                    <a:pt x="101164" y="54293"/>
                  </a:cubicBezTo>
                  <a:cubicBezTo>
                    <a:pt x="101164" y="27623"/>
                    <a:pt x="114499" y="952"/>
                    <a:pt x="78304" y="0"/>
                  </a:cubicBezTo>
                  <a:cubicBezTo>
                    <a:pt x="78304" y="0"/>
                    <a:pt x="78304" y="0"/>
                    <a:pt x="78304" y="0"/>
                  </a:cubicBezTo>
                  <a:cubicBezTo>
                    <a:pt x="78304" y="0"/>
                    <a:pt x="78304" y="0"/>
                    <a:pt x="77351" y="0"/>
                  </a:cubicBezTo>
                  <a:cubicBezTo>
                    <a:pt x="77351" y="0"/>
                    <a:pt x="77351" y="0"/>
                    <a:pt x="76399" y="0"/>
                  </a:cubicBezTo>
                  <a:cubicBezTo>
                    <a:pt x="76399" y="0"/>
                    <a:pt x="76399" y="0"/>
                    <a:pt x="76399" y="0"/>
                  </a:cubicBezTo>
                  <a:cubicBezTo>
                    <a:pt x="39251" y="952"/>
                    <a:pt x="52586" y="26670"/>
                    <a:pt x="53539" y="54293"/>
                  </a:cubicBezTo>
                  <a:cubicBezTo>
                    <a:pt x="53539" y="93345"/>
                    <a:pt x="57349" y="145733"/>
                    <a:pt x="35441" y="180023"/>
                  </a:cubicBezTo>
                  <a:cubicBezTo>
                    <a:pt x="17344" y="208598"/>
                    <a:pt x="1151" y="218123"/>
                    <a:pt x="199" y="254318"/>
                  </a:cubicBezTo>
                  <a:cubicBezTo>
                    <a:pt x="-1706" y="300038"/>
                    <a:pt x="10676" y="476250"/>
                    <a:pt x="12581" y="516255"/>
                  </a:cubicBezTo>
                  <a:cubicBezTo>
                    <a:pt x="13534" y="536258"/>
                    <a:pt x="14486" y="555308"/>
                    <a:pt x="12581" y="575310"/>
                  </a:cubicBezTo>
                  <a:cubicBezTo>
                    <a:pt x="11629" y="591503"/>
                    <a:pt x="-3611" y="623888"/>
                    <a:pt x="2104" y="638175"/>
                  </a:cubicBezTo>
                  <a:cubicBezTo>
                    <a:pt x="8771" y="655320"/>
                    <a:pt x="144026" y="655320"/>
                    <a:pt x="150694" y="638175"/>
                  </a:cubicBezTo>
                  <a:cubicBezTo>
                    <a:pt x="156409" y="623888"/>
                    <a:pt x="141169" y="590550"/>
                    <a:pt x="140216" y="575310"/>
                  </a:cubicBezTo>
                  <a:cubicBezTo>
                    <a:pt x="140216" y="555308"/>
                    <a:pt x="141169" y="535305"/>
                    <a:pt x="142121" y="516255"/>
                  </a:cubicBezTo>
                  <a:close/>
                </a:path>
              </a:pathLst>
            </a:custGeom>
            <a:solidFill>
              <a:schemeClr val="bg1"/>
            </a:solidFill>
            <a:ln w="9525" cap="flat">
              <a:noFill/>
              <a:prstDash val="solid"/>
              <a:miter/>
            </a:ln>
          </p:spPr>
          <p:txBody>
            <a:bodyPr rtlCol="0" anchor="ctr"/>
            <a:lstStyle/>
            <a:p>
              <a:endParaRPr lang="en-US"/>
            </a:p>
          </p:txBody>
        </p:sp>
        <p:grpSp>
          <p:nvGrpSpPr>
            <p:cNvPr id="62" name="Group 127">
              <a:extLst>
                <a:ext uri="{FF2B5EF4-FFF2-40B4-BE49-F238E27FC236}">
                  <a16:creationId xmlns:a16="http://schemas.microsoft.com/office/drawing/2014/main" id="{09FDB8E0-B41E-4EC6-99C1-ADA1B5306262}"/>
                </a:ext>
              </a:extLst>
            </p:cNvPr>
            <p:cNvGrpSpPr/>
            <p:nvPr/>
          </p:nvGrpSpPr>
          <p:grpSpPr>
            <a:xfrm>
              <a:off x="5512085" y="3419183"/>
              <a:ext cx="289435" cy="811192"/>
              <a:chOff x="759811" y="527538"/>
              <a:chExt cx="1603131" cy="3974123"/>
            </a:xfrm>
          </p:grpSpPr>
          <p:grpSp>
            <p:nvGrpSpPr>
              <p:cNvPr id="64" name="Group 129">
                <a:extLst>
                  <a:ext uri="{FF2B5EF4-FFF2-40B4-BE49-F238E27FC236}">
                    <a16:creationId xmlns:a16="http://schemas.microsoft.com/office/drawing/2014/main" id="{C4B5EFB8-27CB-4C81-910A-D4EC1F24BAED}"/>
                  </a:ext>
                </a:extLst>
              </p:cNvPr>
              <p:cNvGrpSpPr/>
              <p:nvPr/>
            </p:nvGrpSpPr>
            <p:grpSpPr>
              <a:xfrm>
                <a:off x="1055818" y="527538"/>
                <a:ext cx="1011116" cy="3974123"/>
                <a:chOff x="3745523" y="738554"/>
                <a:chExt cx="870439" cy="3974123"/>
              </a:xfrm>
            </p:grpSpPr>
            <p:sp>
              <p:nvSpPr>
                <p:cNvPr id="71" name="Rectangle 136">
                  <a:extLst>
                    <a:ext uri="{FF2B5EF4-FFF2-40B4-BE49-F238E27FC236}">
                      <a16:creationId xmlns:a16="http://schemas.microsoft.com/office/drawing/2014/main" id="{F43B4246-8789-4017-8ABB-6983B3422F50}"/>
                    </a:ext>
                  </a:extLst>
                </p:cNvPr>
                <p:cNvSpPr/>
                <p:nvPr/>
              </p:nvSpPr>
              <p:spPr>
                <a:xfrm>
                  <a:off x="3745523" y="738554"/>
                  <a:ext cx="870439" cy="39741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2" name="Rectangle 137">
                  <a:extLst>
                    <a:ext uri="{FF2B5EF4-FFF2-40B4-BE49-F238E27FC236}">
                      <a16:creationId xmlns:a16="http://schemas.microsoft.com/office/drawing/2014/main" id="{B869EC6F-FCB2-4D37-BDD5-3F977A6683A0}"/>
                    </a:ext>
                  </a:extLst>
                </p:cNvPr>
                <p:cNvSpPr/>
                <p:nvPr/>
              </p:nvSpPr>
              <p:spPr>
                <a:xfrm>
                  <a:off x="4176346" y="738554"/>
                  <a:ext cx="439616" cy="397412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65" name="Group 130">
                <a:extLst>
                  <a:ext uri="{FF2B5EF4-FFF2-40B4-BE49-F238E27FC236}">
                    <a16:creationId xmlns:a16="http://schemas.microsoft.com/office/drawing/2014/main" id="{09F56F0C-C5CE-4B09-834A-7D501C8716EA}"/>
                  </a:ext>
                </a:extLst>
              </p:cNvPr>
              <p:cNvGrpSpPr/>
              <p:nvPr/>
            </p:nvGrpSpPr>
            <p:grpSpPr>
              <a:xfrm>
                <a:off x="759811" y="1591407"/>
                <a:ext cx="1603131" cy="724247"/>
                <a:chOff x="3897923" y="890954"/>
                <a:chExt cx="870439" cy="3974123"/>
              </a:xfrm>
            </p:grpSpPr>
            <p:sp>
              <p:nvSpPr>
                <p:cNvPr id="69" name="Rectangle 134">
                  <a:extLst>
                    <a:ext uri="{FF2B5EF4-FFF2-40B4-BE49-F238E27FC236}">
                      <a16:creationId xmlns:a16="http://schemas.microsoft.com/office/drawing/2014/main" id="{BFEA4FD3-CEFF-4C43-ADDD-83A81D573CA6}"/>
                    </a:ext>
                  </a:extLst>
                </p:cNvPr>
                <p:cNvSpPr/>
                <p:nvPr/>
              </p:nvSpPr>
              <p:spPr>
                <a:xfrm>
                  <a:off x="3897923" y="890954"/>
                  <a:ext cx="870439" cy="3974123"/>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0" name="Rectangle 135">
                  <a:extLst>
                    <a:ext uri="{FF2B5EF4-FFF2-40B4-BE49-F238E27FC236}">
                      <a16:creationId xmlns:a16="http://schemas.microsoft.com/office/drawing/2014/main" id="{6987F662-2FF8-412C-911A-BE9857D64784}"/>
                    </a:ext>
                  </a:extLst>
                </p:cNvPr>
                <p:cNvSpPr/>
                <p:nvPr/>
              </p:nvSpPr>
              <p:spPr>
                <a:xfrm>
                  <a:off x="4328746" y="890954"/>
                  <a:ext cx="439616" cy="397412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6" name="Rectangle 131">
                <a:extLst>
                  <a:ext uri="{FF2B5EF4-FFF2-40B4-BE49-F238E27FC236}">
                    <a16:creationId xmlns:a16="http://schemas.microsoft.com/office/drawing/2014/main" id="{487208E9-4CBC-4A5F-A9D6-F290D270519C}"/>
                  </a:ext>
                </a:extLst>
              </p:cNvPr>
              <p:cNvSpPr/>
              <p:nvPr/>
            </p:nvSpPr>
            <p:spPr>
              <a:xfrm>
                <a:off x="1055818" y="2330074"/>
                <a:ext cx="1011116" cy="375071"/>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Rectangle 132">
                <a:extLst>
                  <a:ext uri="{FF2B5EF4-FFF2-40B4-BE49-F238E27FC236}">
                    <a16:creationId xmlns:a16="http://schemas.microsoft.com/office/drawing/2014/main" id="{6E4F270A-632E-41E8-8E33-0B45640B4134}"/>
                  </a:ext>
                </a:extLst>
              </p:cNvPr>
              <p:cNvSpPr/>
              <p:nvPr/>
            </p:nvSpPr>
            <p:spPr>
              <a:xfrm>
                <a:off x="1429777" y="2705145"/>
                <a:ext cx="274246" cy="419001"/>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8" name="Rectangle 133">
                <a:extLst>
                  <a:ext uri="{FF2B5EF4-FFF2-40B4-BE49-F238E27FC236}">
                    <a16:creationId xmlns:a16="http://schemas.microsoft.com/office/drawing/2014/main" id="{69C2CDE9-4654-4C85-A135-093F84CE77A9}"/>
                  </a:ext>
                </a:extLst>
              </p:cNvPr>
              <p:cNvSpPr/>
              <p:nvPr/>
            </p:nvSpPr>
            <p:spPr>
              <a:xfrm>
                <a:off x="1506693" y="3133868"/>
                <a:ext cx="123633" cy="298939"/>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63" name="Freeform: Shape 128">
              <a:extLst>
                <a:ext uri="{FF2B5EF4-FFF2-40B4-BE49-F238E27FC236}">
                  <a16:creationId xmlns:a16="http://schemas.microsoft.com/office/drawing/2014/main" id="{1FC153CB-D675-4746-B917-1769F2737354}"/>
                </a:ext>
              </a:extLst>
            </p:cNvPr>
            <p:cNvSpPr/>
            <p:nvPr/>
          </p:nvSpPr>
          <p:spPr>
            <a:xfrm>
              <a:off x="5619382" y="3996381"/>
              <a:ext cx="71916" cy="237776"/>
            </a:xfrm>
            <a:custGeom>
              <a:avLst/>
              <a:gdLst>
                <a:gd name="connsiteX0" fmla="*/ 142121 w 152400"/>
                <a:gd name="connsiteY0" fmla="*/ 516255 h 647700"/>
                <a:gd name="connsiteX1" fmla="*/ 154504 w 152400"/>
                <a:gd name="connsiteY1" fmla="*/ 254318 h 647700"/>
                <a:gd name="connsiteX2" fmla="*/ 119261 w 152400"/>
                <a:gd name="connsiteY2" fmla="*/ 180023 h 647700"/>
                <a:gd name="connsiteX3" fmla="*/ 101164 w 152400"/>
                <a:gd name="connsiteY3" fmla="*/ 54293 h 647700"/>
                <a:gd name="connsiteX4" fmla="*/ 78304 w 152400"/>
                <a:gd name="connsiteY4" fmla="*/ 0 h 647700"/>
                <a:gd name="connsiteX5" fmla="*/ 78304 w 152400"/>
                <a:gd name="connsiteY5" fmla="*/ 0 h 647700"/>
                <a:gd name="connsiteX6" fmla="*/ 77351 w 152400"/>
                <a:gd name="connsiteY6" fmla="*/ 0 h 647700"/>
                <a:gd name="connsiteX7" fmla="*/ 76399 w 152400"/>
                <a:gd name="connsiteY7" fmla="*/ 0 h 647700"/>
                <a:gd name="connsiteX8" fmla="*/ 76399 w 152400"/>
                <a:gd name="connsiteY8" fmla="*/ 0 h 647700"/>
                <a:gd name="connsiteX9" fmla="*/ 53539 w 152400"/>
                <a:gd name="connsiteY9" fmla="*/ 54293 h 647700"/>
                <a:gd name="connsiteX10" fmla="*/ 35441 w 152400"/>
                <a:gd name="connsiteY10" fmla="*/ 180023 h 647700"/>
                <a:gd name="connsiteX11" fmla="*/ 199 w 152400"/>
                <a:gd name="connsiteY11" fmla="*/ 254318 h 647700"/>
                <a:gd name="connsiteX12" fmla="*/ 12581 w 152400"/>
                <a:gd name="connsiteY12" fmla="*/ 516255 h 647700"/>
                <a:gd name="connsiteX13" fmla="*/ 12581 w 152400"/>
                <a:gd name="connsiteY13" fmla="*/ 575310 h 647700"/>
                <a:gd name="connsiteX14" fmla="*/ 2104 w 152400"/>
                <a:gd name="connsiteY14" fmla="*/ 638175 h 647700"/>
                <a:gd name="connsiteX15" fmla="*/ 150694 w 152400"/>
                <a:gd name="connsiteY15" fmla="*/ 638175 h 647700"/>
                <a:gd name="connsiteX16" fmla="*/ 140216 w 152400"/>
                <a:gd name="connsiteY16" fmla="*/ 575310 h 647700"/>
                <a:gd name="connsiteX17" fmla="*/ 142121 w 152400"/>
                <a:gd name="connsiteY17" fmla="*/ 516255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2400" h="647700">
                  <a:moveTo>
                    <a:pt x="142121" y="516255"/>
                  </a:moveTo>
                  <a:cubicBezTo>
                    <a:pt x="144026" y="476250"/>
                    <a:pt x="156409" y="300038"/>
                    <a:pt x="154504" y="254318"/>
                  </a:cubicBezTo>
                  <a:cubicBezTo>
                    <a:pt x="153551" y="218123"/>
                    <a:pt x="137359" y="208598"/>
                    <a:pt x="119261" y="180023"/>
                  </a:cubicBezTo>
                  <a:cubicBezTo>
                    <a:pt x="97354" y="145733"/>
                    <a:pt x="101164" y="93345"/>
                    <a:pt x="101164" y="54293"/>
                  </a:cubicBezTo>
                  <a:cubicBezTo>
                    <a:pt x="101164" y="27623"/>
                    <a:pt x="114499" y="952"/>
                    <a:pt x="78304" y="0"/>
                  </a:cubicBezTo>
                  <a:cubicBezTo>
                    <a:pt x="78304" y="0"/>
                    <a:pt x="78304" y="0"/>
                    <a:pt x="78304" y="0"/>
                  </a:cubicBezTo>
                  <a:cubicBezTo>
                    <a:pt x="78304" y="0"/>
                    <a:pt x="78304" y="0"/>
                    <a:pt x="77351" y="0"/>
                  </a:cubicBezTo>
                  <a:cubicBezTo>
                    <a:pt x="77351" y="0"/>
                    <a:pt x="77351" y="0"/>
                    <a:pt x="76399" y="0"/>
                  </a:cubicBezTo>
                  <a:cubicBezTo>
                    <a:pt x="76399" y="0"/>
                    <a:pt x="76399" y="0"/>
                    <a:pt x="76399" y="0"/>
                  </a:cubicBezTo>
                  <a:cubicBezTo>
                    <a:pt x="39251" y="952"/>
                    <a:pt x="52586" y="26670"/>
                    <a:pt x="53539" y="54293"/>
                  </a:cubicBezTo>
                  <a:cubicBezTo>
                    <a:pt x="53539" y="93345"/>
                    <a:pt x="57349" y="145733"/>
                    <a:pt x="35441" y="180023"/>
                  </a:cubicBezTo>
                  <a:cubicBezTo>
                    <a:pt x="17344" y="208598"/>
                    <a:pt x="1151" y="218123"/>
                    <a:pt x="199" y="254318"/>
                  </a:cubicBezTo>
                  <a:cubicBezTo>
                    <a:pt x="-1706" y="300038"/>
                    <a:pt x="10676" y="476250"/>
                    <a:pt x="12581" y="516255"/>
                  </a:cubicBezTo>
                  <a:cubicBezTo>
                    <a:pt x="13534" y="536258"/>
                    <a:pt x="14486" y="555308"/>
                    <a:pt x="12581" y="575310"/>
                  </a:cubicBezTo>
                  <a:cubicBezTo>
                    <a:pt x="11629" y="591503"/>
                    <a:pt x="-3611" y="623888"/>
                    <a:pt x="2104" y="638175"/>
                  </a:cubicBezTo>
                  <a:cubicBezTo>
                    <a:pt x="8771" y="655320"/>
                    <a:pt x="144026" y="655320"/>
                    <a:pt x="150694" y="638175"/>
                  </a:cubicBezTo>
                  <a:cubicBezTo>
                    <a:pt x="156409" y="623888"/>
                    <a:pt x="141169" y="590550"/>
                    <a:pt x="140216" y="575310"/>
                  </a:cubicBezTo>
                  <a:cubicBezTo>
                    <a:pt x="140216" y="555308"/>
                    <a:pt x="141169" y="535305"/>
                    <a:pt x="142121" y="516255"/>
                  </a:cubicBezTo>
                  <a:close/>
                </a:path>
              </a:pathLst>
            </a:custGeom>
            <a:solidFill>
              <a:schemeClr val="bg1"/>
            </a:solidFill>
            <a:ln w="9525" cap="flat">
              <a:noFill/>
              <a:prstDash val="solid"/>
              <a:miter/>
            </a:ln>
          </p:spPr>
          <p:txBody>
            <a:bodyPr rtlCol="0" anchor="ctr"/>
            <a:lstStyle/>
            <a:p>
              <a:endParaRPr lang="en-US"/>
            </a:p>
          </p:txBody>
        </p:sp>
      </p:grpSp>
      <p:grpSp>
        <p:nvGrpSpPr>
          <p:cNvPr id="100" name="그룹 99">
            <a:extLst>
              <a:ext uri="{FF2B5EF4-FFF2-40B4-BE49-F238E27FC236}">
                <a16:creationId xmlns:a16="http://schemas.microsoft.com/office/drawing/2014/main" id="{53E50A69-4604-47AD-A5A8-F296157133A6}"/>
              </a:ext>
            </a:extLst>
          </p:cNvPr>
          <p:cNvGrpSpPr/>
          <p:nvPr/>
        </p:nvGrpSpPr>
        <p:grpSpPr>
          <a:xfrm>
            <a:off x="9715902" y="2381138"/>
            <a:ext cx="1472244" cy="1309166"/>
            <a:chOff x="9372020" y="1150198"/>
            <a:chExt cx="1961043" cy="1743822"/>
          </a:xfrm>
        </p:grpSpPr>
        <p:sp>
          <p:nvSpPr>
            <p:cNvPr id="101" name="Freeform: Shape 372">
              <a:extLst>
                <a:ext uri="{FF2B5EF4-FFF2-40B4-BE49-F238E27FC236}">
                  <a16:creationId xmlns:a16="http://schemas.microsoft.com/office/drawing/2014/main" id="{63DECE72-9D39-49B8-A799-CF5345AB4951}"/>
                </a:ext>
              </a:extLst>
            </p:cNvPr>
            <p:cNvSpPr/>
            <p:nvPr/>
          </p:nvSpPr>
          <p:spPr>
            <a:xfrm flipH="1">
              <a:off x="9372020" y="1662008"/>
              <a:ext cx="1090394" cy="1199870"/>
            </a:xfrm>
            <a:custGeom>
              <a:avLst/>
              <a:gdLst>
                <a:gd name="connsiteX0" fmla="*/ 4211461 w 4627542"/>
                <a:gd name="connsiteY0" fmla="*/ 3126503 h 5092147"/>
                <a:gd name="connsiteX1" fmla="*/ 4424971 w 4627542"/>
                <a:gd name="connsiteY1" fmla="*/ 2781717 h 5092147"/>
                <a:gd name="connsiteX2" fmla="*/ 4614339 w 4627542"/>
                <a:gd name="connsiteY2" fmla="*/ 1599485 h 5092147"/>
                <a:gd name="connsiteX3" fmla="*/ 4438551 w 4627542"/>
                <a:gd name="connsiteY3" fmla="*/ 1012519 h 5092147"/>
                <a:gd name="connsiteX4" fmla="*/ 3542258 w 4627542"/>
                <a:gd name="connsiteY4" fmla="*/ 203743 h 5092147"/>
                <a:gd name="connsiteX5" fmla="*/ 2343429 w 4627542"/>
                <a:gd name="connsiteY5" fmla="*/ 5321 h 5092147"/>
                <a:gd name="connsiteX6" fmla="*/ 1770797 w 4627542"/>
                <a:gd name="connsiteY6" fmla="*/ 106418 h 5092147"/>
                <a:gd name="connsiteX7" fmla="*/ 712296 w 4627542"/>
                <a:gd name="connsiteY7" fmla="*/ 1014782 h 5092147"/>
                <a:gd name="connsiteX8" fmla="*/ 617989 w 4627542"/>
                <a:gd name="connsiteY8" fmla="*/ 1671159 h 5092147"/>
                <a:gd name="connsiteX9" fmla="*/ 603654 w 4627542"/>
                <a:gd name="connsiteY9" fmla="*/ 1722462 h 5092147"/>
                <a:gd name="connsiteX10" fmla="*/ 197003 w 4627542"/>
                <a:gd name="connsiteY10" fmla="*/ 2231719 h 5092147"/>
                <a:gd name="connsiteX11" fmla="*/ 16688 w 4627542"/>
                <a:gd name="connsiteY11" fmla="*/ 2521430 h 5092147"/>
                <a:gd name="connsiteX12" fmla="*/ 101941 w 4627542"/>
                <a:gd name="connsiteY12" fmla="*/ 2771155 h 5092147"/>
                <a:gd name="connsiteX13" fmla="*/ 330541 w 4627542"/>
                <a:gd name="connsiteY13" fmla="*/ 2859426 h 5092147"/>
                <a:gd name="connsiteX14" fmla="*/ 362983 w 4627542"/>
                <a:gd name="connsiteY14" fmla="*/ 2868479 h 5092147"/>
                <a:gd name="connsiteX15" fmla="*/ 378072 w 4627542"/>
                <a:gd name="connsiteY15" fmla="*/ 2900921 h 5092147"/>
                <a:gd name="connsiteX16" fmla="*/ 300363 w 4627542"/>
                <a:gd name="connsiteY16" fmla="*/ 3085763 h 5092147"/>
                <a:gd name="connsiteX17" fmla="*/ 324506 w 4627542"/>
                <a:gd name="connsiteY17" fmla="*/ 3302291 h 5092147"/>
                <a:gd name="connsiteX18" fmla="*/ 364492 w 4627542"/>
                <a:gd name="connsiteY18" fmla="*/ 3339260 h 5092147"/>
                <a:gd name="connsiteX19" fmla="*/ 329033 w 4627542"/>
                <a:gd name="connsiteY19" fmla="*/ 3384527 h 5092147"/>
                <a:gd name="connsiteX20" fmla="*/ 335068 w 4627542"/>
                <a:gd name="connsiteY20" fmla="*/ 3561069 h 5092147"/>
                <a:gd name="connsiteX21" fmla="*/ 395425 w 4627542"/>
                <a:gd name="connsiteY21" fmla="*/ 3633497 h 5092147"/>
                <a:gd name="connsiteX22" fmla="*/ 415795 w 4627542"/>
                <a:gd name="connsiteY22" fmla="*/ 3764018 h 5092147"/>
                <a:gd name="connsiteX23" fmla="*/ 347894 w 4627542"/>
                <a:gd name="connsiteY23" fmla="*/ 3975266 h 5092147"/>
                <a:gd name="connsiteX24" fmla="*/ 402969 w 4627542"/>
                <a:gd name="connsiteY24" fmla="*/ 4264976 h 5092147"/>
                <a:gd name="connsiteX25" fmla="*/ 608181 w 4627542"/>
                <a:gd name="connsiteY25" fmla="*/ 4413604 h 5092147"/>
                <a:gd name="connsiteX26" fmla="*/ 1069153 w 4627542"/>
                <a:gd name="connsiteY26" fmla="*/ 4463398 h 5092147"/>
                <a:gd name="connsiteX27" fmla="*/ 1351320 w 4627542"/>
                <a:gd name="connsiteY27" fmla="*/ 4458117 h 5092147"/>
                <a:gd name="connsiteX28" fmla="*/ 1495421 w 4627542"/>
                <a:gd name="connsiteY28" fmla="*/ 4560723 h 5092147"/>
                <a:gd name="connsiteX29" fmla="*/ 1559549 w 4627542"/>
                <a:gd name="connsiteY29" fmla="*/ 4876840 h 5092147"/>
                <a:gd name="connsiteX30" fmla="*/ 1775324 w 4627542"/>
                <a:gd name="connsiteY30" fmla="*/ 5090351 h 5092147"/>
                <a:gd name="connsiteX31" fmla="*/ 2894936 w 4627542"/>
                <a:gd name="connsiteY31" fmla="*/ 5086578 h 5092147"/>
                <a:gd name="connsiteX32" fmla="*/ 3088831 w 4627542"/>
                <a:gd name="connsiteY32" fmla="*/ 4886648 h 5092147"/>
                <a:gd name="connsiteX33" fmla="*/ 3097884 w 4627542"/>
                <a:gd name="connsiteY33" fmla="*/ 4314016 h 5092147"/>
                <a:gd name="connsiteX34" fmla="*/ 2990751 w 4627542"/>
                <a:gd name="connsiteY34" fmla="*/ 4314016 h 5092147"/>
                <a:gd name="connsiteX35" fmla="*/ 2979435 w 4627542"/>
                <a:gd name="connsiteY35" fmla="*/ 4876085 h 5092147"/>
                <a:gd name="connsiteX36" fmla="*/ 2871548 w 4627542"/>
                <a:gd name="connsiteY36" fmla="*/ 4981709 h 5092147"/>
                <a:gd name="connsiteX37" fmla="*/ 1800221 w 4627542"/>
                <a:gd name="connsiteY37" fmla="*/ 4986236 h 5092147"/>
                <a:gd name="connsiteX38" fmla="*/ 1668945 w 4627542"/>
                <a:gd name="connsiteY38" fmla="*/ 4868541 h 5092147"/>
                <a:gd name="connsiteX39" fmla="*/ 1604062 w 4627542"/>
                <a:gd name="connsiteY39" fmla="*/ 4544880 h 5092147"/>
                <a:gd name="connsiteX40" fmla="*/ 1403377 w 4627542"/>
                <a:gd name="connsiteY40" fmla="*/ 4358529 h 5092147"/>
                <a:gd name="connsiteX41" fmla="*/ 1204955 w 4627542"/>
                <a:gd name="connsiteY41" fmla="*/ 4347212 h 5092147"/>
                <a:gd name="connsiteX42" fmla="*/ 814147 w 4627542"/>
                <a:gd name="connsiteY42" fmla="*/ 4353248 h 5092147"/>
                <a:gd name="connsiteX43" fmla="*/ 549334 w 4627542"/>
                <a:gd name="connsiteY43" fmla="*/ 4256678 h 5092147"/>
                <a:gd name="connsiteX44" fmla="*/ 455781 w 4627542"/>
                <a:gd name="connsiteY44" fmla="*/ 3994127 h 5092147"/>
                <a:gd name="connsiteX45" fmla="*/ 521419 w 4627542"/>
                <a:gd name="connsiteY45" fmla="*/ 3794196 h 5092147"/>
                <a:gd name="connsiteX46" fmla="*/ 488223 w 4627542"/>
                <a:gd name="connsiteY46" fmla="*/ 3576913 h 5092147"/>
                <a:gd name="connsiteX47" fmla="*/ 421076 w 4627542"/>
                <a:gd name="connsiteY47" fmla="*/ 3495432 h 5092147"/>
                <a:gd name="connsiteX48" fmla="*/ 421831 w 4627542"/>
                <a:gd name="connsiteY48" fmla="*/ 3445638 h 5092147"/>
                <a:gd name="connsiteX49" fmla="*/ 471625 w 4627542"/>
                <a:gd name="connsiteY49" fmla="*/ 3389054 h 5092147"/>
                <a:gd name="connsiteX50" fmla="*/ 456535 w 4627542"/>
                <a:gd name="connsiteY50" fmla="*/ 3268341 h 5092147"/>
                <a:gd name="connsiteX51" fmla="*/ 392407 w 4627542"/>
                <a:gd name="connsiteY51" fmla="*/ 3216283 h 5092147"/>
                <a:gd name="connsiteX52" fmla="*/ 385617 w 4627542"/>
                <a:gd name="connsiteY52" fmla="*/ 3152909 h 5092147"/>
                <a:gd name="connsiteX53" fmla="*/ 477660 w 4627542"/>
                <a:gd name="connsiteY53" fmla="*/ 2954487 h 5092147"/>
                <a:gd name="connsiteX54" fmla="*/ 354684 w 4627542"/>
                <a:gd name="connsiteY54" fmla="*/ 2755311 h 5092147"/>
                <a:gd name="connsiteX55" fmla="*/ 163807 w 4627542"/>
                <a:gd name="connsiteY55" fmla="*/ 2682129 h 5092147"/>
                <a:gd name="connsiteX56" fmla="*/ 120803 w 4627542"/>
                <a:gd name="connsiteY56" fmla="*/ 2561416 h 5092147"/>
                <a:gd name="connsiteX57" fmla="*/ 236234 w 4627542"/>
                <a:gd name="connsiteY57" fmla="*/ 2363749 h 5092147"/>
                <a:gd name="connsiteX58" fmla="*/ 685136 w 4627542"/>
                <a:gd name="connsiteY58" fmla="*/ 1800925 h 5092147"/>
                <a:gd name="connsiteX59" fmla="*/ 725122 w 4627542"/>
                <a:gd name="connsiteY59" fmla="*/ 1643998 h 5092147"/>
                <a:gd name="connsiteX60" fmla="*/ 744737 w 4627542"/>
                <a:gd name="connsiteY60" fmla="*/ 1239610 h 5092147"/>
                <a:gd name="connsiteX61" fmla="*/ 1421484 w 4627542"/>
                <a:gd name="connsiteY61" fmla="*/ 382549 h 5092147"/>
                <a:gd name="connsiteX62" fmla="*/ 2460369 w 4627542"/>
                <a:gd name="connsiteY62" fmla="*/ 107927 h 5092147"/>
                <a:gd name="connsiteX63" fmla="*/ 2918324 w 4627542"/>
                <a:gd name="connsiteY63" fmla="*/ 137351 h 5092147"/>
                <a:gd name="connsiteX64" fmla="*/ 3766332 w 4627542"/>
                <a:gd name="connsiteY64" fmla="*/ 439133 h 5092147"/>
                <a:gd name="connsiteX65" fmla="*/ 4524560 w 4627542"/>
                <a:gd name="connsiteY65" fmla="*/ 1843929 h 5092147"/>
                <a:gd name="connsiteX66" fmla="*/ 4466466 w 4627542"/>
                <a:gd name="connsiteY66" fmla="*/ 2313200 h 5092147"/>
                <a:gd name="connsiteX67" fmla="*/ 4149595 w 4627542"/>
                <a:gd name="connsiteY67" fmla="*/ 3033705 h 5092147"/>
                <a:gd name="connsiteX68" fmla="*/ 3958718 w 4627542"/>
                <a:gd name="connsiteY68" fmla="*/ 3330961 h 5092147"/>
                <a:gd name="connsiteX69" fmla="*/ 3853094 w 4627542"/>
                <a:gd name="connsiteY69" fmla="*/ 3736857 h 5092147"/>
                <a:gd name="connsiteX70" fmla="*/ 3854603 w 4627542"/>
                <a:gd name="connsiteY70" fmla="*/ 4947759 h 5092147"/>
                <a:gd name="connsiteX71" fmla="*/ 3879500 w 4627542"/>
                <a:gd name="connsiteY71" fmla="*/ 4980955 h 5092147"/>
                <a:gd name="connsiteX72" fmla="*/ 4328401 w 4627542"/>
                <a:gd name="connsiteY72" fmla="*/ 4980955 h 5092147"/>
                <a:gd name="connsiteX73" fmla="*/ 4353298 w 4627542"/>
                <a:gd name="connsiteY73" fmla="*/ 4954549 h 5092147"/>
                <a:gd name="connsiteX74" fmla="*/ 4353298 w 4627542"/>
                <a:gd name="connsiteY74" fmla="*/ 4860242 h 5092147"/>
                <a:gd name="connsiteX75" fmla="*/ 4321611 w 4627542"/>
                <a:gd name="connsiteY75" fmla="*/ 4829309 h 5092147"/>
                <a:gd name="connsiteX76" fmla="*/ 4000967 w 4627542"/>
                <a:gd name="connsiteY76" fmla="*/ 4830818 h 5092147"/>
                <a:gd name="connsiteX77" fmla="*/ 3959472 w 4627542"/>
                <a:gd name="connsiteY77" fmla="*/ 4789323 h 5092147"/>
                <a:gd name="connsiteX78" fmla="*/ 3959472 w 4627542"/>
                <a:gd name="connsiteY78" fmla="*/ 3695362 h 5092147"/>
                <a:gd name="connsiteX79" fmla="*/ 3991914 w 4627542"/>
                <a:gd name="connsiteY79" fmla="*/ 3515048 h 5092147"/>
                <a:gd name="connsiteX80" fmla="*/ 4211461 w 4627542"/>
                <a:gd name="connsiteY80" fmla="*/ 3126503 h 5092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627542" h="5092147">
                  <a:moveTo>
                    <a:pt x="4211461" y="3126503"/>
                  </a:moveTo>
                  <a:cubicBezTo>
                    <a:pt x="4288415" y="3014844"/>
                    <a:pt x="4372914" y="2907711"/>
                    <a:pt x="4424971" y="2781717"/>
                  </a:cubicBezTo>
                  <a:cubicBezTo>
                    <a:pt x="4583407" y="2402980"/>
                    <a:pt x="4660362" y="2010664"/>
                    <a:pt x="4614339" y="1599485"/>
                  </a:cubicBezTo>
                  <a:cubicBezTo>
                    <a:pt x="4590952" y="1393519"/>
                    <a:pt x="4534367" y="1196606"/>
                    <a:pt x="4438551" y="1012519"/>
                  </a:cubicBezTo>
                  <a:cubicBezTo>
                    <a:pt x="4240130" y="632273"/>
                    <a:pt x="3933066" y="369723"/>
                    <a:pt x="3542258" y="203743"/>
                  </a:cubicBezTo>
                  <a:cubicBezTo>
                    <a:pt x="3159749" y="42289"/>
                    <a:pt x="2758379" y="-19576"/>
                    <a:pt x="2343429" y="5321"/>
                  </a:cubicBezTo>
                  <a:cubicBezTo>
                    <a:pt x="2148779" y="16638"/>
                    <a:pt x="1957147" y="46816"/>
                    <a:pt x="1770797" y="106418"/>
                  </a:cubicBezTo>
                  <a:cubicBezTo>
                    <a:pt x="1290209" y="260327"/>
                    <a:pt x="927316" y="552301"/>
                    <a:pt x="712296" y="1014782"/>
                  </a:cubicBezTo>
                  <a:cubicBezTo>
                    <a:pt x="614971" y="1223012"/>
                    <a:pt x="558387" y="1439541"/>
                    <a:pt x="617989" y="1671159"/>
                  </a:cubicBezTo>
                  <a:cubicBezTo>
                    <a:pt x="623270" y="1692283"/>
                    <a:pt x="615726" y="1706618"/>
                    <a:pt x="603654" y="1722462"/>
                  </a:cubicBezTo>
                  <a:cubicBezTo>
                    <a:pt x="474642" y="1897495"/>
                    <a:pt x="330541" y="2060458"/>
                    <a:pt x="197003" y="2231719"/>
                  </a:cubicBezTo>
                  <a:cubicBezTo>
                    <a:pt x="126838" y="2321499"/>
                    <a:pt x="55920" y="2412034"/>
                    <a:pt x="16688" y="2521430"/>
                  </a:cubicBezTo>
                  <a:cubicBezTo>
                    <a:pt x="-21789" y="2627808"/>
                    <a:pt x="6126" y="2710044"/>
                    <a:pt x="101941" y="2771155"/>
                  </a:cubicBezTo>
                  <a:cubicBezTo>
                    <a:pt x="172106" y="2815668"/>
                    <a:pt x="244534" y="2855654"/>
                    <a:pt x="330541" y="2859426"/>
                  </a:cubicBezTo>
                  <a:cubicBezTo>
                    <a:pt x="341104" y="2860180"/>
                    <a:pt x="352421" y="2864707"/>
                    <a:pt x="362983" y="2868479"/>
                  </a:cubicBezTo>
                  <a:cubicBezTo>
                    <a:pt x="378072" y="2874515"/>
                    <a:pt x="384862" y="2884323"/>
                    <a:pt x="378072" y="2900921"/>
                  </a:cubicBezTo>
                  <a:cubicBezTo>
                    <a:pt x="353930" y="2962786"/>
                    <a:pt x="344876" y="3029933"/>
                    <a:pt x="300363" y="3085763"/>
                  </a:cubicBezTo>
                  <a:cubicBezTo>
                    <a:pt x="240007" y="3161208"/>
                    <a:pt x="252078" y="3236654"/>
                    <a:pt x="324506" y="3302291"/>
                  </a:cubicBezTo>
                  <a:cubicBezTo>
                    <a:pt x="338086" y="3315117"/>
                    <a:pt x="362983" y="3324925"/>
                    <a:pt x="364492" y="3339260"/>
                  </a:cubicBezTo>
                  <a:cubicBezTo>
                    <a:pt x="367510" y="3357366"/>
                    <a:pt x="341104" y="3369438"/>
                    <a:pt x="329033" y="3384527"/>
                  </a:cubicBezTo>
                  <a:cubicBezTo>
                    <a:pt x="276221" y="3451673"/>
                    <a:pt x="277730" y="3496941"/>
                    <a:pt x="335068" y="3561069"/>
                  </a:cubicBezTo>
                  <a:cubicBezTo>
                    <a:pt x="356193" y="3584458"/>
                    <a:pt x="375809" y="3608600"/>
                    <a:pt x="395425" y="3633497"/>
                  </a:cubicBezTo>
                  <a:cubicBezTo>
                    <a:pt x="426357" y="3672729"/>
                    <a:pt x="434656" y="3714978"/>
                    <a:pt x="415795" y="3764018"/>
                  </a:cubicBezTo>
                  <a:cubicBezTo>
                    <a:pt x="390143" y="3833428"/>
                    <a:pt x="366755" y="3903592"/>
                    <a:pt x="347894" y="3975266"/>
                  </a:cubicBezTo>
                  <a:cubicBezTo>
                    <a:pt x="319979" y="4080135"/>
                    <a:pt x="328278" y="4178969"/>
                    <a:pt x="402969" y="4264976"/>
                  </a:cubicBezTo>
                  <a:cubicBezTo>
                    <a:pt x="459553" y="4330614"/>
                    <a:pt x="526700" y="4381917"/>
                    <a:pt x="608181" y="4413604"/>
                  </a:cubicBezTo>
                  <a:cubicBezTo>
                    <a:pt x="757563" y="4472452"/>
                    <a:pt x="912981" y="4468679"/>
                    <a:pt x="1069153" y="4463398"/>
                  </a:cubicBezTo>
                  <a:cubicBezTo>
                    <a:pt x="1163460" y="4460381"/>
                    <a:pt x="1257013" y="4449064"/>
                    <a:pt x="1351320" y="4458117"/>
                  </a:cubicBezTo>
                  <a:cubicBezTo>
                    <a:pt x="1418466" y="4464907"/>
                    <a:pt x="1474296" y="4492822"/>
                    <a:pt x="1495421" y="4560723"/>
                  </a:cubicBezTo>
                  <a:cubicBezTo>
                    <a:pt x="1527108" y="4663329"/>
                    <a:pt x="1560304" y="4766689"/>
                    <a:pt x="1559549" y="4876840"/>
                  </a:cubicBezTo>
                  <a:cubicBezTo>
                    <a:pt x="1558795" y="5031503"/>
                    <a:pt x="1666682" y="5090351"/>
                    <a:pt x="1775324" y="5090351"/>
                  </a:cubicBezTo>
                  <a:cubicBezTo>
                    <a:pt x="2148779" y="5091105"/>
                    <a:pt x="2522235" y="5095632"/>
                    <a:pt x="2894936" y="5086578"/>
                  </a:cubicBezTo>
                  <a:cubicBezTo>
                    <a:pt x="3019421" y="5083560"/>
                    <a:pt x="3087322" y="5012642"/>
                    <a:pt x="3088831" y="4886648"/>
                  </a:cubicBezTo>
                  <a:cubicBezTo>
                    <a:pt x="3091094" y="4709351"/>
                    <a:pt x="3097130" y="4314771"/>
                    <a:pt x="3097884" y="4314016"/>
                  </a:cubicBezTo>
                  <a:lnTo>
                    <a:pt x="2990751" y="4314016"/>
                  </a:lnTo>
                  <a:cubicBezTo>
                    <a:pt x="2988488" y="4347966"/>
                    <a:pt x="2986225" y="4735002"/>
                    <a:pt x="2979435" y="4876085"/>
                  </a:cubicBezTo>
                  <a:cubicBezTo>
                    <a:pt x="2974908" y="4962848"/>
                    <a:pt x="2959819" y="4980200"/>
                    <a:pt x="2871548" y="4981709"/>
                  </a:cubicBezTo>
                  <a:cubicBezTo>
                    <a:pt x="2861739" y="4981709"/>
                    <a:pt x="1924706" y="4986990"/>
                    <a:pt x="1800221" y="4986236"/>
                  </a:cubicBezTo>
                  <a:cubicBezTo>
                    <a:pt x="1707423" y="4985481"/>
                    <a:pt x="1674227" y="4959075"/>
                    <a:pt x="1668945" y="4868541"/>
                  </a:cubicBezTo>
                  <a:cubicBezTo>
                    <a:pt x="1661401" y="4757636"/>
                    <a:pt x="1636504" y="4650503"/>
                    <a:pt x="1604062" y="4544880"/>
                  </a:cubicBezTo>
                  <a:cubicBezTo>
                    <a:pt x="1573130" y="4444537"/>
                    <a:pt x="1509001" y="4379654"/>
                    <a:pt x="1403377" y="4358529"/>
                  </a:cubicBezTo>
                  <a:cubicBezTo>
                    <a:pt x="1337740" y="4344949"/>
                    <a:pt x="1271347" y="4343440"/>
                    <a:pt x="1204955" y="4347212"/>
                  </a:cubicBezTo>
                  <a:cubicBezTo>
                    <a:pt x="1074434" y="4354002"/>
                    <a:pt x="944668" y="4368337"/>
                    <a:pt x="814147" y="4353248"/>
                  </a:cubicBezTo>
                  <a:cubicBezTo>
                    <a:pt x="718332" y="4341931"/>
                    <a:pt x="627042" y="4317034"/>
                    <a:pt x="549334" y="4256678"/>
                  </a:cubicBezTo>
                  <a:cubicBezTo>
                    <a:pt x="462571" y="4189531"/>
                    <a:pt x="419567" y="4107295"/>
                    <a:pt x="455781" y="3994127"/>
                  </a:cubicBezTo>
                  <a:cubicBezTo>
                    <a:pt x="476906" y="3926980"/>
                    <a:pt x="500294" y="3861343"/>
                    <a:pt x="521419" y="3794196"/>
                  </a:cubicBezTo>
                  <a:cubicBezTo>
                    <a:pt x="547070" y="3715733"/>
                    <a:pt x="538017" y="3643305"/>
                    <a:pt x="488223" y="3576913"/>
                  </a:cubicBezTo>
                  <a:cubicBezTo>
                    <a:pt x="467098" y="3548998"/>
                    <a:pt x="445219" y="3521083"/>
                    <a:pt x="421076" y="3495432"/>
                  </a:cubicBezTo>
                  <a:cubicBezTo>
                    <a:pt x="403724" y="3476570"/>
                    <a:pt x="402969" y="3462990"/>
                    <a:pt x="421831" y="3445638"/>
                  </a:cubicBezTo>
                  <a:cubicBezTo>
                    <a:pt x="439937" y="3428285"/>
                    <a:pt x="456535" y="3409424"/>
                    <a:pt x="471625" y="3389054"/>
                  </a:cubicBezTo>
                  <a:cubicBezTo>
                    <a:pt x="506330" y="3342277"/>
                    <a:pt x="501803" y="3305309"/>
                    <a:pt x="456535" y="3268341"/>
                  </a:cubicBezTo>
                  <a:cubicBezTo>
                    <a:pt x="435411" y="3250988"/>
                    <a:pt x="412777" y="3234390"/>
                    <a:pt x="392407" y="3216283"/>
                  </a:cubicBezTo>
                  <a:cubicBezTo>
                    <a:pt x="372036" y="3198176"/>
                    <a:pt x="366001" y="3173279"/>
                    <a:pt x="385617" y="3152909"/>
                  </a:cubicBezTo>
                  <a:cubicBezTo>
                    <a:pt x="439183" y="3096325"/>
                    <a:pt x="455027" y="3024652"/>
                    <a:pt x="477660" y="2954487"/>
                  </a:cubicBezTo>
                  <a:cubicBezTo>
                    <a:pt x="512365" y="2845091"/>
                    <a:pt x="469361" y="2768137"/>
                    <a:pt x="354684" y="2755311"/>
                  </a:cubicBezTo>
                  <a:cubicBezTo>
                    <a:pt x="283011" y="2747012"/>
                    <a:pt x="222654" y="2718343"/>
                    <a:pt x="163807" y="2682129"/>
                  </a:cubicBezTo>
                  <a:cubicBezTo>
                    <a:pt x="111749" y="2649687"/>
                    <a:pt x="101187" y="2620263"/>
                    <a:pt x="120803" y="2561416"/>
                  </a:cubicBezTo>
                  <a:cubicBezTo>
                    <a:pt x="145700" y="2487479"/>
                    <a:pt x="188704" y="2424105"/>
                    <a:pt x="236234" y="2363749"/>
                  </a:cubicBezTo>
                  <a:cubicBezTo>
                    <a:pt x="384862" y="2175135"/>
                    <a:pt x="534999" y="1988030"/>
                    <a:pt x="685136" y="1800925"/>
                  </a:cubicBezTo>
                  <a:cubicBezTo>
                    <a:pt x="722858" y="1754149"/>
                    <a:pt x="740211" y="1704355"/>
                    <a:pt x="725122" y="1643998"/>
                  </a:cubicBezTo>
                  <a:cubicBezTo>
                    <a:pt x="690417" y="1507442"/>
                    <a:pt x="704751" y="1372394"/>
                    <a:pt x="744737" y="1239610"/>
                  </a:cubicBezTo>
                  <a:cubicBezTo>
                    <a:pt x="857151" y="864646"/>
                    <a:pt x="1091033" y="583988"/>
                    <a:pt x="1421484" y="382549"/>
                  </a:cubicBezTo>
                  <a:cubicBezTo>
                    <a:pt x="1739864" y="187899"/>
                    <a:pt x="2092195" y="116980"/>
                    <a:pt x="2460369" y="107927"/>
                  </a:cubicBezTo>
                  <a:cubicBezTo>
                    <a:pt x="2613524" y="104155"/>
                    <a:pt x="2766678" y="114717"/>
                    <a:pt x="2918324" y="137351"/>
                  </a:cubicBezTo>
                  <a:cubicBezTo>
                    <a:pt x="3220860" y="181864"/>
                    <a:pt x="3507553" y="273153"/>
                    <a:pt x="3766332" y="439133"/>
                  </a:cubicBezTo>
                  <a:cubicBezTo>
                    <a:pt x="4277098" y="767321"/>
                    <a:pt x="4520787" y="1241874"/>
                    <a:pt x="4524560" y="1843929"/>
                  </a:cubicBezTo>
                  <a:cubicBezTo>
                    <a:pt x="4525314" y="2002364"/>
                    <a:pt x="4502680" y="2158537"/>
                    <a:pt x="4466466" y="2313200"/>
                  </a:cubicBezTo>
                  <a:cubicBezTo>
                    <a:pt x="4406110" y="2573487"/>
                    <a:pt x="4317084" y="2819440"/>
                    <a:pt x="4149595" y="3033705"/>
                  </a:cubicBezTo>
                  <a:cubicBezTo>
                    <a:pt x="4077167" y="3126503"/>
                    <a:pt x="4013039" y="3226091"/>
                    <a:pt x="3958718" y="3330961"/>
                  </a:cubicBezTo>
                  <a:cubicBezTo>
                    <a:pt x="3892326" y="3458463"/>
                    <a:pt x="3847813" y="3588984"/>
                    <a:pt x="3853094" y="3736857"/>
                  </a:cubicBezTo>
                  <a:cubicBezTo>
                    <a:pt x="3859884" y="3921699"/>
                    <a:pt x="3854603" y="4728966"/>
                    <a:pt x="3854603" y="4947759"/>
                  </a:cubicBezTo>
                  <a:cubicBezTo>
                    <a:pt x="3854603" y="4965111"/>
                    <a:pt x="3850831" y="4981709"/>
                    <a:pt x="3879500" y="4980955"/>
                  </a:cubicBezTo>
                  <a:cubicBezTo>
                    <a:pt x="4028882" y="4979446"/>
                    <a:pt x="4179019" y="4980200"/>
                    <a:pt x="4328401" y="4980955"/>
                  </a:cubicBezTo>
                  <a:cubicBezTo>
                    <a:pt x="4348772" y="4980955"/>
                    <a:pt x="4354052" y="4974164"/>
                    <a:pt x="4353298" y="4954549"/>
                  </a:cubicBezTo>
                  <a:cubicBezTo>
                    <a:pt x="4351789" y="4922862"/>
                    <a:pt x="4351035" y="4891929"/>
                    <a:pt x="4353298" y="4860242"/>
                  </a:cubicBezTo>
                  <a:cubicBezTo>
                    <a:pt x="4354807" y="4834590"/>
                    <a:pt x="4345754" y="4828555"/>
                    <a:pt x="4321611" y="4829309"/>
                  </a:cubicBezTo>
                  <a:cubicBezTo>
                    <a:pt x="4214478" y="4830818"/>
                    <a:pt x="4108100" y="4828555"/>
                    <a:pt x="4000967" y="4830818"/>
                  </a:cubicBezTo>
                  <a:cubicBezTo>
                    <a:pt x="3967771" y="4831573"/>
                    <a:pt x="3959472" y="4823273"/>
                    <a:pt x="3959472" y="4789323"/>
                  </a:cubicBezTo>
                  <a:cubicBezTo>
                    <a:pt x="3960981" y="4424921"/>
                    <a:pt x="3960981" y="4059764"/>
                    <a:pt x="3959472" y="3695362"/>
                  </a:cubicBezTo>
                  <a:cubicBezTo>
                    <a:pt x="3959472" y="3632743"/>
                    <a:pt x="3970035" y="3573141"/>
                    <a:pt x="3991914" y="3515048"/>
                  </a:cubicBezTo>
                  <a:cubicBezTo>
                    <a:pt x="4041708" y="3372456"/>
                    <a:pt x="4126207" y="3249479"/>
                    <a:pt x="4211461" y="3126503"/>
                  </a:cubicBezTo>
                  <a:close/>
                </a:path>
              </a:pathLst>
            </a:custGeom>
            <a:solidFill>
              <a:srgbClr val="000000"/>
            </a:solidFill>
            <a:ln w="7545" cap="flat">
              <a:noFill/>
              <a:prstDash val="solid"/>
              <a:miter/>
            </a:ln>
          </p:spPr>
          <p:txBody>
            <a:bodyPr rtlCol="0" anchor="ctr"/>
            <a:lstStyle/>
            <a:p>
              <a:endParaRPr lang="en-US" dirty="0"/>
            </a:p>
          </p:txBody>
        </p:sp>
        <p:grpSp>
          <p:nvGrpSpPr>
            <p:cNvPr id="102" name="그룹 101">
              <a:extLst>
                <a:ext uri="{FF2B5EF4-FFF2-40B4-BE49-F238E27FC236}">
                  <a16:creationId xmlns:a16="http://schemas.microsoft.com/office/drawing/2014/main" id="{0EC3650B-B526-4715-AF9A-4F2F613AA5BF}"/>
                </a:ext>
              </a:extLst>
            </p:cNvPr>
            <p:cNvGrpSpPr/>
            <p:nvPr/>
          </p:nvGrpSpPr>
          <p:grpSpPr>
            <a:xfrm>
              <a:off x="9602085" y="1150198"/>
              <a:ext cx="1730978" cy="1743822"/>
              <a:chOff x="9602085" y="1150198"/>
              <a:chExt cx="1730978" cy="1743822"/>
            </a:xfrm>
          </p:grpSpPr>
          <p:grpSp>
            <p:nvGrpSpPr>
              <p:cNvPr id="103" name="그룹 102">
                <a:extLst>
                  <a:ext uri="{FF2B5EF4-FFF2-40B4-BE49-F238E27FC236}">
                    <a16:creationId xmlns:a16="http://schemas.microsoft.com/office/drawing/2014/main" id="{9079B7E2-A488-4B6A-BFE0-5F31C87E83BE}"/>
                  </a:ext>
                </a:extLst>
              </p:cNvPr>
              <p:cNvGrpSpPr/>
              <p:nvPr/>
            </p:nvGrpSpPr>
            <p:grpSpPr>
              <a:xfrm rot="2460259" flipH="1">
                <a:off x="9602085" y="1150198"/>
                <a:ext cx="959218" cy="659067"/>
                <a:chOff x="10056748" y="2346218"/>
                <a:chExt cx="1725444" cy="1185531"/>
              </a:xfrm>
            </p:grpSpPr>
            <p:sp>
              <p:nvSpPr>
                <p:cNvPr id="115" name="Trapezoid 272">
                  <a:extLst>
                    <a:ext uri="{FF2B5EF4-FFF2-40B4-BE49-F238E27FC236}">
                      <a16:creationId xmlns:a16="http://schemas.microsoft.com/office/drawing/2014/main" id="{AB3B656A-D157-4D3A-AD73-6F2BF02601BF}"/>
                    </a:ext>
                  </a:extLst>
                </p:cNvPr>
                <p:cNvSpPr/>
                <p:nvPr/>
              </p:nvSpPr>
              <p:spPr>
                <a:xfrm rot="6820098">
                  <a:off x="10555155" y="1847811"/>
                  <a:ext cx="415098" cy="1411912"/>
                </a:xfrm>
                <a:prstGeom prst="trapezoid">
                  <a:avLst>
                    <a:gd name="adj" fmla="val 11476"/>
                  </a:avLst>
                </a:prstGeom>
                <a:solidFill>
                  <a:schemeClr val="accent4"/>
                </a:solidFill>
                <a:ln w="9525" cap="flat">
                  <a:noFill/>
                  <a:prstDash val="solid"/>
                  <a:miter/>
                </a:ln>
              </p:spPr>
              <p:txBody>
                <a:bodyPr rtlCol="0" anchor="ctr"/>
                <a:lstStyle/>
                <a:p>
                  <a:endParaRPr lang="en-US">
                    <a:solidFill>
                      <a:schemeClr val="tx1"/>
                    </a:solidFill>
                  </a:endParaRPr>
                </a:p>
              </p:txBody>
            </p:sp>
            <p:grpSp>
              <p:nvGrpSpPr>
                <p:cNvPr id="116" name="Group 275">
                  <a:extLst>
                    <a:ext uri="{FF2B5EF4-FFF2-40B4-BE49-F238E27FC236}">
                      <a16:creationId xmlns:a16="http://schemas.microsoft.com/office/drawing/2014/main" id="{B11C23D9-E39E-48DB-B45E-E51152129ADE}"/>
                    </a:ext>
                  </a:extLst>
                </p:cNvPr>
                <p:cNvGrpSpPr/>
                <p:nvPr/>
              </p:nvGrpSpPr>
              <p:grpSpPr>
                <a:xfrm rot="5400000">
                  <a:off x="10943999" y="2693556"/>
                  <a:ext cx="947831" cy="728555"/>
                  <a:chOff x="10999279" y="2698471"/>
                  <a:chExt cx="989342" cy="760462"/>
                </a:xfrm>
              </p:grpSpPr>
              <p:sp>
                <p:nvSpPr>
                  <p:cNvPr id="117" name="Freeform: Shape 280">
                    <a:extLst>
                      <a:ext uri="{FF2B5EF4-FFF2-40B4-BE49-F238E27FC236}">
                        <a16:creationId xmlns:a16="http://schemas.microsoft.com/office/drawing/2014/main" id="{65A4B371-A8DC-4896-80DA-A4684D5AD6BD}"/>
                      </a:ext>
                    </a:extLst>
                  </p:cNvPr>
                  <p:cNvSpPr/>
                  <p:nvPr/>
                </p:nvSpPr>
                <p:spPr>
                  <a:xfrm>
                    <a:off x="11237298" y="2698471"/>
                    <a:ext cx="712934" cy="329046"/>
                  </a:xfrm>
                  <a:custGeom>
                    <a:avLst/>
                    <a:gdLst>
                      <a:gd name="connsiteX0" fmla="*/ 7144 w 371475"/>
                      <a:gd name="connsiteY0" fmla="*/ 145256 h 171450"/>
                      <a:gd name="connsiteX1" fmla="*/ 90011 w 371475"/>
                      <a:gd name="connsiteY1" fmla="*/ 32861 h 171450"/>
                      <a:gd name="connsiteX2" fmla="*/ 250984 w 371475"/>
                      <a:gd name="connsiteY2" fmla="*/ 7144 h 171450"/>
                      <a:gd name="connsiteX3" fmla="*/ 361474 w 371475"/>
                      <a:gd name="connsiteY3" fmla="*/ 103346 h 171450"/>
                      <a:gd name="connsiteX4" fmla="*/ 367189 w 371475"/>
                      <a:gd name="connsiteY4" fmla="*/ 139541 h 171450"/>
                      <a:gd name="connsiteX5" fmla="*/ 343376 w 371475"/>
                      <a:gd name="connsiteY5" fmla="*/ 143351 h 171450"/>
                      <a:gd name="connsiteX6" fmla="*/ 234791 w 371475"/>
                      <a:gd name="connsiteY6" fmla="*/ 58579 h 171450"/>
                      <a:gd name="connsiteX7" fmla="*/ 117634 w 371475"/>
                      <a:gd name="connsiteY7" fmla="*/ 76676 h 171450"/>
                      <a:gd name="connsiteX8" fmla="*/ 58579 w 371475"/>
                      <a:gd name="connsiteY8" fmla="*/ 16716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475" h="171450">
                        <a:moveTo>
                          <a:pt x="7144" y="145256"/>
                        </a:moveTo>
                        <a:lnTo>
                          <a:pt x="90011" y="32861"/>
                        </a:lnTo>
                        <a:lnTo>
                          <a:pt x="250984" y="7144"/>
                        </a:lnTo>
                        <a:lnTo>
                          <a:pt x="361474" y="103346"/>
                        </a:lnTo>
                        <a:lnTo>
                          <a:pt x="367189" y="139541"/>
                        </a:lnTo>
                        <a:lnTo>
                          <a:pt x="343376" y="143351"/>
                        </a:lnTo>
                        <a:lnTo>
                          <a:pt x="234791" y="58579"/>
                        </a:lnTo>
                        <a:lnTo>
                          <a:pt x="117634" y="76676"/>
                        </a:lnTo>
                        <a:lnTo>
                          <a:pt x="58579" y="167164"/>
                        </a:lnTo>
                        <a:close/>
                      </a:path>
                    </a:pathLst>
                  </a:custGeom>
                  <a:solidFill>
                    <a:schemeClr val="accent4"/>
                  </a:solidFill>
                  <a:ln w="9525" cap="flat">
                    <a:noFill/>
                    <a:prstDash val="solid"/>
                    <a:miter/>
                  </a:ln>
                </p:spPr>
                <p:txBody>
                  <a:bodyPr rtlCol="0" anchor="ctr"/>
                  <a:lstStyle/>
                  <a:p>
                    <a:endParaRPr lang="en-US"/>
                  </a:p>
                </p:txBody>
              </p:sp>
              <p:sp>
                <p:nvSpPr>
                  <p:cNvPr id="118" name="Freeform: Shape 281">
                    <a:extLst>
                      <a:ext uri="{FF2B5EF4-FFF2-40B4-BE49-F238E27FC236}">
                        <a16:creationId xmlns:a16="http://schemas.microsoft.com/office/drawing/2014/main" id="{C9CA243E-69D0-4D11-9E03-26BD88716649}"/>
                      </a:ext>
                    </a:extLst>
                  </p:cNvPr>
                  <p:cNvSpPr/>
                  <p:nvPr/>
                </p:nvSpPr>
                <p:spPr>
                  <a:xfrm>
                    <a:off x="11293968" y="3075046"/>
                    <a:ext cx="694653" cy="383887"/>
                  </a:xfrm>
                  <a:custGeom>
                    <a:avLst/>
                    <a:gdLst>
                      <a:gd name="connsiteX0" fmla="*/ 7144 w 361950"/>
                      <a:gd name="connsiteY0" fmla="*/ 114776 h 200025"/>
                      <a:gd name="connsiteX1" fmla="*/ 120491 w 361950"/>
                      <a:gd name="connsiteY1" fmla="*/ 194786 h 200025"/>
                      <a:gd name="connsiteX2" fmla="*/ 281464 w 361950"/>
                      <a:gd name="connsiteY2" fmla="*/ 169069 h 200025"/>
                      <a:gd name="connsiteX3" fmla="*/ 355759 w 361950"/>
                      <a:gd name="connsiteY3" fmla="*/ 43339 h 200025"/>
                      <a:gd name="connsiteX4" fmla="*/ 350044 w 361950"/>
                      <a:gd name="connsiteY4" fmla="*/ 7144 h 200025"/>
                      <a:gd name="connsiteX5" fmla="*/ 327184 w 361950"/>
                      <a:gd name="connsiteY5" fmla="*/ 10954 h 200025"/>
                      <a:gd name="connsiteX6" fmla="*/ 250031 w 361950"/>
                      <a:gd name="connsiteY6" fmla="*/ 125254 h 200025"/>
                      <a:gd name="connsiteX7" fmla="*/ 132874 w 361950"/>
                      <a:gd name="connsiteY7" fmla="*/ 144304 h 200025"/>
                      <a:gd name="connsiteX8" fmla="*/ 48101 w 361950"/>
                      <a:gd name="connsiteY8" fmla="*/ 77629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1950" h="200025">
                        <a:moveTo>
                          <a:pt x="7144" y="114776"/>
                        </a:moveTo>
                        <a:lnTo>
                          <a:pt x="120491" y="194786"/>
                        </a:lnTo>
                        <a:lnTo>
                          <a:pt x="281464" y="169069"/>
                        </a:lnTo>
                        <a:lnTo>
                          <a:pt x="355759" y="43339"/>
                        </a:lnTo>
                        <a:lnTo>
                          <a:pt x="350044" y="7144"/>
                        </a:lnTo>
                        <a:lnTo>
                          <a:pt x="327184" y="10954"/>
                        </a:lnTo>
                        <a:lnTo>
                          <a:pt x="250031" y="125254"/>
                        </a:lnTo>
                        <a:lnTo>
                          <a:pt x="132874" y="144304"/>
                        </a:lnTo>
                        <a:lnTo>
                          <a:pt x="48101" y="77629"/>
                        </a:lnTo>
                        <a:close/>
                      </a:path>
                    </a:pathLst>
                  </a:custGeom>
                  <a:solidFill>
                    <a:schemeClr val="accent4"/>
                  </a:solidFill>
                  <a:ln w="9525" cap="flat">
                    <a:noFill/>
                    <a:prstDash val="solid"/>
                    <a:miter/>
                  </a:ln>
                </p:spPr>
                <p:txBody>
                  <a:bodyPr rtlCol="0" anchor="ctr"/>
                  <a:lstStyle/>
                  <a:p>
                    <a:endParaRPr lang="en-US"/>
                  </a:p>
                </p:txBody>
              </p:sp>
              <p:sp>
                <p:nvSpPr>
                  <p:cNvPr id="119" name="Freeform: Shape 282">
                    <a:extLst>
                      <a:ext uri="{FF2B5EF4-FFF2-40B4-BE49-F238E27FC236}">
                        <a16:creationId xmlns:a16="http://schemas.microsoft.com/office/drawing/2014/main" id="{58D3AC4E-BB61-4A64-A900-A4DD40D09C55}"/>
                      </a:ext>
                    </a:extLst>
                  </p:cNvPr>
                  <p:cNvSpPr/>
                  <p:nvPr/>
                </p:nvSpPr>
                <p:spPr>
                  <a:xfrm>
                    <a:off x="10999279" y="2942227"/>
                    <a:ext cx="457009" cy="457009"/>
                  </a:xfrm>
                  <a:custGeom>
                    <a:avLst/>
                    <a:gdLst>
                      <a:gd name="connsiteX0" fmla="*/ 102790 w 238125"/>
                      <a:gd name="connsiteY0" fmla="*/ 8493 h 238125"/>
                      <a:gd name="connsiteX1" fmla="*/ 8493 w 238125"/>
                      <a:gd name="connsiteY1" fmla="*/ 138985 h 238125"/>
                      <a:gd name="connsiteX2" fmla="*/ 138985 w 238125"/>
                      <a:gd name="connsiteY2" fmla="*/ 233283 h 238125"/>
                      <a:gd name="connsiteX3" fmla="*/ 233283 w 238125"/>
                      <a:gd name="connsiteY3" fmla="*/ 102790 h 238125"/>
                      <a:gd name="connsiteX4" fmla="*/ 102790 w 238125"/>
                      <a:gd name="connsiteY4" fmla="*/ 8493 h 238125"/>
                      <a:gd name="connsiteX5" fmla="*/ 128508 w 238125"/>
                      <a:gd name="connsiteY5" fmla="*/ 164703 h 238125"/>
                      <a:gd name="connsiteX6" fmla="*/ 78025 w 238125"/>
                      <a:gd name="connsiteY6" fmla="*/ 128508 h 238125"/>
                      <a:gd name="connsiteX7" fmla="*/ 114220 w 238125"/>
                      <a:gd name="connsiteY7" fmla="*/ 78025 h 238125"/>
                      <a:gd name="connsiteX8" fmla="*/ 164703 w 238125"/>
                      <a:gd name="connsiteY8" fmla="*/ 114220 h 238125"/>
                      <a:gd name="connsiteX9" fmla="*/ 128508 w 238125"/>
                      <a:gd name="connsiteY9" fmla="*/ 164703 h 238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125" h="238125">
                        <a:moveTo>
                          <a:pt x="102790" y="8493"/>
                        </a:moveTo>
                        <a:cubicBezTo>
                          <a:pt x="40878" y="18018"/>
                          <a:pt x="-1032" y="77073"/>
                          <a:pt x="8493" y="138985"/>
                        </a:cubicBezTo>
                        <a:cubicBezTo>
                          <a:pt x="18018" y="200898"/>
                          <a:pt x="77073" y="242808"/>
                          <a:pt x="138985" y="233283"/>
                        </a:cubicBezTo>
                        <a:cubicBezTo>
                          <a:pt x="200898" y="223758"/>
                          <a:pt x="242808" y="164703"/>
                          <a:pt x="233283" y="102790"/>
                        </a:cubicBezTo>
                        <a:cubicBezTo>
                          <a:pt x="222805" y="40878"/>
                          <a:pt x="164703" y="-1032"/>
                          <a:pt x="102790" y="8493"/>
                        </a:cubicBezTo>
                        <a:close/>
                        <a:moveTo>
                          <a:pt x="128508" y="164703"/>
                        </a:moveTo>
                        <a:cubicBezTo>
                          <a:pt x="104695" y="168513"/>
                          <a:pt x="81835" y="152320"/>
                          <a:pt x="78025" y="128508"/>
                        </a:cubicBezTo>
                        <a:cubicBezTo>
                          <a:pt x="74215" y="104695"/>
                          <a:pt x="90408" y="81835"/>
                          <a:pt x="114220" y="78025"/>
                        </a:cubicBezTo>
                        <a:cubicBezTo>
                          <a:pt x="138033" y="74215"/>
                          <a:pt x="160893" y="90408"/>
                          <a:pt x="164703" y="114220"/>
                        </a:cubicBezTo>
                        <a:cubicBezTo>
                          <a:pt x="169465" y="138033"/>
                          <a:pt x="152320" y="160893"/>
                          <a:pt x="128508" y="164703"/>
                        </a:cubicBezTo>
                        <a:close/>
                      </a:path>
                    </a:pathLst>
                  </a:custGeom>
                  <a:solidFill>
                    <a:schemeClr val="accent4">
                      <a:lumMod val="75000"/>
                    </a:schemeClr>
                  </a:solidFill>
                  <a:ln w="9525" cap="flat">
                    <a:noFill/>
                    <a:prstDash val="solid"/>
                    <a:miter/>
                  </a:ln>
                </p:spPr>
                <p:txBody>
                  <a:bodyPr rtlCol="0" anchor="ctr"/>
                  <a:lstStyle/>
                  <a:p>
                    <a:endParaRPr lang="en-US"/>
                  </a:p>
                </p:txBody>
              </p:sp>
            </p:grpSp>
          </p:grpSp>
          <p:grpSp>
            <p:nvGrpSpPr>
              <p:cNvPr id="104" name="그룹 103">
                <a:extLst>
                  <a:ext uri="{FF2B5EF4-FFF2-40B4-BE49-F238E27FC236}">
                    <a16:creationId xmlns:a16="http://schemas.microsoft.com/office/drawing/2014/main" id="{E0A5C16F-AAB1-4894-A5A7-4F5E403AEF85}"/>
                  </a:ext>
                </a:extLst>
              </p:cNvPr>
              <p:cNvGrpSpPr/>
              <p:nvPr/>
            </p:nvGrpSpPr>
            <p:grpSpPr>
              <a:xfrm flipH="1">
                <a:off x="10573647" y="1302883"/>
                <a:ext cx="759416" cy="1591137"/>
                <a:chOff x="8631760" y="1655173"/>
                <a:chExt cx="1366040" cy="2862140"/>
              </a:xfrm>
            </p:grpSpPr>
            <p:grpSp>
              <p:nvGrpSpPr>
                <p:cNvPr id="105" name="Group 273">
                  <a:extLst>
                    <a:ext uri="{FF2B5EF4-FFF2-40B4-BE49-F238E27FC236}">
                      <a16:creationId xmlns:a16="http://schemas.microsoft.com/office/drawing/2014/main" id="{A7583DA0-8001-4210-BCCF-AE69D38148C5}"/>
                    </a:ext>
                  </a:extLst>
                </p:cNvPr>
                <p:cNvGrpSpPr/>
                <p:nvPr/>
              </p:nvGrpSpPr>
              <p:grpSpPr>
                <a:xfrm>
                  <a:off x="9402534" y="1655173"/>
                  <a:ext cx="527772" cy="1374721"/>
                  <a:chOff x="10900146" y="2352060"/>
                  <a:chExt cx="550886" cy="1434927"/>
                </a:xfrm>
              </p:grpSpPr>
              <p:sp>
                <p:nvSpPr>
                  <p:cNvPr id="113" name="Rectangle: Rounded Corners 285">
                    <a:extLst>
                      <a:ext uri="{FF2B5EF4-FFF2-40B4-BE49-F238E27FC236}">
                        <a16:creationId xmlns:a16="http://schemas.microsoft.com/office/drawing/2014/main" id="{5F22B064-A631-4066-A8E8-0015A53A0B05}"/>
                      </a:ext>
                    </a:extLst>
                  </p:cNvPr>
                  <p:cNvSpPr/>
                  <p:nvPr/>
                </p:nvSpPr>
                <p:spPr>
                  <a:xfrm rot="18447756">
                    <a:off x="10414913" y="2837293"/>
                    <a:ext cx="1434927" cy="464462"/>
                  </a:xfrm>
                  <a:prstGeom prst="roundRect">
                    <a:avLst>
                      <a:gd name="adj" fmla="val 50000"/>
                    </a:avLst>
                  </a:prstGeom>
                  <a:solidFill>
                    <a:schemeClr val="accent4">
                      <a:lumMod val="75000"/>
                    </a:schemeClr>
                  </a:solidFill>
                  <a:ln w="9525" cap="flat">
                    <a:noFill/>
                    <a:prstDash val="solid"/>
                    <a:miter/>
                  </a:ln>
                </p:spPr>
                <p:txBody>
                  <a:bodyPr rtlCol="0" anchor="ctr"/>
                  <a:lstStyle/>
                  <a:p>
                    <a:endParaRPr lang="en-US">
                      <a:solidFill>
                        <a:schemeClr val="tx1"/>
                      </a:solidFill>
                    </a:endParaRPr>
                  </a:p>
                </p:txBody>
              </p:sp>
              <p:sp>
                <p:nvSpPr>
                  <p:cNvPr id="114" name="Freeform: Shape 286">
                    <a:extLst>
                      <a:ext uri="{FF2B5EF4-FFF2-40B4-BE49-F238E27FC236}">
                        <a16:creationId xmlns:a16="http://schemas.microsoft.com/office/drawing/2014/main" id="{688A77F4-6BCE-40DE-A931-7531A6377E3F}"/>
                      </a:ext>
                    </a:extLst>
                  </p:cNvPr>
                  <p:cNvSpPr/>
                  <p:nvPr/>
                </p:nvSpPr>
                <p:spPr>
                  <a:xfrm>
                    <a:off x="11268229" y="2598552"/>
                    <a:ext cx="182803" cy="182803"/>
                  </a:xfrm>
                  <a:custGeom>
                    <a:avLst/>
                    <a:gdLst>
                      <a:gd name="connsiteX0" fmla="*/ 94774 w 95250"/>
                      <a:gd name="connsiteY0" fmla="*/ 50959 h 95250"/>
                      <a:gd name="connsiteX1" fmla="*/ 50959 w 95250"/>
                      <a:gd name="connsiteY1" fmla="*/ 94774 h 95250"/>
                      <a:gd name="connsiteX2" fmla="*/ 7144 w 95250"/>
                      <a:gd name="connsiteY2" fmla="*/ 50959 h 95250"/>
                      <a:gd name="connsiteX3" fmla="*/ 50959 w 95250"/>
                      <a:gd name="connsiteY3" fmla="*/ 7144 h 95250"/>
                      <a:gd name="connsiteX4" fmla="*/ 94774 w 95250"/>
                      <a:gd name="connsiteY4" fmla="*/ 50959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4774" y="50959"/>
                        </a:moveTo>
                        <a:cubicBezTo>
                          <a:pt x="94774" y="74771"/>
                          <a:pt x="74771" y="94774"/>
                          <a:pt x="50959" y="94774"/>
                        </a:cubicBezTo>
                        <a:cubicBezTo>
                          <a:pt x="27146" y="94774"/>
                          <a:pt x="7144" y="74771"/>
                          <a:pt x="7144" y="50959"/>
                        </a:cubicBezTo>
                        <a:cubicBezTo>
                          <a:pt x="7144" y="27146"/>
                          <a:pt x="27146" y="7144"/>
                          <a:pt x="50959" y="7144"/>
                        </a:cubicBezTo>
                        <a:cubicBezTo>
                          <a:pt x="74771" y="7144"/>
                          <a:pt x="94774" y="27146"/>
                          <a:pt x="94774" y="50959"/>
                        </a:cubicBezTo>
                        <a:close/>
                      </a:path>
                    </a:pathLst>
                  </a:custGeom>
                  <a:solidFill>
                    <a:schemeClr val="bg1"/>
                  </a:solidFill>
                  <a:ln w="9525" cap="flat">
                    <a:noFill/>
                    <a:prstDash val="solid"/>
                    <a:miter/>
                  </a:ln>
                </p:spPr>
                <p:txBody>
                  <a:bodyPr rtlCol="0" anchor="ctr"/>
                  <a:lstStyle/>
                  <a:p>
                    <a:endParaRPr lang="en-US"/>
                  </a:p>
                </p:txBody>
              </p:sp>
            </p:grpSp>
            <p:grpSp>
              <p:nvGrpSpPr>
                <p:cNvPr id="106" name="Group 274">
                  <a:extLst>
                    <a:ext uri="{FF2B5EF4-FFF2-40B4-BE49-F238E27FC236}">
                      <a16:creationId xmlns:a16="http://schemas.microsoft.com/office/drawing/2014/main" id="{2F48C289-C72D-41E8-9A3C-13CEDC995BBE}"/>
                    </a:ext>
                  </a:extLst>
                </p:cNvPr>
                <p:cNvGrpSpPr/>
                <p:nvPr/>
              </p:nvGrpSpPr>
              <p:grpSpPr>
                <a:xfrm>
                  <a:off x="8756738" y="2643928"/>
                  <a:ext cx="1105157" cy="1216520"/>
                  <a:chOff x="10226072" y="3384119"/>
                  <a:chExt cx="1153558" cy="1269798"/>
                </a:xfrm>
              </p:grpSpPr>
              <p:sp>
                <p:nvSpPr>
                  <p:cNvPr id="111" name="Freeform: Shape 283">
                    <a:extLst>
                      <a:ext uri="{FF2B5EF4-FFF2-40B4-BE49-F238E27FC236}">
                        <a16:creationId xmlns:a16="http://schemas.microsoft.com/office/drawing/2014/main" id="{A19E5F85-0B80-49E8-8AB3-4117F23AC35B}"/>
                      </a:ext>
                    </a:extLst>
                  </p:cNvPr>
                  <p:cNvSpPr/>
                  <p:nvPr/>
                </p:nvSpPr>
                <p:spPr>
                  <a:xfrm rot="19176301">
                    <a:off x="10226072" y="3384119"/>
                    <a:ext cx="1153558" cy="1269798"/>
                  </a:xfrm>
                  <a:custGeom>
                    <a:avLst/>
                    <a:gdLst>
                      <a:gd name="connsiteX0" fmla="*/ 1069399 w 1153558"/>
                      <a:gd name="connsiteY0" fmla="*/ 54157 h 1269798"/>
                      <a:gd name="connsiteX1" fmla="*/ 1098647 w 1153558"/>
                      <a:gd name="connsiteY1" fmla="*/ 383203 h 1269798"/>
                      <a:gd name="connsiteX2" fmla="*/ 358294 w 1153558"/>
                      <a:gd name="connsiteY2" fmla="*/ 1269798 h 1269798"/>
                      <a:gd name="connsiteX3" fmla="*/ 0 w 1153558"/>
                      <a:gd name="connsiteY3" fmla="*/ 970001 h 1269798"/>
                      <a:gd name="connsiteX4" fmla="*/ 740353 w 1153558"/>
                      <a:gd name="connsiteY4" fmla="*/ 83405 h 1269798"/>
                      <a:gd name="connsiteX5" fmla="*/ 1069399 w 1153558"/>
                      <a:gd name="connsiteY5" fmla="*/ 54157 h 1269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3558" h="1269798">
                        <a:moveTo>
                          <a:pt x="1069399" y="54157"/>
                        </a:moveTo>
                        <a:cubicBezTo>
                          <a:pt x="1168112" y="136417"/>
                          <a:pt x="1182737" y="284489"/>
                          <a:pt x="1098647" y="383203"/>
                        </a:cubicBezTo>
                        <a:lnTo>
                          <a:pt x="358294" y="1269798"/>
                        </a:lnTo>
                        <a:lnTo>
                          <a:pt x="0" y="970001"/>
                        </a:lnTo>
                        <a:lnTo>
                          <a:pt x="740353" y="83405"/>
                        </a:lnTo>
                        <a:cubicBezTo>
                          <a:pt x="824442" y="-15309"/>
                          <a:pt x="970685" y="-28106"/>
                          <a:pt x="1069399" y="54157"/>
                        </a:cubicBezTo>
                        <a:close/>
                      </a:path>
                    </a:pathLst>
                  </a:custGeom>
                  <a:solidFill>
                    <a:schemeClr val="accent4">
                      <a:lumMod val="50000"/>
                    </a:schemeClr>
                  </a:solidFill>
                  <a:ln w="9525" cap="flat">
                    <a:noFill/>
                    <a:prstDash val="solid"/>
                    <a:miter/>
                  </a:ln>
                </p:spPr>
                <p:txBody>
                  <a:bodyPr wrap="square" rtlCol="0" anchor="ctr">
                    <a:noAutofit/>
                  </a:bodyPr>
                  <a:lstStyle/>
                  <a:p>
                    <a:endParaRPr lang="en-US" dirty="0"/>
                  </a:p>
                </p:txBody>
              </p:sp>
              <p:sp>
                <p:nvSpPr>
                  <p:cNvPr id="112" name="Freeform: Shape 284">
                    <a:extLst>
                      <a:ext uri="{FF2B5EF4-FFF2-40B4-BE49-F238E27FC236}">
                        <a16:creationId xmlns:a16="http://schemas.microsoft.com/office/drawing/2014/main" id="{CCB45E65-9F82-4C84-9751-3C3C06E7AE3E}"/>
                      </a:ext>
                    </a:extLst>
                  </p:cNvPr>
                  <p:cNvSpPr/>
                  <p:nvPr/>
                </p:nvSpPr>
                <p:spPr>
                  <a:xfrm>
                    <a:off x="10701546" y="3417653"/>
                    <a:ext cx="182803" cy="182803"/>
                  </a:xfrm>
                  <a:custGeom>
                    <a:avLst/>
                    <a:gdLst>
                      <a:gd name="connsiteX0" fmla="*/ 94774 w 95250"/>
                      <a:gd name="connsiteY0" fmla="*/ 50959 h 95250"/>
                      <a:gd name="connsiteX1" fmla="*/ 50959 w 95250"/>
                      <a:gd name="connsiteY1" fmla="*/ 94774 h 95250"/>
                      <a:gd name="connsiteX2" fmla="*/ 7144 w 95250"/>
                      <a:gd name="connsiteY2" fmla="*/ 50959 h 95250"/>
                      <a:gd name="connsiteX3" fmla="*/ 50959 w 95250"/>
                      <a:gd name="connsiteY3" fmla="*/ 7144 h 95250"/>
                      <a:gd name="connsiteX4" fmla="*/ 94774 w 95250"/>
                      <a:gd name="connsiteY4" fmla="*/ 50959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4774" y="50959"/>
                        </a:moveTo>
                        <a:cubicBezTo>
                          <a:pt x="94774" y="74771"/>
                          <a:pt x="74771" y="94774"/>
                          <a:pt x="50959" y="94774"/>
                        </a:cubicBezTo>
                        <a:cubicBezTo>
                          <a:pt x="27146" y="94774"/>
                          <a:pt x="7144" y="74771"/>
                          <a:pt x="7144" y="50959"/>
                        </a:cubicBezTo>
                        <a:cubicBezTo>
                          <a:pt x="7144" y="27146"/>
                          <a:pt x="27146" y="7144"/>
                          <a:pt x="50959" y="7144"/>
                        </a:cubicBezTo>
                        <a:cubicBezTo>
                          <a:pt x="74771" y="7144"/>
                          <a:pt x="94774" y="27146"/>
                          <a:pt x="94774" y="50959"/>
                        </a:cubicBezTo>
                        <a:close/>
                      </a:path>
                    </a:pathLst>
                  </a:custGeom>
                  <a:solidFill>
                    <a:schemeClr val="bg1"/>
                  </a:solidFill>
                  <a:ln w="9525" cap="flat">
                    <a:noFill/>
                    <a:prstDash val="solid"/>
                    <a:miter/>
                  </a:ln>
                </p:spPr>
                <p:txBody>
                  <a:bodyPr rtlCol="0" anchor="ctr"/>
                  <a:lstStyle/>
                  <a:p>
                    <a:endParaRPr lang="en-US"/>
                  </a:p>
                </p:txBody>
              </p:sp>
            </p:grpSp>
            <p:grpSp>
              <p:nvGrpSpPr>
                <p:cNvPr id="107" name="Group 276">
                  <a:extLst>
                    <a:ext uri="{FF2B5EF4-FFF2-40B4-BE49-F238E27FC236}">
                      <a16:creationId xmlns:a16="http://schemas.microsoft.com/office/drawing/2014/main" id="{301F4BA2-537D-4D8A-BD5A-99F93BE75562}"/>
                    </a:ext>
                  </a:extLst>
                </p:cNvPr>
                <p:cNvGrpSpPr/>
                <p:nvPr/>
              </p:nvGrpSpPr>
              <p:grpSpPr>
                <a:xfrm>
                  <a:off x="8631760" y="3526058"/>
                  <a:ext cx="1366040" cy="991255"/>
                  <a:chOff x="10095620" y="4304882"/>
                  <a:chExt cx="1425867" cy="1034668"/>
                </a:xfrm>
              </p:grpSpPr>
              <p:sp>
                <p:nvSpPr>
                  <p:cNvPr id="108" name="Freeform: Shape 277">
                    <a:extLst>
                      <a:ext uri="{FF2B5EF4-FFF2-40B4-BE49-F238E27FC236}">
                        <a16:creationId xmlns:a16="http://schemas.microsoft.com/office/drawing/2014/main" id="{BCF5C4C0-D277-4693-BCD8-7BB02A620155}"/>
                      </a:ext>
                    </a:extLst>
                  </p:cNvPr>
                  <p:cNvSpPr/>
                  <p:nvPr/>
                </p:nvSpPr>
                <p:spPr>
                  <a:xfrm>
                    <a:off x="10226256" y="4304882"/>
                    <a:ext cx="1133382" cy="914017"/>
                  </a:xfrm>
                  <a:custGeom>
                    <a:avLst/>
                    <a:gdLst>
                      <a:gd name="connsiteX0" fmla="*/ 558641 w 590550"/>
                      <a:gd name="connsiteY0" fmla="*/ 470059 h 476250"/>
                      <a:gd name="connsiteX1" fmla="*/ 37624 w 590550"/>
                      <a:gd name="connsiteY1" fmla="*/ 470059 h 476250"/>
                      <a:gd name="connsiteX2" fmla="*/ 7144 w 590550"/>
                      <a:gd name="connsiteY2" fmla="*/ 439579 h 476250"/>
                      <a:gd name="connsiteX3" fmla="*/ 7144 w 590550"/>
                      <a:gd name="connsiteY3" fmla="*/ 98584 h 476250"/>
                      <a:gd name="connsiteX4" fmla="*/ 98584 w 590550"/>
                      <a:gd name="connsiteY4" fmla="*/ 7144 h 476250"/>
                      <a:gd name="connsiteX5" fmla="*/ 498634 w 590550"/>
                      <a:gd name="connsiteY5" fmla="*/ 7144 h 476250"/>
                      <a:gd name="connsiteX6" fmla="*/ 590074 w 590550"/>
                      <a:gd name="connsiteY6" fmla="*/ 98584 h 476250"/>
                      <a:gd name="connsiteX7" fmla="*/ 590074 w 590550"/>
                      <a:gd name="connsiteY7" fmla="*/ 440531 h 476250"/>
                      <a:gd name="connsiteX8" fmla="*/ 558641 w 590550"/>
                      <a:gd name="connsiteY8" fmla="*/ 470059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0550" h="476250">
                        <a:moveTo>
                          <a:pt x="558641" y="470059"/>
                        </a:moveTo>
                        <a:lnTo>
                          <a:pt x="37624" y="470059"/>
                        </a:lnTo>
                        <a:cubicBezTo>
                          <a:pt x="20479" y="470059"/>
                          <a:pt x="7144" y="456724"/>
                          <a:pt x="7144" y="439579"/>
                        </a:cubicBezTo>
                        <a:lnTo>
                          <a:pt x="7144" y="98584"/>
                        </a:lnTo>
                        <a:cubicBezTo>
                          <a:pt x="7144" y="48101"/>
                          <a:pt x="48101" y="7144"/>
                          <a:pt x="98584" y="7144"/>
                        </a:cubicBezTo>
                        <a:lnTo>
                          <a:pt x="498634" y="7144"/>
                        </a:lnTo>
                        <a:cubicBezTo>
                          <a:pt x="549116" y="7144"/>
                          <a:pt x="590074" y="48101"/>
                          <a:pt x="590074" y="98584"/>
                        </a:cubicBezTo>
                        <a:lnTo>
                          <a:pt x="590074" y="440531"/>
                        </a:lnTo>
                        <a:cubicBezTo>
                          <a:pt x="589121" y="456724"/>
                          <a:pt x="574834" y="470059"/>
                          <a:pt x="558641" y="470059"/>
                        </a:cubicBezTo>
                        <a:close/>
                      </a:path>
                    </a:pathLst>
                  </a:custGeom>
                  <a:solidFill>
                    <a:schemeClr val="accent4">
                      <a:lumMod val="75000"/>
                    </a:schemeClr>
                  </a:solidFill>
                  <a:ln w="9525" cap="flat">
                    <a:noFill/>
                    <a:prstDash val="solid"/>
                    <a:miter/>
                  </a:ln>
                </p:spPr>
                <p:txBody>
                  <a:bodyPr rtlCol="0" anchor="ctr"/>
                  <a:lstStyle/>
                  <a:p>
                    <a:endParaRPr lang="en-US"/>
                  </a:p>
                </p:txBody>
              </p:sp>
              <p:sp>
                <p:nvSpPr>
                  <p:cNvPr id="109" name="Freeform: Shape 278">
                    <a:extLst>
                      <a:ext uri="{FF2B5EF4-FFF2-40B4-BE49-F238E27FC236}">
                        <a16:creationId xmlns:a16="http://schemas.microsoft.com/office/drawing/2014/main" id="{3B1B111F-5DF6-4D0F-8153-B337A16F90FD}"/>
                      </a:ext>
                    </a:extLst>
                  </p:cNvPr>
                  <p:cNvSpPr/>
                  <p:nvPr/>
                </p:nvSpPr>
                <p:spPr>
                  <a:xfrm>
                    <a:off x="10095620" y="5083625"/>
                    <a:ext cx="1425867" cy="255925"/>
                  </a:xfrm>
                  <a:custGeom>
                    <a:avLst/>
                    <a:gdLst>
                      <a:gd name="connsiteX0" fmla="*/ 711994 w 742950"/>
                      <a:gd name="connsiteY0" fmla="*/ 129064 h 133350"/>
                      <a:gd name="connsiteX1" fmla="*/ 37624 w 742950"/>
                      <a:gd name="connsiteY1" fmla="*/ 129064 h 133350"/>
                      <a:gd name="connsiteX2" fmla="*/ 7144 w 742950"/>
                      <a:gd name="connsiteY2" fmla="*/ 98584 h 133350"/>
                      <a:gd name="connsiteX3" fmla="*/ 7144 w 742950"/>
                      <a:gd name="connsiteY3" fmla="*/ 98584 h 133350"/>
                      <a:gd name="connsiteX4" fmla="*/ 98584 w 742950"/>
                      <a:gd name="connsiteY4" fmla="*/ 7144 h 133350"/>
                      <a:gd name="connsiteX5" fmla="*/ 651986 w 742950"/>
                      <a:gd name="connsiteY5" fmla="*/ 7144 h 133350"/>
                      <a:gd name="connsiteX6" fmla="*/ 743426 w 742950"/>
                      <a:gd name="connsiteY6" fmla="*/ 98584 h 133350"/>
                      <a:gd name="connsiteX7" fmla="*/ 743426 w 742950"/>
                      <a:gd name="connsiteY7" fmla="*/ 98584 h 133350"/>
                      <a:gd name="connsiteX8" fmla="*/ 711994 w 742950"/>
                      <a:gd name="connsiteY8" fmla="*/ 129064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2950" h="133350">
                        <a:moveTo>
                          <a:pt x="711994" y="129064"/>
                        </a:moveTo>
                        <a:lnTo>
                          <a:pt x="37624" y="129064"/>
                        </a:lnTo>
                        <a:cubicBezTo>
                          <a:pt x="20479" y="129064"/>
                          <a:pt x="7144" y="115729"/>
                          <a:pt x="7144" y="98584"/>
                        </a:cubicBezTo>
                        <a:lnTo>
                          <a:pt x="7144" y="98584"/>
                        </a:lnTo>
                        <a:cubicBezTo>
                          <a:pt x="7144" y="48101"/>
                          <a:pt x="48101" y="7144"/>
                          <a:pt x="98584" y="7144"/>
                        </a:cubicBezTo>
                        <a:lnTo>
                          <a:pt x="651986" y="7144"/>
                        </a:lnTo>
                        <a:cubicBezTo>
                          <a:pt x="702469" y="7144"/>
                          <a:pt x="743426" y="48101"/>
                          <a:pt x="743426" y="98584"/>
                        </a:cubicBezTo>
                        <a:lnTo>
                          <a:pt x="743426" y="98584"/>
                        </a:lnTo>
                        <a:cubicBezTo>
                          <a:pt x="742474" y="115729"/>
                          <a:pt x="729139" y="129064"/>
                          <a:pt x="711994" y="129064"/>
                        </a:cubicBezTo>
                        <a:close/>
                      </a:path>
                    </a:pathLst>
                  </a:custGeom>
                  <a:solidFill>
                    <a:schemeClr val="accent4"/>
                  </a:solidFill>
                  <a:ln w="9525" cap="flat">
                    <a:noFill/>
                    <a:prstDash val="solid"/>
                    <a:miter/>
                  </a:ln>
                </p:spPr>
                <p:txBody>
                  <a:bodyPr rtlCol="0" anchor="ctr"/>
                  <a:lstStyle/>
                  <a:p>
                    <a:endParaRPr lang="en-US"/>
                  </a:p>
                </p:txBody>
              </p:sp>
              <p:sp>
                <p:nvSpPr>
                  <p:cNvPr id="110" name="Freeform: Shape 279">
                    <a:extLst>
                      <a:ext uri="{FF2B5EF4-FFF2-40B4-BE49-F238E27FC236}">
                        <a16:creationId xmlns:a16="http://schemas.microsoft.com/office/drawing/2014/main" id="{74C3AF95-9F3E-4472-B9AE-568340566100}"/>
                      </a:ext>
                    </a:extLst>
                  </p:cNvPr>
                  <p:cNvSpPr/>
                  <p:nvPr/>
                </p:nvSpPr>
                <p:spPr>
                  <a:xfrm>
                    <a:off x="10701546" y="4411068"/>
                    <a:ext cx="182803" cy="182803"/>
                  </a:xfrm>
                  <a:custGeom>
                    <a:avLst/>
                    <a:gdLst>
                      <a:gd name="connsiteX0" fmla="*/ 94774 w 95250"/>
                      <a:gd name="connsiteY0" fmla="*/ 50959 h 95250"/>
                      <a:gd name="connsiteX1" fmla="*/ 50959 w 95250"/>
                      <a:gd name="connsiteY1" fmla="*/ 94774 h 95250"/>
                      <a:gd name="connsiteX2" fmla="*/ 7144 w 95250"/>
                      <a:gd name="connsiteY2" fmla="*/ 50959 h 95250"/>
                      <a:gd name="connsiteX3" fmla="*/ 50959 w 95250"/>
                      <a:gd name="connsiteY3" fmla="*/ 7144 h 95250"/>
                      <a:gd name="connsiteX4" fmla="*/ 94774 w 95250"/>
                      <a:gd name="connsiteY4" fmla="*/ 50959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4774" y="50959"/>
                        </a:moveTo>
                        <a:cubicBezTo>
                          <a:pt x="94774" y="74771"/>
                          <a:pt x="74771" y="94774"/>
                          <a:pt x="50959" y="94774"/>
                        </a:cubicBezTo>
                        <a:cubicBezTo>
                          <a:pt x="27146" y="94774"/>
                          <a:pt x="7144" y="74771"/>
                          <a:pt x="7144" y="50959"/>
                        </a:cubicBezTo>
                        <a:cubicBezTo>
                          <a:pt x="7144" y="27146"/>
                          <a:pt x="27146" y="7144"/>
                          <a:pt x="50959" y="7144"/>
                        </a:cubicBezTo>
                        <a:cubicBezTo>
                          <a:pt x="74771" y="7144"/>
                          <a:pt x="94774" y="27146"/>
                          <a:pt x="94774" y="50959"/>
                        </a:cubicBezTo>
                        <a:close/>
                      </a:path>
                    </a:pathLst>
                  </a:custGeom>
                  <a:solidFill>
                    <a:schemeClr val="accent4"/>
                  </a:solidFill>
                  <a:ln w="9525" cap="flat">
                    <a:noFill/>
                    <a:prstDash val="solid"/>
                    <a:miter/>
                  </a:ln>
                </p:spPr>
                <p:txBody>
                  <a:bodyPr rtlCol="0" anchor="ctr"/>
                  <a:lstStyle/>
                  <a:p>
                    <a:endParaRPr lang="en-US"/>
                  </a:p>
                </p:txBody>
              </p:sp>
            </p:grpSp>
          </p:grpSp>
        </p:grpSp>
      </p:grpSp>
      <p:sp>
        <p:nvSpPr>
          <p:cNvPr id="120" name="Freeform: Shape 36">
            <a:extLst>
              <a:ext uri="{FF2B5EF4-FFF2-40B4-BE49-F238E27FC236}">
                <a16:creationId xmlns:a16="http://schemas.microsoft.com/office/drawing/2014/main" id="{361BCCA0-90A1-4880-AE1C-4901A0476069}"/>
              </a:ext>
            </a:extLst>
          </p:cNvPr>
          <p:cNvSpPr/>
          <p:nvPr/>
        </p:nvSpPr>
        <p:spPr>
          <a:xfrm>
            <a:off x="9441992" y="2531691"/>
            <a:ext cx="416222" cy="3064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Shape 36">
            <a:extLst>
              <a:ext uri="{FF2B5EF4-FFF2-40B4-BE49-F238E27FC236}">
                <a16:creationId xmlns:a16="http://schemas.microsoft.com/office/drawing/2014/main" id="{BF77CCDB-4E36-4BE5-9F60-7A4A6EA25525}"/>
              </a:ext>
            </a:extLst>
          </p:cNvPr>
          <p:cNvSpPr/>
          <p:nvPr/>
        </p:nvSpPr>
        <p:spPr>
          <a:xfrm>
            <a:off x="10780260" y="2316433"/>
            <a:ext cx="416222" cy="3064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자유형: 도형 121">
            <a:extLst>
              <a:ext uri="{FF2B5EF4-FFF2-40B4-BE49-F238E27FC236}">
                <a16:creationId xmlns:a16="http://schemas.microsoft.com/office/drawing/2014/main" id="{4706E9C5-BE53-466D-A0FC-8D0CA49F8DF5}"/>
              </a:ext>
            </a:extLst>
          </p:cNvPr>
          <p:cNvSpPr/>
          <p:nvPr/>
        </p:nvSpPr>
        <p:spPr>
          <a:xfrm>
            <a:off x="9814087" y="2861067"/>
            <a:ext cx="569550" cy="568376"/>
          </a:xfrm>
          <a:custGeom>
            <a:avLst/>
            <a:gdLst>
              <a:gd name="connsiteX0" fmla="*/ 525182 w 1287446"/>
              <a:gd name="connsiteY0" fmla="*/ 557304 h 1284792"/>
              <a:gd name="connsiteX1" fmla="*/ 570711 w 1287446"/>
              <a:gd name="connsiteY1" fmla="*/ 705589 h 1284792"/>
              <a:gd name="connsiteX2" fmla="*/ 480127 w 1287446"/>
              <a:gd name="connsiteY2" fmla="*/ 705589 h 1284792"/>
              <a:gd name="connsiteX3" fmla="*/ 798817 w 1287446"/>
              <a:gd name="connsiteY3" fmla="*/ 450383 h 1284792"/>
              <a:gd name="connsiteX4" fmla="*/ 798817 w 1287446"/>
              <a:gd name="connsiteY4" fmla="*/ 862877 h 1284792"/>
              <a:gd name="connsiteX5" fmla="*/ 926561 w 1287446"/>
              <a:gd name="connsiteY5" fmla="*/ 862877 h 1284792"/>
              <a:gd name="connsiteX6" fmla="*/ 926561 w 1287446"/>
              <a:gd name="connsiteY6" fmla="*/ 450383 h 1284792"/>
              <a:gd name="connsiteX7" fmla="*/ 457230 w 1287446"/>
              <a:gd name="connsiteY7" fmla="*/ 450383 h 1284792"/>
              <a:gd name="connsiteX8" fmla="*/ 302193 w 1287446"/>
              <a:gd name="connsiteY8" fmla="*/ 862877 h 1284792"/>
              <a:gd name="connsiteX9" fmla="*/ 432336 w 1287446"/>
              <a:gd name="connsiteY9" fmla="*/ 862877 h 1284792"/>
              <a:gd name="connsiteX10" fmla="*/ 452443 w 1287446"/>
              <a:gd name="connsiteY10" fmla="*/ 794784 h 1284792"/>
              <a:gd name="connsiteX11" fmla="*/ 597151 w 1287446"/>
              <a:gd name="connsiteY11" fmla="*/ 794784 h 1284792"/>
              <a:gd name="connsiteX12" fmla="*/ 617789 w 1287446"/>
              <a:gd name="connsiteY12" fmla="*/ 862877 h 1284792"/>
              <a:gd name="connsiteX13" fmla="*/ 751265 w 1287446"/>
              <a:gd name="connsiteY13" fmla="*/ 862877 h 1284792"/>
              <a:gd name="connsiteX14" fmla="*/ 596264 w 1287446"/>
              <a:gd name="connsiteY14" fmla="*/ 450383 h 1284792"/>
              <a:gd name="connsiteX15" fmla="*/ 398179 w 1287446"/>
              <a:gd name="connsiteY15" fmla="*/ 0 h 1284792"/>
              <a:gd name="connsiteX16" fmla="*/ 411451 w 1287446"/>
              <a:gd name="connsiteY16" fmla="*/ 0 h 1284792"/>
              <a:gd name="connsiteX17" fmla="*/ 430034 w 1287446"/>
              <a:gd name="connsiteY17" fmla="*/ 18580 h 1284792"/>
              <a:gd name="connsiteX18" fmla="*/ 430034 w 1287446"/>
              <a:gd name="connsiteY18" fmla="*/ 175199 h 1284792"/>
              <a:gd name="connsiteX19" fmla="*/ 499052 w 1287446"/>
              <a:gd name="connsiteY19" fmla="*/ 175199 h 1284792"/>
              <a:gd name="connsiteX20" fmla="*/ 499052 w 1287446"/>
              <a:gd name="connsiteY20" fmla="*/ 18580 h 1284792"/>
              <a:gd name="connsiteX21" fmla="*/ 517632 w 1287446"/>
              <a:gd name="connsiteY21" fmla="*/ 0 h 1284792"/>
              <a:gd name="connsiteX22" fmla="*/ 530906 w 1287446"/>
              <a:gd name="connsiteY22" fmla="*/ 0 h 1284792"/>
              <a:gd name="connsiteX23" fmla="*/ 549486 w 1287446"/>
              <a:gd name="connsiteY23" fmla="*/ 18580 h 1284792"/>
              <a:gd name="connsiteX24" fmla="*/ 549486 w 1287446"/>
              <a:gd name="connsiteY24" fmla="*/ 175199 h 1284792"/>
              <a:gd name="connsiteX25" fmla="*/ 618504 w 1287446"/>
              <a:gd name="connsiteY25" fmla="*/ 175199 h 1284792"/>
              <a:gd name="connsiteX26" fmla="*/ 618504 w 1287446"/>
              <a:gd name="connsiteY26" fmla="*/ 18580 h 1284792"/>
              <a:gd name="connsiteX27" fmla="*/ 637087 w 1287446"/>
              <a:gd name="connsiteY27" fmla="*/ 0 h 1284792"/>
              <a:gd name="connsiteX28" fmla="*/ 650358 w 1287446"/>
              <a:gd name="connsiteY28" fmla="*/ 0 h 1284792"/>
              <a:gd name="connsiteX29" fmla="*/ 668941 w 1287446"/>
              <a:gd name="connsiteY29" fmla="*/ 18580 h 1284792"/>
              <a:gd name="connsiteX30" fmla="*/ 668941 w 1287446"/>
              <a:gd name="connsiteY30" fmla="*/ 175199 h 1284792"/>
              <a:gd name="connsiteX31" fmla="*/ 737959 w 1287446"/>
              <a:gd name="connsiteY31" fmla="*/ 175199 h 1284792"/>
              <a:gd name="connsiteX32" fmla="*/ 737959 w 1287446"/>
              <a:gd name="connsiteY32" fmla="*/ 18580 h 1284792"/>
              <a:gd name="connsiteX33" fmla="*/ 756540 w 1287446"/>
              <a:gd name="connsiteY33" fmla="*/ 0 h 1284792"/>
              <a:gd name="connsiteX34" fmla="*/ 769814 w 1287446"/>
              <a:gd name="connsiteY34" fmla="*/ 0 h 1284792"/>
              <a:gd name="connsiteX35" fmla="*/ 791050 w 1287446"/>
              <a:gd name="connsiteY35" fmla="*/ 18580 h 1284792"/>
              <a:gd name="connsiteX36" fmla="*/ 791050 w 1287446"/>
              <a:gd name="connsiteY36" fmla="*/ 175199 h 1284792"/>
              <a:gd name="connsiteX37" fmla="*/ 860068 w 1287446"/>
              <a:gd name="connsiteY37" fmla="*/ 175199 h 1284792"/>
              <a:gd name="connsiteX38" fmla="*/ 860068 w 1287446"/>
              <a:gd name="connsiteY38" fmla="*/ 18580 h 1284792"/>
              <a:gd name="connsiteX39" fmla="*/ 878648 w 1287446"/>
              <a:gd name="connsiteY39" fmla="*/ 0 h 1284792"/>
              <a:gd name="connsiteX40" fmla="*/ 891922 w 1287446"/>
              <a:gd name="connsiteY40" fmla="*/ 0 h 1284792"/>
              <a:gd name="connsiteX41" fmla="*/ 910502 w 1287446"/>
              <a:gd name="connsiteY41" fmla="*/ 18580 h 1284792"/>
              <a:gd name="connsiteX42" fmla="*/ 910502 w 1287446"/>
              <a:gd name="connsiteY42" fmla="*/ 175199 h 1284792"/>
              <a:gd name="connsiteX43" fmla="*/ 1072430 w 1287446"/>
              <a:gd name="connsiteY43" fmla="*/ 175199 h 1284792"/>
              <a:gd name="connsiteX44" fmla="*/ 1138792 w 1287446"/>
              <a:gd name="connsiteY44" fmla="*/ 241561 h 1284792"/>
              <a:gd name="connsiteX45" fmla="*/ 1138792 w 1287446"/>
              <a:gd name="connsiteY45" fmla="*/ 376943 h 1284792"/>
              <a:gd name="connsiteX46" fmla="*/ 1268865 w 1287446"/>
              <a:gd name="connsiteY46" fmla="*/ 376943 h 1284792"/>
              <a:gd name="connsiteX47" fmla="*/ 1287446 w 1287446"/>
              <a:gd name="connsiteY47" fmla="*/ 395523 h 1284792"/>
              <a:gd name="connsiteX48" fmla="*/ 1287446 w 1287446"/>
              <a:gd name="connsiteY48" fmla="*/ 408797 h 1284792"/>
              <a:gd name="connsiteX49" fmla="*/ 1268865 w 1287446"/>
              <a:gd name="connsiteY49" fmla="*/ 427378 h 1284792"/>
              <a:gd name="connsiteX50" fmla="*/ 1268865 w 1287446"/>
              <a:gd name="connsiteY50" fmla="*/ 430033 h 1284792"/>
              <a:gd name="connsiteX51" fmla="*/ 1136139 w 1287446"/>
              <a:gd name="connsiteY51" fmla="*/ 430033 h 1284792"/>
              <a:gd name="connsiteX52" fmla="*/ 1136139 w 1287446"/>
              <a:gd name="connsiteY52" fmla="*/ 499051 h 1284792"/>
              <a:gd name="connsiteX53" fmla="*/ 1266209 w 1287446"/>
              <a:gd name="connsiteY53" fmla="*/ 499051 h 1284792"/>
              <a:gd name="connsiteX54" fmla="*/ 1284792 w 1287446"/>
              <a:gd name="connsiteY54" fmla="*/ 517631 h 1284792"/>
              <a:gd name="connsiteX55" fmla="*/ 1284792 w 1287446"/>
              <a:gd name="connsiteY55" fmla="*/ 530906 h 1284792"/>
              <a:gd name="connsiteX56" fmla="*/ 1266209 w 1287446"/>
              <a:gd name="connsiteY56" fmla="*/ 549486 h 1284792"/>
              <a:gd name="connsiteX57" fmla="*/ 1136139 w 1287446"/>
              <a:gd name="connsiteY57" fmla="*/ 549486 h 1284792"/>
              <a:gd name="connsiteX58" fmla="*/ 1136139 w 1287446"/>
              <a:gd name="connsiteY58" fmla="*/ 618504 h 1284792"/>
              <a:gd name="connsiteX59" fmla="*/ 1266209 w 1287446"/>
              <a:gd name="connsiteY59" fmla="*/ 618504 h 1284792"/>
              <a:gd name="connsiteX60" fmla="*/ 1284792 w 1287446"/>
              <a:gd name="connsiteY60" fmla="*/ 637087 h 1284792"/>
              <a:gd name="connsiteX61" fmla="*/ 1284792 w 1287446"/>
              <a:gd name="connsiteY61" fmla="*/ 650358 h 1284792"/>
              <a:gd name="connsiteX62" fmla="*/ 1266209 w 1287446"/>
              <a:gd name="connsiteY62" fmla="*/ 668941 h 1284792"/>
              <a:gd name="connsiteX63" fmla="*/ 1136139 w 1287446"/>
              <a:gd name="connsiteY63" fmla="*/ 668941 h 1284792"/>
              <a:gd name="connsiteX64" fmla="*/ 1136139 w 1287446"/>
              <a:gd name="connsiteY64" fmla="*/ 737959 h 1284792"/>
              <a:gd name="connsiteX65" fmla="*/ 1266209 w 1287446"/>
              <a:gd name="connsiteY65" fmla="*/ 737959 h 1284792"/>
              <a:gd name="connsiteX66" fmla="*/ 1284792 w 1287446"/>
              <a:gd name="connsiteY66" fmla="*/ 756539 h 1284792"/>
              <a:gd name="connsiteX67" fmla="*/ 1284792 w 1287446"/>
              <a:gd name="connsiteY67" fmla="*/ 769813 h 1284792"/>
              <a:gd name="connsiteX68" fmla="*/ 1266209 w 1287446"/>
              <a:gd name="connsiteY68" fmla="*/ 788393 h 1284792"/>
              <a:gd name="connsiteX69" fmla="*/ 1136139 w 1287446"/>
              <a:gd name="connsiteY69" fmla="*/ 788393 h 1284792"/>
              <a:gd name="connsiteX70" fmla="*/ 1136139 w 1287446"/>
              <a:gd name="connsiteY70" fmla="*/ 857411 h 1284792"/>
              <a:gd name="connsiteX71" fmla="*/ 1266209 w 1287446"/>
              <a:gd name="connsiteY71" fmla="*/ 857411 h 1284792"/>
              <a:gd name="connsiteX72" fmla="*/ 1284792 w 1287446"/>
              <a:gd name="connsiteY72" fmla="*/ 875994 h 1284792"/>
              <a:gd name="connsiteX73" fmla="*/ 1284792 w 1287446"/>
              <a:gd name="connsiteY73" fmla="*/ 889265 h 1284792"/>
              <a:gd name="connsiteX74" fmla="*/ 1266209 w 1287446"/>
              <a:gd name="connsiteY74" fmla="*/ 907849 h 1284792"/>
              <a:gd name="connsiteX75" fmla="*/ 1136139 w 1287446"/>
              <a:gd name="connsiteY75" fmla="*/ 907849 h 1284792"/>
              <a:gd name="connsiteX76" fmla="*/ 1136139 w 1287446"/>
              <a:gd name="connsiteY76" fmla="*/ 1040575 h 1284792"/>
              <a:gd name="connsiteX77" fmla="*/ 1069774 w 1287446"/>
              <a:gd name="connsiteY77" fmla="*/ 1106937 h 1284792"/>
              <a:gd name="connsiteX78" fmla="*/ 907849 w 1287446"/>
              <a:gd name="connsiteY78" fmla="*/ 1106937 h 1284792"/>
              <a:gd name="connsiteX79" fmla="*/ 907849 w 1287446"/>
              <a:gd name="connsiteY79" fmla="*/ 1266209 h 1284792"/>
              <a:gd name="connsiteX80" fmla="*/ 889266 w 1287446"/>
              <a:gd name="connsiteY80" fmla="*/ 1284792 h 1284792"/>
              <a:gd name="connsiteX81" fmla="*/ 875995 w 1287446"/>
              <a:gd name="connsiteY81" fmla="*/ 1284792 h 1284792"/>
              <a:gd name="connsiteX82" fmla="*/ 857412 w 1287446"/>
              <a:gd name="connsiteY82" fmla="*/ 1266209 h 1284792"/>
              <a:gd name="connsiteX83" fmla="*/ 857412 w 1287446"/>
              <a:gd name="connsiteY83" fmla="*/ 1106937 h 1284792"/>
              <a:gd name="connsiteX84" fmla="*/ 788394 w 1287446"/>
              <a:gd name="connsiteY84" fmla="*/ 1106937 h 1284792"/>
              <a:gd name="connsiteX85" fmla="*/ 788394 w 1287446"/>
              <a:gd name="connsiteY85" fmla="*/ 1266209 h 1284792"/>
              <a:gd name="connsiteX86" fmla="*/ 769814 w 1287446"/>
              <a:gd name="connsiteY86" fmla="*/ 1284792 h 1284792"/>
              <a:gd name="connsiteX87" fmla="*/ 753886 w 1287446"/>
              <a:gd name="connsiteY87" fmla="*/ 1284792 h 1284792"/>
              <a:gd name="connsiteX88" fmla="*/ 735303 w 1287446"/>
              <a:gd name="connsiteY88" fmla="*/ 1266209 h 1284792"/>
              <a:gd name="connsiteX89" fmla="*/ 735303 w 1287446"/>
              <a:gd name="connsiteY89" fmla="*/ 1106937 h 1284792"/>
              <a:gd name="connsiteX90" fmla="*/ 666286 w 1287446"/>
              <a:gd name="connsiteY90" fmla="*/ 1106937 h 1284792"/>
              <a:gd name="connsiteX91" fmla="*/ 666286 w 1287446"/>
              <a:gd name="connsiteY91" fmla="*/ 1266209 h 1284792"/>
              <a:gd name="connsiteX92" fmla="*/ 647705 w 1287446"/>
              <a:gd name="connsiteY92" fmla="*/ 1284792 h 1284792"/>
              <a:gd name="connsiteX93" fmla="*/ 634431 w 1287446"/>
              <a:gd name="connsiteY93" fmla="*/ 1284792 h 1284792"/>
              <a:gd name="connsiteX94" fmla="*/ 615851 w 1287446"/>
              <a:gd name="connsiteY94" fmla="*/ 1266209 h 1284792"/>
              <a:gd name="connsiteX95" fmla="*/ 615851 w 1287446"/>
              <a:gd name="connsiteY95" fmla="*/ 1106937 h 1284792"/>
              <a:gd name="connsiteX96" fmla="*/ 546833 w 1287446"/>
              <a:gd name="connsiteY96" fmla="*/ 1106937 h 1284792"/>
              <a:gd name="connsiteX97" fmla="*/ 546833 w 1287446"/>
              <a:gd name="connsiteY97" fmla="*/ 1266209 h 1284792"/>
              <a:gd name="connsiteX98" fmla="*/ 528250 w 1287446"/>
              <a:gd name="connsiteY98" fmla="*/ 1284792 h 1284792"/>
              <a:gd name="connsiteX99" fmla="*/ 514979 w 1287446"/>
              <a:gd name="connsiteY99" fmla="*/ 1284792 h 1284792"/>
              <a:gd name="connsiteX100" fmla="*/ 496396 w 1287446"/>
              <a:gd name="connsiteY100" fmla="*/ 1266209 h 1284792"/>
              <a:gd name="connsiteX101" fmla="*/ 496396 w 1287446"/>
              <a:gd name="connsiteY101" fmla="*/ 1106937 h 1284792"/>
              <a:gd name="connsiteX102" fmla="*/ 427378 w 1287446"/>
              <a:gd name="connsiteY102" fmla="*/ 1106937 h 1284792"/>
              <a:gd name="connsiteX103" fmla="*/ 427378 w 1287446"/>
              <a:gd name="connsiteY103" fmla="*/ 1266209 h 1284792"/>
              <a:gd name="connsiteX104" fmla="*/ 408798 w 1287446"/>
              <a:gd name="connsiteY104" fmla="*/ 1284792 h 1284792"/>
              <a:gd name="connsiteX105" fmla="*/ 395523 w 1287446"/>
              <a:gd name="connsiteY105" fmla="*/ 1284792 h 1284792"/>
              <a:gd name="connsiteX106" fmla="*/ 376943 w 1287446"/>
              <a:gd name="connsiteY106" fmla="*/ 1266209 h 1284792"/>
              <a:gd name="connsiteX107" fmla="*/ 376943 w 1287446"/>
              <a:gd name="connsiteY107" fmla="*/ 1106937 h 1284792"/>
              <a:gd name="connsiteX108" fmla="*/ 225634 w 1287446"/>
              <a:gd name="connsiteY108" fmla="*/ 1106937 h 1284792"/>
              <a:gd name="connsiteX109" fmla="*/ 159272 w 1287446"/>
              <a:gd name="connsiteY109" fmla="*/ 1040575 h 1284792"/>
              <a:gd name="connsiteX110" fmla="*/ 159272 w 1287446"/>
              <a:gd name="connsiteY110" fmla="*/ 907849 h 1284792"/>
              <a:gd name="connsiteX111" fmla="*/ 18580 w 1287446"/>
              <a:gd name="connsiteY111" fmla="*/ 907849 h 1284792"/>
              <a:gd name="connsiteX112" fmla="*/ 0 w 1287446"/>
              <a:gd name="connsiteY112" fmla="*/ 889265 h 1284792"/>
              <a:gd name="connsiteX113" fmla="*/ 0 w 1287446"/>
              <a:gd name="connsiteY113" fmla="*/ 875994 h 1284792"/>
              <a:gd name="connsiteX114" fmla="*/ 18580 w 1287446"/>
              <a:gd name="connsiteY114" fmla="*/ 857411 h 1284792"/>
              <a:gd name="connsiteX115" fmla="*/ 159272 w 1287446"/>
              <a:gd name="connsiteY115" fmla="*/ 857411 h 1284792"/>
              <a:gd name="connsiteX116" fmla="*/ 159272 w 1287446"/>
              <a:gd name="connsiteY116" fmla="*/ 788393 h 1284792"/>
              <a:gd name="connsiteX117" fmla="*/ 18580 w 1287446"/>
              <a:gd name="connsiteY117" fmla="*/ 788393 h 1284792"/>
              <a:gd name="connsiteX118" fmla="*/ 0 w 1287446"/>
              <a:gd name="connsiteY118" fmla="*/ 769813 h 1284792"/>
              <a:gd name="connsiteX119" fmla="*/ 0 w 1287446"/>
              <a:gd name="connsiteY119" fmla="*/ 756539 h 1284792"/>
              <a:gd name="connsiteX120" fmla="*/ 18580 w 1287446"/>
              <a:gd name="connsiteY120" fmla="*/ 737959 h 1284792"/>
              <a:gd name="connsiteX121" fmla="*/ 159272 w 1287446"/>
              <a:gd name="connsiteY121" fmla="*/ 737959 h 1284792"/>
              <a:gd name="connsiteX122" fmla="*/ 159272 w 1287446"/>
              <a:gd name="connsiteY122" fmla="*/ 668941 h 1284792"/>
              <a:gd name="connsiteX123" fmla="*/ 18580 w 1287446"/>
              <a:gd name="connsiteY123" fmla="*/ 668941 h 1284792"/>
              <a:gd name="connsiteX124" fmla="*/ 0 w 1287446"/>
              <a:gd name="connsiteY124" fmla="*/ 650358 h 1284792"/>
              <a:gd name="connsiteX125" fmla="*/ 0 w 1287446"/>
              <a:gd name="connsiteY125" fmla="*/ 637087 h 1284792"/>
              <a:gd name="connsiteX126" fmla="*/ 18580 w 1287446"/>
              <a:gd name="connsiteY126" fmla="*/ 615850 h 1284792"/>
              <a:gd name="connsiteX127" fmla="*/ 159272 w 1287446"/>
              <a:gd name="connsiteY127" fmla="*/ 615850 h 1284792"/>
              <a:gd name="connsiteX128" fmla="*/ 159272 w 1287446"/>
              <a:gd name="connsiteY128" fmla="*/ 546833 h 1284792"/>
              <a:gd name="connsiteX129" fmla="*/ 18580 w 1287446"/>
              <a:gd name="connsiteY129" fmla="*/ 546833 h 1284792"/>
              <a:gd name="connsiteX130" fmla="*/ 0 w 1287446"/>
              <a:gd name="connsiteY130" fmla="*/ 528250 h 1284792"/>
              <a:gd name="connsiteX131" fmla="*/ 0 w 1287446"/>
              <a:gd name="connsiteY131" fmla="*/ 514978 h 1284792"/>
              <a:gd name="connsiteX132" fmla="*/ 18580 w 1287446"/>
              <a:gd name="connsiteY132" fmla="*/ 496395 h 1284792"/>
              <a:gd name="connsiteX133" fmla="*/ 159272 w 1287446"/>
              <a:gd name="connsiteY133" fmla="*/ 496395 h 1284792"/>
              <a:gd name="connsiteX134" fmla="*/ 159272 w 1287446"/>
              <a:gd name="connsiteY134" fmla="*/ 427378 h 1284792"/>
              <a:gd name="connsiteX135" fmla="*/ 18580 w 1287446"/>
              <a:gd name="connsiteY135" fmla="*/ 427378 h 1284792"/>
              <a:gd name="connsiteX136" fmla="*/ 0 w 1287446"/>
              <a:gd name="connsiteY136" fmla="*/ 408797 h 1284792"/>
              <a:gd name="connsiteX137" fmla="*/ 0 w 1287446"/>
              <a:gd name="connsiteY137" fmla="*/ 395523 h 1284792"/>
              <a:gd name="connsiteX138" fmla="*/ 18580 w 1287446"/>
              <a:gd name="connsiteY138" fmla="*/ 376943 h 1284792"/>
              <a:gd name="connsiteX139" fmla="*/ 159272 w 1287446"/>
              <a:gd name="connsiteY139" fmla="*/ 376943 h 1284792"/>
              <a:gd name="connsiteX140" fmla="*/ 159272 w 1287446"/>
              <a:gd name="connsiteY140" fmla="*/ 241561 h 1284792"/>
              <a:gd name="connsiteX141" fmla="*/ 225634 w 1287446"/>
              <a:gd name="connsiteY141" fmla="*/ 175199 h 1284792"/>
              <a:gd name="connsiteX142" fmla="*/ 379596 w 1287446"/>
              <a:gd name="connsiteY142" fmla="*/ 175199 h 1284792"/>
              <a:gd name="connsiteX143" fmla="*/ 379596 w 1287446"/>
              <a:gd name="connsiteY143" fmla="*/ 18580 h 1284792"/>
              <a:gd name="connsiteX144" fmla="*/ 398179 w 1287446"/>
              <a:gd name="connsiteY144" fmla="*/ 0 h 1284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1287446" h="1284792">
                <a:moveTo>
                  <a:pt x="525182" y="557304"/>
                </a:moveTo>
                <a:lnTo>
                  <a:pt x="570711" y="705589"/>
                </a:lnTo>
                <a:lnTo>
                  <a:pt x="480127" y="705589"/>
                </a:lnTo>
                <a:close/>
                <a:moveTo>
                  <a:pt x="798817" y="450383"/>
                </a:moveTo>
                <a:lnTo>
                  <a:pt x="798817" y="862877"/>
                </a:lnTo>
                <a:lnTo>
                  <a:pt x="926561" y="862877"/>
                </a:lnTo>
                <a:lnTo>
                  <a:pt x="926561" y="450383"/>
                </a:lnTo>
                <a:close/>
                <a:moveTo>
                  <a:pt x="457230" y="450383"/>
                </a:moveTo>
                <a:lnTo>
                  <a:pt x="302193" y="862877"/>
                </a:lnTo>
                <a:lnTo>
                  <a:pt x="432336" y="862877"/>
                </a:lnTo>
                <a:lnTo>
                  <a:pt x="452443" y="794784"/>
                </a:lnTo>
                <a:lnTo>
                  <a:pt x="597151" y="794784"/>
                </a:lnTo>
                <a:lnTo>
                  <a:pt x="617789" y="862877"/>
                </a:lnTo>
                <a:lnTo>
                  <a:pt x="751265" y="862877"/>
                </a:lnTo>
                <a:lnTo>
                  <a:pt x="596264" y="450383"/>
                </a:lnTo>
                <a:close/>
                <a:moveTo>
                  <a:pt x="398179" y="0"/>
                </a:moveTo>
                <a:lnTo>
                  <a:pt x="411451" y="0"/>
                </a:lnTo>
                <a:cubicBezTo>
                  <a:pt x="422069" y="0"/>
                  <a:pt x="430034" y="7962"/>
                  <a:pt x="430034" y="18580"/>
                </a:cubicBezTo>
                <a:lnTo>
                  <a:pt x="430034" y="175199"/>
                </a:lnTo>
                <a:lnTo>
                  <a:pt x="499052" y="175199"/>
                </a:lnTo>
                <a:lnTo>
                  <a:pt x="499052" y="18580"/>
                </a:lnTo>
                <a:cubicBezTo>
                  <a:pt x="499052" y="7962"/>
                  <a:pt x="507014" y="0"/>
                  <a:pt x="517632" y="0"/>
                </a:cubicBezTo>
                <a:lnTo>
                  <a:pt x="530906" y="0"/>
                </a:lnTo>
                <a:cubicBezTo>
                  <a:pt x="541524" y="0"/>
                  <a:pt x="549486" y="7962"/>
                  <a:pt x="549486" y="18580"/>
                </a:cubicBezTo>
                <a:lnTo>
                  <a:pt x="549486" y="175199"/>
                </a:lnTo>
                <a:lnTo>
                  <a:pt x="618504" y="175199"/>
                </a:lnTo>
                <a:lnTo>
                  <a:pt x="618504" y="18580"/>
                </a:lnTo>
                <a:cubicBezTo>
                  <a:pt x="618504" y="7962"/>
                  <a:pt x="626469" y="0"/>
                  <a:pt x="637087" y="0"/>
                </a:cubicBezTo>
                <a:lnTo>
                  <a:pt x="650358" y="0"/>
                </a:lnTo>
                <a:cubicBezTo>
                  <a:pt x="660976" y="0"/>
                  <a:pt x="668941" y="7962"/>
                  <a:pt x="668941" y="18580"/>
                </a:cubicBezTo>
                <a:lnTo>
                  <a:pt x="668941" y="175199"/>
                </a:lnTo>
                <a:lnTo>
                  <a:pt x="737959" y="175199"/>
                </a:lnTo>
                <a:lnTo>
                  <a:pt x="737959" y="18580"/>
                </a:lnTo>
                <a:cubicBezTo>
                  <a:pt x="737959" y="7962"/>
                  <a:pt x="745921" y="0"/>
                  <a:pt x="756540" y="0"/>
                </a:cubicBezTo>
                <a:lnTo>
                  <a:pt x="769814" y="0"/>
                </a:lnTo>
                <a:cubicBezTo>
                  <a:pt x="780432" y="0"/>
                  <a:pt x="791050" y="7962"/>
                  <a:pt x="791050" y="18580"/>
                </a:cubicBezTo>
                <a:lnTo>
                  <a:pt x="791050" y="175199"/>
                </a:lnTo>
                <a:lnTo>
                  <a:pt x="860068" y="175199"/>
                </a:lnTo>
                <a:lnTo>
                  <a:pt x="860068" y="18580"/>
                </a:lnTo>
                <a:cubicBezTo>
                  <a:pt x="860068" y="7962"/>
                  <a:pt x="868030" y="0"/>
                  <a:pt x="878648" y="0"/>
                </a:cubicBezTo>
                <a:lnTo>
                  <a:pt x="891922" y="0"/>
                </a:lnTo>
                <a:cubicBezTo>
                  <a:pt x="902540" y="0"/>
                  <a:pt x="910502" y="7962"/>
                  <a:pt x="910502" y="18580"/>
                </a:cubicBezTo>
                <a:lnTo>
                  <a:pt x="910502" y="175199"/>
                </a:lnTo>
                <a:lnTo>
                  <a:pt x="1072430" y="175199"/>
                </a:lnTo>
                <a:cubicBezTo>
                  <a:pt x="1109593" y="175199"/>
                  <a:pt x="1138792" y="204397"/>
                  <a:pt x="1138792" y="241561"/>
                </a:cubicBezTo>
                <a:lnTo>
                  <a:pt x="1138792" y="376943"/>
                </a:lnTo>
                <a:lnTo>
                  <a:pt x="1268865" y="376943"/>
                </a:lnTo>
                <a:cubicBezTo>
                  <a:pt x="1279483" y="376943"/>
                  <a:pt x="1287446" y="384905"/>
                  <a:pt x="1287446" y="395523"/>
                </a:cubicBezTo>
                <a:lnTo>
                  <a:pt x="1287446" y="408797"/>
                </a:lnTo>
                <a:cubicBezTo>
                  <a:pt x="1287446" y="419415"/>
                  <a:pt x="1279483" y="427378"/>
                  <a:pt x="1268865" y="427378"/>
                </a:cubicBezTo>
                <a:lnTo>
                  <a:pt x="1268865" y="430033"/>
                </a:lnTo>
                <a:lnTo>
                  <a:pt x="1136139" y="430033"/>
                </a:lnTo>
                <a:lnTo>
                  <a:pt x="1136139" y="499051"/>
                </a:lnTo>
                <a:lnTo>
                  <a:pt x="1266209" y="499051"/>
                </a:lnTo>
                <a:cubicBezTo>
                  <a:pt x="1276827" y="499051"/>
                  <a:pt x="1284792" y="507013"/>
                  <a:pt x="1284792" y="517631"/>
                </a:cubicBezTo>
                <a:lnTo>
                  <a:pt x="1284792" y="530906"/>
                </a:lnTo>
                <a:cubicBezTo>
                  <a:pt x="1284792" y="541524"/>
                  <a:pt x="1276827" y="549486"/>
                  <a:pt x="1266209" y="549486"/>
                </a:cubicBezTo>
                <a:lnTo>
                  <a:pt x="1136139" y="549486"/>
                </a:lnTo>
                <a:lnTo>
                  <a:pt x="1136139" y="618504"/>
                </a:lnTo>
                <a:lnTo>
                  <a:pt x="1266209" y="618504"/>
                </a:lnTo>
                <a:cubicBezTo>
                  <a:pt x="1276827" y="618504"/>
                  <a:pt x="1284792" y="626469"/>
                  <a:pt x="1284792" y="637087"/>
                </a:cubicBezTo>
                <a:lnTo>
                  <a:pt x="1284792" y="650358"/>
                </a:lnTo>
                <a:cubicBezTo>
                  <a:pt x="1284792" y="660976"/>
                  <a:pt x="1276827" y="668941"/>
                  <a:pt x="1266209" y="668941"/>
                </a:cubicBezTo>
                <a:lnTo>
                  <a:pt x="1136139" y="668941"/>
                </a:lnTo>
                <a:lnTo>
                  <a:pt x="1136139" y="737959"/>
                </a:lnTo>
                <a:lnTo>
                  <a:pt x="1266209" y="737959"/>
                </a:lnTo>
                <a:cubicBezTo>
                  <a:pt x="1276827" y="737959"/>
                  <a:pt x="1284792" y="745921"/>
                  <a:pt x="1284792" y="756539"/>
                </a:cubicBezTo>
                <a:lnTo>
                  <a:pt x="1284792" y="769813"/>
                </a:lnTo>
                <a:cubicBezTo>
                  <a:pt x="1284792" y="780431"/>
                  <a:pt x="1276827" y="788393"/>
                  <a:pt x="1266209" y="788393"/>
                </a:cubicBezTo>
                <a:lnTo>
                  <a:pt x="1136139" y="788393"/>
                </a:lnTo>
                <a:lnTo>
                  <a:pt x="1136139" y="857411"/>
                </a:lnTo>
                <a:lnTo>
                  <a:pt x="1266209" y="857411"/>
                </a:lnTo>
                <a:cubicBezTo>
                  <a:pt x="1276827" y="857411"/>
                  <a:pt x="1284792" y="865376"/>
                  <a:pt x="1284792" y="875994"/>
                </a:cubicBezTo>
                <a:lnTo>
                  <a:pt x="1284792" y="889265"/>
                </a:lnTo>
                <a:cubicBezTo>
                  <a:pt x="1284792" y="899884"/>
                  <a:pt x="1276827" y="907849"/>
                  <a:pt x="1266209" y="907849"/>
                </a:cubicBezTo>
                <a:lnTo>
                  <a:pt x="1136139" y="907849"/>
                </a:lnTo>
                <a:lnTo>
                  <a:pt x="1136139" y="1040575"/>
                </a:lnTo>
                <a:cubicBezTo>
                  <a:pt x="1136139" y="1077738"/>
                  <a:pt x="1106937" y="1106937"/>
                  <a:pt x="1069774" y="1106937"/>
                </a:cubicBezTo>
                <a:lnTo>
                  <a:pt x="907849" y="1106937"/>
                </a:lnTo>
                <a:lnTo>
                  <a:pt x="907849" y="1266209"/>
                </a:lnTo>
                <a:cubicBezTo>
                  <a:pt x="907849" y="1276827"/>
                  <a:pt x="899884" y="1284792"/>
                  <a:pt x="889266" y="1284792"/>
                </a:cubicBezTo>
                <a:lnTo>
                  <a:pt x="875995" y="1284792"/>
                </a:lnTo>
                <a:cubicBezTo>
                  <a:pt x="865377" y="1284792"/>
                  <a:pt x="857412" y="1276827"/>
                  <a:pt x="857412" y="1266209"/>
                </a:cubicBezTo>
                <a:lnTo>
                  <a:pt x="857412" y="1106937"/>
                </a:lnTo>
                <a:lnTo>
                  <a:pt x="788394" y="1106937"/>
                </a:lnTo>
                <a:lnTo>
                  <a:pt x="788394" y="1266209"/>
                </a:lnTo>
                <a:cubicBezTo>
                  <a:pt x="788394" y="1276827"/>
                  <a:pt x="780432" y="1284792"/>
                  <a:pt x="769814" y="1284792"/>
                </a:cubicBezTo>
                <a:lnTo>
                  <a:pt x="753886" y="1284792"/>
                </a:lnTo>
                <a:cubicBezTo>
                  <a:pt x="743268" y="1284792"/>
                  <a:pt x="735303" y="1276827"/>
                  <a:pt x="735303" y="1266209"/>
                </a:cubicBezTo>
                <a:lnTo>
                  <a:pt x="735303" y="1106937"/>
                </a:lnTo>
                <a:lnTo>
                  <a:pt x="666286" y="1106937"/>
                </a:lnTo>
                <a:lnTo>
                  <a:pt x="666286" y="1266209"/>
                </a:lnTo>
                <a:cubicBezTo>
                  <a:pt x="666286" y="1276827"/>
                  <a:pt x="658323" y="1284792"/>
                  <a:pt x="647705" y="1284792"/>
                </a:cubicBezTo>
                <a:lnTo>
                  <a:pt x="634431" y="1284792"/>
                </a:lnTo>
                <a:cubicBezTo>
                  <a:pt x="623813" y="1284792"/>
                  <a:pt x="615851" y="1276827"/>
                  <a:pt x="615851" y="1266209"/>
                </a:cubicBezTo>
                <a:lnTo>
                  <a:pt x="615851" y="1106937"/>
                </a:lnTo>
                <a:lnTo>
                  <a:pt x="546833" y="1106937"/>
                </a:lnTo>
                <a:lnTo>
                  <a:pt x="546833" y="1266209"/>
                </a:lnTo>
                <a:cubicBezTo>
                  <a:pt x="546833" y="1276827"/>
                  <a:pt x="538868" y="1284792"/>
                  <a:pt x="528250" y="1284792"/>
                </a:cubicBezTo>
                <a:lnTo>
                  <a:pt x="514979" y="1284792"/>
                </a:lnTo>
                <a:cubicBezTo>
                  <a:pt x="504361" y="1284792"/>
                  <a:pt x="496396" y="1276827"/>
                  <a:pt x="496396" y="1266209"/>
                </a:cubicBezTo>
                <a:lnTo>
                  <a:pt x="496396" y="1106937"/>
                </a:lnTo>
                <a:lnTo>
                  <a:pt x="427378" y="1106937"/>
                </a:lnTo>
                <a:lnTo>
                  <a:pt x="427378" y="1266209"/>
                </a:lnTo>
                <a:cubicBezTo>
                  <a:pt x="427378" y="1276827"/>
                  <a:pt x="419416" y="1284792"/>
                  <a:pt x="408798" y="1284792"/>
                </a:cubicBezTo>
                <a:lnTo>
                  <a:pt x="395523" y="1284792"/>
                </a:lnTo>
                <a:cubicBezTo>
                  <a:pt x="384905" y="1284792"/>
                  <a:pt x="376943" y="1276827"/>
                  <a:pt x="376943" y="1266209"/>
                </a:cubicBezTo>
                <a:lnTo>
                  <a:pt x="376943" y="1106937"/>
                </a:lnTo>
                <a:lnTo>
                  <a:pt x="225634" y="1106937"/>
                </a:lnTo>
                <a:cubicBezTo>
                  <a:pt x="188470" y="1106937"/>
                  <a:pt x="159272" y="1077738"/>
                  <a:pt x="159272" y="1040575"/>
                </a:cubicBezTo>
                <a:lnTo>
                  <a:pt x="159272" y="907849"/>
                </a:lnTo>
                <a:lnTo>
                  <a:pt x="18580" y="907849"/>
                </a:lnTo>
                <a:cubicBezTo>
                  <a:pt x="7962" y="907849"/>
                  <a:pt x="0" y="899884"/>
                  <a:pt x="0" y="889265"/>
                </a:cubicBezTo>
                <a:lnTo>
                  <a:pt x="0" y="875994"/>
                </a:lnTo>
                <a:cubicBezTo>
                  <a:pt x="0" y="865376"/>
                  <a:pt x="7962" y="857411"/>
                  <a:pt x="18580" y="857411"/>
                </a:cubicBezTo>
                <a:lnTo>
                  <a:pt x="159272" y="857411"/>
                </a:lnTo>
                <a:lnTo>
                  <a:pt x="159272" y="788393"/>
                </a:lnTo>
                <a:lnTo>
                  <a:pt x="18580" y="788393"/>
                </a:lnTo>
                <a:cubicBezTo>
                  <a:pt x="7962" y="788393"/>
                  <a:pt x="0" y="780431"/>
                  <a:pt x="0" y="769813"/>
                </a:cubicBezTo>
                <a:lnTo>
                  <a:pt x="0" y="756539"/>
                </a:lnTo>
                <a:cubicBezTo>
                  <a:pt x="0" y="745921"/>
                  <a:pt x="7962" y="737959"/>
                  <a:pt x="18580" y="737959"/>
                </a:cubicBezTo>
                <a:lnTo>
                  <a:pt x="159272" y="737959"/>
                </a:lnTo>
                <a:lnTo>
                  <a:pt x="159272" y="668941"/>
                </a:lnTo>
                <a:lnTo>
                  <a:pt x="18580" y="668941"/>
                </a:lnTo>
                <a:cubicBezTo>
                  <a:pt x="7962" y="668941"/>
                  <a:pt x="0" y="660976"/>
                  <a:pt x="0" y="650358"/>
                </a:cubicBezTo>
                <a:lnTo>
                  <a:pt x="0" y="637087"/>
                </a:lnTo>
                <a:cubicBezTo>
                  <a:pt x="0" y="626469"/>
                  <a:pt x="7962" y="618504"/>
                  <a:pt x="18580" y="615850"/>
                </a:cubicBezTo>
                <a:lnTo>
                  <a:pt x="159272" y="615850"/>
                </a:lnTo>
                <a:lnTo>
                  <a:pt x="159272" y="546833"/>
                </a:lnTo>
                <a:lnTo>
                  <a:pt x="18580" y="546833"/>
                </a:lnTo>
                <a:cubicBezTo>
                  <a:pt x="7962" y="546833"/>
                  <a:pt x="0" y="538868"/>
                  <a:pt x="0" y="528250"/>
                </a:cubicBezTo>
                <a:lnTo>
                  <a:pt x="0" y="514978"/>
                </a:lnTo>
                <a:cubicBezTo>
                  <a:pt x="0" y="504360"/>
                  <a:pt x="7962" y="496395"/>
                  <a:pt x="18580" y="496395"/>
                </a:cubicBezTo>
                <a:lnTo>
                  <a:pt x="159272" y="496395"/>
                </a:lnTo>
                <a:lnTo>
                  <a:pt x="159272" y="427378"/>
                </a:lnTo>
                <a:lnTo>
                  <a:pt x="18580" y="427378"/>
                </a:lnTo>
                <a:cubicBezTo>
                  <a:pt x="7962" y="427378"/>
                  <a:pt x="0" y="419415"/>
                  <a:pt x="0" y="408797"/>
                </a:cubicBezTo>
                <a:lnTo>
                  <a:pt x="0" y="395523"/>
                </a:lnTo>
                <a:cubicBezTo>
                  <a:pt x="0" y="384905"/>
                  <a:pt x="7962" y="376943"/>
                  <a:pt x="18580" y="376943"/>
                </a:cubicBezTo>
                <a:lnTo>
                  <a:pt x="159272" y="376943"/>
                </a:lnTo>
                <a:lnTo>
                  <a:pt x="159272" y="241561"/>
                </a:lnTo>
                <a:cubicBezTo>
                  <a:pt x="159272" y="207053"/>
                  <a:pt x="188470" y="175199"/>
                  <a:pt x="225634" y="175199"/>
                </a:cubicBezTo>
                <a:lnTo>
                  <a:pt x="379596" y="175199"/>
                </a:lnTo>
                <a:lnTo>
                  <a:pt x="379596" y="18580"/>
                </a:lnTo>
                <a:cubicBezTo>
                  <a:pt x="379596" y="7962"/>
                  <a:pt x="387561" y="0"/>
                  <a:pt x="398179" y="0"/>
                </a:cubicBezTo>
                <a:close/>
              </a:path>
            </a:pathLst>
          </a:custGeom>
          <a:solidFill>
            <a:schemeClr val="accent4"/>
          </a:solidFill>
          <a:ln w="9525" cap="flat">
            <a:noFill/>
            <a:prstDash val="solid"/>
            <a:miter/>
          </a:ln>
        </p:spPr>
        <p:txBody>
          <a:bodyPr wrap="square" rtlCol="0" anchor="ctr">
            <a:noAutofit/>
          </a:bodyPr>
          <a:lstStyle/>
          <a:p>
            <a:endParaRPr lang="en-US" dirty="0"/>
          </a:p>
        </p:txBody>
      </p:sp>
    </p:spTree>
    <p:extLst>
      <p:ext uri="{BB962C8B-B14F-4D97-AF65-F5344CB8AC3E}">
        <p14:creationId xmlns:p14="http://schemas.microsoft.com/office/powerpoint/2010/main" val="11983836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Module 4:Online Judging</a:t>
            </a:r>
            <a:endParaRPr lang="en-US" dirty="0"/>
          </a:p>
        </p:txBody>
      </p:sp>
      <p:sp>
        <p:nvSpPr>
          <p:cNvPr id="9" name="TextBox 8">
            <a:extLst>
              <a:ext uri="{FF2B5EF4-FFF2-40B4-BE49-F238E27FC236}">
                <a16:creationId xmlns:a16="http://schemas.microsoft.com/office/drawing/2014/main" id="{A5AE90DA-B6C7-4897-8D06-1C8502762072}"/>
              </a:ext>
            </a:extLst>
          </p:cNvPr>
          <p:cNvSpPr txBox="1"/>
          <p:nvPr/>
        </p:nvSpPr>
        <p:spPr>
          <a:xfrm>
            <a:off x="2024299" y="1800091"/>
            <a:ext cx="8143403" cy="461665"/>
          </a:xfrm>
          <a:prstGeom prst="rect">
            <a:avLst/>
          </a:prstGeom>
          <a:noFill/>
        </p:spPr>
        <p:txBody>
          <a:bodyPr wrap="square" rtlCol="0" anchor="ctr">
            <a:spAutoFit/>
          </a:bodyPr>
          <a:lstStyle/>
          <a:p>
            <a:r>
              <a:rPr lang="en-GB" altLang="ko-KR" sz="2400" dirty="0" smtClean="0">
                <a:cs typeface="Arial" pitchFamily="34" charset="0"/>
              </a:rPr>
              <a:t>Each assigned project gets judged with a digital rubric</a:t>
            </a:r>
            <a:endParaRPr lang="ko-KR" altLang="en-US" sz="2400" dirty="0">
              <a:cs typeface="Arial" pitchFamily="34" charset="0"/>
            </a:endParaRPr>
          </a:p>
        </p:txBody>
      </p:sp>
      <p:sp>
        <p:nvSpPr>
          <p:cNvPr id="10" name="TextBox 9">
            <a:extLst>
              <a:ext uri="{FF2B5EF4-FFF2-40B4-BE49-F238E27FC236}">
                <a16:creationId xmlns:a16="http://schemas.microsoft.com/office/drawing/2014/main" id="{2C6EC2B5-49A6-4CD8-80C0-A87F8D7E8CC4}"/>
              </a:ext>
            </a:extLst>
          </p:cNvPr>
          <p:cNvSpPr txBox="1"/>
          <p:nvPr/>
        </p:nvSpPr>
        <p:spPr>
          <a:xfrm>
            <a:off x="2024298" y="2279051"/>
            <a:ext cx="8143404" cy="646331"/>
          </a:xfrm>
          <a:prstGeom prst="rect">
            <a:avLst/>
          </a:prstGeom>
          <a:noFill/>
        </p:spPr>
        <p:txBody>
          <a:bodyPr wrap="square" rtlCol="0">
            <a:spAutoFit/>
          </a:bodyPr>
          <a:lstStyle/>
          <a:p>
            <a:r>
              <a:rPr lang="en-US" altLang="ko-KR" dirty="0" smtClean="0">
                <a:solidFill>
                  <a:schemeClr val="tx1">
                    <a:lumMod val="75000"/>
                    <a:lumOff val="25000"/>
                  </a:schemeClr>
                </a:solidFill>
                <a:cs typeface="Arial" pitchFamily="34" charset="0"/>
              </a:rPr>
              <a:t>Criterion could include, originality, Scientific Method, Research Quality, Presentation, Impact etc. </a:t>
            </a:r>
            <a:endParaRPr lang="en-US" altLang="ko-KR" dirty="0">
              <a:solidFill>
                <a:schemeClr val="tx1">
                  <a:lumMod val="75000"/>
                  <a:lumOff val="25000"/>
                </a:schemeClr>
              </a:solidFill>
              <a:cs typeface="Arial" pitchFamily="34" charset="0"/>
            </a:endParaRPr>
          </a:p>
        </p:txBody>
      </p:sp>
      <p:graphicFrame>
        <p:nvGraphicFramePr>
          <p:cNvPr id="11" name="Chart 6">
            <a:extLst>
              <a:ext uri="{FF2B5EF4-FFF2-40B4-BE49-F238E27FC236}">
                <a16:creationId xmlns:a16="http://schemas.microsoft.com/office/drawing/2014/main" id="{A30E0901-D3FD-4983-B6F6-BEBB9BA16853}"/>
              </a:ext>
            </a:extLst>
          </p:cNvPr>
          <p:cNvGraphicFramePr/>
          <p:nvPr/>
        </p:nvGraphicFramePr>
        <p:xfrm>
          <a:off x="3931888" y="2826868"/>
          <a:ext cx="1286169" cy="141026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7">
            <a:extLst>
              <a:ext uri="{FF2B5EF4-FFF2-40B4-BE49-F238E27FC236}">
                <a16:creationId xmlns:a16="http://schemas.microsoft.com/office/drawing/2014/main" id="{6988F414-0656-444A-9763-97552424B272}"/>
              </a:ext>
            </a:extLst>
          </p:cNvPr>
          <p:cNvGraphicFramePr/>
          <p:nvPr/>
        </p:nvGraphicFramePr>
        <p:xfrm>
          <a:off x="5452915" y="2826868"/>
          <a:ext cx="1286169" cy="141026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8">
            <a:extLst>
              <a:ext uri="{FF2B5EF4-FFF2-40B4-BE49-F238E27FC236}">
                <a16:creationId xmlns:a16="http://schemas.microsoft.com/office/drawing/2014/main" id="{659CD985-8B27-4AAB-8843-1C8E46097554}"/>
              </a:ext>
            </a:extLst>
          </p:cNvPr>
          <p:cNvGraphicFramePr/>
          <p:nvPr/>
        </p:nvGraphicFramePr>
        <p:xfrm>
          <a:off x="6973943" y="2826868"/>
          <a:ext cx="1286169" cy="141026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9">
            <a:extLst>
              <a:ext uri="{FF2B5EF4-FFF2-40B4-BE49-F238E27FC236}">
                <a16:creationId xmlns:a16="http://schemas.microsoft.com/office/drawing/2014/main" id="{972A2256-2A34-46E9-B33D-89C004E00485}"/>
              </a:ext>
            </a:extLst>
          </p:cNvPr>
          <p:cNvGraphicFramePr/>
          <p:nvPr/>
        </p:nvGraphicFramePr>
        <p:xfrm>
          <a:off x="8494971" y="2826868"/>
          <a:ext cx="1286169" cy="1410261"/>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0">
            <a:extLst>
              <a:ext uri="{FF2B5EF4-FFF2-40B4-BE49-F238E27FC236}">
                <a16:creationId xmlns:a16="http://schemas.microsoft.com/office/drawing/2014/main" id="{434638E7-9ADD-4E74-B74B-9FF22A88B2DB}"/>
              </a:ext>
            </a:extLst>
          </p:cNvPr>
          <p:cNvGraphicFramePr/>
          <p:nvPr/>
        </p:nvGraphicFramePr>
        <p:xfrm>
          <a:off x="2410861" y="2826868"/>
          <a:ext cx="1286169" cy="1410261"/>
        </p:xfrm>
        <a:graphic>
          <a:graphicData uri="http://schemas.openxmlformats.org/drawingml/2006/chart">
            <c:chart xmlns:c="http://schemas.openxmlformats.org/drawingml/2006/chart" xmlns:r="http://schemas.openxmlformats.org/officeDocument/2006/relationships" r:id="rId6"/>
          </a:graphicData>
        </a:graphic>
      </p:graphicFrame>
      <p:sp>
        <p:nvSpPr>
          <p:cNvPr id="16" name="TextBox 15">
            <a:extLst>
              <a:ext uri="{FF2B5EF4-FFF2-40B4-BE49-F238E27FC236}">
                <a16:creationId xmlns:a16="http://schemas.microsoft.com/office/drawing/2014/main" id="{4AA69264-AF73-44DC-B30E-DF052A89BDDC}"/>
              </a:ext>
            </a:extLst>
          </p:cNvPr>
          <p:cNvSpPr txBox="1"/>
          <p:nvPr/>
        </p:nvSpPr>
        <p:spPr>
          <a:xfrm>
            <a:off x="2675013" y="3378110"/>
            <a:ext cx="757864" cy="307777"/>
          </a:xfrm>
          <a:prstGeom prst="rect">
            <a:avLst/>
          </a:prstGeom>
          <a:noFill/>
        </p:spPr>
        <p:txBody>
          <a:bodyPr wrap="square" lIns="0" tIns="0" rIns="0" bIns="0" rtlCol="0" anchor="ctr">
            <a:spAutoFit/>
          </a:bodyPr>
          <a:lstStyle/>
          <a:p>
            <a:pPr algn="ctr"/>
            <a:r>
              <a:rPr lang="en-US" altLang="ko-KR" sz="2000" b="1" dirty="0">
                <a:solidFill>
                  <a:schemeClr val="accent5"/>
                </a:solidFill>
                <a:cs typeface="Arial" pitchFamily="34" charset="0"/>
              </a:rPr>
              <a:t>67%</a:t>
            </a:r>
            <a:endParaRPr lang="ko-KR" altLang="en-US" sz="2000" b="1" dirty="0">
              <a:solidFill>
                <a:schemeClr val="accent5"/>
              </a:solidFill>
              <a:cs typeface="Arial" pitchFamily="34" charset="0"/>
            </a:endParaRPr>
          </a:p>
        </p:txBody>
      </p:sp>
      <p:sp>
        <p:nvSpPr>
          <p:cNvPr id="17" name="TextBox 16">
            <a:extLst>
              <a:ext uri="{FF2B5EF4-FFF2-40B4-BE49-F238E27FC236}">
                <a16:creationId xmlns:a16="http://schemas.microsoft.com/office/drawing/2014/main" id="{904C45B7-97F4-4141-B752-9BEB6F6AF0C6}"/>
              </a:ext>
            </a:extLst>
          </p:cNvPr>
          <p:cNvSpPr txBox="1"/>
          <p:nvPr/>
        </p:nvSpPr>
        <p:spPr>
          <a:xfrm>
            <a:off x="8759123" y="3378110"/>
            <a:ext cx="757864" cy="307777"/>
          </a:xfrm>
          <a:prstGeom prst="rect">
            <a:avLst/>
          </a:prstGeom>
          <a:noFill/>
        </p:spPr>
        <p:txBody>
          <a:bodyPr wrap="square" lIns="0" tIns="0" rIns="0" bIns="0" rtlCol="0" anchor="ctr">
            <a:spAutoFit/>
          </a:bodyPr>
          <a:lstStyle/>
          <a:p>
            <a:pPr algn="ctr"/>
            <a:r>
              <a:rPr lang="en-US" altLang="ko-KR" sz="2000" b="1" dirty="0">
                <a:solidFill>
                  <a:schemeClr val="accent1"/>
                </a:solidFill>
                <a:cs typeface="Arial" pitchFamily="34" charset="0"/>
              </a:rPr>
              <a:t>90%</a:t>
            </a:r>
            <a:endParaRPr lang="ko-KR" altLang="en-US" sz="2000" b="1" dirty="0">
              <a:solidFill>
                <a:schemeClr val="accent1"/>
              </a:solidFill>
              <a:cs typeface="Arial" pitchFamily="34" charset="0"/>
            </a:endParaRPr>
          </a:p>
        </p:txBody>
      </p:sp>
      <p:sp>
        <p:nvSpPr>
          <p:cNvPr id="18" name="TextBox 17">
            <a:extLst>
              <a:ext uri="{FF2B5EF4-FFF2-40B4-BE49-F238E27FC236}">
                <a16:creationId xmlns:a16="http://schemas.microsoft.com/office/drawing/2014/main" id="{6A67D5DC-D397-4DFC-A62D-D899C55FEBA6}"/>
              </a:ext>
            </a:extLst>
          </p:cNvPr>
          <p:cNvSpPr txBox="1"/>
          <p:nvPr/>
        </p:nvSpPr>
        <p:spPr>
          <a:xfrm>
            <a:off x="4196040" y="3378110"/>
            <a:ext cx="757864" cy="307777"/>
          </a:xfrm>
          <a:prstGeom prst="rect">
            <a:avLst/>
          </a:prstGeom>
          <a:noFill/>
        </p:spPr>
        <p:txBody>
          <a:bodyPr wrap="square" lIns="0" tIns="0" rIns="0" bIns="0" rtlCol="0" anchor="ctr">
            <a:spAutoFit/>
          </a:bodyPr>
          <a:lstStyle/>
          <a:p>
            <a:pPr algn="ctr"/>
            <a:r>
              <a:rPr lang="en-US" altLang="ko-KR" sz="2000" b="1" dirty="0">
                <a:solidFill>
                  <a:schemeClr val="accent2"/>
                </a:solidFill>
                <a:cs typeface="Arial" pitchFamily="34" charset="0"/>
              </a:rPr>
              <a:t>43%</a:t>
            </a:r>
            <a:endParaRPr lang="ko-KR" altLang="en-US" sz="2000" b="1" dirty="0">
              <a:solidFill>
                <a:schemeClr val="accent2"/>
              </a:solidFill>
              <a:cs typeface="Arial" pitchFamily="34" charset="0"/>
            </a:endParaRPr>
          </a:p>
        </p:txBody>
      </p:sp>
      <p:sp>
        <p:nvSpPr>
          <p:cNvPr id="19" name="TextBox 18">
            <a:extLst>
              <a:ext uri="{FF2B5EF4-FFF2-40B4-BE49-F238E27FC236}">
                <a16:creationId xmlns:a16="http://schemas.microsoft.com/office/drawing/2014/main" id="{C8731029-B4EF-4D3A-A075-F72B07B26932}"/>
              </a:ext>
            </a:extLst>
          </p:cNvPr>
          <p:cNvSpPr txBox="1"/>
          <p:nvPr/>
        </p:nvSpPr>
        <p:spPr>
          <a:xfrm>
            <a:off x="5717067" y="3378110"/>
            <a:ext cx="757864" cy="307777"/>
          </a:xfrm>
          <a:prstGeom prst="rect">
            <a:avLst/>
          </a:prstGeom>
          <a:noFill/>
        </p:spPr>
        <p:txBody>
          <a:bodyPr wrap="square" lIns="0" tIns="0" rIns="0" bIns="0" rtlCol="0" anchor="ctr">
            <a:spAutoFit/>
          </a:bodyPr>
          <a:lstStyle/>
          <a:p>
            <a:pPr algn="ctr"/>
            <a:r>
              <a:rPr lang="en-US" altLang="ko-KR" sz="2000" b="1" dirty="0">
                <a:solidFill>
                  <a:schemeClr val="accent3"/>
                </a:solidFill>
                <a:cs typeface="Arial" pitchFamily="34" charset="0"/>
              </a:rPr>
              <a:t>78%</a:t>
            </a:r>
            <a:endParaRPr lang="ko-KR" altLang="en-US" sz="2000" b="1" dirty="0">
              <a:solidFill>
                <a:schemeClr val="accent3"/>
              </a:solidFill>
              <a:cs typeface="Arial" pitchFamily="34" charset="0"/>
            </a:endParaRPr>
          </a:p>
        </p:txBody>
      </p:sp>
      <p:sp>
        <p:nvSpPr>
          <p:cNvPr id="20" name="TextBox 19">
            <a:extLst>
              <a:ext uri="{FF2B5EF4-FFF2-40B4-BE49-F238E27FC236}">
                <a16:creationId xmlns:a16="http://schemas.microsoft.com/office/drawing/2014/main" id="{24FDC466-644E-43E7-889D-B16AE084811E}"/>
              </a:ext>
            </a:extLst>
          </p:cNvPr>
          <p:cNvSpPr txBox="1"/>
          <p:nvPr/>
        </p:nvSpPr>
        <p:spPr>
          <a:xfrm>
            <a:off x="7238095" y="3378110"/>
            <a:ext cx="757864" cy="307777"/>
          </a:xfrm>
          <a:prstGeom prst="rect">
            <a:avLst/>
          </a:prstGeom>
          <a:noFill/>
        </p:spPr>
        <p:txBody>
          <a:bodyPr wrap="square" lIns="0" tIns="0" rIns="0" bIns="0" rtlCol="0" anchor="ctr">
            <a:spAutoFit/>
          </a:bodyPr>
          <a:lstStyle/>
          <a:p>
            <a:pPr algn="ctr"/>
            <a:r>
              <a:rPr lang="en-US" altLang="ko-KR" sz="2000" b="1" dirty="0">
                <a:solidFill>
                  <a:schemeClr val="accent4"/>
                </a:solidFill>
                <a:cs typeface="Arial" pitchFamily="34" charset="0"/>
              </a:rPr>
              <a:t>55%</a:t>
            </a:r>
            <a:endParaRPr lang="ko-KR" altLang="en-US" sz="2000" b="1" dirty="0">
              <a:solidFill>
                <a:schemeClr val="accent4"/>
              </a:solidFill>
              <a:cs typeface="Arial" pitchFamily="34" charset="0"/>
            </a:endParaRPr>
          </a:p>
        </p:txBody>
      </p:sp>
      <p:sp>
        <p:nvSpPr>
          <p:cNvPr id="21" name="TextBox 20">
            <a:extLst>
              <a:ext uri="{FF2B5EF4-FFF2-40B4-BE49-F238E27FC236}">
                <a16:creationId xmlns:a16="http://schemas.microsoft.com/office/drawing/2014/main" id="{2AAB649B-CBB7-459F-B1AE-4AEA16358EF9}"/>
              </a:ext>
            </a:extLst>
          </p:cNvPr>
          <p:cNvSpPr txBox="1"/>
          <p:nvPr/>
        </p:nvSpPr>
        <p:spPr>
          <a:xfrm>
            <a:off x="2204235" y="4337604"/>
            <a:ext cx="1286170" cy="677108"/>
          </a:xfrm>
          <a:prstGeom prst="rect">
            <a:avLst/>
          </a:prstGeom>
          <a:noFill/>
        </p:spPr>
        <p:txBody>
          <a:bodyPr wrap="square" lIns="0" tIns="0" rIns="0" bIns="0" rtlCol="0" anchor="ctr">
            <a:spAutoFit/>
          </a:bodyPr>
          <a:lstStyle/>
          <a:p>
            <a:pPr algn="ctr"/>
            <a:r>
              <a:rPr lang="en-US" altLang="ko-KR" sz="4400" b="1" dirty="0">
                <a:solidFill>
                  <a:schemeClr val="accent2"/>
                </a:solidFill>
                <a:cs typeface="Arial" pitchFamily="34" charset="0"/>
              </a:rPr>
              <a:t>43%</a:t>
            </a:r>
            <a:endParaRPr lang="ko-KR" altLang="en-US" sz="4400" b="1" dirty="0">
              <a:solidFill>
                <a:schemeClr val="accent2"/>
              </a:solidFill>
              <a:cs typeface="Arial" pitchFamily="34" charset="0"/>
            </a:endParaRPr>
          </a:p>
        </p:txBody>
      </p:sp>
      <p:sp>
        <p:nvSpPr>
          <p:cNvPr id="22" name="TextBox 21">
            <a:extLst>
              <a:ext uri="{FF2B5EF4-FFF2-40B4-BE49-F238E27FC236}">
                <a16:creationId xmlns:a16="http://schemas.microsoft.com/office/drawing/2014/main" id="{8B69B764-E7C2-4314-A3F4-44AE77A3897B}"/>
              </a:ext>
            </a:extLst>
          </p:cNvPr>
          <p:cNvSpPr txBox="1"/>
          <p:nvPr/>
        </p:nvSpPr>
        <p:spPr>
          <a:xfrm>
            <a:off x="3656440" y="4337604"/>
            <a:ext cx="2253230" cy="523220"/>
          </a:xfrm>
          <a:prstGeom prst="rect">
            <a:avLst/>
          </a:prstGeom>
          <a:noFill/>
        </p:spPr>
        <p:txBody>
          <a:bodyPr wrap="square" rtlCol="0">
            <a:spAutoFit/>
          </a:bodyPr>
          <a:lstStyle/>
          <a:p>
            <a:r>
              <a:rPr lang="en-US" altLang="ko-KR" sz="1400" dirty="0" smtClean="0">
                <a:solidFill>
                  <a:schemeClr val="tx1">
                    <a:lumMod val="75000"/>
                    <a:lumOff val="25000"/>
                  </a:schemeClr>
                </a:solidFill>
                <a:cs typeface="Arial" pitchFamily="34" charset="0"/>
              </a:rPr>
              <a:t>Could be  graded For Scientific Method.</a:t>
            </a:r>
            <a:endParaRPr lang="ko-KR" altLang="en-US" sz="1400" dirty="0">
              <a:solidFill>
                <a:schemeClr val="tx1">
                  <a:lumMod val="75000"/>
                  <a:lumOff val="25000"/>
                </a:schemeClr>
              </a:solidFill>
              <a:cs typeface="Arial" pitchFamily="34" charset="0"/>
            </a:endParaRPr>
          </a:p>
        </p:txBody>
      </p:sp>
      <p:sp>
        <p:nvSpPr>
          <p:cNvPr id="23" name="TextBox 22">
            <a:extLst>
              <a:ext uri="{FF2B5EF4-FFF2-40B4-BE49-F238E27FC236}">
                <a16:creationId xmlns:a16="http://schemas.microsoft.com/office/drawing/2014/main" id="{9E9ED333-3A5B-40B5-99B3-75D196370AC1}"/>
              </a:ext>
            </a:extLst>
          </p:cNvPr>
          <p:cNvSpPr txBox="1"/>
          <p:nvPr/>
        </p:nvSpPr>
        <p:spPr>
          <a:xfrm>
            <a:off x="6075705" y="4337604"/>
            <a:ext cx="1286170" cy="677108"/>
          </a:xfrm>
          <a:prstGeom prst="rect">
            <a:avLst/>
          </a:prstGeom>
          <a:noFill/>
        </p:spPr>
        <p:txBody>
          <a:bodyPr wrap="square" lIns="0" tIns="0" rIns="0" bIns="0" rtlCol="0" anchor="ctr">
            <a:spAutoFit/>
          </a:bodyPr>
          <a:lstStyle/>
          <a:p>
            <a:pPr algn="ctr"/>
            <a:r>
              <a:rPr lang="en-US" altLang="ko-KR" sz="4400" b="1" dirty="0">
                <a:solidFill>
                  <a:schemeClr val="accent1"/>
                </a:solidFill>
                <a:cs typeface="Arial" pitchFamily="34" charset="0"/>
              </a:rPr>
              <a:t>90%</a:t>
            </a:r>
            <a:endParaRPr lang="ko-KR" altLang="en-US" sz="4400" b="1" dirty="0">
              <a:solidFill>
                <a:schemeClr val="accent1"/>
              </a:solidFill>
              <a:cs typeface="Arial" pitchFamily="34" charset="0"/>
            </a:endParaRPr>
          </a:p>
        </p:txBody>
      </p:sp>
      <p:sp>
        <p:nvSpPr>
          <p:cNvPr id="24" name="TextBox 23">
            <a:extLst>
              <a:ext uri="{FF2B5EF4-FFF2-40B4-BE49-F238E27FC236}">
                <a16:creationId xmlns:a16="http://schemas.microsoft.com/office/drawing/2014/main" id="{918D1E2A-A4EE-4673-B25C-8318825C0D57}"/>
              </a:ext>
            </a:extLst>
          </p:cNvPr>
          <p:cNvSpPr txBox="1"/>
          <p:nvPr/>
        </p:nvSpPr>
        <p:spPr>
          <a:xfrm>
            <a:off x="7527910" y="4337604"/>
            <a:ext cx="2253230" cy="307777"/>
          </a:xfrm>
          <a:prstGeom prst="rect">
            <a:avLst/>
          </a:prstGeom>
          <a:noFill/>
        </p:spPr>
        <p:txBody>
          <a:bodyPr wrap="square" rtlCol="0">
            <a:spAutoFit/>
          </a:bodyPr>
          <a:lstStyle/>
          <a:p>
            <a:r>
              <a:rPr lang="en-US" altLang="ko-KR" sz="1400" dirty="0" smtClean="0">
                <a:solidFill>
                  <a:schemeClr val="tx1">
                    <a:lumMod val="75000"/>
                    <a:lumOff val="25000"/>
                  </a:schemeClr>
                </a:solidFill>
                <a:cs typeface="Arial" pitchFamily="34" charset="0"/>
              </a:rPr>
              <a:t>Could be for Impact.</a:t>
            </a:r>
            <a:endParaRPr lang="ko-KR" altLang="en-US" sz="1400" dirty="0">
              <a:solidFill>
                <a:schemeClr val="tx1">
                  <a:lumMod val="75000"/>
                  <a:lumOff val="25000"/>
                </a:schemeClr>
              </a:solidFill>
              <a:cs typeface="Arial" pitchFamily="34" charset="0"/>
            </a:endParaRPr>
          </a:p>
        </p:txBody>
      </p:sp>
      <p:sp>
        <p:nvSpPr>
          <p:cNvPr id="25" name="Rectangle 20">
            <a:extLst>
              <a:ext uri="{FF2B5EF4-FFF2-40B4-BE49-F238E27FC236}">
                <a16:creationId xmlns:a16="http://schemas.microsoft.com/office/drawing/2014/main" id="{FCDFC346-83EC-4B41-B154-1DAA03820C38}"/>
              </a:ext>
            </a:extLst>
          </p:cNvPr>
          <p:cNvSpPr/>
          <p:nvPr/>
        </p:nvSpPr>
        <p:spPr>
          <a:xfrm>
            <a:off x="2316172" y="5232848"/>
            <a:ext cx="7754815" cy="8792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1">
            <a:extLst>
              <a:ext uri="{FF2B5EF4-FFF2-40B4-BE49-F238E27FC236}">
                <a16:creationId xmlns:a16="http://schemas.microsoft.com/office/drawing/2014/main" id="{925F1AA7-A1F8-452E-A905-518A699A90A4}"/>
              </a:ext>
            </a:extLst>
          </p:cNvPr>
          <p:cNvSpPr/>
          <p:nvPr/>
        </p:nvSpPr>
        <p:spPr>
          <a:xfrm>
            <a:off x="2316172" y="6106892"/>
            <a:ext cx="7754815" cy="8792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14C71A8-DC83-4EBB-93E2-BA750AE1C149}"/>
              </a:ext>
            </a:extLst>
          </p:cNvPr>
          <p:cNvSpPr txBox="1"/>
          <p:nvPr/>
        </p:nvSpPr>
        <p:spPr>
          <a:xfrm>
            <a:off x="2316172" y="5268651"/>
            <a:ext cx="7754815" cy="738664"/>
          </a:xfrm>
          <a:prstGeom prst="rect">
            <a:avLst/>
          </a:prstGeom>
          <a:noFill/>
        </p:spPr>
        <p:txBody>
          <a:bodyPr wrap="square" rtlCol="0">
            <a:spAutoFit/>
          </a:bodyPr>
          <a:lstStyle/>
          <a:p>
            <a:r>
              <a:rPr lang="en-US" altLang="ko-KR" sz="1400" dirty="0" smtClean="0">
                <a:solidFill>
                  <a:schemeClr val="tx1">
                    <a:lumMod val="75000"/>
                    <a:lumOff val="25000"/>
                  </a:schemeClr>
                </a:solidFill>
                <a:cs typeface="Arial" pitchFamily="34" charset="0"/>
              </a:rPr>
              <a:t>Judge Feedback: Excellent use of AI models. Increase your sample size. Your Scientific Method needs more work and also work on your presentation skills. Overall, the research idea is novel, the research quality is commendable and the impact is excellent.</a:t>
            </a:r>
            <a:endParaRPr lang="en-US" altLang="ko-KR" sz="1400" dirty="0">
              <a:solidFill>
                <a:schemeClr val="tx1">
                  <a:lumMod val="75000"/>
                  <a:lumOff val="25000"/>
                </a:schemeClr>
              </a:solidFill>
              <a:cs typeface="Arial" pitchFamily="34" charset="0"/>
            </a:endParaRPr>
          </a:p>
        </p:txBody>
      </p:sp>
      <p:grpSp>
        <p:nvGrpSpPr>
          <p:cNvPr id="28" name="그룹 27">
            <a:extLst>
              <a:ext uri="{FF2B5EF4-FFF2-40B4-BE49-F238E27FC236}">
                <a16:creationId xmlns:a16="http://schemas.microsoft.com/office/drawing/2014/main" id="{31A3BE0A-0D6E-43F9-8F83-26BC9D5F91FB}"/>
              </a:ext>
            </a:extLst>
          </p:cNvPr>
          <p:cNvGrpSpPr/>
          <p:nvPr/>
        </p:nvGrpSpPr>
        <p:grpSpPr>
          <a:xfrm>
            <a:off x="535222" y="1577217"/>
            <a:ext cx="1583119" cy="4856092"/>
            <a:chOff x="1290710" y="1665800"/>
            <a:chExt cx="1344021" cy="4122678"/>
          </a:xfrm>
        </p:grpSpPr>
        <p:sp>
          <p:nvSpPr>
            <p:cNvPr id="29" name="자유형: 도형 28">
              <a:extLst>
                <a:ext uri="{FF2B5EF4-FFF2-40B4-BE49-F238E27FC236}">
                  <a16:creationId xmlns:a16="http://schemas.microsoft.com/office/drawing/2014/main" id="{C4D1D37A-375B-4EF1-9AF4-3B204F798AFE}"/>
                </a:ext>
              </a:extLst>
            </p:cNvPr>
            <p:cNvSpPr/>
            <p:nvPr/>
          </p:nvSpPr>
          <p:spPr>
            <a:xfrm>
              <a:off x="1290710" y="2177251"/>
              <a:ext cx="1123912" cy="3611227"/>
            </a:xfrm>
            <a:custGeom>
              <a:avLst/>
              <a:gdLst>
                <a:gd name="connsiteX0" fmla="*/ 437248 w 1123912"/>
                <a:gd name="connsiteY0" fmla="*/ 0 h 3611227"/>
                <a:gd name="connsiteX1" fmla="*/ 455901 w 1123912"/>
                <a:gd name="connsiteY1" fmla="*/ 29432 h 3611227"/>
                <a:gd name="connsiteX2" fmla="*/ 561911 w 1123912"/>
                <a:gd name="connsiteY2" fmla="*/ 102921 h 3611227"/>
                <a:gd name="connsiteX3" fmla="*/ 607180 w 1123912"/>
                <a:gd name="connsiteY3" fmla="*/ 134847 h 3611227"/>
                <a:gd name="connsiteX4" fmla="*/ 612330 w 1123912"/>
                <a:gd name="connsiteY4" fmla="*/ 137090 h 3611227"/>
                <a:gd name="connsiteX5" fmla="*/ 648994 w 1123912"/>
                <a:gd name="connsiteY5" fmla="*/ 128164 h 3611227"/>
                <a:gd name="connsiteX6" fmla="*/ 654738 w 1123912"/>
                <a:gd name="connsiteY6" fmla="*/ 149220 h 3611227"/>
                <a:gd name="connsiteX7" fmla="*/ 659247 w 1123912"/>
                <a:gd name="connsiteY7" fmla="*/ 171580 h 3611227"/>
                <a:gd name="connsiteX8" fmla="*/ 663778 w 1123912"/>
                <a:gd name="connsiteY8" fmla="*/ 171488 h 3611227"/>
                <a:gd name="connsiteX9" fmla="*/ 742553 w 1123912"/>
                <a:gd name="connsiteY9" fmla="*/ 224676 h 3611227"/>
                <a:gd name="connsiteX10" fmla="*/ 756629 w 1123912"/>
                <a:gd name="connsiteY10" fmla="*/ 251774 h 3611227"/>
                <a:gd name="connsiteX11" fmla="*/ 787342 w 1123912"/>
                <a:gd name="connsiteY11" fmla="*/ 343045 h 3611227"/>
                <a:gd name="connsiteX12" fmla="*/ 818170 w 1123912"/>
                <a:gd name="connsiteY12" fmla="*/ 435735 h 3611227"/>
                <a:gd name="connsiteX13" fmla="*/ 845794 w 1123912"/>
                <a:gd name="connsiteY13" fmla="*/ 517325 h 3611227"/>
                <a:gd name="connsiteX14" fmla="*/ 876165 w 1123912"/>
                <a:gd name="connsiteY14" fmla="*/ 608711 h 3611227"/>
                <a:gd name="connsiteX15" fmla="*/ 887425 w 1123912"/>
                <a:gd name="connsiteY15" fmla="*/ 614776 h 3611227"/>
                <a:gd name="connsiteX16" fmla="*/ 936859 w 1123912"/>
                <a:gd name="connsiteY16" fmla="*/ 604294 h 3611227"/>
                <a:gd name="connsiteX17" fmla="*/ 962859 w 1123912"/>
                <a:gd name="connsiteY17" fmla="*/ 598343 h 3611227"/>
                <a:gd name="connsiteX18" fmla="*/ 973249 w 1123912"/>
                <a:gd name="connsiteY18" fmla="*/ 593720 h 3611227"/>
                <a:gd name="connsiteX19" fmla="*/ 1037651 w 1123912"/>
                <a:gd name="connsiteY19" fmla="*/ 580080 h 3611227"/>
                <a:gd name="connsiteX20" fmla="*/ 1077451 w 1123912"/>
                <a:gd name="connsiteY20" fmla="*/ 572711 h 3611227"/>
                <a:gd name="connsiteX21" fmla="*/ 1090999 w 1123912"/>
                <a:gd name="connsiteY21" fmla="*/ 580217 h 3611227"/>
                <a:gd name="connsiteX22" fmla="*/ 1111117 w 1123912"/>
                <a:gd name="connsiteY22" fmla="*/ 676386 h 3611227"/>
                <a:gd name="connsiteX23" fmla="*/ 1118372 w 1123912"/>
                <a:gd name="connsiteY23" fmla="*/ 711768 h 3611227"/>
                <a:gd name="connsiteX24" fmla="*/ 1123681 w 1123912"/>
                <a:gd name="connsiteY24" fmla="*/ 741567 h 3611227"/>
                <a:gd name="connsiteX25" fmla="*/ 1116060 w 1123912"/>
                <a:gd name="connsiteY25" fmla="*/ 752872 h 3611227"/>
                <a:gd name="connsiteX26" fmla="*/ 1075597 w 1123912"/>
                <a:gd name="connsiteY26" fmla="*/ 765918 h 3611227"/>
                <a:gd name="connsiteX27" fmla="*/ 979771 w 1123912"/>
                <a:gd name="connsiteY27" fmla="*/ 796585 h 3611227"/>
                <a:gd name="connsiteX28" fmla="*/ 962149 w 1123912"/>
                <a:gd name="connsiteY28" fmla="*/ 800705 h 3611227"/>
                <a:gd name="connsiteX29" fmla="*/ 954162 w 1123912"/>
                <a:gd name="connsiteY29" fmla="*/ 803818 h 3611227"/>
                <a:gd name="connsiteX30" fmla="*/ 935692 w 1123912"/>
                <a:gd name="connsiteY30" fmla="*/ 810226 h 3611227"/>
                <a:gd name="connsiteX31" fmla="*/ 927728 w 1123912"/>
                <a:gd name="connsiteY31" fmla="*/ 821875 h 3611227"/>
                <a:gd name="connsiteX32" fmla="*/ 931481 w 1123912"/>
                <a:gd name="connsiteY32" fmla="*/ 851307 h 3611227"/>
                <a:gd name="connsiteX33" fmla="*/ 942123 w 1123912"/>
                <a:gd name="connsiteY33" fmla="*/ 933859 h 3611227"/>
                <a:gd name="connsiteX34" fmla="*/ 949905 w 1123912"/>
                <a:gd name="connsiteY34" fmla="*/ 991899 h 3611227"/>
                <a:gd name="connsiteX35" fmla="*/ 956702 w 1123912"/>
                <a:gd name="connsiteY35" fmla="*/ 1044308 h 3611227"/>
                <a:gd name="connsiteX36" fmla="*/ 962149 w 1123912"/>
                <a:gd name="connsiteY36" fmla="*/ 1089578 h 3611227"/>
                <a:gd name="connsiteX37" fmla="*/ 966932 w 1123912"/>
                <a:gd name="connsiteY37" fmla="*/ 1123038 h 3611227"/>
                <a:gd name="connsiteX38" fmla="*/ 973913 w 1123912"/>
                <a:gd name="connsiteY38" fmla="*/ 1175837 h 3611227"/>
                <a:gd name="connsiteX39" fmla="*/ 978307 w 1123912"/>
                <a:gd name="connsiteY39" fmla="*/ 1211654 h 3611227"/>
                <a:gd name="connsiteX40" fmla="*/ 985035 w 1123912"/>
                <a:gd name="connsiteY40" fmla="*/ 1263309 h 3611227"/>
                <a:gd name="connsiteX41" fmla="*/ 991879 w 1123912"/>
                <a:gd name="connsiteY41" fmla="*/ 1316360 h 3611227"/>
                <a:gd name="connsiteX42" fmla="*/ 1001079 w 1123912"/>
                <a:gd name="connsiteY42" fmla="*/ 1388864 h 3611227"/>
                <a:gd name="connsiteX43" fmla="*/ 1006526 w 1123912"/>
                <a:gd name="connsiteY43" fmla="*/ 1433378 h 3611227"/>
                <a:gd name="connsiteX44" fmla="*/ 1013049 w 1123912"/>
                <a:gd name="connsiteY44" fmla="*/ 1480638 h 3611227"/>
                <a:gd name="connsiteX45" fmla="*/ 1020601 w 1123912"/>
                <a:gd name="connsiteY45" fmla="*/ 1542477 h 3611227"/>
                <a:gd name="connsiteX46" fmla="*/ 1008769 w 1123912"/>
                <a:gd name="connsiteY46" fmla="*/ 1555225 h 3611227"/>
                <a:gd name="connsiteX47" fmla="*/ 973958 w 1123912"/>
                <a:gd name="connsiteY47" fmla="*/ 1555317 h 3611227"/>
                <a:gd name="connsiteX48" fmla="*/ 965605 w 1123912"/>
                <a:gd name="connsiteY48" fmla="*/ 1564494 h 3611227"/>
                <a:gd name="connsiteX49" fmla="*/ 964140 w 1123912"/>
                <a:gd name="connsiteY49" fmla="*/ 1576075 h 3611227"/>
                <a:gd name="connsiteX50" fmla="*/ 929985 w 1123912"/>
                <a:gd name="connsiteY50" fmla="*/ 1576124 h 3611227"/>
                <a:gd name="connsiteX51" fmla="*/ 924063 w 1123912"/>
                <a:gd name="connsiteY51" fmla="*/ 1617445 h 3611227"/>
                <a:gd name="connsiteX52" fmla="*/ 896838 w 1123912"/>
                <a:gd name="connsiteY52" fmla="*/ 1868388 h 3611227"/>
                <a:gd name="connsiteX53" fmla="*/ 859562 w 1123912"/>
                <a:gd name="connsiteY53" fmla="*/ 2110583 h 3611227"/>
                <a:gd name="connsiteX54" fmla="*/ 852023 w 1123912"/>
                <a:gd name="connsiteY54" fmla="*/ 2200370 h 3611227"/>
                <a:gd name="connsiteX55" fmla="*/ 836107 w 1123912"/>
                <a:gd name="connsiteY55" fmla="*/ 2270818 h 3611227"/>
                <a:gd name="connsiteX56" fmla="*/ 819772 w 1123912"/>
                <a:gd name="connsiteY56" fmla="*/ 2340806 h 3611227"/>
                <a:gd name="connsiteX57" fmla="*/ 803855 w 1123912"/>
                <a:gd name="connsiteY57" fmla="*/ 2415399 h 3611227"/>
                <a:gd name="connsiteX58" fmla="*/ 796735 w 1123912"/>
                <a:gd name="connsiteY58" fmla="*/ 2494595 h 3611227"/>
                <a:gd name="connsiteX59" fmla="*/ 784589 w 1123912"/>
                <a:gd name="connsiteY59" fmla="*/ 2628124 h 3611227"/>
                <a:gd name="connsiteX60" fmla="*/ 751919 w 1123912"/>
                <a:gd name="connsiteY60" fmla="*/ 2759351 h 3611227"/>
                <a:gd name="connsiteX61" fmla="*/ 746055 w 1123912"/>
                <a:gd name="connsiteY61" fmla="*/ 2821051 h 3611227"/>
                <a:gd name="connsiteX62" fmla="*/ 762809 w 1123912"/>
                <a:gd name="connsiteY62" fmla="*/ 2968393 h 3611227"/>
                <a:gd name="connsiteX63" fmla="*/ 795479 w 1123912"/>
                <a:gd name="connsiteY63" fmla="*/ 3014438 h 3611227"/>
                <a:gd name="connsiteX64" fmla="*/ 885949 w 1123912"/>
                <a:gd name="connsiteY64" fmla="*/ 3093635 h 3611227"/>
                <a:gd name="connsiteX65" fmla="*/ 893488 w 1123912"/>
                <a:gd name="connsiteY65" fmla="*/ 3098239 h 3611227"/>
                <a:gd name="connsiteX66" fmla="*/ 981028 w 1123912"/>
                <a:gd name="connsiteY66" fmla="*/ 3131852 h 3611227"/>
                <a:gd name="connsiteX67" fmla="*/ 1001550 w 1123912"/>
                <a:gd name="connsiteY67" fmla="*/ 3153032 h 3611227"/>
                <a:gd name="connsiteX68" fmla="*/ 994849 w 1123912"/>
                <a:gd name="connsiteY68" fmla="*/ 3182040 h 3611227"/>
                <a:gd name="connsiteX69" fmla="*/ 877572 w 1123912"/>
                <a:gd name="connsiteY69" fmla="*/ 3222100 h 3611227"/>
                <a:gd name="connsiteX70" fmla="*/ 809301 w 1123912"/>
                <a:gd name="connsiteY70" fmla="*/ 3220718 h 3611227"/>
                <a:gd name="connsiteX71" fmla="*/ 774537 w 1123912"/>
                <a:gd name="connsiteY71" fmla="*/ 3207826 h 3611227"/>
                <a:gd name="connsiteX72" fmla="*/ 703751 w 1123912"/>
                <a:gd name="connsiteY72" fmla="*/ 3155335 h 3611227"/>
                <a:gd name="connsiteX73" fmla="*/ 630034 w 1123912"/>
                <a:gd name="connsiteY73" fmla="*/ 3092254 h 3611227"/>
                <a:gd name="connsiteX74" fmla="*/ 623334 w 1123912"/>
                <a:gd name="connsiteY74" fmla="*/ 3128168 h 3611227"/>
                <a:gd name="connsiteX75" fmla="*/ 530350 w 1123912"/>
                <a:gd name="connsiteY75" fmla="*/ 3109750 h 3611227"/>
                <a:gd name="connsiteX76" fmla="*/ 527837 w 1123912"/>
                <a:gd name="connsiteY76" fmla="*/ 3148889 h 3611227"/>
                <a:gd name="connsiteX77" fmla="*/ 529931 w 1123912"/>
                <a:gd name="connsiteY77" fmla="*/ 3210128 h 3611227"/>
                <a:gd name="connsiteX78" fmla="*/ 527837 w 1123912"/>
                <a:gd name="connsiteY78" fmla="*/ 3221639 h 3611227"/>
                <a:gd name="connsiteX79" fmla="*/ 492235 w 1123912"/>
                <a:gd name="connsiteY79" fmla="*/ 3269065 h 3611227"/>
                <a:gd name="connsiteX80" fmla="*/ 485115 w 1123912"/>
                <a:gd name="connsiteY80" fmla="*/ 3272288 h 3611227"/>
                <a:gd name="connsiteX81" fmla="*/ 520297 w 1123912"/>
                <a:gd name="connsiteY81" fmla="*/ 3501590 h 3611227"/>
                <a:gd name="connsiteX82" fmla="*/ 512758 w 1123912"/>
                <a:gd name="connsiteY82" fmla="*/ 3548096 h 3611227"/>
                <a:gd name="connsiteX83" fmla="*/ 459984 w 1123912"/>
                <a:gd name="connsiteY83" fmla="*/ 3600586 h 3611227"/>
                <a:gd name="connsiteX84" fmla="*/ 387524 w 1123912"/>
                <a:gd name="connsiteY84" fmla="*/ 3611177 h 3611227"/>
                <a:gd name="connsiteX85" fmla="*/ 373703 w 1123912"/>
                <a:gd name="connsiteY85" fmla="*/ 3605190 h 3611227"/>
                <a:gd name="connsiteX86" fmla="*/ 319252 w 1123912"/>
                <a:gd name="connsiteY86" fmla="*/ 3524152 h 3611227"/>
                <a:gd name="connsiteX87" fmla="*/ 313388 w 1123912"/>
                <a:gd name="connsiteY87" fmla="*/ 3503432 h 3611227"/>
                <a:gd name="connsiteX88" fmla="*/ 310037 w 1123912"/>
                <a:gd name="connsiteY88" fmla="*/ 3367140 h 3611227"/>
                <a:gd name="connsiteX89" fmla="*/ 315064 w 1123912"/>
                <a:gd name="connsiteY89" fmla="*/ 3286102 h 3611227"/>
                <a:gd name="connsiteX90" fmla="*/ 308781 w 1123912"/>
                <a:gd name="connsiteY90" fmla="*/ 3263540 h 3611227"/>
                <a:gd name="connsiteX91" fmla="*/ 282813 w 1123912"/>
                <a:gd name="connsiteY91" fmla="*/ 3181580 h 3611227"/>
                <a:gd name="connsiteX92" fmla="*/ 276112 w 1123912"/>
                <a:gd name="connsiteY92" fmla="*/ 3105146 h 3611227"/>
                <a:gd name="connsiteX93" fmla="*/ 299566 w 1123912"/>
                <a:gd name="connsiteY93" fmla="*/ 2934781 h 3611227"/>
                <a:gd name="connsiteX94" fmla="*/ 299566 w 1123912"/>
                <a:gd name="connsiteY94" fmla="*/ 2872161 h 3611227"/>
                <a:gd name="connsiteX95" fmla="*/ 301660 w 1123912"/>
                <a:gd name="connsiteY95" fmla="*/ 2751063 h 3611227"/>
                <a:gd name="connsiteX96" fmla="*/ 302079 w 1123912"/>
                <a:gd name="connsiteY96" fmla="*/ 2633649 h 3611227"/>
                <a:gd name="connsiteX97" fmla="*/ 305011 w 1123912"/>
                <a:gd name="connsiteY97" fmla="*/ 2494135 h 3611227"/>
                <a:gd name="connsiteX98" fmla="*/ 326791 w 1123912"/>
                <a:gd name="connsiteY98" fmla="*/ 2396059 h 3611227"/>
                <a:gd name="connsiteX99" fmla="*/ 324697 w 1123912"/>
                <a:gd name="connsiteY99" fmla="*/ 2364749 h 3611227"/>
                <a:gd name="connsiteX100" fmla="*/ 317158 w 1123912"/>
                <a:gd name="connsiteY100" fmla="*/ 2327913 h 3611227"/>
                <a:gd name="connsiteX101" fmla="*/ 336006 w 1123912"/>
                <a:gd name="connsiteY101" fmla="*/ 2106899 h 3611227"/>
                <a:gd name="connsiteX102" fmla="*/ 327210 w 1123912"/>
                <a:gd name="connsiteY102" fmla="*/ 2027703 h 3611227"/>
                <a:gd name="connsiteX103" fmla="*/ 312131 w 1123912"/>
                <a:gd name="connsiteY103" fmla="*/ 1940678 h 3611227"/>
                <a:gd name="connsiteX104" fmla="*/ 305011 w 1123912"/>
                <a:gd name="connsiteY104" fmla="*/ 1913512 h 3611227"/>
                <a:gd name="connsiteX105" fmla="*/ 272760 w 1123912"/>
                <a:gd name="connsiteY105" fmla="*/ 1682368 h 3611227"/>
                <a:gd name="connsiteX106" fmla="*/ 261452 w 1123912"/>
                <a:gd name="connsiteY106" fmla="*/ 1596726 h 3611227"/>
                <a:gd name="connsiteX107" fmla="*/ 246373 w 1123912"/>
                <a:gd name="connsiteY107" fmla="*/ 1566797 h 3611227"/>
                <a:gd name="connsiteX108" fmla="*/ 237577 w 1123912"/>
                <a:gd name="connsiteY108" fmla="*/ 1551142 h 3611227"/>
                <a:gd name="connsiteX109" fmla="*/ 233749 w 1123912"/>
                <a:gd name="connsiteY109" fmla="*/ 1490414 h 3611227"/>
                <a:gd name="connsiteX110" fmla="*/ 175862 w 1123912"/>
                <a:gd name="connsiteY110" fmla="*/ 1473864 h 3611227"/>
                <a:gd name="connsiteX111" fmla="*/ 90175 w 1123912"/>
                <a:gd name="connsiteY111" fmla="*/ 1449376 h 3611227"/>
                <a:gd name="connsiteX112" fmla="*/ 71775 w 1123912"/>
                <a:gd name="connsiteY112" fmla="*/ 1443631 h 3611227"/>
                <a:gd name="connsiteX113" fmla="*/ 68891 w 1123912"/>
                <a:gd name="connsiteY113" fmla="*/ 1432852 h 3611227"/>
                <a:gd name="connsiteX114" fmla="*/ 89031 w 1123912"/>
                <a:gd name="connsiteY114" fmla="*/ 1357830 h 3611227"/>
                <a:gd name="connsiteX115" fmla="*/ 111208 w 1123912"/>
                <a:gd name="connsiteY115" fmla="*/ 1275805 h 3611227"/>
                <a:gd name="connsiteX116" fmla="*/ 123727 w 1123912"/>
                <a:gd name="connsiteY116" fmla="*/ 1226942 h 3611227"/>
                <a:gd name="connsiteX117" fmla="*/ 142906 w 1123912"/>
                <a:gd name="connsiteY117" fmla="*/ 1156063 h 3611227"/>
                <a:gd name="connsiteX118" fmla="*/ 157897 w 1123912"/>
                <a:gd name="connsiteY118" fmla="*/ 1101387 h 3611227"/>
                <a:gd name="connsiteX119" fmla="*/ 154876 w 1123912"/>
                <a:gd name="connsiteY119" fmla="*/ 1093720 h 3611227"/>
                <a:gd name="connsiteX120" fmla="*/ 76284 w 1123912"/>
                <a:gd name="connsiteY120" fmla="*/ 993478 h 3611227"/>
                <a:gd name="connsiteX121" fmla="*/ 2429 w 1123912"/>
                <a:gd name="connsiteY121" fmla="*/ 899666 h 3611227"/>
                <a:gd name="connsiteX122" fmla="*/ 140 w 1123912"/>
                <a:gd name="connsiteY122" fmla="*/ 890923 h 3611227"/>
                <a:gd name="connsiteX123" fmla="*/ 6365 w 1123912"/>
                <a:gd name="connsiteY123" fmla="*/ 832700 h 3611227"/>
                <a:gd name="connsiteX124" fmla="*/ 10577 w 1123912"/>
                <a:gd name="connsiteY124" fmla="*/ 787362 h 3611227"/>
                <a:gd name="connsiteX125" fmla="*/ 16573 w 1123912"/>
                <a:gd name="connsiteY125" fmla="*/ 734197 h 3611227"/>
                <a:gd name="connsiteX126" fmla="*/ 18976 w 1123912"/>
                <a:gd name="connsiteY126" fmla="*/ 712638 h 3611227"/>
                <a:gd name="connsiteX127" fmla="*/ 31060 w 1123912"/>
                <a:gd name="connsiteY127" fmla="*/ 613631 h 3611227"/>
                <a:gd name="connsiteX128" fmla="*/ 41359 w 1123912"/>
                <a:gd name="connsiteY128" fmla="*/ 545224 h 3611227"/>
                <a:gd name="connsiteX129" fmla="*/ 51063 w 1123912"/>
                <a:gd name="connsiteY129" fmla="*/ 482469 h 3611227"/>
                <a:gd name="connsiteX130" fmla="*/ 61797 w 1123912"/>
                <a:gd name="connsiteY130" fmla="*/ 426558 h 3611227"/>
                <a:gd name="connsiteX131" fmla="*/ 71592 w 1123912"/>
                <a:gd name="connsiteY131" fmla="*/ 377741 h 3611227"/>
                <a:gd name="connsiteX132" fmla="*/ 84912 w 1123912"/>
                <a:gd name="connsiteY132" fmla="*/ 325628 h 3611227"/>
                <a:gd name="connsiteX133" fmla="*/ 103427 w 1123912"/>
                <a:gd name="connsiteY133" fmla="*/ 268115 h 3611227"/>
                <a:gd name="connsiteX134" fmla="*/ 200328 w 1123912"/>
                <a:gd name="connsiteY134" fmla="*/ 132925 h 3611227"/>
                <a:gd name="connsiteX135" fmla="*/ 282559 w 1123912"/>
                <a:gd name="connsiteY135" fmla="*/ 98206 h 3611227"/>
                <a:gd name="connsiteX136" fmla="*/ 342796 w 1123912"/>
                <a:gd name="connsiteY136" fmla="*/ 87312 h 3611227"/>
                <a:gd name="connsiteX137" fmla="*/ 358725 w 1123912"/>
                <a:gd name="connsiteY137" fmla="*/ 78821 h 3611227"/>
                <a:gd name="connsiteX138" fmla="*/ 414957 w 1123912"/>
                <a:gd name="connsiteY138" fmla="*/ 10665 h 3611227"/>
                <a:gd name="connsiteX139" fmla="*/ 425301 w 1123912"/>
                <a:gd name="connsiteY139" fmla="*/ 11787 h 3611227"/>
                <a:gd name="connsiteX140" fmla="*/ 437248 w 1123912"/>
                <a:gd name="connsiteY140" fmla="*/ 0 h 3611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123912" h="3611227">
                  <a:moveTo>
                    <a:pt x="437248" y="0"/>
                  </a:moveTo>
                  <a:cubicBezTo>
                    <a:pt x="433266" y="16249"/>
                    <a:pt x="445556" y="22246"/>
                    <a:pt x="455901" y="29432"/>
                  </a:cubicBezTo>
                  <a:cubicBezTo>
                    <a:pt x="491237" y="53920"/>
                    <a:pt x="526597" y="78386"/>
                    <a:pt x="561911" y="102921"/>
                  </a:cubicBezTo>
                  <a:cubicBezTo>
                    <a:pt x="577062" y="113471"/>
                    <a:pt x="592121" y="124159"/>
                    <a:pt x="607180" y="134847"/>
                  </a:cubicBezTo>
                  <a:cubicBezTo>
                    <a:pt x="608805" y="135991"/>
                    <a:pt x="610293" y="137410"/>
                    <a:pt x="612330" y="137090"/>
                  </a:cubicBezTo>
                  <a:cubicBezTo>
                    <a:pt x="624780" y="135122"/>
                    <a:pt x="637596" y="134549"/>
                    <a:pt x="648994" y="128164"/>
                  </a:cubicBezTo>
                  <a:cubicBezTo>
                    <a:pt x="654212" y="134275"/>
                    <a:pt x="652267" y="142331"/>
                    <a:pt x="654738" y="149220"/>
                  </a:cubicBezTo>
                  <a:cubicBezTo>
                    <a:pt x="657302" y="156406"/>
                    <a:pt x="655951" y="164485"/>
                    <a:pt x="659247" y="171580"/>
                  </a:cubicBezTo>
                  <a:cubicBezTo>
                    <a:pt x="660711" y="168879"/>
                    <a:pt x="662085" y="170344"/>
                    <a:pt x="663778" y="171488"/>
                  </a:cubicBezTo>
                  <a:cubicBezTo>
                    <a:pt x="689961" y="189317"/>
                    <a:pt x="715936" y="207511"/>
                    <a:pt x="742553" y="224676"/>
                  </a:cubicBezTo>
                  <a:cubicBezTo>
                    <a:pt x="752990" y="231405"/>
                    <a:pt x="753265" y="242299"/>
                    <a:pt x="756629" y="251774"/>
                  </a:cubicBezTo>
                  <a:cubicBezTo>
                    <a:pt x="767339" y="282030"/>
                    <a:pt x="777204" y="312583"/>
                    <a:pt x="787342" y="343045"/>
                  </a:cubicBezTo>
                  <a:cubicBezTo>
                    <a:pt x="797641" y="373942"/>
                    <a:pt x="807826" y="404861"/>
                    <a:pt x="818170" y="435735"/>
                  </a:cubicBezTo>
                  <a:cubicBezTo>
                    <a:pt x="827302" y="462947"/>
                    <a:pt x="836663" y="490113"/>
                    <a:pt x="845794" y="517325"/>
                  </a:cubicBezTo>
                  <a:cubicBezTo>
                    <a:pt x="856002" y="547764"/>
                    <a:pt x="866140" y="578226"/>
                    <a:pt x="876165" y="608711"/>
                  </a:cubicBezTo>
                  <a:cubicBezTo>
                    <a:pt x="878087" y="614592"/>
                    <a:pt x="880238" y="616721"/>
                    <a:pt x="887425" y="614776"/>
                  </a:cubicBezTo>
                  <a:cubicBezTo>
                    <a:pt x="903651" y="610382"/>
                    <a:pt x="920381" y="607772"/>
                    <a:pt x="936859" y="604294"/>
                  </a:cubicBezTo>
                  <a:cubicBezTo>
                    <a:pt x="945556" y="602463"/>
                    <a:pt x="954184" y="600334"/>
                    <a:pt x="962859" y="598343"/>
                  </a:cubicBezTo>
                  <a:cubicBezTo>
                    <a:pt x="965788" y="595551"/>
                    <a:pt x="969358" y="594498"/>
                    <a:pt x="973249" y="593720"/>
                  </a:cubicBezTo>
                  <a:cubicBezTo>
                    <a:pt x="994762" y="589372"/>
                    <a:pt x="1016321" y="585298"/>
                    <a:pt x="1037651" y="580080"/>
                  </a:cubicBezTo>
                  <a:cubicBezTo>
                    <a:pt x="1050788" y="576853"/>
                    <a:pt x="1064223" y="575342"/>
                    <a:pt x="1077451" y="572711"/>
                  </a:cubicBezTo>
                  <a:cubicBezTo>
                    <a:pt x="1087246" y="570788"/>
                    <a:pt x="1087521" y="570925"/>
                    <a:pt x="1090999" y="580217"/>
                  </a:cubicBezTo>
                  <a:cubicBezTo>
                    <a:pt x="1098094" y="612189"/>
                    <a:pt x="1103908" y="644437"/>
                    <a:pt x="1111117" y="676386"/>
                  </a:cubicBezTo>
                  <a:cubicBezTo>
                    <a:pt x="1113749" y="688127"/>
                    <a:pt x="1115099" y="700142"/>
                    <a:pt x="1118372" y="711768"/>
                  </a:cubicBezTo>
                  <a:cubicBezTo>
                    <a:pt x="1119905" y="721747"/>
                    <a:pt x="1122651" y="731519"/>
                    <a:pt x="1123681" y="741567"/>
                  </a:cubicBezTo>
                  <a:cubicBezTo>
                    <a:pt x="1124460" y="749256"/>
                    <a:pt x="1123590" y="750607"/>
                    <a:pt x="1116060" y="752872"/>
                  </a:cubicBezTo>
                  <a:cubicBezTo>
                    <a:pt x="1102534" y="757129"/>
                    <a:pt x="1089123" y="761684"/>
                    <a:pt x="1075597" y="765918"/>
                  </a:cubicBezTo>
                  <a:cubicBezTo>
                    <a:pt x="1043487" y="775599"/>
                    <a:pt x="1011813" y="786630"/>
                    <a:pt x="979771" y="796585"/>
                  </a:cubicBezTo>
                  <a:cubicBezTo>
                    <a:pt x="973958" y="798394"/>
                    <a:pt x="968054" y="799538"/>
                    <a:pt x="962149" y="800705"/>
                  </a:cubicBezTo>
                  <a:cubicBezTo>
                    <a:pt x="959242" y="801277"/>
                    <a:pt x="956542" y="802010"/>
                    <a:pt x="954162" y="803818"/>
                  </a:cubicBezTo>
                  <a:cubicBezTo>
                    <a:pt x="948326" y="806884"/>
                    <a:pt x="941986" y="808601"/>
                    <a:pt x="935692" y="810226"/>
                  </a:cubicBezTo>
                  <a:cubicBezTo>
                    <a:pt x="929330" y="811874"/>
                    <a:pt x="926789" y="815696"/>
                    <a:pt x="927728" y="821875"/>
                  </a:cubicBezTo>
                  <a:cubicBezTo>
                    <a:pt x="929215" y="831670"/>
                    <a:pt x="929993" y="841557"/>
                    <a:pt x="931481" y="851307"/>
                  </a:cubicBezTo>
                  <a:cubicBezTo>
                    <a:pt x="935692" y="878748"/>
                    <a:pt x="938484" y="906349"/>
                    <a:pt x="942123" y="933859"/>
                  </a:cubicBezTo>
                  <a:cubicBezTo>
                    <a:pt x="944687" y="953220"/>
                    <a:pt x="947135" y="972582"/>
                    <a:pt x="949905" y="991899"/>
                  </a:cubicBezTo>
                  <a:cubicBezTo>
                    <a:pt x="952399" y="1009315"/>
                    <a:pt x="954665" y="1026800"/>
                    <a:pt x="956702" y="1044308"/>
                  </a:cubicBezTo>
                  <a:cubicBezTo>
                    <a:pt x="958442" y="1059413"/>
                    <a:pt x="960615" y="1074450"/>
                    <a:pt x="962149" y="1089578"/>
                  </a:cubicBezTo>
                  <a:cubicBezTo>
                    <a:pt x="961874" y="1100998"/>
                    <a:pt x="965239" y="1111892"/>
                    <a:pt x="966932" y="1123038"/>
                  </a:cubicBezTo>
                  <a:cubicBezTo>
                    <a:pt x="969610" y="1140592"/>
                    <a:pt x="971738" y="1158214"/>
                    <a:pt x="973913" y="1175837"/>
                  </a:cubicBezTo>
                  <a:cubicBezTo>
                    <a:pt x="975377" y="1187783"/>
                    <a:pt x="977529" y="1199639"/>
                    <a:pt x="978307" y="1211654"/>
                  </a:cubicBezTo>
                  <a:cubicBezTo>
                    <a:pt x="981190" y="1228796"/>
                    <a:pt x="982747" y="1246098"/>
                    <a:pt x="985035" y="1263309"/>
                  </a:cubicBezTo>
                  <a:cubicBezTo>
                    <a:pt x="987416" y="1280977"/>
                    <a:pt x="989338" y="1298737"/>
                    <a:pt x="991879" y="1316360"/>
                  </a:cubicBezTo>
                  <a:cubicBezTo>
                    <a:pt x="995357" y="1340482"/>
                    <a:pt x="997783" y="1364718"/>
                    <a:pt x="1001079" y="1388864"/>
                  </a:cubicBezTo>
                  <a:cubicBezTo>
                    <a:pt x="1003093" y="1403671"/>
                    <a:pt x="1004351" y="1418616"/>
                    <a:pt x="1006526" y="1433378"/>
                  </a:cubicBezTo>
                  <a:cubicBezTo>
                    <a:pt x="1008837" y="1449124"/>
                    <a:pt x="1011172" y="1464847"/>
                    <a:pt x="1013049" y="1480638"/>
                  </a:cubicBezTo>
                  <a:cubicBezTo>
                    <a:pt x="1015520" y="1501259"/>
                    <a:pt x="1018587" y="1521811"/>
                    <a:pt x="1020601" y="1542477"/>
                  </a:cubicBezTo>
                  <a:cubicBezTo>
                    <a:pt x="1021654" y="1553257"/>
                    <a:pt x="1019937" y="1555088"/>
                    <a:pt x="1008769" y="1555225"/>
                  </a:cubicBezTo>
                  <a:cubicBezTo>
                    <a:pt x="997165" y="1555363"/>
                    <a:pt x="985562" y="1555111"/>
                    <a:pt x="973958" y="1555317"/>
                  </a:cubicBezTo>
                  <a:cubicBezTo>
                    <a:pt x="966337" y="1555454"/>
                    <a:pt x="965284" y="1556850"/>
                    <a:pt x="965605" y="1564494"/>
                  </a:cubicBezTo>
                  <a:cubicBezTo>
                    <a:pt x="965765" y="1568408"/>
                    <a:pt x="968031" y="1572642"/>
                    <a:pt x="964140" y="1576075"/>
                  </a:cubicBezTo>
                  <a:lnTo>
                    <a:pt x="929985" y="1576124"/>
                  </a:lnTo>
                  <a:lnTo>
                    <a:pt x="924063" y="1617445"/>
                  </a:lnTo>
                  <a:cubicBezTo>
                    <a:pt x="914431" y="1700786"/>
                    <a:pt x="907729" y="1785048"/>
                    <a:pt x="896838" y="1868388"/>
                  </a:cubicBezTo>
                  <a:cubicBezTo>
                    <a:pt x="886368" y="1949427"/>
                    <a:pt x="871290" y="2029544"/>
                    <a:pt x="859562" y="2110583"/>
                  </a:cubicBezTo>
                  <a:cubicBezTo>
                    <a:pt x="855373" y="2140052"/>
                    <a:pt x="856211" y="2170901"/>
                    <a:pt x="852023" y="2200370"/>
                  </a:cubicBezTo>
                  <a:cubicBezTo>
                    <a:pt x="848672" y="2224313"/>
                    <a:pt x="842809" y="2247796"/>
                    <a:pt x="836107" y="2270818"/>
                  </a:cubicBezTo>
                  <a:cubicBezTo>
                    <a:pt x="829405" y="2293840"/>
                    <a:pt x="820609" y="2315482"/>
                    <a:pt x="819772" y="2340806"/>
                  </a:cubicBezTo>
                  <a:cubicBezTo>
                    <a:pt x="818934" y="2365671"/>
                    <a:pt x="810557" y="2390534"/>
                    <a:pt x="803855" y="2415399"/>
                  </a:cubicBezTo>
                  <a:cubicBezTo>
                    <a:pt x="796735" y="2441644"/>
                    <a:pt x="797573" y="2467889"/>
                    <a:pt x="796735" y="2494595"/>
                  </a:cubicBezTo>
                  <a:cubicBezTo>
                    <a:pt x="795060" y="2539258"/>
                    <a:pt x="792128" y="2584382"/>
                    <a:pt x="784589" y="2628124"/>
                  </a:cubicBezTo>
                  <a:cubicBezTo>
                    <a:pt x="777049" y="2672327"/>
                    <a:pt x="764066" y="2716069"/>
                    <a:pt x="751919" y="2759351"/>
                  </a:cubicBezTo>
                  <a:cubicBezTo>
                    <a:pt x="746474" y="2779611"/>
                    <a:pt x="743123" y="2799410"/>
                    <a:pt x="746055" y="2821051"/>
                  </a:cubicBezTo>
                  <a:cubicBezTo>
                    <a:pt x="752756" y="2869859"/>
                    <a:pt x="757783" y="2919126"/>
                    <a:pt x="762809" y="2968393"/>
                  </a:cubicBezTo>
                  <a:cubicBezTo>
                    <a:pt x="764903" y="2991876"/>
                    <a:pt x="781237" y="3003388"/>
                    <a:pt x="795479" y="3014438"/>
                  </a:cubicBezTo>
                  <a:cubicBezTo>
                    <a:pt x="827311" y="3038842"/>
                    <a:pt x="861656" y="3059101"/>
                    <a:pt x="885949" y="3093635"/>
                  </a:cubicBezTo>
                  <a:cubicBezTo>
                    <a:pt x="887625" y="3095937"/>
                    <a:pt x="891394" y="3098700"/>
                    <a:pt x="893488" y="3098239"/>
                  </a:cubicBezTo>
                  <a:cubicBezTo>
                    <a:pt x="927833" y="3093635"/>
                    <a:pt x="952964" y="3118038"/>
                    <a:pt x="981028" y="3131852"/>
                  </a:cubicBezTo>
                  <a:cubicBezTo>
                    <a:pt x="988985" y="3135996"/>
                    <a:pt x="995268" y="3145205"/>
                    <a:pt x="1001550" y="3153032"/>
                  </a:cubicBezTo>
                  <a:cubicBezTo>
                    <a:pt x="1012440" y="3165925"/>
                    <a:pt x="1004482" y="3176055"/>
                    <a:pt x="994849" y="3182040"/>
                  </a:cubicBezTo>
                  <a:cubicBezTo>
                    <a:pt x="958828" y="3205523"/>
                    <a:pt x="919875" y="3220718"/>
                    <a:pt x="877572" y="3222100"/>
                  </a:cubicBezTo>
                  <a:cubicBezTo>
                    <a:pt x="854954" y="3223020"/>
                    <a:pt x="831918" y="3223020"/>
                    <a:pt x="809301" y="3220718"/>
                  </a:cubicBezTo>
                  <a:cubicBezTo>
                    <a:pt x="797573" y="3219337"/>
                    <a:pt x="785846" y="3213351"/>
                    <a:pt x="774537" y="3207826"/>
                  </a:cubicBezTo>
                  <a:cubicBezTo>
                    <a:pt x="748149" y="3195393"/>
                    <a:pt x="723856" y="3181120"/>
                    <a:pt x="703751" y="3155335"/>
                  </a:cubicBezTo>
                  <a:cubicBezTo>
                    <a:pt x="684485" y="3130471"/>
                    <a:pt x="656004" y="3113895"/>
                    <a:pt x="630034" y="3092254"/>
                  </a:cubicBezTo>
                  <a:cubicBezTo>
                    <a:pt x="627522" y="3105146"/>
                    <a:pt x="625428" y="3115737"/>
                    <a:pt x="623334" y="3128168"/>
                  </a:cubicBezTo>
                  <a:cubicBezTo>
                    <a:pt x="592758" y="3122183"/>
                    <a:pt x="563020" y="3116197"/>
                    <a:pt x="530350" y="3109750"/>
                  </a:cubicBezTo>
                  <a:cubicBezTo>
                    <a:pt x="529512" y="3122643"/>
                    <a:pt x="527837" y="3135996"/>
                    <a:pt x="527837" y="3148889"/>
                  </a:cubicBezTo>
                  <a:cubicBezTo>
                    <a:pt x="527837" y="3169148"/>
                    <a:pt x="529093" y="3189868"/>
                    <a:pt x="529931" y="3210128"/>
                  </a:cubicBezTo>
                  <a:cubicBezTo>
                    <a:pt x="529931" y="3213811"/>
                    <a:pt x="529931" y="3218876"/>
                    <a:pt x="527837" y="3221639"/>
                  </a:cubicBezTo>
                  <a:cubicBezTo>
                    <a:pt x="516528" y="3237755"/>
                    <a:pt x="504381" y="3253410"/>
                    <a:pt x="492235" y="3269065"/>
                  </a:cubicBezTo>
                  <a:cubicBezTo>
                    <a:pt x="489721" y="3271828"/>
                    <a:pt x="485115" y="3272288"/>
                    <a:pt x="485115" y="3272288"/>
                  </a:cubicBezTo>
                  <a:cubicBezTo>
                    <a:pt x="497261" y="3349643"/>
                    <a:pt x="509826" y="3425156"/>
                    <a:pt x="520297" y="3501590"/>
                  </a:cubicBezTo>
                  <a:cubicBezTo>
                    <a:pt x="522392" y="3516324"/>
                    <a:pt x="516109" y="3532440"/>
                    <a:pt x="512758" y="3548096"/>
                  </a:cubicBezTo>
                  <a:cubicBezTo>
                    <a:pt x="503125" y="3594600"/>
                    <a:pt x="503125" y="3594600"/>
                    <a:pt x="459984" y="3600586"/>
                  </a:cubicBezTo>
                  <a:cubicBezTo>
                    <a:pt x="435692" y="3604270"/>
                    <a:pt x="411817" y="3608414"/>
                    <a:pt x="387524" y="3611177"/>
                  </a:cubicBezTo>
                  <a:cubicBezTo>
                    <a:pt x="382916" y="3611637"/>
                    <a:pt x="376634" y="3608874"/>
                    <a:pt x="373703" y="3605190"/>
                  </a:cubicBezTo>
                  <a:cubicBezTo>
                    <a:pt x="355273" y="3578485"/>
                    <a:pt x="336844" y="3551779"/>
                    <a:pt x="319252" y="3524152"/>
                  </a:cubicBezTo>
                  <a:cubicBezTo>
                    <a:pt x="315482" y="3518626"/>
                    <a:pt x="313808" y="3510799"/>
                    <a:pt x="313388" y="3503432"/>
                  </a:cubicBezTo>
                  <a:cubicBezTo>
                    <a:pt x="311714" y="3458308"/>
                    <a:pt x="310037" y="3412724"/>
                    <a:pt x="310037" y="3367140"/>
                  </a:cubicBezTo>
                  <a:cubicBezTo>
                    <a:pt x="310037" y="3340434"/>
                    <a:pt x="314226" y="3313268"/>
                    <a:pt x="315064" y="3286102"/>
                  </a:cubicBezTo>
                  <a:cubicBezTo>
                    <a:pt x="315482" y="3278734"/>
                    <a:pt x="311294" y="3270906"/>
                    <a:pt x="308781" y="3263540"/>
                  </a:cubicBezTo>
                  <a:cubicBezTo>
                    <a:pt x="300404" y="3235913"/>
                    <a:pt x="292865" y="3208286"/>
                    <a:pt x="282813" y="3181580"/>
                  </a:cubicBezTo>
                  <a:cubicBezTo>
                    <a:pt x="273179" y="3156256"/>
                    <a:pt x="272342" y="3131392"/>
                    <a:pt x="276112" y="3105146"/>
                  </a:cubicBezTo>
                  <a:cubicBezTo>
                    <a:pt x="284489" y="3048511"/>
                    <a:pt x="292865" y="2991876"/>
                    <a:pt x="299566" y="2934781"/>
                  </a:cubicBezTo>
                  <a:cubicBezTo>
                    <a:pt x="302079" y="2914061"/>
                    <a:pt x="299566" y="2892881"/>
                    <a:pt x="299566" y="2872161"/>
                  </a:cubicBezTo>
                  <a:cubicBezTo>
                    <a:pt x="299985" y="2831641"/>
                    <a:pt x="301242" y="2791582"/>
                    <a:pt x="301660" y="2751063"/>
                  </a:cubicBezTo>
                  <a:cubicBezTo>
                    <a:pt x="302079" y="2711925"/>
                    <a:pt x="301242" y="2672787"/>
                    <a:pt x="302079" y="2633649"/>
                  </a:cubicBezTo>
                  <a:cubicBezTo>
                    <a:pt x="302917" y="2587145"/>
                    <a:pt x="305431" y="2540640"/>
                    <a:pt x="305011" y="2494135"/>
                  </a:cubicBezTo>
                  <a:cubicBezTo>
                    <a:pt x="305011" y="2459140"/>
                    <a:pt x="311714" y="2426449"/>
                    <a:pt x="326791" y="2396059"/>
                  </a:cubicBezTo>
                  <a:cubicBezTo>
                    <a:pt x="332655" y="2384548"/>
                    <a:pt x="332236" y="2374879"/>
                    <a:pt x="324697" y="2364749"/>
                  </a:cubicBezTo>
                  <a:cubicBezTo>
                    <a:pt x="316320" y="2354159"/>
                    <a:pt x="315902" y="2341727"/>
                    <a:pt x="317158" y="2327913"/>
                  </a:cubicBezTo>
                  <a:cubicBezTo>
                    <a:pt x="324279" y="2254243"/>
                    <a:pt x="331818" y="2181032"/>
                    <a:pt x="336006" y="2106899"/>
                  </a:cubicBezTo>
                  <a:cubicBezTo>
                    <a:pt x="337681" y="2080654"/>
                    <a:pt x="331398" y="2053949"/>
                    <a:pt x="327210" y="2027703"/>
                  </a:cubicBezTo>
                  <a:cubicBezTo>
                    <a:pt x="323021" y="1998695"/>
                    <a:pt x="317577" y="1969687"/>
                    <a:pt x="312131" y="1940678"/>
                  </a:cubicBezTo>
                  <a:cubicBezTo>
                    <a:pt x="310456" y="1931469"/>
                    <a:pt x="304593" y="1922260"/>
                    <a:pt x="305011" y="1913512"/>
                  </a:cubicBezTo>
                  <a:cubicBezTo>
                    <a:pt x="311714" y="1833395"/>
                    <a:pt x="288677" y="1758342"/>
                    <a:pt x="272760" y="1682368"/>
                  </a:cubicBezTo>
                  <a:cubicBezTo>
                    <a:pt x="266896" y="1654281"/>
                    <a:pt x="264802" y="1625273"/>
                    <a:pt x="261452" y="1596726"/>
                  </a:cubicBezTo>
                  <a:cubicBezTo>
                    <a:pt x="260195" y="1583833"/>
                    <a:pt x="259358" y="1572322"/>
                    <a:pt x="246373" y="1566797"/>
                  </a:cubicBezTo>
                  <a:cubicBezTo>
                    <a:pt x="242184" y="1564955"/>
                    <a:pt x="237996" y="1556666"/>
                    <a:pt x="237577" y="1551142"/>
                  </a:cubicBezTo>
                  <a:lnTo>
                    <a:pt x="233749" y="1490414"/>
                  </a:lnTo>
                  <a:lnTo>
                    <a:pt x="175862" y="1473864"/>
                  </a:lnTo>
                  <a:cubicBezTo>
                    <a:pt x="147300" y="1465716"/>
                    <a:pt x="119012" y="1456585"/>
                    <a:pt x="90175" y="1449376"/>
                  </a:cubicBezTo>
                  <a:cubicBezTo>
                    <a:pt x="83951" y="1447819"/>
                    <a:pt x="77931" y="1445508"/>
                    <a:pt x="71775" y="1443631"/>
                  </a:cubicBezTo>
                  <a:cubicBezTo>
                    <a:pt x="65046" y="1441594"/>
                    <a:pt x="67953" y="1436261"/>
                    <a:pt x="68891" y="1432852"/>
                  </a:cubicBezTo>
                  <a:cubicBezTo>
                    <a:pt x="75826" y="1407905"/>
                    <a:pt x="82532" y="1382890"/>
                    <a:pt x="89031" y="1357830"/>
                  </a:cubicBezTo>
                  <a:cubicBezTo>
                    <a:pt x="96126" y="1330412"/>
                    <a:pt x="103907" y="1303177"/>
                    <a:pt x="111208" y="1275805"/>
                  </a:cubicBezTo>
                  <a:cubicBezTo>
                    <a:pt x="115557" y="1259555"/>
                    <a:pt x="119402" y="1243192"/>
                    <a:pt x="123727" y="1226942"/>
                  </a:cubicBezTo>
                  <a:cubicBezTo>
                    <a:pt x="129998" y="1203278"/>
                    <a:pt x="136475" y="1179682"/>
                    <a:pt x="142906" y="1156063"/>
                  </a:cubicBezTo>
                  <a:cubicBezTo>
                    <a:pt x="147872" y="1137822"/>
                    <a:pt x="152839" y="1119582"/>
                    <a:pt x="157897" y="1101387"/>
                  </a:cubicBezTo>
                  <a:cubicBezTo>
                    <a:pt x="158858" y="1097931"/>
                    <a:pt x="156569" y="1095895"/>
                    <a:pt x="154876" y="1093720"/>
                  </a:cubicBezTo>
                  <a:cubicBezTo>
                    <a:pt x="128716" y="1060283"/>
                    <a:pt x="102511" y="1026869"/>
                    <a:pt x="76284" y="993478"/>
                  </a:cubicBezTo>
                  <a:cubicBezTo>
                    <a:pt x="51703" y="962169"/>
                    <a:pt x="27123" y="930860"/>
                    <a:pt x="2429" y="899666"/>
                  </a:cubicBezTo>
                  <a:cubicBezTo>
                    <a:pt x="232" y="896897"/>
                    <a:pt x="-295" y="894082"/>
                    <a:pt x="140" y="890923"/>
                  </a:cubicBezTo>
                  <a:cubicBezTo>
                    <a:pt x="2795" y="871585"/>
                    <a:pt x="3459" y="852039"/>
                    <a:pt x="6365" y="832700"/>
                  </a:cubicBezTo>
                  <a:cubicBezTo>
                    <a:pt x="8608" y="817710"/>
                    <a:pt x="9020" y="802467"/>
                    <a:pt x="10577" y="787362"/>
                  </a:cubicBezTo>
                  <a:cubicBezTo>
                    <a:pt x="12408" y="769625"/>
                    <a:pt x="14582" y="751911"/>
                    <a:pt x="16573" y="734197"/>
                  </a:cubicBezTo>
                  <a:cubicBezTo>
                    <a:pt x="17397" y="727011"/>
                    <a:pt x="18129" y="719824"/>
                    <a:pt x="18976" y="712638"/>
                  </a:cubicBezTo>
                  <a:cubicBezTo>
                    <a:pt x="22889" y="679613"/>
                    <a:pt x="25979" y="646473"/>
                    <a:pt x="31060" y="613631"/>
                  </a:cubicBezTo>
                  <a:cubicBezTo>
                    <a:pt x="34607" y="590859"/>
                    <a:pt x="37216" y="567927"/>
                    <a:pt x="41359" y="545224"/>
                  </a:cubicBezTo>
                  <a:cubicBezTo>
                    <a:pt x="45158" y="524397"/>
                    <a:pt x="47515" y="503342"/>
                    <a:pt x="51063" y="482469"/>
                  </a:cubicBezTo>
                  <a:cubicBezTo>
                    <a:pt x="54244" y="463771"/>
                    <a:pt x="58157" y="445187"/>
                    <a:pt x="61797" y="426558"/>
                  </a:cubicBezTo>
                  <a:cubicBezTo>
                    <a:pt x="64978" y="410262"/>
                    <a:pt x="67426" y="393784"/>
                    <a:pt x="71592" y="377741"/>
                  </a:cubicBezTo>
                  <a:cubicBezTo>
                    <a:pt x="76100" y="360393"/>
                    <a:pt x="79854" y="342862"/>
                    <a:pt x="84912" y="325628"/>
                  </a:cubicBezTo>
                  <a:cubicBezTo>
                    <a:pt x="90610" y="306266"/>
                    <a:pt x="95737" y="286744"/>
                    <a:pt x="103427" y="268115"/>
                  </a:cubicBezTo>
                  <a:cubicBezTo>
                    <a:pt x="125146" y="215568"/>
                    <a:pt x="151923" y="166499"/>
                    <a:pt x="200328" y="132925"/>
                  </a:cubicBezTo>
                  <a:cubicBezTo>
                    <a:pt x="225343" y="115554"/>
                    <a:pt x="253425" y="105621"/>
                    <a:pt x="282559" y="98206"/>
                  </a:cubicBezTo>
                  <a:cubicBezTo>
                    <a:pt x="302379" y="93148"/>
                    <a:pt x="322427" y="89326"/>
                    <a:pt x="342796" y="87312"/>
                  </a:cubicBezTo>
                  <a:cubicBezTo>
                    <a:pt x="349113" y="86694"/>
                    <a:pt x="354422" y="84131"/>
                    <a:pt x="358725" y="78821"/>
                  </a:cubicBezTo>
                  <a:cubicBezTo>
                    <a:pt x="377286" y="55935"/>
                    <a:pt x="396190" y="33368"/>
                    <a:pt x="414957" y="10665"/>
                  </a:cubicBezTo>
                  <a:cubicBezTo>
                    <a:pt x="419786" y="4829"/>
                    <a:pt x="422258" y="5058"/>
                    <a:pt x="425301" y="11787"/>
                  </a:cubicBezTo>
                  <a:cubicBezTo>
                    <a:pt x="429719" y="8308"/>
                    <a:pt x="432213" y="2861"/>
                    <a:pt x="437248" y="0"/>
                  </a:cubicBezTo>
                  <a:close/>
                </a:path>
              </a:pathLst>
            </a:custGeom>
            <a:solidFill>
              <a:srgbClr val="000000"/>
            </a:solidFill>
            <a:ln w="5517" cap="flat">
              <a:noFill/>
              <a:prstDash val="solid"/>
              <a:miter/>
            </a:ln>
          </p:spPr>
          <p:txBody>
            <a:bodyPr wrap="square" rtlCol="0" anchor="ctr">
              <a:noAutofit/>
            </a:bodyPr>
            <a:lstStyle/>
            <a:p>
              <a:endParaRPr lang="en-US"/>
            </a:p>
          </p:txBody>
        </p:sp>
        <p:sp>
          <p:nvSpPr>
            <p:cNvPr id="30" name="Freeform: Shape 431">
              <a:extLst>
                <a:ext uri="{FF2B5EF4-FFF2-40B4-BE49-F238E27FC236}">
                  <a16:creationId xmlns:a16="http://schemas.microsoft.com/office/drawing/2014/main" id="{3835072A-8341-41A6-8FD7-F9364BD7BC44}"/>
                </a:ext>
              </a:extLst>
            </p:cNvPr>
            <p:cNvSpPr/>
            <p:nvPr/>
          </p:nvSpPr>
          <p:spPr>
            <a:xfrm>
              <a:off x="1708017" y="2177274"/>
              <a:ext cx="476587" cy="1178534"/>
            </a:xfrm>
            <a:custGeom>
              <a:avLst/>
              <a:gdLst>
                <a:gd name="connsiteX0" fmla="*/ 1150686 w 1150722"/>
                <a:gd name="connsiteY0" fmla="*/ 2531491 h 2845579"/>
                <a:gd name="connsiteX1" fmla="*/ 1142895 w 1150722"/>
                <a:gd name="connsiteY1" fmla="*/ 2440920 h 2845579"/>
                <a:gd name="connsiteX2" fmla="*/ 1132119 w 1150722"/>
                <a:gd name="connsiteY2" fmla="*/ 2306695 h 2845579"/>
                <a:gd name="connsiteX3" fmla="*/ 1115154 w 1150722"/>
                <a:gd name="connsiteY3" fmla="*/ 2132960 h 2845579"/>
                <a:gd name="connsiteX4" fmla="*/ 1105484 w 1150722"/>
                <a:gd name="connsiteY4" fmla="*/ 2048302 h 2845579"/>
                <a:gd name="connsiteX5" fmla="*/ 1086419 w 1150722"/>
                <a:gd name="connsiteY5" fmla="*/ 1914077 h 2845579"/>
                <a:gd name="connsiteX6" fmla="*/ 1056745 w 1150722"/>
                <a:gd name="connsiteY6" fmla="*/ 1737910 h 2845579"/>
                <a:gd name="connsiteX7" fmla="*/ 1023092 w 1150722"/>
                <a:gd name="connsiteY7" fmla="*/ 1560748 h 2845579"/>
                <a:gd name="connsiteX8" fmla="*/ 1016185 w 1150722"/>
                <a:gd name="connsiteY8" fmla="*/ 1549530 h 2845579"/>
                <a:gd name="connsiteX9" fmla="*/ 1013201 w 1150722"/>
                <a:gd name="connsiteY9" fmla="*/ 1528974 h 2845579"/>
                <a:gd name="connsiteX10" fmla="*/ 982753 w 1150722"/>
                <a:gd name="connsiteY10" fmla="*/ 1409448 h 2845579"/>
                <a:gd name="connsiteX11" fmla="*/ 861458 w 1150722"/>
                <a:gd name="connsiteY11" fmla="*/ 1032302 h 2845579"/>
                <a:gd name="connsiteX12" fmla="*/ 819571 w 1150722"/>
                <a:gd name="connsiteY12" fmla="*/ 925430 h 2845579"/>
                <a:gd name="connsiteX13" fmla="*/ 813327 w 1150722"/>
                <a:gd name="connsiteY13" fmla="*/ 913384 h 2845579"/>
                <a:gd name="connsiteX14" fmla="*/ 722978 w 1150722"/>
                <a:gd name="connsiteY14" fmla="*/ 713289 h 2845579"/>
                <a:gd name="connsiteX15" fmla="*/ 684573 w 1150722"/>
                <a:gd name="connsiteY15" fmla="*/ 639628 h 2845579"/>
                <a:gd name="connsiteX16" fmla="*/ 667276 w 1150722"/>
                <a:gd name="connsiteY16" fmla="*/ 615203 h 2845579"/>
                <a:gd name="connsiteX17" fmla="*/ 645504 w 1150722"/>
                <a:gd name="connsiteY17" fmla="*/ 581882 h 2845579"/>
                <a:gd name="connsiteX18" fmla="*/ 625998 w 1150722"/>
                <a:gd name="connsiteY18" fmla="*/ 545632 h 2845579"/>
                <a:gd name="connsiteX19" fmla="*/ 608978 w 1150722"/>
                <a:gd name="connsiteY19" fmla="*/ 491201 h 2845579"/>
                <a:gd name="connsiteX20" fmla="*/ 589692 w 1150722"/>
                <a:gd name="connsiteY20" fmla="*/ 450972 h 2845579"/>
                <a:gd name="connsiteX21" fmla="*/ 589692 w 1150722"/>
                <a:gd name="connsiteY21" fmla="*/ 450972 h 2845579"/>
                <a:gd name="connsiteX22" fmla="*/ 584111 w 1150722"/>
                <a:gd name="connsiteY22" fmla="*/ 414280 h 2845579"/>
                <a:gd name="connsiteX23" fmla="*/ 573225 w 1150722"/>
                <a:gd name="connsiteY23" fmla="*/ 360292 h 2845579"/>
                <a:gd name="connsiteX24" fmla="*/ 559355 w 1150722"/>
                <a:gd name="connsiteY24" fmla="*/ 309453 h 2845579"/>
                <a:gd name="connsiteX25" fmla="*/ 470829 w 1150722"/>
                <a:gd name="connsiteY25" fmla="*/ 331004 h 2845579"/>
                <a:gd name="connsiteX26" fmla="*/ 458396 w 1150722"/>
                <a:gd name="connsiteY26" fmla="*/ 325589 h 2845579"/>
                <a:gd name="connsiteX27" fmla="*/ 349092 w 1150722"/>
                <a:gd name="connsiteY27" fmla="*/ 248502 h 2845579"/>
                <a:gd name="connsiteX28" fmla="*/ 93131 w 1150722"/>
                <a:gd name="connsiteY28" fmla="*/ 71064 h 2845579"/>
                <a:gd name="connsiteX29" fmla="*/ 48094 w 1150722"/>
                <a:gd name="connsiteY29" fmla="*/ 0 h 2845579"/>
                <a:gd name="connsiteX30" fmla="*/ 19249 w 1150722"/>
                <a:gd name="connsiteY30" fmla="*/ 28459 h 2845579"/>
                <a:gd name="connsiteX31" fmla="*/ 13944 w 1150722"/>
                <a:gd name="connsiteY31" fmla="*/ 80955 h 2845579"/>
                <a:gd name="connsiteX32" fmla="*/ 16431 w 1150722"/>
                <a:gd name="connsiteY32" fmla="*/ 85486 h 2845579"/>
                <a:gd name="connsiteX33" fmla="*/ 155740 w 1150722"/>
                <a:gd name="connsiteY33" fmla="*/ 311111 h 2845579"/>
                <a:gd name="connsiteX34" fmla="*/ 381530 w 1150722"/>
                <a:gd name="connsiteY34" fmla="*/ 705498 h 2845579"/>
                <a:gd name="connsiteX35" fmla="*/ 552282 w 1150722"/>
                <a:gd name="connsiteY35" fmla="*/ 1087506 h 2845579"/>
                <a:gd name="connsiteX36" fmla="*/ 615111 w 1150722"/>
                <a:gd name="connsiteY36" fmla="*/ 1303570 h 2845579"/>
                <a:gd name="connsiteX37" fmla="*/ 635613 w 1150722"/>
                <a:gd name="connsiteY37" fmla="*/ 1418068 h 2845579"/>
                <a:gd name="connsiteX38" fmla="*/ 655119 w 1150722"/>
                <a:gd name="connsiteY38" fmla="*/ 1698068 h 2845579"/>
                <a:gd name="connsiteX39" fmla="*/ 647549 w 1150722"/>
                <a:gd name="connsiteY39" fmla="*/ 1860420 h 2845579"/>
                <a:gd name="connsiteX40" fmla="*/ 622240 w 1150722"/>
                <a:gd name="connsiteY40" fmla="*/ 2038024 h 2845579"/>
                <a:gd name="connsiteX41" fmla="*/ 587316 w 1150722"/>
                <a:gd name="connsiteY41" fmla="*/ 2206013 h 2845579"/>
                <a:gd name="connsiteX42" fmla="*/ 522883 w 1150722"/>
                <a:gd name="connsiteY42" fmla="*/ 2424951 h 2845579"/>
                <a:gd name="connsiteX43" fmla="*/ 435905 w 1150722"/>
                <a:gd name="connsiteY43" fmla="*/ 2675110 h 2845579"/>
                <a:gd name="connsiteX44" fmla="*/ 401147 w 1150722"/>
                <a:gd name="connsiteY44" fmla="*/ 2765459 h 2845579"/>
                <a:gd name="connsiteX45" fmla="*/ 404905 w 1150722"/>
                <a:gd name="connsiteY45" fmla="*/ 2784745 h 2845579"/>
                <a:gd name="connsiteX46" fmla="*/ 442371 w 1150722"/>
                <a:gd name="connsiteY46" fmla="*/ 2791929 h 2845579"/>
                <a:gd name="connsiteX47" fmla="*/ 552503 w 1150722"/>
                <a:gd name="connsiteY47" fmla="*/ 2809888 h 2845579"/>
                <a:gd name="connsiteX48" fmla="*/ 672471 w 1150722"/>
                <a:gd name="connsiteY48" fmla="*/ 2829063 h 2845579"/>
                <a:gd name="connsiteX49" fmla="*/ 809901 w 1150722"/>
                <a:gd name="connsiteY49" fmla="*/ 2843099 h 2845579"/>
                <a:gd name="connsiteX50" fmla="*/ 959710 w 1150722"/>
                <a:gd name="connsiteY50" fmla="*/ 2835805 h 2845579"/>
                <a:gd name="connsiteX51" fmla="*/ 1129522 w 1150722"/>
                <a:gd name="connsiteY51" fmla="*/ 2719428 h 2845579"/>
                <a:gd name="connsiteX52" fmla="*/ 1138750 w 1150722"/>
                <a:gd name="connsiteY52" fmla="*/ 2693898 h 2845579"/>
                <a:gd name="connsiteX53" fmla="*/ 1133998 w 1150722"/>
                <a:gd name="connsiteY53" fmla="*/ 2602941 h 2845579"/>
                <a:gd name="connsiteX54" fmla="*/ 1141016 w 1150722"/>
                <a:gd name="connsiteY54" fmla="*/ 2576638 h 2845579"/>
                <a:gd name="connsiteX55" fmla="*/ 1150686 w 1150722"/>
                <a:gd name="connsiteY55" fmla="*/ 2531491 h 2845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50722" h="2845579">
                  <a:moveTo>
                    <a:pt x="1150686" y="2531491"/>
                  </a:moveTo>
                  <a:cubicBezTo>
                    <a:pt x="1151294" y="2500932"/>
                    <a:pt x="1144110" y="2471313"/>
                    <a:pt x="1142895" y="2440920"/>
                  </a:cubicBezTo>
                  <a:cubicBezTo>
                    <a:pt x="1141126" y="2396105"/>
                    <a:pt x="1136816" y="2351345"/>
                    <a:pt x="1132119" y="2306695"/>
                  </a:cubicBezTo>
                  <a:cubicBezTo>
                    <a:pt x="1126040" y="2248839"/>
                    <a:pt x="1122338" y="2190761"/>
                    <a:pt x="1115154" y="2132960"/>
                  </a:cubicBezTo>
                  <a:cubicBezTo>
                    <a:pt x="1111673" y="2104943"/>
                    <a:pt x="1107860" y="2076650"/>
                    <a:pt x="1105484" y="2048302"/>
                  </a:cubicBezTo>
                  <a:cubicBezTo>
                    <a:pt x="1101671" y="2003321"/>
                    <a:pt x="1093493" y="1958727"/>
                    <a:pt x="1086419" y="1914077"/>
                  </a:cubicBezTo>
                  <a:cubicBezTo>
                    <a:pt x="1077081" y="1855226"/>
                    <a:pt x="1068902" y="1796153"/>
                    <a:pt x="1056745" y="1737910"/>
                  </a:cubicBezTo>
                  <a:cubicBezTo>
                    <a:pt x="1044478" y="1679003"/>
                    <a:pt x="1032210" y="1620207"/>
                    <a:pt x="1023092" y="1560748"/>
                  </a:cubicBezTo>
                  <a:cubicBezTo>
                    <a:pt x="1022318" y="1555664"/>
                    <a:pt x="1020605" y="1551962"/>
                    <a:pt x="1016185" y="1549530"/>
                  </a:cubicBezTo>
                  <a:cubicBezTo>
                    <a:pt x="1012538" y="1543065"/>
                    <a:pt x="1015079" y="1535771"/>
                    <a:pt x="1013201" y="1528974"/>
                  </a:cubicBezTo>
                  <a:cubicBezTo>
                    <a:pt x="1002149" y="1489353"/>
                    <a:pt x="993694" y="1449069"/>
                    <a:pt x="982753" y="1409448"/>
                  </a:cubicBezTo>
                  <a:cubicBezTo>
                    <a:pt x="947663" y="1282019"/>
                    <a:pt x="907545" y="1156194"/>
                    <a:pt x="861458" y="1032302"/>
                  </a:cubicBezTo>
                  <a:cubicBezTo>
                    <a:pt x="849246" y="995996"/>
                    <a:pt x="832226" y="961570"/>
                    <a:pt x="819571" y="925430"/>
                  </a:cubicBezTo>
                  <a:cubicBezTo>
                    <a:pt x="817472" y="921396"/>
                    <a:pt x="815040" y="917528"/>
                    <a:pt x="813327" y="913384"/>
                  </a:cubicBezTo>
                  <a:cubicBezTo>
                    <a:pt x="785421" y="845691"/>
                    <a:pt x="756355" y="778551"/>
                    <a:pt x="722978" y="713289"/>
                  </a:cubicBezTo>
                  <a:cubicBezTo>
                    <a:pt x="710379" y="688643"/>
                    <a:pt x="693746" y="666098"/>
                    <a:pt x="684573" y="639628"/>
                  </a:cubicBezTo>
                  <a:cubicBezTo>
                    <a:pt x="674018" y="634876"/>
                    <a:pt x="674515" y="622277"/>
                    <a:pt x="667276" y="615203"/>
                  </a:cubicBezTo>
                  <a:cubicBezTo>
                    <a:pt x="660701" y="603654"/>
                    <a:pt x="654014" y="592105"/>
                    <a:pt x="645504" y="581882"/>
                  </a:cubicBezTo>
                  <a:cubicBezTo>
                    <a:pt x="636442" y="571051"/>
                    <a:pt x="629092" y="559502"/>
                    <a:pt x="625998" y="545632"/>
                  </a:cubicBezTo>
                  <a:cubicBezTo>
                    <a:pt x="621853" y="527009"/>
                    <a:pt x="615111" y="509216"/>
                    <a:pt x="608978" y="491201"/>
                  </a:cubicBezTo>
                  <a:cubicBezTo>
                    <a:pt x="605496" y="476392"/>
                    <a:pt x="596489" y="464179"/>
                    <a:pt x="589692" y="450972"/>
                  </a:cubicBezTo>
                  <a:cubicBezTo>
                    <a:pt x="589692" y="450972"/>
                    <a:pt x="589692" y="450972"/>
                    <a:pt x="589692" y="450972"/>
                  </a:cubicBezTo>
                  <a:cubicBezTo>
                    <a:pt x="587813" y="438760"/>
                    <a:pt x="585990" y="426548"/>
                    <a:pt x="584111" y="414280"/>
                  </a:cubicBezTo>
                  <a:cubicBezTo>
                    <a:pt x="576154" y="397150"/>
                    <a:pt x="579414" y="377643"/>
                    <a:pt x="573225" y="360292"/>
                  </a:cubicBezTo>
                  <a:cubicBezTo>
                    <a:pt x="567257" y="343659"/>
                    <a:pt x="571954" y="324207"/>
                    <a:pt x="559355" y="309453"/>
                  </a:cubicBezTo>
                  <a:cubicBezTo>
                    <a:pt x="531835" y="324870"/>
                    <a:pt x="500890" y="326252"/>
                    <a:pt x="470829" y="331004"/>
                  </a:cubicBezTo>
                  <a:cubicBezTo>
                    <a:pt x="465911" y="331778"/>
                    <a:pt x="462319" y="328352"/>
                    <a:pt x="458396" y="325589"/>
                  </a:cubicBezTo>
                  <a:cubicBezTo>
                    <a:pt x="422035" y="299783"/>
                    <a:pt x="385674" y="273976"/>
                    <a:pt x="349092" y="248502"/>
                  </a:cubicBezTo>
                  <a:cubicBezTo>
                    <a:pt x="263827" y="189264"/>
                    <a:pt x="178451" y="130191"/>
                    <a:pt x="93131" y="71064"/>
                  </a:cubicBezTo>
                  <a:cubicBezTo>
                    <a:pt x="68153" y="53712"/>
                    <a:pt x="38479" y="39234"/>
                    <a:pt x="48094" y="0"/>
                  </a:cubicBezTo>
                  <a:cubicBezTo>
                    <a:pt x="35937" y="6907"/>
                    <a:pt x="29914" y="20059"/>
                    <a:pt x="19249" y="28459"/>
                  </a:cubicBezTo>
                  <a:cubicBezTo>
                    <a:pt x="-5452" y="52110"/>
                    <a:pt x="-5452" y="52110"/>
                    <a:pt x="13944" y="80955"/>
                  </a:cubicBezTo>
                  <a:cubicBezTo>
                    <a:pt x="14883" y="82392"/>
                    <a:pt x="15546" y="84050"/>
                    <a:pt x="16431" y="85486"/>
                  </a:cubicBezTo>
                  <a:cubicBezTo>
                    <a:pt x="62904" y="160695"/>
                    <a:pt x="109764" y="235626"/>
                    <a:pt x="155740" y="311111"/>
                  </a:cubicBezTo>
                  <a:cubicBezTo>
                    <a:pt x="234484" y="440584"/>
                    <a:pt x="311019" y="571383"/>
                    <a:pt x="381530" y="705498"/>
                  </a:cubicBezTo>
                  <a:cubicBezTo>
                    <a:pt x="446570" y="829168"/>
                    <a:pt x="505753" y="955381"/>
                    <a:pt x="552282" y="1087506"/>
                  </a:cubicBezTo>
                  <a:cubicBezTo>
                    <a:pt x="577259" y="1158459"/>
                    <a:pt x="598036" y="1230462"/>
                    <a:pt x="615111" y="1303570"/>
                  </a:cubicBezTo>
                  <a:cubicBezTo>
                    <a:pt x="623898" y="1341257"/>
                    <a:pt x="629424" y="1379718"/>
                    <a:pt x="635613" y="1418068"/>
                  </a:cubicBezTo>
                  <a:cubicBezTo>
                    <a:pt x="650533" y="1510959"/>
                    <a:pt x="655285" y="1604348"/>
                    <a:pt x="655119" y="1698068"/>
                  </a:cubicBezTo>
                  <a:cubicBezTo>
                    <a:pt x="655009" y="1752277"/>
                    <a:pt x="653738" y="1806597"/>
                    <a:pt x="647549" y="1860420"/>
                  </a:cubicBezTo>
                  <a:cubicBezTo>
                    <a:pt x="640752" y="1919769"/>
                    <a:pt x="633181" y="1979062"/>
                    <a:pt x="622240" y="2038024"/>
                  </a:cubicBezTo>
                  <a:cubicBezTo>
                    <a:pt x="611796" y="2094333"/>
                    <a:pt x="601683" y="2150698"/>
                    <a:pt x="587316" y="2206013"/>
                  </a:cubicBezTo>
                  <a:cubicBezTo>
                    <a:pt x="568196" y="2279618"/>
                    <a:pt x="546369" y="2352505"/>
                    <a:pt x="522883" y="2424951"/>
                  </a:cubicBezTo>
                  <a:cubicBezTo>
                    <a:pt x="495641" y="2509000"/>
                    <a:pt x="465856" y="2592055"/>
                    <a:pt x="435905" y="2675110"/>
                  </a:cubicBezTo>
                  <a:cubicBezTo>
                    <a:pt x="424964" y="2705448"/>
                    <a:pt x="412420" y="2735232"/>
                    <a:pt x="401147" y="2765459"/>
                  </a:cubicBezTo>
                  <a:cubicBezTo>
                    <a:pt x="398605" y="2772201"/>
                    <a:pt x="392029" y="2783750"/>
                    <a:pt x="404905" y="2784745"/>
                  </a:cubicBezTo>
                  <a:cubicBezTo>
                    <a:pt x="417890" y="2785684"/>
                    <a:pt x="429716" y="2790160"/>
                    <a:pt x="442371" y="2791929"/>
                  </a:cubicBezTo>
                  <a:cubicBezTo>
                    <a:pt x="479173" y="2797068"/>
                    <a:pt x="515810" y="2803865"/>
                    <a:pt x="552503" y="2809888"/>
                  </a:cubicBezTo>
                  <a:cubicBezTo>
                    <a:pt x="592455" y="2816464"/>
                    <a:pt x="632297" y="2823924"/>
                    <a:pt x="672471" y="2829063"/>
                  </a:cubicBezTo>
                  <a:cubicBezTo>
                    <a:pt x="718115" y="2834865"/>
                    <a:pt x="764091" y="2838623"/>
                    <a:pt x="809901" y="2843099"/>
                  </a:cubicBezTo>
                  <a:cubicBezTo>
                    <a:pt x="860187" y="2848017"/>
                    <a:pt x="910252" y="2845641"/>
                    <a:pt x="959710" y="2835805"/>
                  </a:cubicBezTo>
                  <a:cubicBezTo>
                    <a:pt x="1032707" y="2821271"/>
                    <a:pt x="1086585" y="2778169"/>
                    <a:pt x="1129522" y="2719428"/>
                  </a:cubicBezTo>
                  <a:cubicBezTo>
                    <a:pt x="1135048" y="2711858"/>
                    <a:pt x="1139524" y="2704453"/>
                    <a:pt x="1138750" y="2693898"/>
                  </a:cubicBezTo>
                  <a:cubicBezTo>
                    <a:pt x="1136485" y="2663616"/>
                    <a:pt x="1135490" y="2633279"/>
                    <a:pt x="1133998" y="2602941"/>
                  </a:cubicBezTo>
                  <a:cubicBezTo>
                    <a:pt x="1135379" y="2593934"/>
                    <a:pt x="1135545" y="2585203"/>
                    <a:pt x="1141016" y="2576638"/>
                  </a:cubicBezTo>
                  <a:cubicBezTo>
                    <a:pt x="1149471" y="2563265"/>
                    <a:pt x="1150355" y="2547571"/>
                    <a:pt x="1150686" y="2531491"/>
                  </a:cubicBezTo>
                  <a:close/>
                </a:path>
              </a:pathLst>
            </a:custGeom>
            <a:solidFill>
              <a:srgbClr val="FFFFFF"/>
            </a:solidFill>
            <a:ln w="5517" cap="flat">
              <a:noFill/>
              <a:prstDash val="solid"/>
              <a:miter/>
            </a:ln>
          </p:spPr>
          <p:txBody>
            <a:bodyPr rtlCol="0" anchor="ctr"/>
            <a:lstStyle/>
            <a:p>
              <a:endParaRPr lang="en-US" dirty="0"/>
            </a:p>
          </p:txBody>
        </p:sp>
        <p:sp>
          <p:nvSpPr>
            <p:cNvPr id="31" name="Freeform: Shape 432">
              <a:extLst>
                <a:ext uri="{FF2B5EF4-FFF2-40B4-BE49-F238E27FC236}">
                  <a16:creationId xmlns:a16="http://schemas.microsoft.com/office/drawing/2014/main" id="{0AF01996-8CFF-4FEB-A302-258B7786E5DD}"/>
                </a:ext>
              </a:extLst>
            </p:cNvPr>
            <p:cNvSpPr/>
            <p:nvPr/>
          </p:nvSpPr>
          <p:spPr>
            <a:xfrm>
              <a:off x="1698682" y="1796216"/>
              <a:ext cx="372968" cy="519920"/>
            </a:xfrm>
            <a:custGeom>
              <a:avLst/>
              <a:gdLst>
                <a:gd name="connsiteX0" fmla="*/ 895767 w 900533"/>
                <a:gd name="connsiteY0" fmla="*/ 304477 h 1255350"/>
                <a:gd name="connsiteX1" fmla="*/ 890628 w 900533"/>
                <a:gd name="connsiteY1" fmla="*/ 382779 h 1255350"/>
                <a:gd name="connsiteX2" fmla="*/ 879576 w 900533"/>
                <a:gd name="connsiteY2" fmla="*/ 446770 h 1255350"/>
                <a:gd name="connsiteX3" fmla="*/ 877974 w 900533"/>
                <a:gd name="connsiteY3" fmla="*/ 460529 h 1255350"/>
                <a:gd name="connsiteX4" fmla="*/ 876869 w 900533"/>
                <a:gd name="connsiteY4" fmla="*/ 542811 h 1255350"/>
                <a:gd name="connsiteX5" fmla="*/ 868580 w 900533"/>
                <a:gd name="connsiteY5" fmla="*/ 676981 h 1255350"/>
                <a:gd name="connsiteX6" fmla="*/ 820228 w 900533"/>
                <a:gd name="connsiteY6" fmla="*/ 838615 h 1255350"/>
                <a:gd name="connsiteX7" fmla="*/ 753585 w 900533"/>
                <a:gd name="connsiteY7" fmla="*/ 940679 h 1255350"/>
                <a:gd name="connsiteX8" fmla="*/ 695728 w 900533"/>
                <a:gd name="connsiteY8" fmla="*/ 1044456 h 1255350"/>
                <a:gd name="connsiteX9" fmla="*/ 624443 w 900533"/>
                <a:gd name="connsiteY9" fmla="*/ 1090598 h 1255350"/>
                <a:gd name="connsiteX10" fmla="*/ 592614 w 900533"/>
                <a:gd name="connsiteY10" fmla="*/ 1118614 h 1255350"/>
                <a:gd name="connsiteX11" fmla="*/ 581894 w 900533"/>
                <a:gd name="connsiteY11" fmla="*/ 1229520 h 1255350"/>
                <a:gd name="connsiteX12" fmla="*/ 571339 w 900533"/>
                <a:gd name="connsiteY12" fmla="*/ 1240406 h 1255350"/>
                <a:gd name="connsiteX13" fmla="*/ 497789 w 900533"/>
                <a:gd name="connsiteY13" fmla="*/ 1255216 h 1255350"/>
                <a:gd name="connsiteX14" fmla="*/ 475188 w 900533"/>
                <a:gd name="connsiteY14" fmla="*/ 1247258 h 1255350"/>
                <a:gd name="connsiteX15" fmla="*/ 208450 w 900533"/>
                <a:gd name="connsiteY15" fmla="*/ 1061200 h 1255350"/>
                <a:gd name="connsiteX16" fmla="*/ 84006 w 900533"/>
                <a:gd name="connsiteY16" fmla="*/ 973724 h 1255350"/>
                <a:gd name="connsiteX17" fmla="*/ 70633 w 900533"/>
                <a:gd name="connsiteY17" fmla="*/ 920067 h 1255350"/>
                <a:gd name="connsiteX18" fmla="*/ 71738 w 900533"/>
                <a:gd name="connsiteY18" fmla="*/ 723841 h 1255350"/>
                <a:gd name="connsiteX19" fmla="*/ 75717 w 900533"/>
                <a:gd name="connsiteY19" fmla="*/ 675157 h 1255350"/>
                <a:gd name="connsiteX20" fmla="*/ 59637 w 900533"/>
                <a:gd name="connsiteY20" fmla="*/ 607685 h 1255350"/>
                <a:gd name="connsiteX21" fmla="*/ 13053 w 900533"/>
                <a:gd name="connsiteY21" fmla="*/ 500206 h 1255350"/>
                <a:gd name="connsiteX22" fmla="*/ 398 w 900533"/>
                <a:gd name="connsiteY22" fmla="*/ 359405 h 1255350"/>
                <a:gd name="connsiteX23" fmla="*/ 35599 w 900533"/>
                <a:gd name="connsiteY23" fmla="*/ 296740 h 1255350"/>
                <a:gd name="connsiteX24" fmla="*/ 112962 w 900533"/>
                <a:gd name="connsiteY24" fmla="*/ 313153 h 1255350"/>
                <a:gd name="connsiteX25" fmla="*/ 162585 w 900533"/>
                <a:gd name="connsiteY25" fmla="*/ 422014 h 1255350"/>
                <a:gd name="connsiteX26" fmla="*/ 171150 w 900533"/>
                <a:gd name="connsiteY26" fmla="*/ 484346 h 1255350"/>
                <a:gd name="connsiteX27" fmla="*/ 179384 w 900533"/>
                <a:gd name="connsiteY27" fmla="*/ 495840 h 1255350"/>
                <a:gd name="connsiteX28" fmla="*/ 187120 w 900533"/>
                <a:gd name="connsiteY28" fmla="*/ 484070 h 1255350"/>
                <a:gd name="connsiteX29" fmla="*/ 213479 w 900533"/>
                <a:gd name="connsiteY29" fmla="*/ 328957 h 1255350"/>
                <a:gd name="connsiteX30" fmla="*/ 282553 w 900533"/>
                <a:gd name="connsiteY30" fmla="*/ 102061 h 1255350"/>
                <a:gd name="connsiteX31" fmla="*/ 445900 w 900533"/>
                <a:gd name="connsiteY31" fmla="*/ 329 h 1255350"/>
                <a:gd name="connsiteX32" fmla="*/ 641684 w 900533"/>
                <a:gd name="connsiteY32" fmla="*/ 24588 h 1255350"/>
                <a:gd name="connsiteX33" fmla="*/ 740323 w 900533"/>
                <a:gd name="connsiteY33" fmla="*/ 39342 h 1255350"/>
                <a:gd name="connsiteX34" fmla="*/ 803374 w 900533"/>
                <a:gd name="connsiteY34" fmla="*/ 53599 h 1255350"/>
                <a:gd name="connsiteX35" fmla="*/ 867254 w 900533"/>
                <a:gd name="connsiteY35" fmla="*/ 115158 h 1255350"/>
                <a:gd name="connsiteX36" fmla="*/ 895601 w 900533"/>
                <a:gd name="connsiteY36" fmla="*/ 219377 h 1255350"/>
                <a:gd name="connsiteX37" fmla="*/ 895767 w 900533"/>
                <a:gd name="connsiteY37" fmla="*/ 304477 h 125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900533" h="1255350">
                  <a:moveTo>
                    <a:pt x="895767" y="304477"/>
                  </a:moveTo>
                  <a:cubicBezTo>
                    <a:pt x="889081" y="330283"/>
                    <a:pt x="894165" y="356863"/>
                    <a:pt x="890628" y="382779"/>
                  </a:cubicBezTo>
                  <a:cubicBezTo>
                    <a:pt x="887699" y="404165"/>
                    <a:pt x="886484" y="425992"/>
                    <a:pt x="879576" y="446770"/>
                  </a:cubicBezTo>
                  <a:cubicBezTo>
                    <a:pt x="878140" y="451080"/>
                    <a:pt x="878084" y="455943"/>
                    <a:pt x="877974" y="460529"/>
                  </a:cubicBezTo>
                  <a:cubicBezTo>
                    <a:pt x="877421" y="487938"/>
                    <a:pt x="875598" y="515457"/>
                    <a:pt x="876869" y="542811"/>
                  </a:cubicBezTo>
                  <a:cubicBezTo>
                    <a:pt x="878913" y="587903"/>
                    <a:pt x="872669" y="632552"/>
                    <a:pt x="868580" y="676981"/>
                  </a:cubicBezTo>
                  <a:cubicBezTo>
                    <a:pt x="863441" y="733401"/>
                    <a:pt x="851615" y="789434"/>
                    <a:pt x="820228" y="838615"/>
                  </a:cubicBezTo>
                  <a:cubicBezTo>
                    <a:pt x="798400" y="872876"/>
                    <a:pt x="772704" y="904539"/>
                    <a:pt x="753585" y="940679"/>
                  </a:cubicBezTo>
                  <a:cubicBezTo>
                    <a:pt x="735018" y="975658"/>
                    <a:pt x="715622" y="1010251"/>
                    <a:pt x="695728" y="1044456"/>
                  </a:cubicBezTo>
                  <a:cubicBezTo>
                    <a:pt x="679979" y="1071533"/>
                    <a:pt x="659202" y="1091261"/>
                    <a:pt x="624443" y="1090598"/>
                  </a:cubicBezTo>
                  <a:cubicBezTo>
                    <a:pt x="598250" y="1090100"/>
                    <a:pt x="595156" y="1092753"/>
                    <a:pt x="592614" y="1118614"/>
                  </a:cubicBezTo>
                  <a:cubicBezTo>
                    <a:pt x="588967" y="1155583"/>
                    <a:pt x="580015" y="1192054"/>
                    <a:pt x="581894" y="1229520"/>
                  </a:cubicBezTo>
                  <a:cubicBezTo>
                    <a:pt x="579959" y="1234659"/>
                    <a:pt x="576755" y="1238748"/>
                    <a:pt x="571339" y="1240406"/>
                  </a:cubicBezTo>
                  <a:cubicBezTo>
                    <a:pt x="547301" y="1247645"/>
                    <a:pt x="522711" y="1252453"/>
                    <a:pt x="497789" y="1255216"/>
                  </a:cubicBezTo>
                  <a:cubicBezTo>
                    <a:pt x="489279" y="1256155"/>
                    <a:pt x="482040" y="1252066"/>
                    <a:pt x="475188" y="1247258"/>
                  </a:cubicBezTo>
                  <a:cubicBezTo>
                    <a:pt x="386275" y="1185202"/>
                    <a:pt x="297197" y="1123422"/>
                    <a:pt x="208450" y="1061200"/>
                  </a:cubicBezTo>
                  <a:cubicBezTo>
                    <a:pt x="166950" y="1032078"/>
                    <a:pt x="125119" y="1003454"/>
                    <a:pt x="84006" y="973724"/>
                  </a:cubicBezTo>
                  <a:cubicBezTo>
                    <a:pt x="64444" y="959578"/>
                    <a:pt x="61018" y="943276"/>
                    <a:pt x="70633" y="920067"/>
                  </a:cubicBezTo>
                  <a:cubicBezTo>
                    <a:pt x="70965" y="854640"/>
                    <a:pt x="70965" y="789268"/>
                    <a:pt x="71738" y="723841"/>
                  </a:cubicBezTo>
                  <a:cubicBezTo>
                    <a:pt x="71904" y="707595"/>
                    <a:pt x="74888" y="691403"/>
                    <a:pt x="75717" y="675157"/>
                  </a:cubicBezTo>
                  <a:cubicBezTo>
                    <a:pt x="76933" y="651340"/>
                    <a:pt x="80469" y="629237"/>
                    <a:pt x="59637" y="607685"/>
                  </a:cubicBezTo>
                  <a:cubicBezTo>
                    <a:pt x="31675" y="578840"/>
                    <a:pt x="22447" y="539330"/>
                    <a:pt x="13053" y="500206"/>
                  </a:cubicBezTo>
                  <a:cubicBezTo>
                    <a:pt x="1835" y="453512"/>
                    <a:pt x="-1204" y="406873"/>
                    <a:pt x="398" y="359405"/>
                  </a:cubicBezTo>
                  <a:cubicBezTo>
                    <a:pt x="1283" y="332383"/>
                    <a:pt x="11671" y="310776"/>
                    <a:pt x="35599" y="296740"/>
                  </a:cubicBezTo>
                  <a:cubicBezTo>
                    <a:pt x="65107" y="284528"/>
                    <a:pt x="90416" y="294143"/>
                    <a:pt x="112962" y="313153"/>
                  </a:cubicBezTo>
                  <a:cubicBezTo>
                    <a:pt x="146504" y="341390"/>
                    <a:pt x="157943" y="380790"/>
                    <a:pt x="162585" y="422014"/>
                  </a:cubicBezTo>
                  <a:cubicBezTo>
                    <a:pt x="164906" y="442902"/>
                    <a:pt x="171813" y="463071"/>
                    <a:pt x="171150" y="484346"/>
                  </a:cubicBezTo>
                  <a:cubicBezTo>
                    <a:pt x="170984" y="489596"/>
                    <a:pt x="172753" y="495840"/>
                    <a:pt x="179384" y="495840"/>
                  </a:cubicBezTo>
                  <a:cubicBezTo>
                    <a:pt x="186567" y="495896"/>
                    <a:pt x="186402" y="488878"/>
                    <a:pt x="187120" y="484070"/>
                  </a:cubicBezTo>
                  <a:cubicBezTo>
                    <a:pt x="194580" y="432126"/>
                    <a:pt x="203366" y="380403"/>
                    <a:pt x="213479" y="328957"/>
                  </a:cubicBezTo>
                  <a:cubicBezTo>
                    <a:pt x="228786" y="251041"/>
                    <a:pt x="245087" y="173457"/>
                    <a:pt x="282553" y="102061"/>
                  </a:cubicBezTo>
                  <a:cubicBezTo>
                    <a:pt x="317311" y="35861"/>
                    <a:pt x="371576" y="3644"/>
                    <a:pt x="445900" y="329"/>
                  </a:cubicBezTo>
                  <a:cubicBezTo>
                    <a:pt x="512819" y="-2655"/>
                    <a:pt x="576589" y="15415"/>
                    <a:pt x="641684" y="24588"/>
                  </a:cubicBezTo>
                  <a:cubicBezTo>
                    <a:pt x="674619" y="29229"/>
                    <a:pt x="707333" y="35087"/>
                    <a:pt x="740323" y="39342"/>
                  </a:cubicBezTo>
                  <a:cubicBezTo>
                    <a:pt x="761818" y="42105"/>
                    <a:pt x="782983" y="46305"/>
                    <a:pt x="803374" y="53599"/>
                  </a:cubicBezTo>
                  <a:cubicBezTo>
                    <a:pt x="833821" y="64485"/>
                    <a:pt x="853881" y="86644"/>
                    <a:pt x="867254" y="115158"/>
                  </a:cubicBezTo>
                  <a:cubicBezTo>
                    <a:pt x="882726" y="148203"/>
                    <a:pt x="892120" y="183403"/>
                    <a:pt x="895601" y="219377"/>
                  </a:cubicBezTo>
                  <a:cubicBezTo>
                    <a:pt x="898309" y="247560"/>
                    <a:pt x="905106" y="276184"/>
                    <a:pt x="895767" y="304477"/>
                  </a:cubicBezTo>
                  <a:close/>
                </a:path>
              </a:pathLst>
            </a:custGeom>
            <a:solidFill>
              <a:srgbClr val="F9C0A4"/>
            </a:solidFill>
            <a:ln w="5517" cap="flat">
              <a:noFill/>
              <a:prstDash val="solid"/>
              <a:miter/>
            </a:ln>
          </p:spPr>
          <p:txBody>
            <a:bodyPr rtlCol="0" anchor="ctr"/>
            <a:lstStyle/>
            <a:p>
              <a:endParaRPr lang="en-US"/>
            </a:p>
          </p:txBody>
        </p:sp>
        <p:sp>
          <p:nvSpPr>
            <p:cNvPr id="32" name="Freeform: Shape 433">
              <a:extLst>
                <a:ext uri="{FF2B5EF4-FFF2-40B4-BE49-F238E27FC236}">
                  <a16:creationId xmlns:a16="http://schemas.microsoft.com/office/drawing/2014/main" id="{A7F243B3-A744-4C71-93B8-2DDAE452AE44}"/>
                </a:ext>
              </a:extLst>
            </p:cNvPr>
            <p:cNvSpPr/>
            <p:nvPr/>
          </p:nvSpPr>
          <p:spPr>
            <a:xfrm>
              <a:off x="1711563" y="1665800"/>
              <a:ext cx="371782" cy="339891"/>
            </a:xfrm>
            <a:custGeom>
              <a:avLst/>
              <a:gdLst>
                <a:gd name="connsiteX0" fmla="*/ 864666 w 897671"/>
                <a:gd name="connsiteY0" fmla="*/ 619366 h 820668"/>
                <a:gd name="connsiteX1" fmla="*/ 852012 w 897671"/>
                <a:gd name="connsiteY1" fmla="*/ 492933 h 820668"/>
                <a:gd name="connsiteX2" fmla="*/ 819906 w 897671"/>
                <a:gd name="connsiteY2" fmla="*/ 411204 h 820668"/>
                <a:gd name="connsiteX3" fmla="*/ 744753 w 897671"/>
                <a:gd name="connsiteY3" fmla="*/ 365670 h 820668"/>
                <a:gd name="connsiteX4" fmla="*/ 625779 w 897671"/>
                <a:gd name="connsiteY4" fmla="*/ 348595 h 820668"/>
                <a:gd name="connsiteX5" fmla="*/ 487189 w 897671"/>
                <a:gd name="connsiteY5" fmla="*/ 323728 h 820668"/>
                <a:gd name="connsiteX6" fmla="*/ 288476 w 897671"/>
                <a:gd name="connsiteY6" fmla="*/ 372743 h 820668"/>
                <a:gd name="connsiteX7" fmla="*/ 225259 w 897671"/>
                <a:gd name="connsiteY7" fmla="*/ 491386 h 820668"/>
                <a:gd name="connsiteX8" fmla="*/ 179117 w 897671"/>
                <a:gd name="connsiteY8" fmla="*/ 692419 h 820668"/>
                <a:gd name="connsiteX9" fmla="*/ 159390 w 897671"/>
                <a:gd name="connsiteY9" fmla="*/ 808685 h 820668"/>
                <a:gd name="connsiteX10" fmla="*/ 150990 w 897671"/>
                <a:gd name="connsiteY10" fmla="*/ 820124 h 820668"/>
                <a:gd name="connsiteX11" fmla="*/ 133860 w 897671"/>
                <a:gd name="connsiteY11" fmla="*/ 805038 h 820668"/>
                <a:gd name="connsiteX12" fmla="*/ 111701 w 897671"/>
                <a:gd name="connsiteY12" fmla="*/ 680704 h 820668"/>
                <a:gd name="connsiteX13" fmla="*/ 4442 w 897671"/>
                <a:gd name="connsiteY13" fmla="*/ 611796 h 820668"/>
                <a:gd name="connsiteX14" fmla="*/ 1569 w 897671"/>
                <a:gd name="connsiteY14" fmla="*/ 528299 h 820668"/>
                <a:gd name="connsiteX15" fmla="*/ 59978 w 897671"/>
                <a:gd name="connsiteY15" fmla="*/ 299138 h 820668"/>
                <a:gd name="connsiteX16" fmla="*/ 187019 w 897671"/>
                <a:gd name="connsiteY16" fmla="*/ 120926 h 820668"/>
                <a:gd name="connsiteX17" fmla="*/ 296709 w 897671"/>
                <a:gd name="connsiteY17" fmla="*/ 58980 h 820668"/>
                <a:gd name="connsiteX18" fmla="*/ 490338 w 897671"/>
                <a:gd name="connsiteY18" fmla="*/ 3887 h 820668"/>
                <a:gd name="connsiteX19" fmla="*/ 670429 w 897671"/>
                <a:gd name="connsiteY19" fmla="*/ 28919 h 820668"/>
                <a:gd name="connsiteX20" fmla="*/ 769454 w 897671"/>
                <a:gd name="connsiteY20" fmla="*/ 134023 h 820668"/>
                <a:gd name="connsiteX21" fmla="*/ 874723 w 897671"/>
                <a:gd name="connsiteY21" fmla="*/ 359813 h 820668"/>
                <a:gd name="connsiteX22" fmla="*/ 893788 w 897671"/>
                <a:gd name="connsiteY22" fmla="*/ 502769 h 820668"/>
                <a:gd name="connsiteX23" fmla="*/ 869474 w 897671"/>
                <a:gd name="connsiteY23" fmla="*/ 614835 h 820668"/>
                <a:gd name="connsiteX24" fmla="*/ 864666 w 897671"/>
                <a:gd name="connsiteY24" fmla="*/ 619366 h 820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97671" h="820668">
                  <a:moveTo>
                    <a:pt x="864666" y="619366"/>
                  </a:moveTo>
                  <a:cubicBezTo>
                    <a:pt x="864777" y="576761"/>
                    <a:pt x="860301" y="534488"/>
                    <a:pt x="852012" y="492933"/>
                  </a:cubicBezTo>
                  <a:cubicBezTo>
                    <a:pt x="846265" y="464198"/>
                    <a:pt x="837202" y="435573"/>
                    <a:pt x="819906" y="411204"/>
                  </a:cubicBezTo>
                  <a:cubicBezTo>
                    <a:pt x="801670" y="385508"/>
                    <a:pt x="775643" y="371141"/>
                    <a:pt x="744753" y="365670"/>
                  </a:cubicBezTo>
                  <a:cubicBezTo>
                    <a:pt x="705298" y="358597"/>
                    <a:pt x="665400" y="354563"/>
                    <a:pt x="625779" y="348595"/>
                  </a:cubicBezTo>
                  <a:cubicBezTo>
                    <a:pt x="579361" y="341577"/>
                    <a:pt x="533717" y="328702"/>
                    <a:pt x="487189" y="323728"/>
                  </a:cubicBezTo>
                  <a:cubicBezTo>
                    <a:pt x="415793" y="316103"/>
                    <a:pt x="343901" y="313947"/>
                    <a:pt x="288476" y="372743"/>
                  </a:cubicBezTo>
                  <a:cubicBezTo>
                    <a:pt x="256757" y="406341"/>
                    <a:pt x="239074" y="448228"/>
                    <a:pt x="225259" y="491386"/>
                  </a:cubicBezTo>
                  <a:cubicBezTo>
                    <a:pt x="204260" y="557034"/>
                    <a:pt x="189616" y="624229"/>
                    <a:pt x="179117" y="692419"/>
                  </a:cubicBezTo>
                  <a:cubicBezTo>
                    <a:pt x="173149" y="731267"/>
                    <a:pt x="166242" y="770004"/>
                    <a:pt x="159390" y="808685"/>
                  </a:cubicBezTo>
                  <a:cubicBezTo>
                    <a:pt x="158561" y="813438"/>
                    <a:pt x="160495" y="823053"/>
                    <a:pt x="150990" y="820124"/>
                  </a:cubicBezTo>
                  <a:cubicBezTo>
                    <a:pt x="143917" y="817969"/>
                    <a:pt x="134523" y="818521"/>
                    <a:pt x="133860" y="805038"/>
                  </a:cubicBezTo>
                  <a:cubicBezTo>
                    <a:pt x="131870" y="762765"/>
                    <a:pt x="127836" y="720546"/>
                    <a:pt x="111701" y="680704"/>
                  </a:cubicBezTo>
                  <a:cubicBezTo>
                    <a:pt x="90536" y="628484"/>
                    <a:pt x="61801" y="610083"/>
                    <a:pt x="4442" y="611796"/>
                  </a:cubicBezTo>
                  <a:cubicBezTo>
                    <a:pt x="-1747" y="584166"/>
                    <a:pt x="-200" y="555984"/>
                    <a:pt x="1569" y="528299"/>
                  </a:cubicBezTo>
                  <a:cubicBezTo>
                    <a:pt x="6652" y="448449"/>
                    <a:pt x="25551" y="371804"/>
                    <a:pt x="59978" y="299138"/>
                  </a:cubicBezTo>
                  <a:cubicBezTo>
                    <a:pt x="91752" y="232053"/>
                    <a:pt x="131539" y="170936"/>
                    <a:pt x="187019" y="120926"/>
                  </a:cubicBezTo>
                  <a:cubicBezTo>
                    <a:pt x="218904" y="92136"/>
                    <a:pt x="257696" y="75392"/>
                    <a:pt x="296709" y="58980"/>
                  </a:cubicBezTo>
                  <a:cubicBezTo>
                    <a:pt x="359042" y="32732"/>
                    <a:pt x="422977" y="11181"/>
                    <a:pt x="490338" y="3887"/>
                  </a:cubicBezTo>
                  <a:cubicBezTo>
                    <a:pt x="552008" y="-2800"/>
                    <a:pt x="613788" y="-4402"/>
                    <a:pt x="670429" y="28919"/>
                  </a:cubicBezTo>
                  <a:cubicBezTo>
                    <a:pt x="713752" y="54394"/>
                    <a:pt x="743372" y="92523"/>
                    <a:pt x="769454" y="134023"/>
                  </a:cubicBezTo>
                  <a:cubicBezTo>
                    <a:pt x="814048" y="204865"/>
                    <a:pt x="841402" y="283720"/>
                    <a:pt x="874723" y="359813"/>
                  </a:cubicBezTo>
                  <a:cubicBezTo>
                    <a:pt x="894893" y="405954"/>
                    <a:pt x="903237" y="453256"/>
                    <a:pt x="893788" y="502769"/>
                  </a:cubicBezTo>
                  <a:cubicBezTo>
                    <a:pt x="886659" y="540290"/>
                    <a:pt x="877818" y="577535"/>
                    <a:pt x="869474" y="614835"/>
                  </a:cubicBezTo>
                  <a:cubicBezTo>
                    <a:pt x="869087" y="616603"/>
                    <a:pt x="866324" y="617874"/>
                    <a:pt x="864666" y="619366"/>
                  </a:cubicBezTo>
                  <a:close/>
                </a:path>
              </a:pathLst>
            </a:custGeom>
            <a:solidFill>
              <a:srgbClr val="130D0A"/>
            </a:solidFill>
            <a:ln w="5517" cap="flat">
              <a:noFill/>
              <a:prstDash val="solid"/>
              <a:miter/>
            </a:ln>
          </p:spPr>
          <p:txBody>
            <a:bodyPr rtlCol="0" anchor="ctr"/>
            <a:lstStyle/>
            <a:p>
              <a:endParaRPr lang="en-US"/>
            </a:p>
          </p:txBody>
        </p:sp>
        <p:sp>
          <p:nvSpPr>
            <p:cNvPr id="33" name="Freeform: Shape 434">
              <a:extLst>
                <a:ext uri="{FF2B5EF4-FFF2-40B4-BE49-F238E27FC236}">
                  <a16:creationId xmlns:a16="http://schemas.microsoft.com/office/drawing/2014/main" id="{6EFFE8B7-977D-436B-A2C0-8A6B8678AE16}"/>
                </a:ext>
              </a:extLst>
            </p:cNvPr>
            <p:cNvSpPr/>
            <p:nvPr/>
          </p:nvSpPr>
          <p:spPr>
            <a:xfrm>
              <a:off x="1894737" y="2333316"/>
              <a:ext cx="289844" cy="959683"/>
            </a:xfrm>
            <a:custGeom>
              <a:avLst/>
              <a:gdLst>
                <a:gd name="connsiteX0" fmla="*/ 683050 w 699829"/>
                <a:gd name="connsiteY0" fmla="*/ 2226176 h 2317160"/>
                <a:gd name="connsiteX1" fmla="*/ 650170 w 699829"/>
                <a:gd name="connsiteY1" fmla="*/ 2288288 h 2317160"/>
                <a:gd name="connsiteX2" fmla="*/ 645086 w 699829"/>
                <a:gd name="connsiteY2" fmla="*/ 2299340 h 2317160"/>
                <a:gd name="connsiteX3" fmla="*/ 617622 w 699829"/>
                <a:gd name="connsiteY3" fmla="*/ 2304645 h 2317160"/>
                <a:gd name="connsiteX4" fmla="*/ 476877 w 699829"/>
                <a:gd name="connsiteY4" fmla="*/ 2162518 h 2317160"/>
                <a:gd name="connsiteX5" fmla="*/ 461128 w 699829"/>
                <a:gd name="connsiteY5" fmla="*/ 2130633 h 2317160"/>
                <a:gd name="connsiteX6" fmla="*/ 417031 w 699829"/>
                <a:gd name="connsiteY6" fmla="*/ 1888707 h 2317160"/>
                <a:gd name="connsiteX7" fmla="*/ 377023 w 699829"/>
                <a:gd name="connsiteY7" fmla="*/ 1681816 h 2317160"/>
                <a:gd name="connsiteX8" fmla="*/ 339999 w 699829"/>
                <a:gd name="connsiteY8" fmla="*/ 1477908 h 2317160"/>
                <a:gd name="connsiteX9" fmla="*/ 306512 w 699829"/>
                <a:gd name="connsiteY9" fmla="*/ 1306991 h 2317160"/>
                <a:gd name="connsiteX10" fmla="*/ 274019 w 699829"/>
                <a:gd name="connsiteY10" fmla="*/ 1129055 h 2317160"/>
                <a:gd name="connsiteX11" fmla="*/ 241361 w 699829"/>
                <a:gd name="connsiteY11" fmla="*/ 958525 h 2317160"/>
                <a:gd name="connsiteX12" fmla="*/ 220915 w 699829"/>
                <a:gd name="connsiteY12" fmla="*/ 847287 h 2317160"/>
                <a:gd name="connsiteX13" fmla="*/ 199971 w 699829"/>
                <a:gd name="connsiteY13" fmla="*/ 737873 h 2317160"/>
                <a:gd name="connsiteX14" fmla="*/ 178807 w 699829"/>
                <a:gd name="connsiteY14" fmla="*/ 623265 h 2317160"/>
                <a:gd name="connsiteX15" fmla="*/ 152669 w 699829"/>
                <a:gd name="connsiteY15" fmla="*/ 488322 h 2317160"/>
                <a:gd name="connsiteX16" fmla="*/ 130400 w 699829"/>
                <a:gd name="connsiteY16" fmla="*/ 366751 h 2317160"/>
                <a:gd name="connsiteX17" fmla="*/ 106417 w 699829"/>
                <a:gd name="connsiteY17" fmla="*/ 238162 h 2317160"/>
                <a:gd name="connsiteX18" fmla="*/ 95476 w 699829"/>
                <a:gd name="connsiteY18" fmla="*/ 220756 h 2317160"/>
                <a:gd name="connsiteX19" fmla="*/ 8940 w 699829"/>
                <a:gd name="connsiteY19" fmla="*/ 139690 h 2317160"/>
                <a:gd name="connsiteX20" fmla="*/ 2971 w 699829"/>
                <a:gd name="connsiteY20" fmla="*/ 113718 h 2317160"/>
                <a:gd name="connsiteX21" fmla="*/ 45466 w 699829"/>
                <a:gd name="connsiteY21" fmla="*/ 10991 h 2317160"/>
                <a:gd name="connsiteX22" fmla="*/ 65525 w 699829"/>
                <a:gd name="connsiteY22" fmla="*/ 7454 h 2317160"/>
                <a:gd name="connsiteX23" fmla="*/ 124984 w 699829"/>
                <a:gd name="connsiteY23" fmla="*/ 63874 h 2317160"/>
                <a:gd name="connsiteX24" fmla="*/ 138799 w 699829"/>
                <a:gd name="connsiteY24" fmla="*/ 74152 h 2317160"/>
                <a:gd name="connsiteX25" fmla="*/ 158085 w 699829"/>
                <a:gd name="connsiteY25" fmla="*/ 114381 h 2317160"/>
                <a:gd name="connsiteX26" fmla="*/ 175105 w 699829"/>
                <a:gd name="connsiteY26" fmla="*/ 168812 h 2317160"/>
                <a:gd name="connsiteX27" fmla="*/ 194611 w 699829"/>
                <a:gd name="connsiteY27" fmla="*/ 205062 h 2317160"/>
                <a:gd name="connsiteX28" fmla="*/ 216383 w 699829"/>
                <a:gd name="connsiteY28" fmla="*/ 238383 h 2317160"/>
                <a:gd name="connsiteX29" fmla="*/ 233680 w 699829"/>
                <a:gd name="connsiteY29" fmla="*/ 262808 h 2317160"/>
                <a:gd name="connsiteX30" fmla="*/ 272085 w 699829"/>
                <a:gd name="connsiteY30" fmla="*/ 336469 h 2317160"/>
                <a:gd name="connsiteX31" fmla="*/ 362434 w 699829"/>
                <a:gd name="connsiteY31" fmla="*/ 536563 h 2317160"/>
                <a:gd name="connsiteX32" fmla="*/ 368679 w 699829"/>
                <a:gd name="connsiteY32" fmla="*/ 548610 h 2317160"/>
                <a:gd name="connsiteX33" fmla="*/ 410565 w 699829"/>
                <a:gd name="connsiteY33" fmla="*/ 655482 h 2317160"/>
                <a:gd name="connsiteX34" fmla="*/ 531860 w 699829"/>
                <a:gd name="connsiteY34" fmla="*/ 1032627 h 2317160"/>
                <a:gd name="connsiteX35" fmla="*/ 562308 w 699829"/>
                <a:gd name="connsiteY35" fmla="*/ 1152154 h 2317160"/>
                <a:gd name="connsiteX36" fmla="*/ 565292 w 699829"/>
                <a:gd name="connsiteY36" fmla="*/ 1172710 h 2317160"/>
                <a:gd name="connsiteX37" fmla="*/ 572199 w 699829"/>
                <a:gd name="connsiteY37" fmla="*/ 1183928 h 2317160"/>
                <a:gd name="connsiteX38" fmla="*/ 605852 w 699829"/>
                <a:gd name="connsiteY38" fmla="*/ 1361090 h 2317160"/>
                <a:gd name="connsiteX39" fmla="*/ 635526 w 699829"/>
                <a:gd name="connsiteY39" fmla="*/ 1537257 h 2317160"/>
                <a:gd name="connsiteX40" fmla="*/ 654591 w 699829"/>
                <a:gd name="connsiteY40" fmla="*/ 1671482 h 2317160"/>
                <a:gd name="connsiteX41" fmla="*/ 664261 w 699829"/>
                <a:gd name="connsiteY41" fmla="*/ 1756139 h 2317160"/>
                <a:gd name="connsiteX42" fmla="*/ 681226 w 699829"/>
                <a:gd name="connsiteY42" fmla="*/ 1929875 h 2317160"/>
                <a:gd name="connsiteX43" fmla="*/ 692002 w 699829"/>
                <a:gd name="connsiteY43" fmla="*/ 2064101 h 2317160"/>
                <a:gd name="connsiteX44" fmla="*/ 699793 w 699829"/>
                <a:gd name="connsiteY44" fmla="*/ 2154671 h 2317160"/>
                <a:gd name="connsiteX45" fmla="*/ 690012 w 699829"/>
                <a:gd name="connsiteY45" fmla="*/ 2199818 h 2317160"/>
                <a:gd name="connsiteX46" fmla="*/ 683050 w 699829"/>
                <a:gd name="connsiteY46" fmla="*/ 2226176 h 2317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99829" h="2317160">
                  <a:moveTo>
                    <a:pt x="683050" y="2226176"/>
                  </a:moveTo>
                  <a:cubicBezTo>
                    <a:pt x="665477" y="2243362"/>
                    <a:pt x="661554" y="2267842"/>
                    <a:pt x="650170" y="2288288"/>
                  </a:cubicBezTo>
                  <a:cubicBezTo>
                    <a:pt x="648181" y="2291825"/>
                    <a:pt x="646799" y="2295693"/>
                    <a:pt x="645086" y="2299340"/>
                  </a:cubicBezTo>
                  <a:cubicBezTo>
                    <a:pt x="634587" y="2322217"/>
                    <a:pt x="634753" y="2322052"/>
                    <a:pt x="617622" y="2304645"/>
                  </a:cubicBezTo>
                  <a:cubicBezTo>
                    <a:pt x="570873" y="2257066"/>
                    <a:pt x="524344" y="2209378"/>
                    <a:pt x="476877" y="2162518"/>
                  </a:cubicBezTo>
                  <a:cubicBezTo>
                    <a:pt x="467427" y="2153179"/>
                    <a:pt x="463283" y="2142016"/>
                    <a:pt x="461128" y="2130633"/>
                  </a:cubicBezTo>
                  <a:cubicBezTo>
                    <a:pt x="445931" y="2050120"/>
                    <a:pt x="432061" y="1969275"/>
                    <a:pt x="417031" y="1888707"/>
                  </a:cubicBezTo>
                  <a:cubicBezTo>
                    <a:pt x="404155" y="1819632"/>
                    <a:pt x="389953" y="1750835"/>
                    <a:pt x="377023" y="1681816"/>
                  </a:cubicBezTo>
                  <a:cubicBezTo>
                    <a:pt x="364258" y="1613902"/>
                    <a:pt x="352709" y="1545822"/>
                    <a:pt x="339999" y="1477908"/>
                  </a:cubicBezTo>
                  <a:cubicBezTo>
                    <a:pt x="329279" y="1420880"/>
                    <a:pt x="317343" y="1364074"/>
                    <a:pt x="306512" y="1306991"/>
                  </a:cubicBezTo>
                  <a:cubicBezTo>
                    <a:pt x="295294" y="1247752"/>
                    <a:pt x="285071" y="1188349"/>
                    <a:pt x="274019" y="1129055"/>
                  </a:cubicBezTo>
                  <a:cubicBezTo>
                    <a:pt x="263409" y="1072193"/>
                    <a:pt x="252136" y="1015386"/>
                    <a:pt x="241361" y="958525"/>
                  </a:cubicBezTo>
                  <a:cubicBezTo>
                    <a:pt x="234343" y="921501"/>
                    <a:pt x="227878" y="884366"/>
                    <a:pt x="220915" y="847287"/>
                  </a:cubicBezTo>
                  <a:cubicBezTo>
                    <a:pt x="214063" y="810816"/>
                    <a:pt x="206824" y="774345"/>
                    <a:pt x="199971" y="737873"/>
                  </a:cubicBezTo>
                  <a:cubicBezTo>
                    <a:pt x="192788" y="699689"/>
                    <a:pt x="186046" y="661394"/>
                    <a:pt x="178807" y="623265"/>
                  </a:cubicBezTo>
                  <a:cubicBezTo>
                    <a:pt x="170242" y="578229"/>
                    <a:pt x="161179" y="533303"/>
                    <a:pt x="152669" y="488322"/>
                  </a:cubicBezTo>
                  <a:cubicBezTo>
                    <a:pt x="144988" y="447817"/>
                    <a:pt x="137860" y="407256"/>
                    <a:pt x="130400" y="366751"/>
                  </a:cubicBezTo>
                  <a:cubicBezTo>
                    <a:pt x="122498" y="323870"/>
                    <a:pt x="114540" y="280988"/>
                    <a:pt x="106417" y="238162"/>
                  </a:cubicBezTo>
                  <a:cubicBezTo>
                    <a:pt x="105091" y="231144"/>
                    <a:pt x="100836" y="225729"/>
                    <a:pt x="95476" y="220756"/>
                  </a:cubicBezTo>
                  <a:cubicBezTo>
                    <a:pt x="66520" y="193844"/>
                    <a:pt x="38227" y="166215"/>
                    <a:pt x="8940" y="139690"/>
                  </a:cubicBezTo>
                  <a:cubicBezTo>
                    <a:pt x="-68" y="131567"/>
                    <a:pt x="-2665" y="125930"/>
                    <a:pt x="2971" y="113718"/>
                  </a:cubicBezTo>
                  <a:cubicBezTo>
                    <a:pt x="18499" y="80065"/>
                    <a:pt x="32646" y="45694"/>
                    <a:pt x="45466" y="10991"/>
                  </a:cubicBezTo>
                  <a:cubicBezTo>
                    <a:pt x="51434" y="-5090"/>
                    <a:pt x="56794" y="-1056"/>
                    <a:pt x="65525" y="7454"/>
                  </a:cubicBezTo>
                  <a:cubicBezTo>
                    <a:pt x="85142" y="26463"/>
                    <a:pt x="105091" y="45196"/>
                    <a:pt x="124984" y="63874"/>
                  </a:cubicBezTo>
                  <a:cubicBezTo>
                    <a:pt x="129184" y="67797"/>
                    <a:pt x="132831" y="72605"/>
                    <a:pt x="138799" y="74152"/>
                  </a:cubicBezTo>
                  <a:cubicBezTo>
                    <a:pt x="145596" y="87414"/>
                    <a:pt x="154603" y="99572"/>
                    <a:pt x="158085" y="114381"/>
                  </a:cubicBezTo>
                  <a:cubicBezTo>
                    <a:pt x="164219" y="132396"/>
                    <a:pt x="170960" y="150189"/>
                    <a:pt x="175105" y="168812"/>
                  </a:cubicBezTo>
                  <a:cubicBezTo>
                    <a:pt x="178199" y="182682"/>
                    <a:pt x="185549" y="194231"/>
                    <a:pt x="194611" y="205062"/>
                  </a:cubicBezTo>
                  <a:cubicBezTo>
                    <a:pt x="203121" y="215230"/>
                    <a:pt x="209808" y="226834"/>
                    <a:pt x="216383" y="238383"/>
                  </a:cubicBezTo>
                  <a:cubicBezTo>
                    <a:pt x="223623" y="245457"/>
                    <a:pt x="223125" y="258056"/>
                    <a:pt x="233680" y="262808"/>
                  </a:cubicBezTo>
                  <a:cubicBezTo>
                    <a:pt x="242853" y="289222"/>
                    <a:pt x="259486" y="311768"/>
                    <a:pt x="272085" y="336469"/>
                  </a:cubicBezTo>
                  <a:cubicBezTo>
                    <a:pt x="305517" y="401730"/>
                    <a:pt x="334528" y="468870"/>
                    <a:pt x="362434" y="536563"/>
                  </a:cubicBezTo>
                  <a:cubicBezTo>
                    <a:pt x="364147" y="540763"/>
                    <a:pt x="366579" y="544631"/>
                    <a:pt x="368679" y="548610"/>
                  </a:cubicBezTo>
                  <a:cubicBezTo>
                    <a:pt x="381333" y="584750"/>
                    <a:pt x="398353" y="619176"/>
                    <a:pt x="410565" y="655482"/>
                  </a:cubicBezTo>
                  <a:cubicBezTo>
                    <a:pt x="456707" y="779373"/>
                    <a:pt x="496825" y="905144"/>
                    <a:pt x="531860" y="1032627"/>
                  </a:cubicBezTo>
                  <a:cubicBezTo>
                    <a:pt x="542746" y="1072304"/>
                    <a:pt x="551201" y="1112588"/>
                    <a:pt x="562308" y="1152154"/>
                  </a:cubicBezTo>
                  <a:cubicBezTo>
                    <a:pt x="564187" y="1158951"/>
                    <a:pt x="561645" y="1166245"/>
                    <a:pt x="565292" y="1172710"/>
                  </a:cubicBezTo>
                  <a:cubicBezTo>
                    <a:pt x="569712" y="1175197"/>
                    <a:pt x="571425" y="1178844"/>
                    <a:pt x="572199" y="1183928"/>
                  </a:cubicBezTo>
                  <a:cubicBezTo>
                    <a:pt x="581317" y="1243387"/>
                    <a:pt x="593585" y="1302238"/>
                    <a:pt x="605852" y="1361090"/>
                  </a:cubicBezTo>
                  <a:cubicBezTo>
                    <a:pt x="618009" y="1419333"/>
                    <a:pt x="626188" y="1478461"/>
                    <a:pt x="635526" y="1537257"/>
                  </a:cubicBezTo>
                  <a:cubicBezTo>
                    <a:pt x="642600" y="1581906"/>
                    <a:pt x="650778" y="1626556"/>
                    <a:pt x="654591" y="1671482"/>
                  </a:cubicBezTo>
                  <a:cubicBezTo>
                    <a:pt x="657022" y="1699830"/>
                    <a:pt x="660780" y="1728068"/>
                    <a:pt x="664261" y="1756139"/>
                  </a:cubicBezTo>
                  <a:cubicBezTo>
                    <a:pt x="671390" y="1813941"/>
                    <a:pt x="675092" y="1872019"/>
                    <a:pt x="681226" y="1929875"/>
                  </a:cubicBezTo>
                  <a:cubicBezTo>
                    <a:pt x="685923" y="1974525"/>
                    <a:pt x="690233" y="2019285"/>
                    <a:pt x="692002" y="2064101"/>
                  </a:cubicBezTo>
                  <a:cubicBezTo>
                    <a:pt x="693162" y="2094493"/>
                    <a:pt x="700401" y="2124112"/>
                    <a:pt x="699793" y="2154671"/>
                  </a:cubicBezTo>
                  <a:cubicBezTo>
                    <a:pt x="699462" y="2170696"/>
                    <a:pt x="698578" y="2186445"/>
                    <a:pt x="690012" y="2199818"/>
                  </a:cubicBezTo>
                  <a:cubicBezTo>
                    <a:pt x="684542" y="2208438"/>
                    <a:pt x="684376" y="2217224"/>
                    <a:pt x="683050" y="2226176"/>
                  </a:cubicBezTo>
                  <a:close/>
                </a:path>
              </a:pathLst>
            </a:custGeom>
            <a:solidFill>
              <a:srgbClr val="ED2224"/>
            </a:solidFill>
            <a:ln w="5517" cap="flat">
              <a:noFill/>
              <a:prstDash val="solid"/>
              <a:miter/>
            </a:ln>
          </p:spPr>
          <p:txBody>
            <a:bodyPr rtlCol="0" anchor="ctr"/>
            <a:lstStyle/>
            <a:p>
              <a:endParaRPr lang="en-US"/>
            </a:p>
          </p:txBody>
        </p:sp>
        <p:sp>
          <p:nvSpPr>
            <p:cNvPr id="34" name="Freeform: Shape 435">
              <a:extLst>
                <a:ext uri="{FF2B5EF4-FFF2-40B4-BE49-F238E27FC236}">
                  <a16:creationId xmlns:a16="http://schemas.microsoft.com/office/drawing/2014/main" id="{6FD9B5BA-3D62-4EA5-9967-C234E2E24E26}"/>
                </a:ext>
              </a:extLst>
            </p:cNvPr>
            <p:cNvSpPr/>
            <p:nvPr/>
          </p:nvSpPr>
          <p:spPr>
            <a:xfrm>
              <a:off x="1701956" y="3392987"/>
              <a:ext cx="225856" cy="181644"/>
            </a:xfrm>
            <a:custGeom>
              <a:avLst/>
              <a:gdLst>
                <a:gd name="connsiteX0" fmla="*/ 214360 w 545331"/>
                <a:gd name="connsiteY0" fmla="*/ 643 h 438581"/>
                <a:gd name="connsiteX1" fmla="*/ 297746 w 545331"/>
                <a:gd name="connsiteY1" fmla="*/ 74249 h 438581"/>
                <a:gd name="connsiteX2" fmla="*/ 367152 w 545331"/>
                <a:gd name="connsiteY2" fmla="*/ 108399 h 438581"/>
                <a:gd name="connsiteX3" fmla="*/ 445731 w 545331"/>
                <a:gd name="connsiteY3" fmla="*/ 141831 h 438581"/>
                <a:gd name="connsiteX4" fmla="*/ 541385 w 545331"/>
                <a:gd name="connsiteY4" fmla="*/ 228699 h 438581"/>
                <a:gd name="connsiteX5" fmla="*/ 543264 w 545331"/>
                <a:gd name="connsiteY5" fmla="*/ 241630 h 438581"/>
                <a:gd name="connsiteX6" fmla="*/ 409094 w 545331"/>
                <a:gd name="connsiteY6" fmla="*/ 397406 h 438581"/>
                <a:gd name="connsiteX7" fmla="*/ 301780 w 545331"/>
                <a:gd name="connsiteY7" fmla="*/ 433877 h 438581"/>
                <a:gd name="connsiteX8" fmla="*/ 85218 w 545331"/>
                <a:gd name="connsiteY8" fmla="*/ 432385 h 438581"/>
                <a:gd name="connsiteX9" fmla="*/ 68309 w 545331"/>
                <a:gd name="connsiteY9" fmla="*/ 420449 h 438581"/>
                <a:gd name="connsiteX10" fmla="*/ 64441 w 545331"/>
                <a:gd name="connsiteY10" fmla="*/ 352259 h 438581"/>
                <a:gd name="connsiteX11" fmla="*/ 62009 w 545331"/>
                <a:gd name="connsiteY11" fmla="*/ 291474 h 438581"/>
                <a:gd name="connsiteX12" fmla="*/ 13381 w 545331"/>
                <a:gd name="connsiteY12" fmla="*/ 219636 h 438581"/>
                <a:gd name="connsiteX13" fmla="*/ 8 w 545331"/>
                <a:gd name="connsiteY13" fmla="*/ 213668 h 438581"/>
                <a:gd name="connsiteX14" fmla="*/ 14818 w 545331"/>
                <a:gd name="connsiteY14" fmla="*/ 195764 h 438581"/>
                <a:gd name="connsiteX15" fmla="*/ 194632 w 545331"/>
                <a:gd name="connsiteY15" fmla="*/ 11806 h 438581"/>
                <a:gd name="connsiteX16" fmla="*/ 214360 w 545331"/>
                <a:gd name="connsiteY16" fmla="*/ 643 h 438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5331" h="438581">
                  <a:moveTo>
                    <a:pt x="214360" y="643"/>
                  </a:moveTo>
                  <a:cubicBezTo>
                    <a:pt x="242266" y="25068"/>
                    <a:pt x="271222" y="48443"/>
                    <a:pt x="297746" y="74249"/>
                  </a:cubicBezTo>
                  <a:cubicBezTo>
                    <a:pt x="317640" y="93590"/>
                    <a:pt x="338472" y="107570"/>
                    <a:pt x="367152" y="108399"/>
                  </a:cubicBezTo>
                  <a:cubicBezTo>
                    <a:pt x="397434" y="109283"/>
                    <a:pt x="422301" y="124756"/>
                    <a:pt x="445731" y="141831"/>
                  </a:cubicBezTo>
                  <a:cubicBezTo>
                    <a:pt x="480710" y="167251"/>
                    <a:pt x="510164" y="199025"/>
                    <a:pt x="541385" y="228699"/>
                  </a:cubicBezTo>
                  <a:cubicBezTo>
                    <a:pt x="545474" y="232622"/>
                    <a:pt x="546856" y="235385"/>
                    <a:pt x="543264" y="241630"/>
                  </a:cubicBezTo>
                  <a:cubicBezTo>
                    <a:pt x="508285" y="302028"/>
                    <a:pt x="468498" y="358172"/>
                    <a:pt x="409094" y="397406"/>
                  </a:cubicBezTo>
                  <a:cubicBezTo>
                    <a:pt x="376546" y="418902"/>
                    <a:pt x="339799" y="429954"/>
                    <a:pt x="301780" y="433877"/>
                  </a:cubicBezTo>
                  <a:cubicBezTo>
                    <a:pt x="229722" y="441337"/>
                    <a:pt x="157387" y="439238"/>
                    <a:pt x="85218" y="432385"/>
                  </a:cubicBezTo>
                  <a:cubicBezTo>
                    <a:pt x="76487" y="431556"/>
                    <a:pt x="72564" y="427965"/>
                    <a:pt x="68309" y="420449"/>
                  </a:cubicBezTo>
                  <a:cubicBezTo>
                    <a:pt x="55654" y="397959"/>
                    <a:pt x="52394" y="373755"/>
                    <a:pt x="64441" y="352259"/>
                  </a:cubicBezTo>
                  <a:cubicBezTo>
                    <a:pt x="77040" y="329769"/>
                    <a:pt x="71017" y="310925"/>
                    <a:pt x="62009" y="291474"/>
                  </a:cubicBezTo>
                  <a:cubicBezTo>
                    <a:pt x="49742" y="265005"/>
                    <a:pt x="31451" y="242348"/>
                    <a:pt x="13381" y="219636"/>
                  </a:cubicBezTo>
                  <a:cubicBezTo>
                    <a:pt x="9844" y="215160"/>
                    <a:pt x="5921" y="212453"/>
                    <a:pt x="8" y="213668"/>
                  </a:cubicBezTo>
                  <a:cubicBezTo>
                    <a:pt x="-323" y="203446"/>
                    <a:pt x="9513" y="201069"/>
                    <a:pt x="14818" y="195764"/>
                  </a:cubicBezTo>
                  <a:cubicBezTo>
                    <a:pt x="75548" y="135200"/>
                    <a:pt x="132465" y="70933"/>
                    <a:pt x="194632" y="11806"/>
                  </a:cubicBezTo>
                  <a:cubicBezTo>
                    <a:pt x="200103" y="6667"/>
                    <a:pt x="203916" y="-2507"/>
                    <a:pt x="214360" y="643"/>
                  </a:cubicBezTo>
                  <a:close/>
                </a:path>
              </a:pathLst>
            </a:custGeom>
            <a:solidFill>
              <a:srgbClr val="FAC0A4"/>
            </a:solidFill>
            <a:ln w="5517" cap="flat">
              <a:noFill/>
              <a:prstDash val="solid"/>
              <a:miter/>
            </a:ln>
          </p:spPr>
          <p:txBody>
            <a:bodyPr rtlCol="0" anchor="ctr"/>
            <a:lstStyle/>
            <a:p>
              <a:endParaRPr lang="en-US"/>
            </a:p>
          </p:txBody>
        </p:sp>
        <p:sp>
          <p:nvSpPr>
            <p:cNvPr id="35" name="Freeform: Shape 436">
              <a:extLst>
                <a:ext uri="{FF2B5EF4-FFF2-40B4-BE49-F238E27FC236}">
                  <a16:creationId xmlns:a16="http://schemas.microsoft.com/office/drawing/2014/main" id="{8795FA30-7DFE-44CC-9154-347A58A33956}"/>
                </a:ext>
              </a:extLst>
            </p:cNvPr>
            <p:cNvSpPr/>
            <p:nvPr/>
          </p:nvSpPr>
          <p:spPr>
            <a:xfrm>
              <a:off x="1643405" y="3363942"/>
              <a:ext cx="148696" cy="130266"/>
            </a:xfrm>
            <a:custGeom>
              <a:avLst/>
              <a:gdLst>
                <a:gd name="connsiteX0" fmla="*/ 355732 w 359027"/>
                <a:gd name="connsiteY0" fmla="*/ 70772 h 314527"/>
                <a:gd name="connsiteX1" fmla="*/ 241566 w 359027"/>
                <a:gd name="connsiteY1" fmla="*/ 183556 h 314527"/>
                <a:gd name="connsiteX2" fmla="*/ 141436 w 359027"/>
                <a:gd name="connsiteY2" fmla="*/ 283852 h 314527"/>
                <a:gd name="connsiteX3" fmla="*/ 66946 w 359027"/>
                <a:gd name="connsiteY3" fmla="*/ 289267 h 314527"/>
                <a:gd name="connsiteX4" fmla="*/ 5111 w 359027"/>
                <a:gd name="connsiteY4" fmla="*/ 237987 h 314527"/>
                <a:gd name="connsiteX5" fmla="*/ 4061 w 359027"/>
                <a:gd name="connsiteY5" fmla="*/ 225443 h 314527"/>
                <a:gd name="connsiteX6" fmla="*/ 265272 w 359027"/>
                <a:gd name="connsiteY6" fmla="*/ 3797 h 314527"/>
                <a:gd name="connsiteX7" fmla="*/ 281353 w 359027"/>
                <a:gd name="connsiteY7" fmla="*/ 3466 h 314527"/>
                <a:gd name="connsiteX8" fmla="*/ 349156 w 359027"/>
                <a:gd name="connsiteY8" fmla="*/ 49497 h 314527"/>
                <a:gd name="connsiteX9" fmla="*/ 355732 w 359027"/>
                <a:gd name="connsiteY9" fmla="*/ 70772 h 31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027" h="314527">
                  <a:moveTo>
                    <a:pt x="355732" y="70772"/>
                  </a:moveTo>
                  <a:cubicBezTo>
                    <a:pt x="315448" y="106082"/>
                    <a:pt x="278479" y="144874"/>
                    <a:pt x="241566" y="183556"/>
                  </a:cubicBezTo>
                  <a:cubicBezTo>
                    <a:pt x="208908" y="217762"/>
                    <a:pt x="176802" y="252354"/>
                    <a:pt x="141436" y="283852"/>
                  </a:cubicBezTo>
                  <a:cubicBezTo>
                    <a:pt x="106457" y="323915"/>
                    <a:pt x="106622" y="323694"/>
                    <a:pt x="66946" y="289267"/>
                  </a:cubicBezTo>
                  <a:cubicBezTo>
                    <a:pt x="46721" y="271750"/>
                    <a:pt x="25833" y="254951"/>
                    <a:pt x="5111" y="237987"/>
                  </a:cubicBezTo>
                  <a:cubicBezTo>
                    <a:pt x="193" y="233953"/>
                    <a:pt x="-2902" y="231356"/>
                    <a:pt x="4061" y="225443"/>
                  </a:cubicBezTo>
                  <a:cubicBezTo>
                    <a:pt x="91316" y="151837"/>
                    <a:pt x="178460" y="77955"/>
                    <a:pt x="265272" y="3797"/>
                  </a:cubicBezTo>
                  <a:cubicBezTo>
                    <a:pt x="271738" y="-1729"/>
                    <a:pt x="275440" y="-679"/>
                    <a:pt x="281353" y="3466"/>
                  </a:cubicBezTo>
                  <a:cubicBezTo>
                    <a:pt x="303733" y="19104"/>
                    <a:pt x="326113" y="34798"/>
                    <a:pt x="349156" y="49497"/>
                  </a:cubicBezTo>
                  <a:cubicBezTo>
                    <a:pt x="358385" y="55410"/>
                    <a:pt x="362363" y="60936"/>
                    <a:pt x="355732" y="70772"/>
                  </a:cubicBezTo>
                  <a:close/>
                </a:path>
              </a:pathLst>
            </a:custGeom>
            <a:solidFill>
              <a:srgbClr val="FFFEFE"/>
            </a:solidFill>
            <a:ln w="5517" cap="flat">
              <a:noFill/>
              <a:prstDash val="solid"/>
              <a:miter/>
            </a:ln>
          </p:spPr>
          <p:txBody>
            <a:bodyPr rtlCol="0" anchor="ctr"/>
            <a:lstStyle/>
            <a:p>
              <a:endParaRPr lang="en-US"/>
            </a:p>
          </p:txBody>
        </p:sp>
        <p:sp>
          <p:nvSpPr>
            <p:cNvPr id="36" name="Freeform: Shape 437">
              <a:extLst>
                <a:ext uri="{FF2B5EF4-FFF2-40B4-BE49-F238E27FC236}">
                  <a16:creationId xmlns:a16="http://schemas.microsoft.com/office/drawing/2014/main" id="{4C88289A-179B-4C37-92EC-E9E7A00E2821}"/>
                </a:ext>
              </a:extLst>
            </p:cNvPr>
            <p:cNvSpPr/>
            <p:nvPr/>
          </p:nvSpPr>
          <p:spPr>
            <a:xfrm>
              <a:off x="2378917" y="2748396"/>
              <a:ext cx="33676" cy="141195"/>
            </a:xfrm>
            <a:custGeom>
              <a:avLst/>
              <a:gdLst>
                <a:gd name="connsiteX0" fmla="*/ 61172 w 81312"/>
                <a:gd name="connsiteY0" fmla="*/ 230785 h 340916"/>
                <a:gd name="connsiteX1" fmla="*/ 78247 w 81312"/>
                <a:gd name="connsiteY1" fmla="*/ 312513 h 340916"/>
                <a:gd name="connsiteX2" fmla="*/ 69185 w 81312"/>
                <a:gd name="connsiteY2" fmla="*/ 340917 h 340916"/>
                <a:gd name="connsiteX3" fmla="*/ 56917 w 81312"/>
                <a:gd name="connsiteY3" fmla="*/ 293062 h 340916"/>
                <a:gd name="connsiteX4" fmla="*/ 23098 w 81312"/>
                <a:gd name="connsiteY4" fmla="*/ 126842 h 340916"/>
                <a:gd name="connsiteX5" fmla="*/ 2652 w 81312"/>
                <a:gd name="connsiteY5" fmla="*/ 21628 h 340916"/>
                <a:gd name="connsiteX6" fmla="*/ 0 w 81312"/>
                <a:gd name="connsiteY6" fmla="*/ 3724 h 340916"/>
                <a:gd name="connsiteX7" fmla="*/ 15694 w 81312"/>
                <a:gd name="connsiteY7" fmla="*/ 12399 h 340916"/>
                <a:gd name="connsiteX8" fmla="*/ 32327 w 81312"/>
                <a:gd name="connsiteY8" fmla="*/ 80203 h 340916"/>
                <a:gd name="connsiteX9" fmla="*/ 58243 w 81312"/>
                <a:gd name="connsiteY9" fmla="*/ 197961 h 340916"/>
                <a:gd name="connsiteX10" fmla="*/ 61172 w 81312"/>
                <a:gd name="connsiteY10" fmla="*/ 230785 h 340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312" h="340916">
                  <a:moveTo>
                    <a:pt x="61172" y="230785"/>
                  </a:moveTo>
                  <a:cubicBezTo>
                    <a:pt x="64653" y="258470"/>
                    <a:pt x="72003" y="285381"/>
                    <a:pt x="78247" y="312513"/>
                  </a:cubicBezTo>
                  <a:cubicBezTo>
                    <a:pt x="80568" y="322571"/>
                    <a:pt x="87034" y="336275"/>
                    <a:pt x="69185" y="340917"/>
                  </a:cubicBezTo>
                  <a:cubicBezTo>
                    <a:pt x="58188" y="326826"/>
                    <a:pt x="60620" y="308977"/>
                    <a:pt x="56917" y="293062"/>
                  </a:cubicBezTo>
                  <a:cubicBezTo>
                    <a:pt x="44097" y="238024"/>
                    <a:pt x="34095" y="182322"/>
                    <a:pt x="23098" y="126842"/>
                  </a:cubicBezTo>
                  <a:cubicBezTo>
                    <a:pt x="16191" y="91807"/>
                    <a:pt x="9505" y="56717"/>
                    <a:pt x="2652" y="21628"/>
                  </a:cubicBezTo>
                  <a:cubicBezTo>
                    <a:pt x="4918" y="15217"/>
                    <a:pt x="1492" y="9581"/>
                    <a:pt x="0" y="3724"/>
                  </a:cubicBezTo>
                  <a:cubicBezTo>
                    <a:pt x="12212" y="-6278"/>
                    <a:pt x="14036" y="6376"/>
                    <a:pt x="15694" y="12399"/>
                  </a:cubicBezTo>
                  <a:cubicBezTo>
                    <a:pt x="21938" y="34779"/>
                    <a:pt x="27188" y="57491"/>
                    <a:pt x="32327" y="80203"/>
                  </a:cubicBezTo>
                  <a:cubicBezTo>
                    <a:pt x="41224" y="119382"/>
                    <a:pt x="48131" y="159058"/>
                    <a:pt x="58243" y="197961"/>
                  </a:cubicBezTo>
                  <a:cubicBezTo>
                    <a:pt x="61117" y="208902"/>
                    <a:pt x="59514" y="219899"/>
                    <a:pt x="61172" y="230785"/>
                  </a:cubicBezTo>
                  <a:close/>
                </a:path>
              </a:pathLst>
            </a:custGeom>
            <a:solidFill>
              <a:srgbClr val="F4F1EE"/>
            </a:solidFill>
            <a:ln w="5517" cap="flat">
              <a:noFill/>
              <a:prstDash val="solid"/>
              <a:miter/>
            </a:ln>
          </p:spPr>
          <p:txBody>
            <a:bodyPr rtlCol="0" anchor="ctr"/>
            <a:lstStyle/>
            <a:p>
              <a:endParaRPr lang="en-US"/>
            </a:p>
          </p:txBody>
        </p:sp>
        <p:sp>
          <p:nvSpPr>
            <p:cNvPr id="37" name="Freeform: Shape 438">
              <a:extLst>
                <a:ext uri="{FF2B5EF4-FFF2-40B4-BE49-F238E27FC236}">
                  <a16:creationId xmlns:a16="http://schemas.microsoft.com/office/drawing/2014/main" id="{5E822FEF-F139-43D8-82CB-F289ACA15A64}"/>
                </a:ext>
              </a:extLst>
            </p:cNvPr>
            <p:cNvSpPr/>
            <p:nvPr/>
          </p:nvSpPr>
          <p:spPr>
            <a:xfrm>
              <a:off x="1960233" y="2380711"/>
              <a:ext cx="26502" cy="54374"/>
            </a:xfrm>
            <a:custGeom>
              <a:avLst/>
              <a:gdLst>
                <a:gd name="connsiteX0" fmla="*/ 56365 w 63990"/>
                <a:gd name="connsiteY0" fmla="*/ 127483 h 131287"/>
                <a:gd name="connsiteX1" fmla="*/ 29509 w 63990"/>
                <a:gd name="connsiteY1" fmla="*/ 90294 h 131287"/>
                <a:gd name="connsiteX2" fmla="*/ 0 w 63990"/>
                <a:gd name="connsiteY2" fmla="*/ 0 h 131287"/>
                <a:gd name="connsiteX3" fmla="*/ 44815 w 63990"/>
                <a:gd name="connsiteY3" fmla="*/ 85597 h 131287"/>
                <a:gd name="connsiteX4" fmla="*/ 63990 w 63990"/>
                <a:gd name="connsiteY4" fmla="*/ 127263 h 131287"/>
                <a:gd name="connsiteX5" fmla="*/ 56365 w 63990"/>
                <a:gd name="connsiteY5" fmla="*/ 127483 h 131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90" h="131287">
                  <a:moveTo>
                    <a:pt x="56365" y="127483"/>
                  </a:moveTo>
                  <a:cubicBezTo>
                    <a:pt x="47413" y="115105"/>
                    <a:pt x="38516" y="102672"/>
                    <a:pt x="29509" y="90294"/>
                  </a:cubicBezTo>
                  <a:cubicBezTo>
                    <a:pt x="9947" y="63382"/>
                    <a:pt x="5471" y="31498"/>
                    <a:pt x="0" y="0"/>
                  </a:cubicBezTo>
                  <a:cubicBezTo>
                    <a:pt x="17628" y="27132"/>
                    <a:pt x="29509" y="57249"/>
                    <a:pt x="44815" y="85597"/>
                  </a:cubicBezTo>
                  <a:cubicBezTo>
                    <a:pt x="52054" y="99025"/>
                    <a:pt x="57691" y="113337"/>
                    <a:pt x="63990" y="127263"/>
                  </a:cubicBezTo>
                  <a:cubicBezTo>
                    <a:pt x="61670" y="134888"/>
                    <a:pt x="58962" y="129749"/>
                    <a:pt x="56365" y="127483"/>
                  </a:cubicBezTo>
                  <a:close/>
                </a:path>
              </a:pathLst>
            </a:custGeom>
            <a:solidFill>
              <a:srgbClr val="ECDEDB"/>
            </a:solidFill>
            <a:ln w="5517" cap="flat">
              <a:noFill/>
              <a:prstDash val="solid"/>
              <a:miter/>
            </a:ln>
          </p:spPr>
          <p:txBody>
            <a:bodyPr rtlCol="0" anchor="ctr"/>
            <a:lstStyle/>
            <a:p>
              <a:endParaRPr lang="en-US"/>
            </a:p>
          </p:txBody>
        </p:sp>
        <p:sp>
          <p:nvSpPr>
            <p:cNvPr id="38" name="Freeform: Shape 439">
              <a:extLst>
                <a:ext uri="{FF2B5EF4-FFF2-40B4-BE49-F238E27FC236}">
                  <a16:creationId xmlns:a16="http://schemas.microsoft.com/office/drawing/2014/main" id="{3E69D6EC-58CC-43F7-96CF-2B805D4CFBBE}"/>
                </a:ext>
              </a:extLst>
            </p:cNvPr>
            <p:cNvSpPr/>
            <p:nvPr/>
          </p:nvSpPr>
          <p:spPr>
            <a:xfrm>
              <a:off x="1983577" y="2433419"/>
              <a:ext cx="7964" cy="8765"/>
            </a:xfrm>
            <a:custGeom>
              <a:avLst/>
              <a:gdLst>
                <a:gd name="connsiteX0" fmla="*/ 0 w 19230"/>
                <a:gd name="connsiteY0" fmla="*/ 221 h 21164"/>
                <a:gd name="connsiteX1" fmla="*/ 7626 w 19230"/>
                <a:gd name="connsiteY1" fmla="*/ 0 h 21164"/>
                <a:gd name="connsiteX2" fmla="*/ 19230 w 19230"/>
                <a:gd name="connsiteY2" fmla="*/ 21164 h 21164"/>
                <a:gd name="connsiteX3" fmla="*/ 0 w 19230"/>
                <a:gd name="connsiteY3" fmla="*/ 221 h 21164"/>
              </a:gdLst>
              <a:ahLst/>
              <a:cxnLst>
                <a:cxn ang="0">
                  <a:pos x="connsiteX0" y="connsiteY0"/>
                </a:cxn>
                <a:cxn ang="0">
                  <a:pos x="connsiteX1" y="connsiteY1"/>
                </a:cxn>
                <a:cxn ang="0">
                  <a:pos x="connsiteX2" y="connsiteY2"/>
                </a:cxn>
                <a:cxn ang="0">
                  <a:pos x="connsiteX3" y="connsiteY3"/>
                </a:cxn>
              </a:cxnLst>
              <a:rect l="l" t="t" r="r" b="b"/>
              <a:pathLst>
                <a:path w="19230" h="21164">
                  <a:moveTo>
                    <a:pt x="0" y="221"/>
                  </a:moveTo>
                  <a:cubicBezTo>
                    <a:pt x="2542" y="110"/>
                    <a:pt x="5084" y="55"/>
                    <a:pt x="7626" y="0"/>
                  </a:cubicBezTo>
                  <a:cubicBezTo>
                    <a:pt x="15196" y="5028"/>
                    <a:pt x="15859" y="13815"/>
                    <a:pt x="19230" y="21164"/>
                  </a:cubicBezTo>
                  <a:cubicBezTo>
                    <a:pt x="5526" y="20833"/>
                    <a:pt x="6852" y="6742"/>
                    <a:pt x="0" y="221"/>
                  </a:cubicBezTo>
                  <a:close/>
                </a:path>
              </a:pathLst>
            </a:custGeom>
            <a:solidFill>
              <a:srgbClr val="CD8580"/>
            </a:solidFill>
            <a:ln w="5517" cap="flat">
              <a:noFill/>
              <a:prstDash val="solid"/>
              <a:miter/>
            </a:ln>
          </p:spPr>
          <p:txBody>
            <a:bodyPr rtlCol="0" anchor="ctr"/>
            <a:lstStyle/>
            <a:p>
              <a:endParaRPr lang="en-US"/>
            </a:p>
          </p:txBody>
        </p:sp>
        <p:sp>
          <p:nvSpPr>
            <p:cNvPr id="39" name="Freeform: Shape 440">
              <a:extLst>
                <a:ext uri="{FF2B5EF4-FFF2-40B4-BE49-F238E27FC236}">
                  <a16:creationId xmlns:a16="http://schemas.microsoft.com/office/drawing/2014/main" id="{D34B305D-02BF-4CF7-88A1-8CA699DF38BE}"/>
                </a:ext>
              </a:extLst>
            </p:cNvPr>
            <p:cNvSpPr/>
            <p:nvPr/>
          </p:nvSpPr>
          <p:spPr>
            <a:xfrm>
              <a:off x="2378935" y="2611882"/>
              <a:ext cx="255796" cy="234055"/>
            </a:xfrm>
            <a:custGeom>
              <a:avLst/>
              <a:gdLst>
                <a:gd name="connsiteX0" fmla="*/ 476458 w 617622"/>
                <a:gd name="connsiteY0" fmla="*/ 431809 h 565128"/>
                <a:gd name="connsiteX1" fmla="*/ 392409 w 617622"/>
                <a:gd name="connsiteY1" fmla="*/ 494032 h 565128"/>
                <a:gd name="connsiteX2" fmla="*/ 297252 w 617622"/>
                <a:gd name="connsiteY2" fmla="*/ 543047 h 565128"/>
                <a:gd name="connsiteX3" fmla="*/ 143133 w 617622"/>
                <a:gd name="connsiteY3" fmla="*/ 562056 h 565128"/>
                <a:gd name="connsiteX4" fmla="*/ 77595 w 617622"/>
                <a:gd name="connsiteY4" fmla="*/ 554264 h 565128"/>
                <a:gd name="connsiteX5" fmla="*/ 61128 w 617622"/>
                <a:gd name="connsiteY5" fmla="*/ 560453 h 565128"/>
                <a:gd name="connsiteX6" fmla="*/ 49855 w 617622"/>
                <a:gd name="connsiteY6" fmla="*/ 516135 h 565128"/>
                <a:gd name="connsiteX7" fmla="*/ 26480 w 617622"/>
                <a:gd name="connsiteY7" fmla="*/ 404677 h 565128"/>
                <a:gd name="connsiteX8" fmla="*/ 12334 w 617622"/>
                <a:gd name="connsiteY8" fmla="*/ 346820 h 565128"/>
                <a:gd name="connsiteX9" fmla="*/ 11 w 617622"/>
                <a:gd name="connsiteY9" fmla="*/ 333337 h 565128"/>
                <a:gd name="connsiteX10" fmla="*/ 17086 w 617622"/>
                <a:gd name="connsiteY10" fmla="*/ 259566 h 565128"/>
                <a:gd name="connsiteX11" fmla="*/ 72843 w 617622"/>
                <a:gd name="connsiteY11" fmla="*/ 147334 h 565128"/>
                <a:gd name="connsiteX12" fmla="*/ 108099 w 617622"/>
                <a:gd name="connsiteY12" fmla="*/ 40407 h 565128"/>
                <a:gd name="connsiteX13" fmla="*/ 152804 w 617622"/>
                <a:gd name="connsiteY13" fmla="*/ 12 h 565128"/>
                <a:gd name="connsiteX14" fmla="*/ 176841 w 617622"/>
                <a:gd name="connsiteY14" fmla="*/ 34660 h 565128"/>
                <a:gd name="connsiteX15" fmla="*/ 155843 w 617622"/>
                <a:gd name="connsiteY15" fmla="*/ 163470 h 565128"/>
                <a:gd name="connsiteX16" fmla="*/ 163137 w 617622"/>
                <a:gd name="connsiteY16" fmla="*/ 207567 h 565128"/>
                <a:gd name="connsiteX17" fmla="*/ 215081 w 617622"/>
                <a:gd name="connsiteY17" fmla="*/ 223923 h 565128"/>
                <a:gd name="connsiteX18" fmla="*/ 281061 w 617622"/>
                <a:gd name="connsiteY18" fmla="*/ 198283 h 565128"/>
                <a:gd name="connsiteX19" fmla="*/ 385280 w 617622"/>
                <a:gd name="connsiteY19" fmla="*/ 134679 h 565128"/>
                <a:gd name="connsiteX20" fmla="*/ 415728 w 617622"/>
                <a:gd name="connsiteY20" fmla="*/ 134956 h 565128"/>
                <a:gd name="connsiteX21" fmla="*/ 416115 w 617622"/>
                <a:gd name="connsiteY21" fmla="*/ 164022 h 565128"/>
                <a:gd name="connsiteX22" fmla="*/ 365166 w 617622"/>
                <a:gd name="connsiteY22" fmla="*/ 213811 h 565128"/>
                <a:gd name="connsiteX23" fmla="*/ 304988 w 617622"/>
                <a:gd name="connsiteY23" fmla="*/ 274099 h 565128"/>
                <a:gd name="connsiteX24" fmla="*/ 300125 w 617622"/>
                <a:gd name="connsiteY24" fmla="*/ 286477 h 565128"/>
                <a:gd name="connsiteX25" fmla="*/ 358645 w 617622"/>
                <a:gd name="connsiteY25" fmla="*/ 252935 h 565128"/>
                <a:gd name="connsiteX26" fmla="*/ 531110 w 617622"/>
                <a:gd name="connsiteY26" fmla="*/ 134016 h 565128"/>
                <a:gd name="connsiteX27" fmla="*/ 571118 w 617622"/>
                <a:gd name="connsiteY27" fmla="*/ 128601 h 565128"/>
                <a:gd name="connsiteX28" fmla="*/ 579075 w 617622"/>
                <a:gd name="connsiteY28" fmla="*/ 171095 h 565128"/>
                <a:gd name="connsiteX29" fmla="*/ 495136 w 617622"/>
                <a:gd name="connsiteY29" fmla="*/ 252161 h 565128"/>
                <a:gd name="connsiteX30" fmla="*/ 377433 w 617622"/>
                <a:gd name="connsiteY30" fmla="*/ 350965 h 565128"/>
                <a:gd name="connsiteX31" fmla="*/ 368316 w 617622"/>
                <a:gd name="connsiteY31" fmla="*/ 367487 h 565128"/>
                <a:gd name="connsiteX32" fmla="*/ 460599 w 617622"/>
                <a:gd name="connsiteY32" fmla="*/ 312615 h 565128"/>
                <a:gd name="connsiteX33" fmla="*/ 537409 w 617622"/>
                <a:gd name="connsiteY33" fmla="*/ 241496 h 565128"/>
                <a:gd name="connsiteX34" fmla="*/ 594769 w 617622"/>
                <a:gd name="connsiteY34" fmla="*/ 217845 h 565128"/>
                <a:gd name="connsiteX35" fmla="*/ 615436 w 617622"/>
                <a:gd name="connsiteY35" fmla="*/ 249122 h 565128"/>
                <a:gd name="connsiteX36" fmla="*/ 600847 w 617622"/>
                <a:gd name="connsiteY36" fmla="*/ 270783 h 565128"/>
                <a:gd name="connsiteX37" fmla="*/ 513095 w 617622"/>
                <a:gd name="connsiteY37" fmla="*/ 347207 h 565128"/>
                <a:gd name="connsiteX38" fmla="*/ 522158 w 617622"/>
                <a:gd name="connsiteY38" fmla="*/ 348423 h 565128"/>
                <a:gd name="connsiteX39" fmla="*/ 536691 w 617622"/>
                <a:gd name="connsiteY39" fmla="*/ 345770 h 565128"/>
                <a:gd name="connsiteX40" fmla="*/ 539233 w 617622"/>
                <a:gd name="connsiteY40" fmla="*/ 361961 h 565128"/>
                <a:gd name="connsiteX41" fmla="*/ 517958 w 617622"/>
                <a:gd name="connsiteY41" fmla="*/ 394730 h 565128"/>
                <a:gd name="connsiteX42" fmla="*/ 476458 w 617622"/>
                <a:gd name="connsiteY42" fmla="*/ 431809 h 56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617622" h="565128">
                  <a:moveTo>
                    <a:pt x="476458" y="431809"/>
                  </a:moveTo>
                  <a:cubicBezTo>
                    <a:pt x="447557" y="451371"/>
                    <a:pt x="418988" y="471375"/>
                    <a:pt x="392409" y="494032"/>
                  </a:cubicBezTo>
                  <a:cubicBezTo>
                    <a:pt x="359750" y="508565"/>
                    <a:pt x="330905" y="530171"/>
                    <a:pt x="297252" y="543047"/>
                  </a:cubicBezTo>
                  <a:cubicBezTo>
                    <a:pt x="247242" y="562111"/>
                    <a:pt x="196348" y="570013"/>
                    <a:pt x="143133" y="562056"/>
                  </a:cubicBezTo>
                  <a:cubicBezTo>
                    <a:pt x="121361" y="558796"/>
                    <a:pt x="99478" y="556530"/>
                    <a:pt x="77595" y="554264"/>
                  </a:cubicBezTo>
                  <a:cubicBezTo>
                    <a:pt x="71462" y="553657"/>
                    <a:pt x="64389" y="552551"/>
                    <a:pt x="61128" y="560453"/>
                  </a:cubicBezTo>
                  <a:cubicBezTo>
                    <a:pt x="51679" y="547246"/>
                    <a:pt x="53723" y="530834"/>
                    <a:pt x="49855" y="516135"/>
                  </a:cubicBezTo>
                  <a:cubicBezTo>
                    <a:pt x="40185" y="479498"/>
                    <a:pt x="35488" y="441535"/>
                    <a:pt x="26480" y="404677"/>
                  </a:cubicBezTo>
                  <a:cubicBezTo>
                    <a:pt x="21783" y="385392"/>
                    <a:pt x="16920" y="366161"/>
                    <a:pt x="12334" y="346820"/>
                  </a:cubicBezTo>
                  <a:cubicBezTo>
                    <a:pt x="11118" y="341736"/>
                    <a:pt x="13384" y="329027"/>
                    <a:pt x="11" y="333337"/>
                  </a:cubicBezTo>
                  <a:cubicBezTo>
                    <a:pt x="-376" y="307310"/>
                    <a:pt x="9405" y="283769"/>
                    <a:pt x="17086" y="259566"/>
                  </a:cubicBezTo>
                  <a:cubicBezTo>
                    <a:pt x="29851" y="219171"/>
                    <a:pt x="52508" y="183805"/>
                    <a:pt x="72843" y="147334"/>
                  </a:cubicBezTo>
                  <a:cubicBezTo>
                    <a:pt x="91521" y="113736"/>
                    <a:pt x="101246" y="77541"/>
                    <a:pt x="108099" y="40407"/>
                  </a:cubicBezTo>
                  <a:cubicBezTo>
                    <a:pt x="112519" y="16369"/>
                    <a:pt x="128545" y="730"/>
                    <a:pt x="152804" y="12"/>
                  </a:cubicBezTo>
                  <a:cubicBezTo>
                    <a:pt x="169437" y="-485"/>
                    <a:pt x="180047" y="14490"/>
                    <a:pt x="176841" y="34660"/>
                  </a:cubicBezTo>
                  <a:cubicBezTo>
                    <a:pt x="170045" y="77652"/>
                    <a:pt x="163413" y="120644"/>
                    <a:pt x="155843" y="163470"/>
                  </a:cubicBezTo>
                  <a:cubicBezTo>
                    <a:pt x="153025" y="179439"/>
                    <a:pt x="157224" y="193697"/>
                    <a:pt x="163137" y="207567"/>
                  </a:cubicBezTo>
                  <a:cubicBezTo>
                    <a:pt x="168497" y="220111"/>
                    <a:pt x="195022" y="227128"/>
                    <a:pt x="215081" y="223923"/>
                  </a:cubicBezTo>
                  <a:cubicBezTo>
                    <a:pt x="239008" y="220111"/>
                    <a:pt x="260560" y="210385"/>
                    <a:pt x="281061" y="198283"/>
                  </a:cubicBezTo>
                  <a:cubicBezTo>
                    <a:pt x="316095" y="177561"/>
                    <a:pt x="350632" y="156065"/>
                    <a:pt x="385280" y="134679"/>
                  </a:cubicBezTo>
                  <a:cubicBezTo>
                    <a:pt x="395724" y="128214"/>
                    <a:pt x="406279" y="126004"/>
                    <a:pt x="415728" y="134956"/>
                  </a:cubicBezTo>
                  <a:cubicBezTo>
                    <a:pt x="425012" y="143797"/>
                    <a:pt x="421309" y="154517"/>
                    <a:pt x="416115" y="164022"/>
                  </a:cubicBezTo>
                  <a:cubicBezTo>
                    <a:pt x="404234" y="185739"/>
                    <a:pt x="383180" y="198228"/>
                    <a:pt x="365166" y="213811"/>
                  </a:cubicBezTo>
                  <a:cubicBezTo>
                    <a:pt x="343614" y="232433"/>
                    <a:pt x="319356" y="248293"/>
                    <a:pt x="304988" y="274099"/>
                  </a:cubicBezTo>
                  <a:cubicBezTo>
                    <a:pt x="303330" y="277028"/>
                    <a:pt x="302446" y="280399"/>
                    <a:pt x="300125" y="286477"/>
                  </a:cubicBezTo>
                  <a:cubicBezTo>
                    <a:pt x="323279" y="278022"/>
                    <a:pt x="340575" y="264429"/>
                    <a:pt x="358645" y="252935"/>
                  </a:cubicBezTo>
                  <a:cubicBezTo>
                    <a:pt x="417607" y="215469"/>
                    <a:pt x="476071" y="177229"/>
                    <a:pt x="531110" y="134016"/>
                  </a:cubicBezTo>
                  <a:cubicBezTo>
                    <a:pt x="543433" y="124346"/>
                    <a:pt x="557579" y="124512"/>
                    <a:pt x="571118" y="128601"/>
                  </a:cubicBezTo>
                  <a:cubicBezTo>
                    <a:pt x="587530" y="133574"/>
                    <a:pt x="590845" y="153302"/>
                    <a:pt x="579075" y="171095"/>
                  </a:cubicBezTo>
                  <a:cubicBezTo>
                    <a:pt x="557137" y="204306"/>
                    <a:pt x="524921" y="227018"/>
                    <a:pt x="495136" y="252161"/>
                  </a:cubicBezTo>
                  <a:cubicBezTo>
                    <a:pt x="455957" y="285151"/>
                    <a:pt x="416612" y="317975"/>
                    <a:pt x="377433" y="350965"/>
                  </a:cubicBezTo>
                  <a:cubicBezTo>
                    <a:pt x="373012" y="354667"/>
                    <a:pt x="369807" y="359309"/>
                    <a:pt x="368316" y="367487"/>
                  </a:cubicBezTo>
                  <a:cubicBezTo>
                    <a:pt x="403571" y="354059"/>
                    <a:pt x="431477" y="332232"/>
                    <a:pt x="460599" y="312615"/>
                  </a:cubicBezTo>
                  <a:cubicBezTo>
                    <a:pt x="489886" y="292887"/>
                    <a:pt x="513869" y="267468"/>
                    <a:pt x="537409" y="241496"/>
                  </a:cubicBezTo>
                  <a:cubicBezTo>
                    <a:pt x="552716" y="224587"/>
                    <a:pt x="570952" y="215303"/>
                    <a:pt x="594769" y="217845"/>
                  </a:cubicBezTo>
                  <a:cubicBezTo>
                    <a:pt x="613170" y="219834"/>
                    <a:pt x="622067" y="231991"/>
                    <a:pt x="615436" y="249122"/>
                  </a:cubicBezTo>
                  <a:cubicBezTo>
                    <a:pt x="612231" y="257355"/>
                    <a:pt x="606871" y="264207"/>
                    <a:pt x="600847" y="270783"/>
                  </a:cubicBezTo>
                  <a:cubicBezTo>
                    <a:pt x="574489" y="299573"/>
                    <a:pt x="543543" y="323114"/>
                    <a:pt x="513095" y="347207"/>
                  </a:cubicBezTo>
                  <a:cubicBezTo>
                    <a:pt x="516079" y="352457"/>
                    <a:pt x="519395" y="350302"/>
                    <a:pt x="522158" y="348423"/>
                  </a:cubicBezTo>
                  <a:cubicBezTo>
                    <a:pt x="526744" y="345328"/>
                    <a:pt x="531883" y="342455"/>
                    <a:pt x="536691" y="345770"/>
                  </a:cubicBezTo>
                  <a:cubicBezTo>
                    <a:pt x="542383" y="349694"/>
                    <a:pt x="540117" y="356325"/>
                    <a:pt x="539233" y="361961"/>
                  </a:cubicBezTo>
                  <a:cubicBezTo>
                    <a:pt x="537078" y="376053"/>
                    <a:pt x="527960" y="385668"/>
                    <a:pt x="517958" y="394730"/>
                  </a:cubicBezTo>
                  <a:cubicBezTo>
                    <a:pt x="504088" y="406998"/>
                    <a:pt x="490273" y="419376"/>
                    <a:pt x="476458" y="431809"/>
                  </a:cubicBezTo>
                  <a:close/>
                </a:path>
              </a:pathLst>
            </a:custGeom>
            <a:solidFill>
              <a:srgbClr val="F9C0A4"/>
            </a:solidFill>
            <a:ln w="5517" cap="flat">
              <a:noFill/>
              <a:prstDash val="solid"/>
              <a:miter/>
            </a:ln>
          </p:spPr>
          <p:txBody>
            <a:bodyPr rtlCol="0" anchor="ctr"/>
            <a:lstStyle/>
            <a:p>
              <a:endParaRPr lang="en-US"/>
            </a:p>
          </p:txBody>
        </p:sp>
      </p:grpSp>
      <p:grpSp>
        <p:nvGrpSpPr>
          <p:cNvPr id="40" name="그룹 39">
            <a:extLst>
              <a:ext uri="{FF2B5EF4-FFF2-40B4-BE49-F238E27FC236}">
                <a16:creationId xmlns:a16="http://schemas.microsoft.com/office/drawing/2014/main" id="{58C38B29-FDDA-4EBE-8D40-6494499AFBA8}"/>
              </a:ext>
            </a:extLst>
          </p:cNvPr>
          <p:cNvGrpSpPr/>
          <p:nvPr/>
        </p:nvGrpSpPr>
        <p:grpSpPr>
          <a:xfrm>
            <a:off x="9987765" y="1652197"/>
            <a:ext cx="1861761" cy="4706132"/>
            <a:chOff x="10070321" y="1591096"/>
            <a:chExt cx="1861761" cy="4706132"/>
          </a:xfrm>
        </p:grpSpPr>
        <p:sp>
          <p:nvSpPr>
            <p:cNvPr id="41" name="자유형: 도형 40">
              <a:extLst>
                <a:ext uri="{FF2B5EF4-FFF2-40B4-BE49-F238E27FC236}">
                  <a16:creationId xmlns:a16="http://schemas.microsoft.com/office/drawing/2014/main" id="{98BD8EFE-B27F-4D64-BBDD-95EBF58EF18E}"/>
                </a:ext>
              </a:extLst>
            </p:cNvPr>
            <p:cNvSpPr/>
            <p:nvPr/>
          </p:nvSpPr>
          <p:spPr>
            <a:xfrm>
              <a:off x="11070619" y="5776765"/>
              <a:ext cx="419422" cy="520463"/>
            </a:xfrm>
            <a:custGeom>
              <a:avLst/>
              <a:gdLst>
                <a:gd name="connsiteX0" fmla="*/ 49185 w 550128"/>
                <a:gd name="connsiteY0" fmla="*/ 682657 h 682656"/>
                <a:gd name="connsiteX1" fmla="*/ 1712 w 550128"/>
                <a:gd name="connsiteY1" fmla="*/ 617091 h 682656"/>
                <a:gd name="connsiteX2" fmla="*/ 23652 w 550128"/>
                <a:gd name="connsiteY2" fmla="*/ 469731 h 682656"/>
                <a:gd name="connsiteX3" fmla="*/ 92296 w 550128"/>
                <a:gd name="connsiteY3" fmla="*/ 202917 h 682656"/>
                <a:gd name="connsiteX4" fmla="*/ 109104 w 550128"/>
                <a:gd name="connsiteY4" fmla="*/ 165387 h 682656"/>
                <a:gd name="connsiteX5" fmla="*/ 115520 w 550128"/>
                <a:gd name="connsiteY5" fmla="*/ 203623 h 682656"/>
                <a:gd name="connsiteX6" fmla="*/ 60156 w 550128"/>
                <a:gd name="connsiteY6" fmla="*/ 412634 h 682656"/>
                <a:gd name="connsiteX7" fmla="*/ 45913 w 550128"/>
                <a:gd name="connsiteY7" fmla="*/ 482305 h 682656"/>
                <a:gd name="connsiteX8" fmla="*/ 62978 w 550128"/>
                <a:gd name="connsiteY8" fmla="*/ 507069 h 682656"/>
                <a:gd name="connsiteX9" fmla="*/ 241389 w 550128"/>
                <a:gd name="connsiteY9" fmla="*/ 534654 h 682656"/>
                <a:gd name="connsiteX10" fmla="*/ 285398 w 550128"/>
                <a:gd name="connsiteY10" fmla="*/ 504503 h 682656"/>
                <a:gd name="connsiteX11" fmla="*/ 306376 w 550128"/>
                <a:gd name="connsiteY11" fmla="*/ 391272 h 682656"/>
                <a:gd name="connsiteX12" fmla="*/ 312471 w 550128"/>
                <a:gd name="connsiteY12" fmla="*/ 222548 h 682656"/>
                <a:gd name="connsiteX13" fmla="*/ 327226 w 550128"/>
                <a:gd name="connsiteY13" fmla="*/ 193936 h 682656"/>
                <a:gd name="connsiteX14" fmla="*/ 351925 w 550128"/>
                <a:gd name="connsiteY14" fmla="*/ 218763 h 682656"/>
                <a:gd name="connsiteX15" fmla="*/ 361741 w 550128"/>
                <a:gd name="connsiteY15" fmla="*/ 285996 h 682656"/>
                <a:gd name="connsiteX16" fmla="*/ 358148 w 550128"/>
                <a:gd name="connsiteY16" fmla="*/ 445866 h 682656"/>
                <a:gd name="connsiteX17" fmla="*/ 380602 w 550128"/>
                <a:gd name="connsiteY17" fmla="*/ 471015 h 682656"/>
                <a:gd name="connsiteX18" fmla="*/ 469134 w 550128"/>
                <a:gd name="connsiteY18" fmla="*/ 465433 h 682656"/>
                <a:gd name="connsiteX19" fmla="*/ 502750 w 550128"/>
                <a:gd name="connsiteY19" fmla="*/ 423027 h 682656"/>
                <a:gd name="connsiteX20" fmla="*/ 411075 w 550128"/>
                <a:gd name="connsiteY20" fmla="*/ 34130 h 682656"/>
                <a:gd name="connsiteX21" fmla="*/ 410497 w 550128"/>
                <a:gd name="connsiteY21" fmla="*/ 0 h 682656"/>
                <a:gd name="connsiteX22" fmla="*/ 447450 w 550128"/>
                <a:gd name="connsiteY22" fmla="*/ 31628 h 682656"/>
                <a:gd name="connsiteX23" fmla="*/ 549582 w 550128"/>
                <a:gd name="connsiteY23" fmla="*/ 366444 h 682656"/>
                <a:gd name="connsiteX24" fmla="*/ 546567 w 550128"/>
                <a:gd name="connsiteY24" fmla="*/ 567886 h 682656"/>
                <a:gd name="connsiteX25" fmla="*/ 486327 w 550128"/>
                <a:gd name="connsiteY25" fmla="*/ 630115 h 682656"/>
                <a:gd name="connsiteX26" fmla="*/ 363794 w 550128"/>
                <a:gd name="connsiteY26" fmla="*/ 614846 h 682656"/>
                <a:gd name="connsiteX27" fmla="*/ 338774 w 550128"/>
                <a:gd name="connsiteY27" fmla="*/ 630564 h 682656"/>
                <a:gd name="connsiteX28" fmla="*/ 298999 w 550128"/>
                <a:gd name="connsiteY28" fmla="*/ 669826 h 682656"/>
                <a:gd name="connsiteX29" fmla="*/ 221181 w 550128"/>
                <a:gd name="connsiteY29" fmla="*/ 682593 h 682656"/>
                <a:gd name="connsiteX30" fmla="*/ 49185 w 550128"/>
                <a:gd name="connsiteY30" fmla="*/ 682657 h 682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50128" h="682656">
                  <a:moveTo>
                    <a:pt x="49185" y="682657"/>
                  </a:moveTo>
                  <a:cubicBezTo>
                    <a:pt x="14222" y="674638"/>
                    <a:pt x="5946" y="648334"/>
                    <a:pt x="1712" y="617091"/>
                  </a:cubicBezTo>
                  <a:cubicBezTo>
                    <a:pt x="-5345" y="565448"/>
                    <a:pt x="10886" y="518744"/>
                    <a:pt x="23652" y="469731"/>
                  </a:cubicBezTo>
                  <a:cubicBezTo>
                    <a:pt x="46876" y="380943"/>
                    <a:pt x="66763" y="291192"/>
                    <a:pt x="92296" y="202917"/>
                  </a:cubicBezTo>
                  <a:cubicBezTo>
                    <a:pt x="96081" y="189894"/>
                    <a:pt x="99610" y="176101"/>
                    <a:pt x="109104" y="165387"/>
                  </a:cubicBezTo>
                  <a:cubicBezTo>
                    <a:pt x="128736" y="175075"/>
                    <a:pt x="118856" y="190728"/>
                    <a:pt x="115520" y="203623"/>
                  </a:cubicBezTo>
                  <a:cubicBezTo>
                    <a:pt x="97557" y="273422"/>
                    <a:pt x="73756" y="341617"/>
                    <a:pt x="60156" y="412634"/>
                  </a:cubicBezTo>
                  <a:cubicBezTo>
                    <a:pt x="55729" y="435922"/>
                    <a:pt x="50276" y="459017"/>
                    <a:pt x="45913" y="482305"/>
                  </a:cubicBezTo>
                  <a:cubicBezTo>
                    <a:pt x="43219" y="496804"/>
                    <a:pt x="47902" y="505401"/>
                    <a:pt x="62978" y="507069"/>
                  </a:cubicBezTo>
                  <a:cubicBezTo>
                    <a:pt x="122833" y="513804"/>
                    <a:pt x="182047" y="524518"/>
                    <a:pt x="241389" y="534654"/>
                  </a:cubicBezTo>
                  <a:cubicBezTo>
                    <a:pt x="264292" y="538568"/>
                    <a:pt x="279239" y="526828"/>
                    <a:pt x="285398" y="504503"/>
                  </a:cubicBezTo>
                  <a:cubicBezTo>
                    <a:pt x="295598" y="467357"/>
                    <a:pt x="305350" y="430533"/>
                    <a:pt x="306376" y="391272"/>
                  </a:cubicBezTo>
                  <a:cubicBezTo>
                    <a:pt x="307852" y="335073"/>
                    <a:pt x="313113" y="278939"/>
                    <a:pt x="312471" y="222548"/>
                  </a:cubicBezTo>
                  <a:cubicBezTo>
                    <a:pt x="312343" y="211193"/>
                    <a:pt x="312150" y="195924"/>
                    <a:pt x="327226" y="193936"/>
                  </a:cubicBezTo>
                  <a:cubicBezTo>
                    <a:pt x="343264" y="191818"/>
                    <a:pt x="348076" y="206574"/>
                    <a:pt x="351925" y="218763"/>
                  </a:cubicBezTo>
                  <a:cubicBezTo>
                    <a:pt x="358790" y="240575"/>
                    <a:pt x="362190" y="263093"/>
                    <a:pt x="361741" y="285996"/>
                  </a:cubicBezTo>
                  <a:cubicBezTo>
                    <a:pt x="360650" y="339308"/>
                    <a:pt x="365333" y="392747"/>
                    <a:pt x="358148" y="445866"/>
                  </a:cubicBezTo>
                  <a:cubicBezTo>
                    <a:pt x="355710" y="463701"/>
                    <a:pt x="362126" y="471912"/>
                    <a:pt x="380602" y="471015"/>
                  </a:cubicBezTo>
                  <a:cubicBezTo>
                    <a:pt x="410113" y="469603"/>
                    <a:pt x="439687" y="471399"/>
                    <a:pt x="469134" y="465433"/>
                  </a:cubicBezTo>
                  <a:cubicBezTo>
                    <a:pt x="493384" y="460493"/>
                    <a:pt x="503648" y="449458"/>
                    <a:pt x="502750" y="423027"/>
                  </a:cubicBezTo>
                  <a:cubicBezTo>
                    <a:pt x="498259" y="287087"/>
                    <a:pt x="473624" y="156278"/>
                    <a:pt x="411075" y="34130"/>
                  </a:cubicBezTo>
                  <a:cubicBezTo>
                    <a:pt x="406007" y="24186"/>
                    <a:pt x="391316" y="11548"/>
                    <a:pt x="410497" y="0"/>
                  </a:cubicBezTo>
                  <a:cubicBezTo>
                    <a:pt x="428845" y="3464"/>
                    <a:pt x="439623" y="16872"/>
                    <a:pt x="447450" y="31628"/>
                  </a:cubicBezTo>
                  <a:cubicBezTo>
                    <a:pt x="502878" y="136582"/>
                    <a:pt x="556126" y="241986"/>
                    <a:pt x="549582" y="366444"/>
                  </a:cubicBezTo>
                  <a:cubicBezTo>
                    <a:pt x="546054" y="433484"/>
                    <a:pt x="548235" y="500781"/>
                    <a:pt x="546567" y="567886"/>
                  </a:cubicBezTo>
                  <a:cubicBezTo>
                    <a:pt x="545412" y="614397"/>
                    <a:pt x="532966" y="626137"/>
                    <a:pt x="486327" y="630115"/>
                  </a:cubicBezTo>
                  <a:cubicBezTo>
                    <a:pt x="444434" y="633708"/>
                    <a:pt x="403633" y="626779"/>
                    <a:pt x="363794" y="614846"/>
                  </a:cubicBezTo>
                  <a:cubicBezTo>
                    <a:pt x="347242" y="609906"/>
                    <a:pt x="338325" y="608367"/>
                    <a:pt x="338774" y="630564"/>
                  </a:cubicBezTo>
                  <a:cubicBezTo>
                    <a:pt x="339287" y="656033"/>
                    <a:pt x="322030" y="666362"/>
                    <a:pt x="298999" y="669826"/>
                  </a:cubicBezTo>
                  <a:cubicBezTo>
                    <a:pt x="273017" y="673739"/>
                    <a:pt x="246264" y="673034"/>
                    <a:pt x="221181" y="682593"/>
                  </a:cubicBezTo>
                  <a:cubicBezTo>
                    <a:pt x="163827" y="682657"/>
                    <a:pt x="106474" y="682657"/>
                    <a:pt x="49185" y="682657"/>
                  </a:cubicBezTo>
                  <a:close/>
                </a:path>
              </a:pathLst>
            </a:custGeom>
            <a:solidFill>
              <a:schemeClr val="accent1"/>
            </a:solidFill>
            <a:ln w="6411" cap="flat">
              <a:noFill/>
              <a:prstDash val="solid"/>
              <a:miter/>
            </a:ln>
          </p:spPr>
          <p:txBody>
            <a:bodyPr rtlCol="0" anchor="ctr"/>
            <a:lstStyle/>
            <a:p>
              <a:endParaRPr lang="ko-KR" altLang="en-US"/>
            </a:p>
          </p:txBody>
        </p:sp>
        <p:sp>
          <p:nvSpPr>
            <p:cNvPr id="42" name="자유형: 도형 41">
              <a:extLst>
                <a:ext uri="{FF2B5EF4-FFF2-40B4-BE49-F238E27FC236}">
                  <a16:creationId xmlns:a16="http://schemas.microsoft.com/office/drawing/2014/main" id="{B334A85E-3A1E-436E-A16C-F4E2EFBCFDDE}"/>
                </a:ext>
              </a:extLst>
            </p:cNvPr>
            <p:cNvSpPr/>
            <p:nvPr/>
          </p:nvSpPr>
          <p:spPr>
            <a:xfrm>
              <a:off x="10882683" y="3312201"/>
              <a:ext cx="844030" cy="2467677"/>
            </a:xfrm>
            <a:custGeom>
              <a:avLst/>
              <a:gdLst>
                <a:gd name="connsiteX0" fmla="*/ 179507 w 1107057"/>
                <a:gd name="connsiteY0" fmla="*/ 104483 h 3236686"/>
                <a:gd name="connsiteX1" fmla="*/ 385696 w 1107057"/>
                <a:gd name="connsiteY1" fmla="*/ 113657 h 3236686"/>
                <a:gd name="connsiteX2" fmla="*/ 589961 w 1107057"/>
                <a:gd name="connsiteY2" fmla="*/ 22367 h 3236686"/>
                <a:gd name="connsiteX3" fmla="*/ 676439 w 1107057"/>
                <a:gd name="connsiteY3" fmla="*/ 5366 h 3236686"/>
                <a:gd name="connsiteX4" fmla="*/ 840993 w 1107057"/>
                <a:gd name="connsiteY4" fmla="*/ 38982 h 3236686"/>
                <a:gd name="connsiteX5" fmla="*/ 1010871 w 1107057"/>
                <a:gd name="connsiteY5" fmla="*/ 90305 h 3236686"/>
                <a:gd name="connsiteX6" fmla="*/ 1085353 w 1107057"/>
                <a:gd name="connsiteY6" fmla="*/ 180312 h 3236686"/>
                <a:gd name="connsiteX7" fmla="*/ 1061809 w 1107057"/>
                <a:gd name="connsiteY7" fmla="*/ 453478 h 3236686"/>
                <a:gd name="connsiteX8" fmla="*/ 1040831 w 1107057"/>
                <a:gd name="connsiteY8" fmla="*/ 1076087 h 3236686"/>
                <a:gd name="connsiteX9" fmla="*/ 929845 w 1107057"/>
                <a:gd name="connsiteY9" fmla="*/ 1387616 h 3236686"/>
                <a:gd name="connsiteX10" fmla="*/ 878395 w 1107057"/>
                <a:gd name="connsiteY10" fmla="*/ 1486733 h 3236686"/>
                <a:gd name="connsiteX11" fmla="*/ 813792 w 1107057"/>
                <a:gd name="connsiteY11" fmla="*/ 1615681 h 3236686"/>
                <a:gd name="connsiteX12" fmla="*/ 727377 w 1107057"/>
                <a:gd name="connsiteY12" fmla="*/ 1796529 h 3236686"/>
                <a:gd name="connsiteX13" fmla="*/ 713969 w 1107057"/>
                <a:gd name="connsiteY13" fmla="*/ 1889552 h 3236686"/>
                <a:gd name="connsiteX14" fmla="*/ 734755 w 1107057"/>
                <a:gd name="connsiteY14" fmla="*/ 2293975 h 3236686"/>
                <a:gd name="connsiteX15" fmla="*/ 722501 w 1107057"/>
                <a:gd name="connsiteY15" fmla="*/ 2703787 h 3236686"/>
                <a:gd name="connsiteX16" fmla="*/ 696455 w 1107057"/>
                <a:gd name="connsiteY16" fmla="*/ 3101666 h 3236686"/>
                <a:gd name="connsiteX17" fmla="*/ 707810 w 1107057"/>
                <a:gd name="connsiteY17" fmla="*/ 3201425 h 3236686"/>
                <a:gd name="connsiteX18" fmla="*/ 681828 w 1107057"/>
                <a:gd name="connsiteY18" fmla="*/ 3227087 h 3236686"/>
                <a:gd name="connsiteX19" fmla="*/ 655718 w 1107057"/>
                <a:gd name="connsiteY19" fmla="*/ 3228305 h 3236686"/>
                <a:gd name="connsiteX20" fmla="*/ 612863 w 1107057"/>
                <a:gd name="connsiteY20" fmla="*/ 3236196 h 3236686"/>
                <a:gd name="connsiteX21" fmla="*/ 419954 w 1107057"/>
                <a:gd name="connsiteY21" fmla="*/ 3206173 h 3236686"/>
                <a:gd name="connsiteX22" fmla="*/ 404365 w 1107057"/>
                <a:gd name="connsiteY22" fmla="*/ 3198410 h 3236686"/>
                <a:gd name="connsiteX23" fmla="*/ 340789 w 1107057"/>
                <a:gd name="connsiteY23" fmla="*/ 3190840 h 3236686"/>
                <a:gd name="connsiteX24" fmla="*/ 303259 w 1107057"/>
                <a:gd name="connsiteY24" fmla="*/ 3155171 h 3236686"/>
                <a:gd name="connsiteX25" fmla="*/ 282602 w 1107057"/>
                <a:gd name="connsiteY25" fmla="*/ 2991130 h 3236686"/>
                <a:gd name="connsiteX26" fmla="*/ 244302 w 1107057"/>
                <a:gd name="connsiteY26" fmla="*/ 2725150 h 3236686"/>
                <a:gd name="connsiteX27" fmla="*/ 222297 w 1107057"/>
                <a:gd name="connsiteY27" fmla="*/ 2561431 h 3236686"/>
                <a:gd name="connsiteX28" fmla="*/ 196443 w 1107057"/>
                <a:gd name="connsiteY28" fmla="*/ 2452242 h 3236686"/>
                <a:gd name="connsiteX29" fmla="*/ 169050 w 1107057"/>
                <a:gd name="connsiteY29" fmla="*/ 2161306 h 3236686"/>
                <a:gd name="connsiteX30" fmla="*/ 168986 w 1107057"/>
                <a:gd name="connsiteY30" fmla="*/ 1846954 h 3236686"/>
                <a:gd name="connsiteX31" fmla="*/ 146532 w 1107057"/>
                <a:gd name="connsiteY31" fmla="*/ 1602979 h 3236686"/>
                <a:gd name="connsiteX32" fmla="*/ 97391 w 1107057"/>
                <a:gd name="connsiteY32" fmla="*/ 1281955 h 3236686"/>
                <a:gd name="connsiteX33" fmla="*/ 50366 w 1107057"/>
                <a:gd name="connsiteY33" fmla="*/ 1086736 h 3236686"/>
                <a:gd name="connsiteX34" fmla="*/ 4946 w 1107057"/>
                <a:gd name="connsiteY34" fmla="*/ 659346 h 3236686"/>
                <a:gd name="connsiteX35" fmla="*/ 125297 w 1107057"/>
                <a:gd name="connsiteY35" fmla="*/ 308940 h 3236686"/>
                <a:gd name="connsiteX36" fmla="*/ 179507 w 1107057"/>
                <a:gd name="connsiteY36" fmla="*/ 104483 h 3236686"/>
                <a:gd name="connsiteX0" fmla="*/ 179507 w 1107057"/>
                <a:gd name="connsiteY0" fmla="*/ 104483 h 3236686"/>
                <a:gd name="connsiteX1" fmla="*/ 385696 w 1107057"/>
                <a:gd name="connsiteY1" fmla="*/ 113657 h 3236686"/>
                <a:gd name="connsiteX2" fmla="*/ 589961 w 1107057"/>
                <a:gd name="connsiteY2" fmla="*/ 22367 h 3236686"/>
                <a:gd name="connsiteX3" fmla="*/ 676439 w 1107057"/>
                <a:gd name="connsiteY3" fmla="*/ 5366 h 3236686"/>
                <a:gd name="connsiteX4" fmla="*/ 840993 w 1107057"/>
                <a:gd name="connsiteY4" fmla="*/ 38982 h 3236686"/>
                <a:gd name="connsiteX5" fmla="*/ 1010871 w 1107057"/>
                <a:gd name="connsiteY5" fmla="*/ 90305 h 3236686"/>
                <a:gd name="connsiteX6" fmla="*/ 1061809 w 1107057"/>
                <a:gd name="connsiteY6" fmla="*/ 453478 h 3236686"/>
                <a:gd name="connsiteX7" fmla="*/ 1040831 w 1107057"/>
                <a:gd name="connsiteY7" fmla="*/ 1076087 h 3236686"/>
                <a:gd name="connsiteX8" fmla="*/ 929845 w 1107057"/>
                <a:gd name="connsiteY8" fmla="*/ 1387616 h 3236686"/>
                <a:gd name="connsiteX9" fmla="*/ 878395 w 1107057"/>
                <a:gd name="connsiteY9" fmla="*/ 1486733 h 3236686"/>
                <a:gd name="connsiteX10" fmla="*/ 813792 w 1107057"/>
                <a:gd name="connsiteY10" fmla="*/ 1615681 h 3236686"/>
                <a:gd name="connsiteX11" fmla="*/ 727377 w 1107057"/>
                <a:gd name="connsiteY11" fmla="*/ 1796529 h 3236686"/>
                <a:gd name="connsiteX12" fmla="*/ 713969 w 1107057"/>
                <a:gd name="connsiteY12" fmla="*/ 1889552 h 3236686"/>
                <a:gd name="connsiteX13" fmla="*/ 734755 w 1107057"/>
                <a:gd name="connsiteY13" fmla="*/ 2293975 h 3236686"/>
                <a:gd name="connsiteX14" fmla="*/ 722501 w 1107057"/>
                <a:gd name="connsiteY14" fmla="*/ 2703787 h 3236686"/>
                <a:gd name="connsiteX15" fmla="*/ 696455 w 1107057"/>
                <a:gd name="connsiteY15" fmla="*/ 3101666 h 3236686"/>
                <a:gd name="connsiteX16" fmla="*/ 707810 w 1107057"/>
                <a:gd name="connsiteY16" fmla="*/ 3201425 h 3236686"/>
                <a:gd name="connsiteX17" fmla="*/ 681828 w 1107057"/>
                <a:gd name="connsiteY17" fmla="*/ 3227087 h 3236686"/>
                <a:gd name="connsiteX18" fmla="*/ 655718 w 1107057"/>
                <a:gd name="connsiteY18" fmla="*/ 3228305 h 3236686"/>
                <a:gd name="connsiteX19" fmla="*/ 612863 w 1107057"/>
                <a:gd name="connsiteY19" fmla="*/ 3236196 h 3236686"/>
                <a:gd name="connsiteX20" fmla="*/ 419954 w 1107057"/>
                <a:gd name="connsiteY20" fmla="*/ 3206173 h 3236686"/>
                <a:gd name="connsiteX21" fmla="*/ 404365 w 1107057"/>
                <a:gd name="connsiteY21" fmla="*/ 3198410 h 3236686"/>
                <a:gd name="connsiteX22" fmla="*/ 340789 w 1107057"/>
                <a:gd name="connsiteY22" fmla="*/ 3190840 h 3236686"/>
                <a:gd name="connsiteX23" fmla="*/ 303259 w 1107057"/>
                <a:gd name="connsiteY23" fmla="*/ 3155171 h 3236686"/>
                <a:gd name="connsiteX24" fmla="*/ 282602 w 1107057"/>
                <a:gd name="connsiteY24" fmla="*/ 2991130 h 3236686"/>
                <a:gd name="connsiteX25" fmla="*/ 244302 w 1107057"/>
                <a:gd name="connsiteY25" fmla="*/ 2725150 h 3236686"/>
                <a:gd name="connsiteX26" fmla="*/ 222297 w 1107057"/>
                <a:gd name="connsiteY26" fmla="*/ 2561431 h 3236686"/>
                <a:gd name="connsiteX27" fmla="*/ 196443 w 1107057"/>
                <a:gd name="connsiteY27" fmla="*/ 2452242 h 3236686"/>
                <a:gd name="connsiteX28" fmla="*/ 169050 w 1107057"/>
                <a:gd name="connsiteY28" fmla="*/ 2161306 h 3236686"/>
                <a:gd name="connsiteX29" fmla="*/ 168986 w 1107057"/>
                <a:gd name="connsiteY29" fmla="*/ 1846954 h 3236686"/>
                <a:gd name="connsiteX30" fmla="*/ 146532 w 1107057"/>
                <a:gd name="connsiteY30" fmla="*/ 1602979 h 3236686"/>
                <a:gd name="connsiteX31" fmla="*/ 97391 w 1107057"/>
                <a:gd name="connsiteY31" fmla="*/ 1281955 h 3236686"/>
                <a:gd name="connsiteX32" fmla="*/ 50366 w 1107057"/>
                <a:gd name="connsiteY32" fmla="*/ 1086736 h 3236686"/>
                <a:gd name="connsiteX33" fmla="*/ 4946 w 1107057"/>
                <a:gd name="connsiteY33" fmla="*/ 659346 h 3236686"/>
                <a:gd name="connsiteX34" fmla="*/ 125297 w 1107057"/>
                <a:gd name="connsiteY34" fmla="*/ 308940 h 3236686"/>
                <a:gd name="connsiteX35" fmla="*/ 179507 w 1107057"/>
                <a:gd name="connsiteY35" fmla="*/ 104483 h 3236686"/>
                <a:gd name="connsiteX0" fmla="*/ 179507 w 1107057"/>
                <a:gd name="connsiteY0" fmla="*/ 104483 h 3236686"/>
                <a:gd name="connsiteX1" fmla="*/ 385696 w 1107057"/>
                <a:gd name="connsiteY1" fmla="*/ 113657 h 3236686"/>
                <a:gd name="connsiteX2" fmla="*/ 589961 w 1107057"/>
                <a:gd name="connsiteY2" fmla="*/ 22367 h 3236686"/>
                <a:gd name="connsiteX3" fmla="*/ 676439 w 1107057"/>
                <a:gd name="connsiteY3" fmla="*/ 5366 h 3236686"/>
                <a:gd name="connsiteX4" fmla="*/ 840993 w 1107057"/>
                <a:gd name="connsiteY4" fmla="*/ 38982 h 3236686"/>
                <a:gd name="connsiteX5" fmla="*/ 1010871 w 1107057"/>
                <a:gd name="connsiteY5" fmla="*/ 90305 h 3236686"/>
                <a:gd name="connsiteX6" fmla="*/ 1061809 w 1107057"/>
                <a:gd name="connsiteY6" fmla="*/ 453478 h 3236686"/>
                <a:gd name="connsiteX7" fmla="*/ 1040831 w 1107057"/>
                <a:gd name="connsiteY7" fmla="*/ 1076087 h 3236686"/>
                <a:gd name="connsiteX8" fmla="*/ 929845 w 1107057"/>
                <a:gd name="connsiteY8" fmla="*/ 1387616 h 3236686"/>
                <a:gd name="connsiteX9" fmla="*/ 878395 w 1107057"/>
                <a:gd name="connsiteY9" fmla="*/ 1486733 h 3236686"/>
                <a:gd name="connsiteX10" fmla="*/ 813792 w 1107057"/>
                <a:gd name="connsiteY10" fmla="*/ 1615681 h 3236686"/>
                <a:gd name="connsiteX11" fmla="*/ 727377 w 1107057"/>
                <a:gd name="connsiteY11" fmla="*/ 1796529 h 3236686"/>
                <a:gd name="connsiteX12" fmla="*/ 713969 w 1107057"/>
                <a:gd name="connsiteY12" fmla="*/ 1889552 h 3236686"/>
                <a:gd name="connsiteX13" fmla="*/ 734755 w 1107057"/>
                <a:gd name="connsiteY13" fmla="*/ 2293975 h 3236686"/>
                <a:gd name="connsiteX14" fmla="*/ 722501 w 1107057"/>
                <a:gd name="connsiteY14" fmla="*/ 2703787 h 3236686"/>
                <a:gd name="connsiteX15" fmla="*/ 696455 w 1107057"/>
                <a:gd name="connsiteY15" fmla="*/ 3101666 h 3236686"/>
                <a:gd name="connsiteX16" fmla="*/ 707810 w 1107057"/>
                <a:gd name="connsiteY16" fmla="*/ 3201425 h 3236686"/>
                <a:gd name="connsiteX17" fmla="*/ 681828 w 1107057"/>
                <a:gd name="connsiteY17" fmla="*/ 3227087 h 3236686"/>
                <a:gd name="connsiteX18" fmla="*/ 655718 w 1107057"/>
                <a:gd name="connsiteY18" fmla="*/ 3228305 h 3236686"/>
                <a:gd name="connsiteX19" fmla="*/ 612863 w 1107057"/>
                <a:gd name="connsiteY19" fmla="*/ 3236196 h 3236686"/>
                <a:gd name="connsiteX20" fmla="*/ 419954 w 1107057"/>
                <a:gd name="connsiteY20" fmla="*/ 3206173 h 3236686"/>
                <a:gd name="connsiteX21" fmla="*/ 404365 w 1107057"/>
                <a:gd name="connsiteY21" fmla="*/ 3198410 h 3236686"/>
                <a:gd name="connsiteX22" fmla="*/ 340789 w 1107057"/>
                <a:gd name="connsiteY22" fmla="*/ 3190840 h 3236686"/>
                <a:gd name="connsiteX23" fmla="*/ 303259 w 1107057"/>
                <a:gd name="connsiteY23" fmla="*/ 3155171 h 3236686"/>
                <a:gd name="connsiteX24" fmla="*/ 282602 w 1107057"/>
                <a:gd name="connsiteY24" fmla="*/ 2991130 h 3236686"/>
                <a:gd name="connsiteX25" fmla="*/ 244302 w 1107057"/>
                <a:gd name="connsiteY25" fmla="*/ 2725150 h 3236686"/>
                <a:gd name="connsiteX26" fmla="*/ 222297 w 1107057"/>
                <a:gd name="connsiteY26" fmla="*/ 2561431 h 3236686"/>
                <a:gd name="connsiteX27" fmla="*/ 196443 w 1107057"/>
                <a:gd name="connsiteY27" fmla="*/ 2452242 h 3236686"/>
                <a:gd name="connsiteX28" fmla="*/ 169050 w 1107057"/>
                <a:gd name="connsiteY28" fmla="*/ 2161306 h 3236686"/>
                <a:gd name="connsiteX29" fmla="*/ 168986 w 1107057"/>
                <a:gd name="connsiteY29" fmla="*/ 1846954 h 3236686"/>
                <a:gd name="connsiteX30" fmla="*/ 146532 w 1107057"/>
                <a:gd name="connsiteY30" fmla="*/ 1602979 h 3236686"/>
                <a:gd name="connsiteX31" fmla="*/ 97391 w 1107057"/>
                <a:gd name="connsiteY31" fmla="*/ 1281955 h 3236686"/>
                <a:gd name="connsiteX32" fmla="*/ 50366 w 1107057"/>
                <a:gd name="connsiteY32" fmla="*/ 1086736 h 3236686"/>
                <a:gd name="connsiteX33" fmla="*/ 4946 w 1107057"/>
                <a:gd name="connsiteY33" fmla="*/ 659346 h 3236686"/>
                <a:gd name="connsiteX34" fmla="*/ 125297 w 1107057"/>
                <a:gd name="connsiteY34" fmla="*/ 308940 h 3236686"/>
                <a:gd name="connsiteX35" fmla="*/ 179507 w 1107057"/>
                <a:gd name="connsiteY35" fmla="*/ 104483 h 3236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07057" h="3236686">
                  <a:moveTo>
                    <a:pt x="179507" y="104483"/>
                  </a:moveTo>
                  <a:cubicBezTo>
                    <a:pt x="203372" y="70097"/>
                    <a:pt x="320452" y="135469"/>
                    <a:pt x="385696" y="113657"/>
                  </a:cubicBezTo>
                  <a:cubicBezTo>
                    <a:pt x="457163" y="89728"/>
                    <a:pt x="526705" y="63874"/>
                    <a:pt x="589961" y="22367"/>
                  </a:cubicBezTo>
                  <a:cubicBezTo>
                    <a:pt x="616007" y="5302"/>
                    <a:pt x="638332" y="-7785"/>
                    <a:pt x="676439" y="5366"/>
                  </a:cubicBezTo>
                  <a:cubicBezTo>
                    <a:pt x="728596" y="23329"/>
                    <a:pt x="787297" y="20827"/>
                    <a:pt x="840993" y="38982"/>
                  </a:cubicBezTo>
                  <a:cubicBezTo>
                    <a:pt x="915090" y="64002"/>
                    <a:pt x="1004111" y="12323"/>
                    <a:pt x="1010871" y="90305"/>
                  </a:cubicBezTo>
                  <a:cubicBezTo>
                    <a:pt x="1027403" y="281013"/>
                    <a:pt x="1056816" y="289181"/>
                    <a:pt x="1061809" y="453478"/>
                  </a:cubicBezTo>
                  <a:cubicBezTo>
                    <a:pt x="1128208" y="669803"/>
                    <a:pt x="1121793" y="798110"/>
                    <a:pt x="1040831" y="1076087"/>
                  </a:cubicBezTo>
                  <a:cubicBezTo>
                    <a:pt x="998490" y="1178026"/>
                    <a:pt x="966541" y="1283687"/>
                    <a:pt x="929845" y="1387616"/>
                  </a:cubicBezTo>
                  <a:cubicBezTo>
                    <a:pt x="917656" y="1422259"/>
                    <a:pt x="904569" y="1457607"/>
                    <a:pt x="878395" y="1486733"/>
                  </a:cubicBezTo>
                  <a:cubicBezTo>
                    <a:pt x="845548" y="1523300"/>
                    <a:pt x="836695" y="1573276"/>
                    <a:pt x="813792" y="1615681"/>
                  </a:cubicBezTo>
                  <a:cubicBezTo>
                    <a:pt x="782036" y="1674510"/>
                    <a:pt x="750601" y="1733531"/>
                    <a:pt x="727377" y="1796529"/>
                  </a:cubicBezTo>
                  <a:cubicBezTo>
                    <a:pt x="716215" y="1826810"/>
                    <a:pt x="715316" y="1858245"/>
                    <a:pt x="713969" y="1889552"/>
                  </a:cubicBezTo>
                  <a:cubicBezTo>
                    <a:pt x="708067" y="2025044"/>
                    <a:pt x="724298" y="2159253"/>
                    <a:pt x="734755" y="2293975"/>
                  </a:cubicBezTo>
                  <a:cubicBezTo>
                    <a:pt x="745340" y="2430429"/>
                    <a:pt x="748420" y="2566948"/>
                    <a:pt x="722501" y="2703787"/>
                  </a:cubicBezTo>
                  <a:cubicBezTo>
                    <a:pt x="697674" y="2834532"/>
                    <a:pt x="690810" y="2968163"/>
                    <a:pt x="696455" y="3101666"/>
                  </a:cubicBezTo>
                  <a:cubicBezTo>
                    <a:pt x="697867" y="3135026"/>
                    <a:pt x="708837" y="3167360"/>
                    <a:pt x="707810" y="3201425"/>
                  </a:cubicBezTo>
                  <a:cubicBezTo>
                    <a:pt x="707233" y="3220671"/>
                    <a:pt x="701139" y="3227792"/>
                    <a:pt x="681828" y="3227087"/>
                  </a:cubicBezTo>
                  <a:cubicBezTo>
                    <a:pt x="658220" y="3226253"/>
                    <a:pt x="679391" y="3227792"/>
                    <a:pt x="655718" y="3228305"/>
                  </a:cubicBezTo>
                  <a:cubicBezTo>
                    <a:pt x="642438" y="3236261"/>
                    <a:pt x="628004" y="3237608"/>
                    <a:pt x="612863" y="3236196"/>
                  </a:cubicBezTo>
                  <a:cubicBezTo>
                    <a:pt x="547940" y="3230166"/>
                    <a:pt x="484364" y="3215411"/>
                    <a:pt x="419954" y="3206173"/>
                  </a:cubicBezTo>
                  <a:cubicBezTo>
                    <a:pt x="414052" y="3205339"/>
                    <a:pt x="408535" y="3203029"/>
                    <a:pt x="404365" y="3198410"/>
                  </a:cubicBezTo>
                  <a:cubicBezTo>
                    <a:pt x="366194" y="3194561"/>
                    <a:pt x="378768" y="3200463"/>
                    <a:pt x="340789" y="3190840"/>
                  </a:cubicBezTo>
                  <a:cubicBezTo>
                    <a:pt x="320901" y="3185836"/>
                    <a:pt x="308584" y="3177239"/>
                    <a:pt x="303259" y="3155171"/>
                  </a:cubicBezTo>
                  <a:cubicBezTo>
                    <a:pt x="290236" y="3101154"/>
                    <a:pt x="291647" y="3045596"/>
                    <a:pt x="282602" y="2991130"/>
                  </a:cubicBezTo>
                  <a:cubicBezTo>
                    <a:pt x="267975" y="2902791"/>
                    <a:pt x="256748" y="2813874"/>
                    <a:pt x="244302" y="2725150"/>
                  </a:cubicBezTo>
                  <a:cubicBezTo>
                    <a:pt x="236668" y="2670620"/>
                    <a:pt x="228456" y="2616153"/>
                    <a:pt x="222297" y="2561431"/>
                  </a:cubicBezTo>
                  <a:cubicBezTo>
                    <a:pt x="218063" y="2523837"/>
                    <a:pt x="199908" y="2490092"/>
                    <a:pt x="196443" y="2452242"/>
                  </a:cubicBezTo>
                  <a:cubicBezTo>
                    <a:pt x="187591" y="2355242"/>
                    <a:pt x="168793" y="2259268"/>
                    <a:pt x="169050" y="2161306"/>
                  </a:cubicBezTo>
                  <a:cubicBezTo>
                    <a:pt x="169371" y="2056543"/>
                    <a:pt x="167767" y="1951716"/>
                    <a:pt x="168986" y="1846954"/>
                  </a:cubicBezTo>
                  <a:cubicBezTo>
                    <a:pt x="169948" y="1764710"/>
                    <a:pt x="160197" y="1683876"/>
                    <a:pt x="146532" y="1602979"/>
                  </a:cubicBezTo>
                  <a:cubicBezTo>
                    <a:pt x="128505" y="1496291"/>
                    <a:pt x="107655" y="1389989"/>
                    <a:pt x="97391" y="1281955"/>
                  </a:cubicBezTo>
                  <a:cubicBezTo>
                    <a:pt x="91039" y="1214850"/>
                    <a:pt x="65506" y="1151916"/>
                    <a:pt x="50366" y="1086736"/>
                  </a:cubicBezTo>
                  <a:cubicBezTo>
                    <a:pt x="17648" y="946112"/>
                    <a:pt x="-12055" y="804140"/>
                    <a:pt x="4946" y="659346"/>
                  </a:cubicBezTo>
                  <a:cubicBezTo>
                    <a:pt x="19059" y="539443"/>
                    <a:pt x="68265" y="417937"/>
                    <a:pt x="125297" y="308940"/>
                  </a:cubicBezTo>
                  <a:cubicBezTo>
                    <a:pt x="161031" y="241002"/>
                    <a:pt x="152755" y="177041"/>
                    <a:pt x="179507" y="104483"/>
                  </a:cubicBezTo>
                  <a:close/>
                </a:path>
              </a:pathLst>
            </a:custGeom>
            <a:solidFill>
              <a:srgbClr val="183A6F"/>
            </a:solidFill>
            <a:ln w="6411" cap="flat">
              <a:noFill/>
              <a:prstDash val="solid"/>
              <a:miter/>
            </a:ln>
          </p:spPr>
          <p:txBody>
            <a:bodyPr rtlCol="0" anchor="ctr"/>
            <a:lstStyle/>
            <a:p>
              <a:endParaRPr lang="ko-KR" altLang="en-US"/>
            </a:p>
          </p:txBody>
        </p:sp>
        <p:sp>
          <p:nvSpPr>
            <p:cNvPr id="43" name="자유형: 도형 42">
              <a:extLst>
                <a:ext uri="{FF2B5EF4-FFF2-40B4-BE49-F238E27FC236}">
                  <a16:creationId xmlns:a16="http://schemas.microsoft.com/office/drawing/2014/main" id="{1476F744-8B7A-48D9-8EE2-AACB4F818CDA}"/>
                </a:ext>
              </a:extLst>
            </p:cNvPr>
            <p:cNvSpPr/>
            <p:nvPr/>
          </p:nvSpPr>
          <p:spPr>
            <a:xfrm>
              <a:off x="11094501" y="5749921"/>
              <a:ext cx="368825" cy="444514"/>
            </a:xfrm>
            <a:custGeom>
              <a:avLst/>
              <a:gdLst>
                <a:gd name="connsiteX0" fmla="*/ 96522 w 368825"/>
                <a:gd name="connsiteY0" fmla="*/ 823 h 444514"/>
                <a:gd name="connsiteX1" fmla="*/ 158835 w 368825"/>
                <a:gd name="connsiteY1" fmla="*/ 7181 h 444514"/>
                <a:gd name="connsiteX2" fmla="*/ 288108 w 368825"/>
                <a:gd name="connsiteY2" fmla="*/ 23566 h 444514"/>
                <a:gd name="connsiteX3" fmla="*/ 288988 w 368825"/>
                <a:gd name="connsiteY3" fmla="*/ 26893 h 444514"/>
                <a:gd name="connsiteX4" fmla="*/ 305031 w 368825"/>
                <a:gd name="connsiteY4" fmla="*/ 66364 h 444514"/>
                <a:gd name="connsiteX5" fmla="*/ 357317 w 368825"/>
                <a:gd name="connsiteY5" fmla="*/ 240439 h 444514"/>
                <a:gd name="connsiteX6" fmla="*/ 368713 w 368825"/>
                <a:gd name="connsiteY6" fmla="*/ 363646 h 444514"/>
                <a:gd name="connsiteX7" fmla="*/ 348561 w 368825"/>
                <a:gd name="connsiteY7" fmla="*/ 386488 h 444514"/>
                <a:gd name="connsiteX8" fmla="*/ 250054 w 368825"/>
                <a:gd name="connsiteY8" fmla="*/ 395242 h 444514"/>
                <a:gd name="connsiteX9" fmla="*/ 240370 w 368825"/>
                <a:gd name="connsiteY9" fmla="*/ 372499 h 444514"/>
                <a:gd name="connsiteX10" fmla="*/ 243794 w 368825"/>
                <a:gd name="connsiteY10" fmla="*/ 234862 h 444514"/>
                <a:gd name="connsiteX11" fmla="*/ 234794 w 368825"/>
                <a:gd name="connsiteY11" fmla="*/ 186294 h 444514"/>
                <a:gd name="connsiteX12" fmla="*/ 225452 w 368825"/>
                <a:gd name="connsiteY12" fmla="*/ 179105 h 444514"/>
                <a:gd name="connsiteX13" fmla="*/ 221442 w 368825"/>
                <a:gd name="connsiteY13" fmla="*/ 188593 h 444514"/>
                <a:gd name="connsiteX14" fmla="*/ 220855 w 368825"/>
                <a:gd name="connsiteY14" fmla="*/ 263231 h 444514"/>
                <a:gd name="connsiteX15" fmla="*/ 204078 w 368825"/>
                <a:gd name="connsiteY15" fmla="*/ 406003 h 444514"/>
                <a:gd name="connsiteX16" fmla="*/ 149347 w 368825"/>
                <a:gd name="connsiteY16" fmla="*/ 441757 h 444514"/>
                <a:gd name="connsiteX17" fmla="*/ 13813 w 368825"/>
                <a:gd name="connsiteY17" fmla="*/ 421067 h 444514"/>
                <a:gd name="connsiteX18" fmla="*/ 804 w 368825"/>
                <a:gd name="connsiteY18" fmla="*/ 403117 h 444514"/>
                <a:gd name="connsiteX19" fmla="*/ 43111 w 368825"/>
                <a:gd name="connsiteY19" fmla="*/ 228016 h 444514"/>
                <a:gd name="connsiteX20" fmla="*/ 59204 w 368825"/>
                <a:gd name="connsiteY20" fmla="*/ 152936 h 444514"/>
                <a:gd name="connsiteX21" fmla="*/ 96522 w 368825"/>
                <a:gd name="connsiteY21" fmla="*/ 823 h 444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8825" h="444514">
                  <a:moveTo>
                    <a:pt x="96522" y="823"/>
                  </a:moveTo>
                  <a:cubicBezTo>
                    <a:pt x="117799" y="-2111"/>
                    <a:pt x="138244" y="3464"/>
                    <a:pt x="158835" y="7181"/>
                  </a:cubicBezTo>
                  <a:cubicBezTo>
                    <a:pt x="201633" y="14959"/>
                    <a:pt x="244625" y="21268"/>
                    <a:pt x="288108" y="23566"/>
                  </a:cubicBezTo>
                  <a:cubicBezTo>
                    <a:pt x="288450" y="24643"/>
                    <a:pt x="288743" y="25767"/>
                    <a:pt x="288988" y="26893"/>
                  </a:cubicBezTo>
                  <a:cubicBezTo>
                    <a:pt x="285809" y="43425"/>
                    <a:pt x="298721" y="53941"/>
                    <a:pt x="305031" y="66364"/>
                  </a:cubicBezTo>
                  <a:cubicBezTo>
                    <a:pt x="332910" y="121438"/>
                    <a:pt x="344991" y="180816"/>
                    <a:pt x="357317" y="240439"/>
                  </a:cubicBezTo>
                  <a:cubicBezTo>
                    <a:pt x="365729" y="281182"/>
                    <a:pt x="364947" y="322560"/>
                    <a:pt x="368713" y="363646"/>
                  </a:cubicBezTo>
                  <a:cubicBezTo>
                    <a:pt x="369985" y="377733"/>
                    <a:pt x="360300" y="382477"/>
                    <a:pt x="348561" y="386488"/>
                  </a:cubicBezTo>
                  <a:cubicBezTo>
                    <a:pt x="316379" y="397493"/>
                    <a:pt x="282825" y="391721"/>
                    <a:pt x="250054" y="395242"/>
                  </a:cubicBezTo>
                  <a:cubicBezTo>
                    <a:pt x="235577" y="396808"/>
                    <a:pt x="239049" y="380814"/>
                    <a:pt x="240370" y="372499"/>
                  </a:cubicBezTo>
                  <a:cubicBezTo>
                    <a:pt x="247756" y="326718"/>
                    <a:pt x="242865" y="280741"/>
                    <a:pt x="243794" y="234862"/>
                  </a:cubicBezTo>
                  <a:cubicBezTo>
                    <a:pt x="244137" y="218282"/>
                    <a:pt x="239637" y="202142"/>
                    <a:pt x="234794" y="186294"/>
                  </a:cubicBezTo>
                  <a:cubicBezTo>
                    <a:pt x="233474" y="181892"/>
                    <a:pt x="231175" y="177441"/>
                    <a:pt x="225452" y="179105"/>
                  </a:cubicBezTo>
                  <a:cubicBezTo>
                    <a:pt x="220904" y="180376"/>
                    <a:pt x="221442" y="185022"/>
                    <a:pt x="221442" y="188593"/>
                  </a:cubicBezTo>
                  <a:cubicBezTo>
                    <a:pt x="221295" y="213488"/>
                    <a:pt x="223105" y="238531"/>
                    <a:pt x="220855" y="263231"/>
                  </a:cubicBezTo>
                  <a:cubicBezTo>
                    <a:pt x="216501" y="310920"/>
                    <a:pt x="219338" y="359244"/>
                    <a:pt x="204078" y="406003"/>
                  </a:cubicBezTo>
                  <a:cubicBezTo>
                    <a:pt x="192731" y="440681"/>
                    <a:pt x="183829" y="449876"/>
                    <a:pt x="149347" y="441757"/>
                  </a:cubicBezTo>
                  <a:cubicBezTo>
                    <a:pt x="104593" y="431289"/>
                    <a:pt x="59301" y="425519"/>
                    <a:pt x="13813" y="421067"/>
                  </a:cubicBezTo>
                  <a:cubicBezTo>
                    <a:pt x="804" y="419795"/>
                    <a:pt x="-1543" y="413340"/>
                    <a:pt x="804" y="403117"/>
                  </a:cubicBezTo>
                  <a:cubicBezTo>
                    <a:pt x="14303" y="344620"/>
                    <a:pt x="25015" y="285536"/>
                    <a:pt x="43111" y="228016"/>
                  </a:cubicBezTo>
                  <a:cubicBezTo>
                    <a:pt x="50741" y="203805"/>
                    <a:pt x="63361" y="179935"/>
                    <a:pt x="59204" y="152936"/>
                  </a:cubicBezTo>
                  <a:cubicBezTo>
                    <a:pt x="65269" y="100651"/>
                    <a:pt x="85224" y="51788"/>
                    <a:pt x="96522" y="823"/>
                  </a:cubicBezTo>
                  <a:close/>
                </a:path>
              </a:pathLst>
            </a:custGeom>
            <a:solidFill>
              <a:srgbClr val="E7C59C"/>
            </a:solidFill>
            <a:ln w="6411" cap="flat">
              <a:noFill/>
              <a:prstDash val="solid"/>
              <a:miter/>
            </a:ln>
          </p:spPr>
          <p:txBody>
            <a:bodyPr wrap="square" rtlCol="0" anchor="ctr">
              <a:noAutofit/>
            </a:bodyPr>
            <a:lstStyle/>
            <a:p>
              <a:endParaRPr lang="ko-KR" altLang="en-US"/>
            </a:p>
          </p:txBody>
        </p:sp>
        <p:grpSp>
          <p:nvGrpSpPr>
            <p:cNvPr id="44" name="그룹 43">
              <a:extLst>
                <a:ext uri="{FF2B5EF4-FFF2-40B4-BE49-F238E27FC236}">
                  <a16:creationId xmlns:a16="http://schemas.microsoft.com/office/drawing/2014/main" id="{EE2E743E-EBA0-46DD-8FD6-0F445B3A6535}"/>
                </a:ext>
              </a:extLst>
            </p:cNvPr>
            <p:cNvGrpSpPr/>
            <p:nvPr/>
          </p:nvGrpSpPr>
          <p:grpSpPr>
            <a:xfrm>
              <a:off x="10070321" y="1591096"/>
              <a:ext cx="1861761" cy="2180776"/>
              <a:chOff x="6382416" y="3715990"/>
              <a:chExt cx="3134372" cy="3671451"/>
            </a:xfrm>
          </p:grpSpPr>
          <p:sp>
            <p:nvSpPr>
              <p:cNvPr id="45" name="자유형: 도형 44">
                <a:extLst>
                  <a:ext uri="{FF2B5EF4-FFF2-40B4-BE49-F238E27FC236}">
                    <a16:creationId xmlns:a16="http://schemas.microsoft.com/office/drawing/2014/main" id="{3002C66A-670E-4FD4-91F0-53648FF314C9}"/>
                  </a:ext>
                </a:extLst>
              </p:cNvPr>
              <p:cNvSpPr/>
              <p:nvPr/>
            </p:nvSpPr>
            <p:spPr>
              <a:xfrm>
                <a:off x="7137558" y="3715990"/>
                <a:ext cx="2379230" cy="3671451"/>
              </a:xfrm>
              <a:custGeom>
                <a:avLst/>
                <a:gdLst>
                  <a:gd name="connsiteX0" fmla="*/ 2379168 w 2379229"/>
                  <a:gd name="connsiteY0" fmla="*/ 2192170 h 3142326"/>
                  <a:gd name="connsiteX1" fmla="*/ 2377894 w 2379229"/>
                  <a:gd name="connsiteY1" fmla="*/ 2142507 h 3142326"/>
                  <a:gd name="connsiteX2" fmla="*/ 2376993 w 2379229"/>
                  <a:gd name="connsiteY2" fmla="*/ 2092284 h 3142326"/>
                  <a:gd name="connsiteX3" fmla="*/ 2363194 w 2379229"/>
                  <a:gd name="connsiteY3" fmla="*/ 1890679 h 3142326"/>
                  <a:gd name="connsiteX4" fmla="*/ 2333421 w 2379229"/>
                  <a:gd name="connsiteY4" fmla="*/ 1653521 h 3142326"/>
                  <a:gd name="connsiteX5" fmla="*/ 2265577 w 2379229"/>
                  <a:gd name="connsiteY5" fmla="*/ 1442220 h 3142326"/>
                  <a:gd name="connsiteX6" fmla="*/ 2143439 w 2379229"/>
                  <a:gd name="connsiteY6" fmla="*/ 1310230 h 3142326"/>
                  <a:gd name="connsiteX7" fmla="*/ 1980154 w 2379229"/>
                  <a:gd name="connsiteY7" fmla="*/ 1241671 h 3142326"/>
                  <a:gd name="connsiteX8" fmla="*/ 1957435 w 2379229"/>
                  <a:gd name="connsiteY8" fmla="*/ 1224827 h 3142326"/>
                  <a:gd name="connsiteX9" fmla="*/ 1927942 w 2379229"/>
                  <a:gd name="connsiteY9" fmla="*/ 1178178 h 3142326"/>
                  <a:gd name="connsiteX10" fmla="*/ 1817117 w 2379229"/>
                  <a:gd name="connsiteY10" fmla="*/ 939870 h 3142326"/>
                  <a:gd name="connsiteX11" fmla="*/ 1692555 w 2379229"/>
                  <a:gd name="connsiteY11" fmla="*/ 451319 h 3142326"/>
                  <a:gd name="connsiteX12" fmla="*/ 1631828 w 2379229"/>
                  <a:gd name="connsiteY12" fmla="*/ 232839 h 3142326"/>
                  <a:gd name="connsiteX13" fmla="*/ 1564326 w 2379229"/>
                  <a:gd name="connsiteY13" fmla="*/ 101129 h 3142326"/>
                  <a:gd name="connsiteX14" fmla="*/ 1449678 w 2379229"/>
                  <a:gd name="connsiteY14" fmla="*/ 10318 h 3142326"/>
                  <a:gd name="connsiteX15" fmla="*/ 1394794 w 2379229"/>
                  <a:gd name="connsiteY15" fmla="*/ 0 h 3142326"/>
                  <a:gd name="connsiteX16" fmla="*/ 1345690 w 2379229"/>
                  <a:gd name="connsiteY16" fmla="*/ 0 h 3142326"/>
                  <a:gd name="connsiteX17" fmla="*/ 1337921 w 2379229"/>
                  <a:gd name="connsiteY17" fmla="*/ 2517 h 3142326"/>
                  <a:gd name="connsiteX18" fmla="*/ 1271848 w 2379229"/>
                  <a:gd name="connsiteY18" fmla="*/ 47861 h 3142326"/>
                  <a:gd name="connsiteX19" fmla="*/ 1248633 w 2379229"/>
                  <a:gd name="connsiteY19" fmla="*/ 90935 h 3142326"/>
                  <a:gd name="connsiteX20" fmla="*/ 1187346 w 2379229"/>
                  <a:gd name="connsiteY20" fmla="*/ 132704 h 3142326"/>
                  <a:gd name="connsiteX21" fmla="*/ 1066048 w 2379229"/>
                  <a:gd name="connsiteY21" fmla="*/ 135626 h 3142326"/>
                  <a:gd name="connsiteX22" fmla="*/ 903353 w 2379229"/>
                  <a:gd name="connsiteY22" fmla="*/ 186625 h 3142326"/>
                  <a:gd name="connsiteX23" fmla="*/ 683132 w 2379229"/>
                  <a:gd name="connsiteY23" fmla="*/ 459089 h 3142326"/>
                  <a:gd name="connsiteX24" fmla="*/ 668277 w 2379229"/>
                  <a:gd name="connsiteY24" fmla="*/ 618769 h 3142326"/>
                  <a:gd name="connsiteX25" fmla="*/ 676481 w 2379229"/>
                  <a:gd name="connsiteY25" fmla="*/ 614449 h 3142326"/>
                  <a:gd name="connsiteX26" fmla="*/ 728506 w 2379229"/>
                  <a:gd name="connsiteY26" fmla="*/ 587287 h 3142326"/>
                  <a:gd name="connsiteX27" fmla="*/ 814158 w 2379229"/>
                  <a:gd name="connsiteY27" fmla="*/ 586044 h 3142326"/>
                  <a:gd name="connsiteX28" fmla="*/ 1073911 w 2379229"/>
                  <a:gd name="connsiteY28" fmla="*/ 641674 h 3142326"/>
                  <a:gd name="connsiteX29" fmla="*/ 1242759 w 2379229"/>
                  <a:gd name="connsiteY29" fmla="*/ 704732 h 3142326"/>
                  <a:gd name="connsiteX30" fmla="*/ 1282881 w 2379229"/>
                  <a:gd name="connsiteY30" fmla="*/ 715205 h 3142326"/>
                  <a:gd name="connsiteX31" fmla="*/ 1316570 w 2379229"/>
                  <a:gd name="connsiteY31" fmla="*/ 697117 h 3142326"/>
                  <a:gd name="connsiteX32" fmla="*/ 1349668 w 2379229"/>
                  <a:gd name="connsiteY32" fmla="*/ 642606 h 3142326"/>
                  <a:gd name="connsiteX33" fmla="*/ 1401476 w 2379229"/>
                  <a:gd name="connsiteY33" fmla="*/ 601396 h 3142326"/>
                  <a:gd name="connsiteX34" fmla="*/ 1460431 w 2379229"/>
                  <a:gd name="connsiteY34" fmla="*/ 632754 h 3142326"/>
                  <a:gd name="connsiteX35" fmla="*/ 1462576 w 2379229"/>
                  <a:gd name="connsiteY35" fmla="*/ 643569 h 3142326"/>
                  <a:gd name="connsiteX36" fmla="*/ 1467268 w 2379229"/>
                  <a:gd name="connsiteY36" fmla="*/ 734038 h 3142326"/>
                  <a:gd name="connsiteX37" fmla="*/ 1482590 w 2379229"/>
                  <a:gd name="connsiteY37" fmla="*/ 835540 h 3142326"/>
                  <a:gd name="connsiteX38" fmla="*/ 1548787 w 2379229"/>
                  <a:gd name="connsiteY38" fmla="*/ 962371 h 3142326"/>
                  <a:gd name="connsiteX39" fmla="*/ 1558639 w 2379229"/>
                  <a:gd name="connsiteY39" fmla="*/ 990869 h 3142326"/>
                  <a:gd name="connsiteX40" fmla="*/ 1569547 w 2379229"/>
                  <a:gd name="connsiteY40" fmla="*/ 1087088 h 3142326"/>
                  <a:gd name="connsiteX41" fmla="*/ 1590525 w 2379229"/>
                  <a:gd name="connsiteY41" fmla="*/ 1268523 h 3142326"/>
                  <a:gd name="connsiteX42" fmla="*/ 1604666 w 2379229"/>
                  <a:gd name="connsiteY42" fmla="*/ 1376613 h 3142326"/>
                  <a:gd name="connsiteX43" fmla="*/ 1598295 w 2379229"/>
                  <a:gd name="connsiteY43" fmla="*/ 1389946 h 3142326"/>
                  <a:gd name="connsiteX44" fmla="*/ 1593229 w 2379229"/>
                  <a:gd name="connsiteY44" fmla="*/ 1395260 h 3142326"/>
                  <a:gd name="connsiteX45" fmla="*/ 1406106 w 2379229"/>
                  <a:gd name="connsiteY45" fmla="*/ 1670987 h 3142326"/>
                  <a:gd name="connsiteX46" fmla="*/ 1307309 w 2379229"/>
                  <a:gd name="connsiteY46" fmla="*/ 1858638 h 3142326"/>
                  <a:gd name="connsiteX47" fmla="*/ 1235331 w 2379229"/>
                  <a:gd name="connsiteY47" fmla="*/ 2011232 h 3142326"/>
                  <a:gd name="connsiteX48" fmla="*/ 1230576 w 2379229"/>
                  <a:gd name="connsiteY48" fmla="*/ 1993020 h 3142326"/>
                  <a:gd name="connsiteX49" fmla="*/ 1179328 w 2379229"/>
                  <a:gd name="connsiteY49" fmla="*/ 1733237 h 3142326"/>
                  <a:gd name="connsiteX50" fmla="*/ 1167332 w 2379229"/>
                  <a:gd name="connsiteY50" fmla="*/ 1617563 h 3142326"/>
                  <a:gd name="connsiteX51" fmla="*/ 1182156 w 2379229"/>
                  <a:gd name="connsiteY51" fmla="*/ 1453190 h 3142326"/>
                  <a:gd name="connsiteX52" fmla="*/ 1190827 w 2379229"/>
                  <a:gd name="connsiteY52" fmla="*/ 1425220 h 3142326"/>
                  <a:gd name="connsiteX53" fmla="*/ 1231819 w 2379229"/>
                  <a:gd name="connsiteY53" fmla="*/ 1302088 h 3142326"/>
                  <a:gd name="connsiteX54" fmla="*/ 1233094 w 2379229"/>
                  <a:gd name="connsiteY54" fmla="*/ 1271600 h 3142326"/>
                  <a:gd name="connsiteX55" fmla="*/ 1208977 w 2379229"/>
                  <a:gd name="connsiteY55" fmla="*/ 1251275 h 3142326"/>
                  <a:gd name="connsiteX56" fmla="*/ 1181628 w 2379229"/>
                  <a:gd name="connsiteY56" fmla="*/ 1257739 h 3142326"/>
                  <a:gd name="connsiteX57" fmla="*/ 1115151 w 2379229"/>
                  <a:gd name="connsiteY57" fmla="*/ 1286113 h 3142326"/>
                  <a:gd name="connsiteX58" fmla="*/ 1046189 w 2379229"/>
                  <a:gd name="connsiteY58" fmla="*/ 1305164 h 3142326"/>
                  <a:gd name="connsiteX59" fmla="*/ 1017690 w 2379229"/>
                  <a:gd name="connsiteY59" fmla="*/ 1289066 h 3142326"/>
                  <a:gd name="connsiteX60" fmla="*/ 1004513 w 2379229"/>
                  <a:gd name="connsiteY60" fmla="*/ 1260163 h 3142326"/>
                  <a:gd name="connsiteX61" fmla="*/ 992672 w 2379229"/>
                  <a:gd name="connsiteY61" fmla="*/ 1251212 h 3142326"/>
                  <a:gd name="connsiteX62" fmla="*/ 802566 w 2379229"/>
                  <a:gd name="connsiteY62" fmla="*/ 1297705 h 3142326"/>
                  <a:gd name="connsiteX63" fmla="*/ 612305 w 2379229"/>
                  <a:gd name="connsiteY63" fmla="*/ 1496824 h 3142326"/>
                  <a:gd name="connsiteX64" fmla="*/ 590270 w 2379229"/>
                  <a:gd name="connsiteY64" fmla="*/ 1627011 h 3142326"/>
                  <a:gd name="connsiteX65" fmla="*/ 567148 w 2379229"/>
                  <a:gd name="connsiteY65" fmla="*/ 2103473 h 3142326"/>
                  <a:gd name="connsiteX66" fmla="*/ 557234 w 2379229"/>
                  <a:gd name="connsiteY66" fmla="*/ 2305544 h 3142326"/>
                  <a:gd name="connsiteX67" fmla="*/ 540638 w 2379229"/>
                  <a:gd name="connsiteY67" fmla="*/ 2509790 h 3142326"/>
                  <a:gd name="connsiteX68" fmla="*/ 530755 w 2379229"/>
                  <a:gd name="connsiteY68" fmla="*/ 2520823 h 3142326"/>
                  <a:gd name="connsiteX69" fmla="*/ 327099 w 2379229"/>
                  <a:gd name="connsiteY69" fmla="*/ 2567596 h 3142326"/>
                  <a:gd name="connsiteX70" fmla="*/ 334092 w 2379229"/>
                  <a:gd name="connsiteY70" fmla="*/ 2573377 h 3142326"/>
                  <a:gd name="connsiteX71" fmla="*/ 335086 w 2379229"/>
                  <a:gd name="connsiteY71" fmla="*/ 2572910 h 3142326"/>
                  <a:gd name="connsiteX72" fmla="*/ 334434 w 2379229"/>
                  <a:gd name="connsiteY72" fmla="*/ 2573998 h 3142326"/>
                  <a:gd name="connsiteX73" fmla="*/ 235698 w 2379229"/>
                  <a:gd name="connsiteY73" fmla="*/ 2689454 h 3142326"/>
                  <a:gd name="connsiteX74" fmla="*/ 182772 w 2379229"/>
                  <a:gd name="connsiteY74" fmla="*/ 2728115 h 3142326"/>
                  <a:gd name="connsiteX75" fmla="*/ 150978 w 2379229"/>
                  <a:gd name="connsiteY75" fmla="*/ 2725567 h 3142326"/>
                  <a:gd name="connsiteX76" fmla="*/ 94851 w 2379229"/>
                  <a:gd name="connsiteY76" fmla="*/ 2697907 h 3142326"/>
                  <a:gd name="connsiteX77" fmla="*/ 14358 w 2379229"/>
                  <a:gd name="connsiteY77" fmla="*/ 2658593 h 3142326"/>
                  <a:gd name="connsiteX78" fmla="*/ 0 w 2379229"/>
                  <a:gd name="connsiteY78" fmla="*/ 2658282 h 3142326"/>
                  <a:gd name="connsiteX79" fmla="*/ 27411 w 2379229"/>
                  <a:gd name="connsiteY79" fmla="*/ 2682803 h 3142326"/>
                  <a:gd name="connsiteX80" fmla="*/ 216864 w 2379229"/>
                  <a:gd name="connsiteY80" fmla="*/ 2823868 h 3142326"/>
                  <a:gd name="connsiteX81" fmla="*/ 498496 w 2379229"/>
                  <a:gd name="connsiteY81" fmla="*/ 2898797 h 3142326"/>
                  <a:gd name="connsiteX82" fmla="*/ 710636 w 2379229"/>
                  <a:gd name="connsiteY82" fmla="*/ 2901656 h 3142326"/>
                  <a:gd name="connsiteX83" fmla="*/ 720737 w 2379229"/>
                  <a:gd name="connsiteY83" fmla="*/ 2912845 h 3142326"/>
                  <a:gd name="connsiteX84" fmla="*/ 695719 w 2379229"/>
                  <a:gd name="connsiteY84" fmla="*/ 3127223 h 3142326"/>
                  <a:gd name="connsiteX85" fmla="*/ 709269 w 2379229"/>
                  <a:gd name="connsiteY85" fmla="*/ 3141767 h 3142326"/>
                  <a:gd name="connsiteX86" fmla="*/ 1270046 w 2379229"/>
                  <a:gd name="connsiteY86" fmla="*/ 3141861 h 3142326"/>
                  <a:gd name="connsiteX87" fmla="*/ 1978071 w 2379229"/>
                  <a:gd name="connsiteY87" fmla="*/ 3142327 h 3142326"/>
                  <a:gd name="connsiteX88" fmla="*/ 1987209 w 2379229"/>
                  <a:gd name="connsiteY88" fmla="*/ 3131916 h 3142326"/>
                  <a:gd name="connsiteX89" fmla="*/ 1949324 w 2379229"/>
                  <a:gd name="connsiteY89" fmla="*/ 2907095 h 3142326"/>
                  <a:gd name="connsiteX90" fmla="*/ 1961755 w 2379229"/>
                  <a:gd name="connsiteY90" fmla="*/ 2894229 h 3142326"/>
                  <a:gd name="connsiteX91" fmla="*/ 2152576 w 2379229"/>
                  <a:gd name="connsiteY91" fmla="*/ 2889443 h 3142326"/>
                  <a:gd name="connsiteX92" fmla="*/ 2283074 w 2379229"/>
                  <a:gd name="connsiteY92" fmla="*/ 2816284 h 3142326"/>
                  <a:gd name="connsiteX93" fmla="*/ 2349519 w 2379229"/>
                  <a:gd name="connsiteY93" fmla="*/ 2654677 h 3142326"/>
                  <a:gd name="connsiteX94" fmla="*/ 2377210 w 2379229"/>
                  <a:gd name="connsiteY94" fmla="*/ 2361827 h 3142326"/>
                  <a:gd name="connsiteX95" fmla="*/ 2379230 w 2379229"/>
                  <a:gd name="connsiteY95" fmla="*/ 2312412 h 3142326"/>
                  <a:gd name="connsiteX96" fmla="*/ 2379168 w 2379229"/>
                  <a:gd name="connsiteY96" fmla="*/ 2192170 h 3142326"/>
                  <a:gd name="connsiteX0" fmla="*/ 2379168 w 2379231"/>
                  <a:gd name="connsiteY0" fmla="*/ 2192170 h 3391009"/>
                  <a:gd name="connsiteX1" fmla="*/ 2377894 w 2379231"/>
                  <a:gd name="connsiteY1" fmla="*/ 2142507 h 3391009"/>
                  <a:gd name="connsiteX2" fmla="*/ 2376993 w 2379231"/>
                  <a:gd name="connsiteY2" fmla="*/ 2092284 h 3391009"/>
                  <a:gd name="connsiteX3" fmla="*/ 2363194 w 2379231"/>
                  <a:gd name="connsiteY3" fmla="*/ 1890679 h 3391009"/>
                  <a:gd name="connsiteX4" fmla="*/ 2333421 w 2379231"/>
                  <a:gd name="connsiteY4" fmla="*/ 1653521 h 3391009"/>
                  <a:gd name="connsiteX5" fmla="*/ 2265577 w 2379231"/>
                  <a:gd name="connsiteY5" fmla="*/ 1442220 h 3391009"/>
                  <a:gd name="connsiteX6" fmla="*/ 2143439 w 2379231"/>
                  <a:gd name="connsiteY6" fmla="*/ 1310230 h 3391009"/>
                  <a:gd name="connsiteX7" fmla="*/ 1980154 w 2379231"/>
                  <a:gd name="connsiteY7" fmla="*/ 1241671 h 3391009"/>
                  <a:gd name="connsiteX8" fmla="*/ 1957435 w 2379231"/>
                  <a:gd name="connsiteY8" fmla="*/ 1224827 h 3391009"/>
                  <a:gd name="connsiteX9" fmla="*/ 1927942 w 2379231"/>
                  <a:gd name="connsiteY9" fmla="*/ 1178178 h 3391009"/>
                  <a:gd name="connsiteX10" fmla="*/ 1817117 w 2379231"/>
                  <a:gd name="connsiteY10" fmla="*/ 939870 h 3391009"/>
                  <a:gd name="connsiteX11" fmla="*/ 1692555 w 2379231"/>
                  <a:gd name="connsiteY11" fmla="*/ 451319 h 3391009"/>
                  <a:gd name="connsiteX12" fmla="*/ 1631828 w 2379231"/>
                  <a:gd name="connsiteY12" fmla="*/ 232839 h 3391009"/>
                  <a:gd name="connsiteX13" fmla="*/ 1564326 w 2379231"/>
                  <a:gd name="connsiteY13" fmla="*/ 101129 h 3391009"/>
                  <a:gd name="connsiteX14" fmla="*/ 1449678 w 2379231"/>
                  <a:gd name="connsiteY14" fmla="*/ 10318 h 3391009"/>
                  <a:gd name="connsiteX15" fmla="*/ 1394794 w 2379231"/>
                  <a:gd name="connsiteY15" fmla="*/ 0 h 3391009"/>
                  <a:gd name="connsiteX16" fmla="*/ 1345690 w 2379231"/>
                  <a:gd name="connsiteY16" fmla="*/ 0 h 3391009"/>
                  <a:gd name="connsiteX17" fmla="*/ 1337921 w 2379231"/>
                  <a:gd name="connsiteY17" fmla="*/ 2517 h 3391009"/>
                  <a:gd name="connsiteX18" fmla="*/ 1271848 w 2379231"/>
                  <a:gd name="connsiteY18" fmla="*/ 47861 h 3391009"/>
                  <a:gd name="connsiteX19" fmla="*/ 1248633 w 2379231"/>
                  <a:gd name="connsiteY19" fmla="*/ 90935 h 3391009"/>
                  <a:gd name="connsiteX20" fmla="*/ 1187346 w 2379231"/>
                  <a:gd name="connsiteY20" fmla="*/ 132704 h 3391009"/>
                  <a:gd name="connsiteX21" fmla="*/ 1066048 w 2379231"/>
                  <a:gd name="connsiteY21" fmla="*/ 135626 h 3391009"/>
                  <a:gd name="connsiteX22" fmla="*/ 903353 w 2379231"/>
                  <a:gd name="connsiteY22" fmla="*/ 186625 h 3391009"/>
                  <a:gd name="connsiteX23" fmla="*/ 683132 w 2379231"/>
                  <a:gd name="connsiteY23" fmla="*/ 459089 h 3391009"/>
                  <a:gd name="connsiteX24" fmla="*/ 668277 w 2379231"/>
                  <a:gd name="connsiteY24" fmla="*/ 618769 h 3391009"/>
                  <a:gd name="connsiteX25" fmla="*/ 676481 w 2379231"/>
                  <a:gd name="connsiteY25" fmla="*/ 614449 h 3391009"/>
                  <a:gd name="connsiteX26" fmla="*/ 728506 w 2379231"/>
                  <a:gd name="connsiteY26" fmla="*/ 587287 h 3391009"/>
                  <a:gd name="connsiteX27" fmla="*/ 814158 w 2379231"/>
                  <a:gd name="connsiteY27" fmla="*/ 586044 h 3391009"/>
                  <a:gd name="connsiteX28" fmla="*/ 1073911 w 2379231"/>
                  <a:gd name="connsiteY28" fmla="*/ 641674 h 3391009"/>
                  <a:gd name="connsiteX29" fmla="*/ 1242759 w 2379231"/>
                  <a:gd name="connsiteY29" fmla="*/ 704732 h 3391009"/>
                  <a:gd name="connsiteX30" fmla="*/ 1282881 w 2379231"/>
                  <a:gd name="connsiteY30" fmla="*/ 715205 h 3391009"/>
                  <a:gd name="connsiteX31" fmla="*/ 1316570 w 2379231"/>
                  <a:gd name="connsiteY31" fmla="*/ 697117 h 3391009"/>
                  <a:gd name="connsiteX32" fmla="*/ 1349668 w 2379231"/>
                  <a:gd name="connsiteY32" fmla="*/ 642606 h 3391009"/>
                  <a:gd name="connsiteX33" fmla="*/ 1401476 w 2379231"/>
                  <a:gd name="connsiteY33" fmla="*/ 601396 h 3391009"/>
                  <a:gd name="connsiteX34" fmla="*/ 1460431 w 2379231"/>
                  <a:gd name="connsiteY34" fmla="*/ 632754 h 3391009"/>
                  <a:gd name="connsiteX35" fmla="*/ 1462576 w 2379231"/>
                  <a:gd name="connsiteY35" fmla="*/ 643569 h 3391009"/>
                  <a:gd name="connsiteX36" fmla="*/ 1467268 w 2379231"/>
                  <a:gd name="connsiteY36" fmla="*/ 734038 h 3391009"/>
                  <a:gd name="connsiteX37" fmla="*/ 1482590 w 2379231"/>
                  <a:gd name="connsiteY37" fmla="*/ 835540 h 3391009"/>
                  <a:gd name="connsiteX38" fmla="*/ 1548787 w 2379231"/>
                  <a:gd name="connsiteY38" fmla="*/ 962371 h 3391009"/>
                  <a:gd name="connsiteX39" fmla="*/ 1558639 w 2379231"/>
                  <a:gd name="connsiteY39" fmla="*/ 990869 h 3391009"/>
                  <a:gd name="connsiteX40" fmla="*/ 1569547 w 2379231"/>
                  <a:gd name="connsiteY40" fmla="*/ 1087088 h 3391009"/>
                  <a:gd name="connsiteX41" fmla="*/ 1590525 w 2379231"/>
                  <a:gd name="connsiteY41" fmla="*/ 1268523 h 3391009"/>
                  <a:gd name="connsiteX42" fmla="*/ 1604666 w 2379231"/>
                  <a:gd name="connsiteY42" fmla="*/ 1376613 h 3391009"/>
                  <a:gd name="connsiteX43" fmla="*/ 1598295 w 2379231"/>
                  <a:gd name="connsiteY43" fmla="*/ 1389946 h 3391009"/>
                  <a:gd name="connsiteX44" fmla="*/ 1593229 w 2379231"/>
                  <a:gd name="connsiteY44" fmla="*/ 1395260 h 3391009"/>
                  <a:gd name="connsiteX45" fmla="*/ 1406106 w 2379231"/>
                  <a:gd name="connsiteY45" fmla="*/ 1670987 h 3391009"/>
                  <a:gd name="connsiteX46" fmla="*/ 1307309 w 2379231"/>
                  <a:gd name="connsiteY46" fmla="*/ 1858638 h 3391009"/>
                  <a:gd name="connsiteX47" fmla="*/ 1235331 w 2379231"/>
                  <a:gd name="connsiteY47" fmla="*/ 2011232 h 3391009"/>
                  <a:gd name="connsiteX48" fmla="*/ 1230576 w 2379231"/>
                  <a:gd name="connsiteY48" fmla="*/ 1993020 h 3391009"/>
                  <a:gd name="connsiteX49" fmla="*/ 1179328 w 2379231"/>
                  <a:gd name="connsiteY49" fmla="*/ 1733237 h 3391009"/>
                  <a:gd name="connsiteX50" fmla="*/ 1167332 w 2379231"/>
                  <a:gd name="connsiteY50" fmla="*/ 1617563 h 3391009"/>
                  <a:gd name="connsiteX51" fmla="*/ 1182156 w 2379231"/>
                  <a:gd name="connsiteY51" fmla="*/ 1453190 h 3391009"/>
                  <a:gd name="connsiteX52" fmla="*/ 1190827 w 2379231"/>
                  <a:gd name="connsiteY52" fmla="*/ 1425220 h 3391009"/>
                  <a:gd name="connsiteX53" fmla="*/ 1231819 w 2379231"/>
                  <a:gd name="connsiteY53" fmla="*/ 1302088 h 3391009"/>
                  <a:gd name="connsiteX54" fmla="*/ 1233094 w 2379231"/>
                  <a:gd name="connsiteY54" fmla="*/ 1271600 h 3391009"/>
                  <a:gd name="connsiteX55" fmla="*/ 1208977 w 2379231"/>
                  <a:gd name="connsiteY55" fmla="*/ 1251275 h 3391009"/>
                  <a:gd name="connsiteX56" fmla="*/ 1181628 w 2379231"/>
                  <a:gd name="connsiteY56" fmla="*/ 1257739 h 3391009"/>
                  <a:gd name="connsiteX57" fmla="*/ 1115151 w 2379231"/>
                  <a:gd name="connsiteY57" fmla="*/ 1286113 h 3391009"/>
                  <a:gd name="connsiteX58" fmla="*/ 1046189 w 2379231"/>
                  <a:gd name="connsiteY58" fmla="*/ 1305164 h 3391009"/>
                  <a:gd name="connsiteX59" fmla="*/ 1017690 w 2379231"/>
                  <a:gd name="connsiteY59" fmla="*/ 1289066 h 3391009"/>
                  <a:gd name="connsiteX60" fmla="*/ 1004513 w 2379231"/>
                  <a:gd name="connsiteY60" fmla="*/ 1260163 h 3391009"/>
                  <a:gd name="connsiteX61" fmla="*/ 992672 w 2379231"/>
                  <a:gd name="connsiteY61" fmla="*/ 1251212 h 3391009"/>
                  <a:gd name="connsiteX62" fmla="*/ 802566 w 2379231"/>
                  <a:gd name="connsiteY62" fmla="*/ 1297705 h 3391009"/>
                  <a:gd name="connsiteX63" fmla="*/ 612305 w 2379231"/>
                  <a:gd name="connsiteY63" fmla="*/ 1496824 h 3391009"/>
                  <a:gd name="connsiteX64" fmla="*/ 590270 w 2379231"/>
                  <a:gd name="connsiteY64" fmla="*/ 1627011 h 3391009"/>
                  <a:gd name="connsiteX65" fmla="*/ 567148 w 2379231"/>
                  <a:gd name="connsiteY65" fmla="*/ 2103473 h 3391009"/>
                  <a:gd name="connsiteX66" fmla="*/ 557234 w 2379231"/>
                  <a:gd name="connsiteY66" fmla="*/ 2305544 h 3391009"/>
                  <a:gd name="connsiteX67" fmla="*/ 540638 w 2379231"/>
                  <a:gd name="connsiteY67" fmla="*/ 2509790 h 3391009"/>
                  <a:gd name="connsiteX68" fmla="*/ 530755 w 2379231"/>
                  <a:gd name="connsiteY68" fmla="*/ 2520823 h 3391009"/>
                  <a:gd name="connsiteX69" fmla="*/ 327099 w 2379231"/>
                  <a:gd name="connsiteY69" fmla="*/ 2567596 h 3391009"/>
                  <a:gd name="connsiteX70" fmla="*/ 334092 w 2379231"/>
                  <a:gd name="connsiteY70" fmla="*/ 2573377 h 3391009"/>
                  <a:gd name="connsiteX71" fmla="*/ 335086 w 2379231"/>
                  <a:gd name="connsiteY71" fmla="*/ 2572910 h 3391009"/>
                  <a:gd name="connsiteX72" fmla="*/ 334434 w 2379231"/>
                  <a:gd name="connsiteY72" fmla="*/ 2573998 h 3391009"/>
                  <a:gd name="connsiteX73" fmla="*/ 235698 w 2379231"/>
                  <a:gd name="connsiteY73" fmla="*/ 2689454 h 3391009"/>
                  <a:gd name="connsiteX74" fmla="*/ 182772 w 2379231"/>
                  <a:gd name="connsiteY74" fmla="*/ 2728115 h 3391009"/>
                  <a:gd name="connsiteX75" fmla="*/ 150978 w 2379231"/>
                  <a:gd name="connsiteY75" fmla="*/ 2725567 h 3391009"/>
                  <a:gd name="connsiteX76" fmla="*/ 94851 w 2379231"/>
                  <a:gd name="connsiteY76" fmla="*/ 2697907 h 3391009"/>
                  <a:gd name="connsiteX77" fmla="*/ 14358 w 2379231"/>
                  <a:gd name="connsiteY77" fmla="*/ 2658593 h 3391009"/>
                  <a:gd name="connsiteX78" fmla="*/ 0 w 2379231"/>
                  <a:gd name="connsiteY78" fmla="*/ 2658282 h 3391009"/>
                  <a:gd name="connsiteX79" fmla="*/ 27411 w 2379231"/>
                  <a:gd name="connsiteY79" fmla="*/ 2682803 h 3391009"/>
                  <a:gd name="connsiteX80" fmla="*/ 216864 w 2379231"/>
                  <a:gd name="connsiteY80" fmla="*/ 2823868 h 3391009"/>
                  <a:gd name="connsiteX81" fmla="*/ 498496 w 2379231"/>
                  <a:gd name="connsiteY81" fmla="*/ 2898797 h 3391009"/>
                  <a:gd name="connsiteX82" fmla="*/ 710636 w 2379231"/>
                  <a:gd name="connsiteY82" fmla="*/ 2901656 h 3391009"/>
                  <a:gd name="connsiteX83" fmla="*/ 720737 w 2379231"/>
                  <a:gd name="connsiteY83" fmla="*/ 2912845 h 3391009"/>
                  <a:gd name="connsiteX84" fmla="*/ 695719 w 2379231"/>
                  <a:gd name="connsiteY84" fmla="*/ 3127223 h 3391009"/>
                  <a:gd name="connsiteX85" fmla="*/ 694607 w 2379231"/>
                  <a:gd name="connsiteY85" fmla="*/ 3391009 h 3391009"/>
                  <a:gd name="connsiteX86" fmla="*/ 1270046 w 2379231"/>
                  <a:gd name="connsiteY86" fmla="*/ 3141861 h 3391009"/>
                  <a:gd name="connsiteX87" fmla="*/ 1978071 w 2379231"/>
                  <a:gd name="connsiteY87" fmla="*/ 3142327 h 3391009"/>
                  <a:gd name="connsiteX88" fmla="*/ 1987209 w 2379231"/>
                  <a:gd name="connsiteY88" fmla="*/ 3131916 h 3391009"/>
                  <a:gd name="connsiteX89" fmla="*/ 1949324 w 2379231"/>
                  <a:gd name="connsiteY89" fmla="*/ 2907095 h 3391009"/>
                  <a:gd name="connsiteX90" fmla="*/ 1961755 w 2379231"/>
                  <a:gd name="connsiteY90" fmla="*/ 2894229 h 3391009"/>
                  <a:gd name="connsiteX91" fmla="*/ 2152576 w 2379231"/>
                  <a:gd name="connsiteY91" fmla="*/ 2889443 h 3391009"/>
                  <a:gd name="connsiteX92" fmla="*/ 2283074 w 2379231"/>
                  <a:gd name="connsiteY92" fmla="*/ 2816284 h 3391009"/>
                  <a:gd name="connsiteX93" fmla="*/ 2349519 w 2379231"/>
                  <a:gd name="connsiteY93" fmla="*/ 2654677 h 3391009"/>
                  <a:gd name="connsiteX94" fmla="*/ 2377210 w 2379231"/>
                  <a:gd name="connsiteY94" fmla="*/ 2361827 h 3391009"/>
                  <a:gd name="connsiteX95" fmla="*/ 2379230 w 2379231"/>
                  <a:gd name="connsiteY95" fmla="*/ 2312412 h 3391009"/>
                  <a:gd name="connsiteX96" fmla="*/ 2379168 w 2379231"/>
                  <a:gd name="connsiteY96" fmla="*/ 2192170 h 3391009"/>
                  <a:gd name="connsiteX0" fmla="*/ 2379168 w 2379229"/>
                  <a:gd name="connsiteY0" fmla="*/ 2192170 h 3453566"/>
                  <a:gd name="connsiteX1" fmla="*/ 2377894 w 2379229"/>
                  <a:gd name="connsiteY1" fmla="*/ 2142507 h 3453566"/>
                  <a:gd name="connsiteX2" fmla="*/ 2376993 w 2379229"/>
                  <a:gd name="connsiteY2" fmla="*/ 2092284 h 3453566"/>
                  <a:gd name="connsiteX3" fmla="*/ 2363194 w 2379229"/>
                  <a:gd name="connsiteY3" fmla="*/ 1890679 h 3453566"/>
                  <a:gd name="connsiteX4" fmla="*/ 2333421 w 2379229"/>
                  <a:gd name="connsiteY4" fmla="*/ 1653521 h 3453566"/>
                  <a:gd name="connsiteX5" fmla="*/ 2265577 w 2379229"/>
                  <a:gd name="connsiteY5" fmla="*/ 1442220 h 3453566"/>
                  <a:gd name="connsiteX6" fmla="*/ 2143439 w 2379229"/>
                  <a:gd name="connsiteY6" fmla="*/ 1310230 h 3453566"/>
                  <a:gd name="connsiteX7" fmla="*/ 1980154 w 2379229"/>
                  <a:gd name="connsiteY7" fmla="*/ 1241671 h 3453566"/>
                  <a:gd name="connsiteX8" fmla="*/ 1957435 w 2379229"/>
                  <a:gd name="connsiteY8" fmla="*/ 1224827 h 3453566"/>
                  <a:gd name="connsiteX9" fmla="*/ 1927942 w 2379229"/>
                  <a:gd name="connsiteY9" fmla="*/ 1178178 h 3453566"/>
                  <a:gd name="connsiteX10" fmla="*/ 1817117 w 2379229"/>
                  <a:gd name="connsiteY10" fmla="*/ 939870 h 3453566"/>
                  <a:gd name="connsiteX11" fmla="*/ 1692555 w 2379229"/>
                  <a:gd name="connsiteY11" fmla="*/ 451319 h 3453566"/>
                  <a:gd name="connsiteX12" fmla="*/ 1631828 w 2379229"/>
                  <a:gd name="connsiteY12" fmla="*/ 232839 h 3453566"/>
                  <a:gd name="connsiteX13" fmla="*/ 1564326 w 2379229"/>
                  <a:gd name="connsiteY13" fmla="*/ 101129 h 3453566"/>
                  <a:gd name="connsiteX14" fmla="*/ 1449678 w 2379229"/>
                  <a:gd name="connsiteY14" fmla="*/ 10318 h 3453566"/>
                  <a:gd name="connsiteX15" fmla="*/ 1394794 w 2379229"/>
                  <a:gd name="connsiteY15" fmla="*/ 0 h 3453566"/>
                  <a:gd name="connsiteX16" fmla="*/ 1345690 w 2379229"/>
                  <a:gd name="connsiteY16" fmla="*/ 0 h 3453566"/>
                  <a:gd name="connsiteX17" fmla="*/ 1337921 w 2379229"/>
                  <a:gd name="connsiteY17" fmla="*/ 2517 h 3453566"/>
                  <a:gd name="connsiteX18" fmla="*/ 1271848 w 2379229"/>
                  <a:gd name="connsiteY18" fmla="*/ 47861 h 3453566"/>
                  <a:gd name="connsiteX19" fmla="*/ 1248633 w 2379229"/>
                  <a:gd name="connsiteY19" fmla="*/ 90935 h 3453566"/>
                  <a:gd name="connsiteX20" fmla="*/ 1187346 w 2379229"/>
                  <a:gd name="connsiteY20" fmla="*/ 132704 h 3453566"/>
                  <a:gd name="connsiteX21" fmla="*/ 1066048 w 2379229"/>
                  <a:gd name="connsiteY21" fmla="*/ 135626 h 3453566"/>
                  <a:gd name="connsiteX22" fmla="*/ 903353 w 2379229"/>
                  <a:gd name="connsiteY22" fmla="*/ 186625 h 3453566"/>
                  <a:gd name="connsiteX23" fmla="*/ 683132 w 2379229"/>
                  <a:gd name="connsiteY23" fmla="*/ 459089 h 3453566"/>
                  <a:gd name="connsiteX24" fmla="*/ 668277 w 2379229"/>
                  <a:gd name="connsiteY24" fmla="*/ 618769 h 3453566"/>
                  <a:gd name="connsiteX25" fmla="*/ 676481 w 2379229"/>
                  <a:gd name="connsiteY25" fmla="*/ 614449 h 3453566"/>
                  <a:gd name="connsiteX26" fmla="*/ 728506 w 2379229"/>
                  <a:gd name="connsiteY26" fmla="*/ 587287 h 3453566"/>
                  <a:gd name="connsiteX27" fmla="*/ 814158 w 2379229"/>
                  <a:gd name="connsiteY27" fmla="*/ 586044 h 3453566"/>
                  <a:gd name="connsiteX28" fmla="*/ 1073911 w 2379229"/>
                  <a:gd name="connsiteY28" fmla="*/ 641674 h 3453566"/>
                  <a:gd name="connsiteX29" fmla="*/ 1242759 w 2379229"/>
                  <a:gd name="connsiteY29" fmla="*/ 704732 h 3453566"/>
                  <a:gd name="connsiteX30" fmla="*/ 1282881 w 2379229"/>
                  <a:gd name="connsiteY30" fmla="*/ 715205 h 3453566"/>
                  <a:gd name="connsiteX31" fmla="*/ 1316570 w 2379229"/>
                  <a:gd name="connsiteY31" fmla="*/ 697117 h 3453566"/>
                  <a:gd name="connsiteX32" fmla="*/ 1349668 w 2379229"/>
                  <a:gd name="connsiteY32" fmla="*/ 642606 h 3453566"/>
                  <a:gd name="connsiteX33" fmla="*/ 1401476 w 2379229"/>
                  <a:gd name="connsiteY33" fmla="*/ 601396 h 3453566"/>
                  <a:gd name="connsiteX34" fmla="*/ 1460431 w 2379229"/>
                  <a:gd name="connsiteY34" fmla="*/ 632754 h 3453566"/>
                  <a:gd name="connsiteX35" fmla="*/ 1462576 w 2379229"/>
                  <a:gd name="connsiteY35" fmla="*/ 643569 h 3453566"/>
                  <a:gd name="connsiteX36" fmla="*/ 1467268 w 2379229"/>
                  <a:gd name="connsiteY36" fmla="*/ 734038 h 3453566"/>
                  <a:gd name="connsiteX37" fmla="*/ 1482590 w 2379229"/>
                  <a:gd name="connsiteY37" fmla="*/ 835540 h 3453566"/>
                  <a:gd name="connsiteX38" fmla="*/ 1548787 w 2379229"/>
                  <a:gd name="connsiteY38" fmla="*/ 962371 h 3453566"/>
                  <a:gd name="connsiteX39" fmla="*/ 1558639 w 2379229"/>
                  <a:gd name="connsiteY39" fmla="*/ 990869 h 3453566"/>
                  <a:gd name="connsiteX40" fmla="*/ 1569547 w 2379229"/>
                  <a:gd name="connsiteY40" fmla="*/ 1087088 h 3453566"/>
                  <a:gd name="connsiteX41" fmla="*/ 1590525 w 2379229"/>
                  <a:gd name="connsiteY41" fmla="*/ 1268523 h 3453566"/>
                  <a:gd name="connsiteX42" fmla="*/ 1604666 w 2379229"/>
                  <a:gd name="connsiteY42" fmla="*/ 1376613 h 3453566"/>
                  <a:gd name="connsiteX43" fmla="*/ 1598295 w 2379229"/>
                  <a:gd name="connsiteY43" fmla="*/ 1389946 h 3453566"/>
                  <a:gd name="connsiteX44" fmla="*/ 1593229 w 2379229"/>
                  <a:gd name="connsiteY44" fmla="*/ 1395260 h 3453566"/>
                  <a:gd name="connsiteX45" fmla="*/ 1406106 w 2379229"/>
                  <a:gd name="connsiteY45" fmla="*/ 1670987 h 3453566"/>
                  <a:gd name="connsiteX46" fmla="*/ 1307309 w 2379229"/>
                  <a:gd name="connsiteY46" fmla="*/ 1858638 h 3453566"/>
                  <a:gd name="connsiteX47" fmla="*/ 1235331 w 2379229"/>
                  <a:gd name="connsiteY47" fmla="*/ 2011232 h 3453566"/>
                  <a:gd name="connsiteX48" fmla="*/ 1230576 w 2379229"/>
                  <a:gd name="connsiteY48" fmla="*/ 1993020 h 3453566"/>
                  <a:gd name="connsiteX49" fmla="*/ 1179328 w 2379229"/>
                  <a:gd name="connsiteY49" fmla="*/ 1733237 h 3453566"/>
                  <a:gd name="connsiteX50" fmla="*/ 1167332 w 2379229"/>
                  <a:gd name="connsiteY50" fmla="*/ 1617563 h 3453566"/>
                  <a:gd name="connsiteX51" fmla="*/ 1182156 w 2379229"/>
                  <a:gd name="connsiteY51" fmla="*/ 1453190 h 3453566"/>
                  <a:gd name="connsiteX52" fmla="*/ 1190827 w 2379229"/>
                  <a:gd name="connsiteY52" fmla="*/ 1425220 h 3453566"/>
                  <a:gd name="connsiteX53" fmla="*/ 1231819 w 2379229"/>
                  <a:gd name="connsiteY53" fmla="*/ 1302088 h 3453566"/>
                  <a:gd name="connsiteX54" fmla="*/ 1233094 w 2379229"/>
                  <a:gd name="connsiteY54" fmla="*/ 1271600 h 3453566"/>
                  <a:gd name="connsiteX55" fmla="*/ 1208977 w 2379229"/>
                  <a:gd name="connsiteY55" fmla="*/ 1251275 h 3453566"/>
                  <a:gd name="connsiteX56" fmla="*/ 1181628 w 2379229"/>
                  <a:gd name="connsiteY56" fmla="*/ 1257739 h 3453566"/>
                  <a:gd name="connsiteX57" fmla="*/ 1115151 w 2379229"/>
                  <a:gd name="connsiteY57" fmla="*/ 1286113 h 3453566"/>
                  <a:gd name="connsiteX58" fmla="*/ 1046189 w 2379229"/>
                  <a:gd name="connsiteY58" fmla="*/ 1305164 h 3453566"/>
                  <a:gd name="connsiteX59" fmla="*/ 1017690 w 2379229"/>
                  <a:gd name="connsiteY59" fmla="*/ 1289066 h 3453566"/>
                  <a:gd name="connsiteX60" fmla="*/ 1004513 w 2379229"/>
                  <a:gd name="connsiteY60" fmla="*/ 1260163 h 3453566"/>
                  <a:gd name="connsiteX61" fmla="*/ 992672 w 2379229"/>
                  <a:gd name="connsiteY61" fmla="*/ 1251212 h 3453566"/>
                  <a:gd name="connsiteX62" fmla="*/ 802566 w 2379229"/>
                  <a:gd name="connsiteY62" fmla="*/ 1297705 h 3453566"/>
                  <a:gd name="connsiteX63" fmla="*/ 612305 w 2379229"/>
                  <a:gd name="connsiteY63" fmla="*/ 1496824 h 3453566"/>
                  <a:gd name="connsiteX64" fmla="*/ 590270 w 2379229"/>
                  <a:gd name="connsiteY64" fmla="*/ 1627011 h 3453566"/>
                  <a:gd name="connsiteX65" fmla="*/ 567148 w 2379229"/>
                  <a:gd name="connsiteY65" fmla="*/ 2103473 h 3453566"/>
                  <a:gd name="connsiteX66" fmla="*/ 557234 w 2379229"/>
                  <a:gd name="connsiteY66" fmla="*/ 2305544 h 3453566"/>
                  <a:gd name="connsiteX67" fmla="*/ 540638 w 2379229"/>
                  <a:gd name="connsiteY67" fmla="*/ 2509790 h 3453566"/>
                  <a:gd name="connsiteX68" fmla="*/ 530755 w 2379229"/>
                  <a:gd name="connsiteY68" fmla="*/ 2520823 h 3453566"/>
                  <a:gd name="connsiteX69" fmla="*/ 327099 w 2379229"/>
                  <a:gd name="connsiteY69" fmla="*/ 2567596 h 3453566"/>
                  <a:gd name="connsiteX70" fmla="*/ 334092 w 2379229"/>
                  <a:gd name="connsiteY70" fmla="*/ 2573377 h 3453566"/>
                  <a:gd name="connsiteX71" fmla="*/ 335086 w 2379229"/>
                  <a:gd name="connsiteY71" fmla="*/ 2572910 h 3453566"/>
                  <a:gd name="connsiteX72" fmla="*/ 334434 w 2379229"/>
                  <a:gd name="connsiteY72" fmla="*/ 2573998 h 3453566"/>
                  <a:gd name="connsiteX73" fmla="*/ 235698 w 2379229"/>
                  <a:gd name="connsiteY73" fmla="*/ 2689454 h 3453566"/>
                  <a:gd name="connsiteX74" fmla="*/ 182772 w 2379229"/>
                  <a:gd name="connsiteY74" fmla="*/ 2728115 h 3453566"/>
                  <a:gd name="connsiteX75" fmla="*/ 150978 w 2379229"/>
                  <a:gd name="connsiteY75" fmla="*/ 2725567 h 3453566"/>
                  <a:gd name="connsiteX76" fmla="*/ 94851 w 2379229"/>
                  <a:gd name="connsiteY76" fmla="*/ 2697907 h 3453566"/>
                  <a:gd name="connsiteX77" fmla="*/ 14358 w 2379229"/>
                  <a:gd name="connsiteY77" fmla="*/ 2658593 h 3453566"/>
                  <a:gd name="connsiteX78" fmla="*/ 0 w 2379229"/>
                  <a:gd name="connsiteY78" fmla="*/ 2658282 h 3453566"/>
                  <a:gd name="connsiteX79" fmla="*/ 27411 w 2379229"/>
                  <a:gd name="connsiteY79" fmla="*/ 2682803 h 3453566"/>
                  <a:gd name="connsiteX80" fmla="*/ 216864 w 2379229"/>
                  <a:gd name="connsiteY80" fmla="*/ 2823868 h 3453566"/>
                  <a:gd name="connsiteX81" fmla="*/ 498496 w 2379229"/>
                  <a:gd name="connsiteY81" fmla="*/ 2898797 h 3453566"/>
                  <a:gd name="connsiteX82" fmla="*/ 710636 w 2379229"/>
                  <a:gd name="connsiteY82" fmla="*/ 2901656 h 3453566"/>
                  <a:gd name="connsiteX83" fmla="*/ 720737 w 2379229"/>
                  <a:gd name="connsiteY83" fmla="*/ 2912845 h 3453566"/>
                  <a:gd name="connsiteX84" fmla="*/ 695719 w 2379229"/>
                  <a:gd name="connsiteY84" fmla="*/ 3127223 h 3453566"/>
                  <a:gd name="connsiteX85" fmla="*/ 694607 w 2379229"/>
                  <a:gd name="connsiteY85" fmla="*/ 3391009 h 3453566"/>
                  <a:gd name="connsiteX86" fmla="*/ 1255384 w 2379229"/>
                  <a:gd name="connsiteY86" fmla="*/ 3435089 h 3453566"/>
                  <a:gd name="connsiteX87" fmla="*/ 1978071 w 2379229"/>
                  <a:gd name="connsiteY87" fmla="*/ 3142327 h 3453566"/>
                  <a:gd name="connsiteX88" fmla="*/ 1987209 w 2379229"/>
                  <a:gd name="connsiteY88" fmla="*/ 3131916 h 3453566"/>
                  <a:gd name="connsiteX89" fmla="*/ 1949324 w 2379229"/>
                  <a:gd name="connsiteY89" fmla="*/ 2907095 h 3453566"/>
                  <a:gd name="connsiteX90" fmla="*/ 1961755 w 2379229"/>
                  <a:gd name="connsiteY90" fmla="*/ 2894229 h 3453566"/>
                  <a:gd name="connsiteX91" fmla="*/ 2152576 w 2379229"/>
                  <a:gd name="connsiteY91" fmla="*/ 2889443 h 3453566"/>
                  <a:gd name="connsiteX92" fmla="*/ 2283074 w 2379229"/>
                  <a:gd name="connsiteY92" fmla="*/ 2816284 h 3453566"/>
                  <a:gd name="connsiteX93" fmla="*/ 2349519 w 2379229"/>
                  <a:gd name="connsiteY93" fmla="*/ 2654677 h 3453566"/>
                  <a:gd name="connsiteX94" fmla="*/ 2377210 w 2379229"/>
                  <a:gd name="connsiteY94" fmla="*/ 2361827 h 3453566"/>
                  <a:gd name="connsiteX95" fmla="*/ 2379230 w 2379229"/>
                  <a:gd name="connsiteY95" fmla="*/ 2312412 h 3453566"/>
                  <a:gd name="connsiteX96" fmla="*/ 2379168 w 2379229"/>
                  <a:gd name="connsiteY96" fmla="*/ 2192170 h 3453566"/>
                  <a:gd name="connsiteX0" fmla="*/ 2379168 w 2379231"/>
                  <a:gd name="connsiteY0" fmla="*/ 2192170 h 3601230"/>
                  <a:gd name="connsiteX1" fmla="*/ 2377894 w 2379231"/>
                  <a:gd name="connsiteY1" fmla="*/ 2142507 h 3601230"/>
                  <a:gd name="connsiteX2" fmla="*/ 2376993 w 2379231"/>
                  <a:gd name="connsiteY2" fmla="*/ 2092284 h 3601230"/>
                  <a:gd name="connsiteX3" fmla="*/ 2363194 w 2379231"/>
                  <a:gd name="connsiteY3" fmla="*/ 1890679 h 3601230"/>
                  <a:gd name="connsiteX4" fmla="*/ 2333421 w 2379231"/>
                  <a:gd name="connsiteY4" fmla="*/ 1653521 h 3601230"/>
                  <a:gd name="connsiteX5" fmla="*/ 2265577 w 2379231"/>
                  <a:gd name="connsiteY5" fmla="*/ 1442220 h 3601230"/>
                  <a:gd name="connsiteX6" fmla="*/ 2143439 w 2379231"/>
                  <a:gd name="connsiteY6" fmla="*/ 1310230 h 3601230"/>
                  <a:gd name="connsiteX7" fmla="*/ 1980154 w 2379231"/>
                  <a:gd name="connsiteY7" fmla="*/ 1241671 h 3601230"/>
                  <a:gd name="connsiteX8" fmla="*/ 1957435 w 2379231"/>
                  <a:gd name="connsiteY8" fmla="*/ 1224827 h 3601230"/>
                  <a:gd name="connsiteX9" fmla="*/ 1927942 w 2379231"/>
                  <a:gd name="connsiteY9" fmla="*/ 1178178 h 3601230"/>
                  <a:gd name="connsiteX10" fmla="*/ 1817117 w 2379231"/>
                  <a:gd name="connsiteY10" fmla="*/ 939870 h 3601230"/>
                  <a:gd name="connsiteX11" fmla="*/ 1692555 w 2379231"/>
                  <a:gd name="connsiteY11" fmla="*/ 451319 h 3601230"/>
                  <a:gd name="connsiteX12" fmla="*/ 1631828 w 2379231"/>
                  <a:gd name="connsiteY12" fmla="*/ 232839 h 3601230"/>
                  <a:gd name="connsiteX13" fmla="*/ 1564326 w 2379231"/>
                  <a:gd name="connsiteY13" fmla="*/ 101129 h 3601230"/>
                  <a:gd name="connsiteX14" fmla="*/ 1449678 w 2379231"/>
                  <a:gd name="connsiteY14" fmla="*/ 10318 h 3601230"/>
                  <a:gd name="connsiteX15" fmla="*/ 1394794 w 2379231"/>
                  <a:gd name="connsiteY15" fmla="*/ 0 h 3601230"/>
                  <a:gd name="connsiteX16" fmla="*/ 1345690 w 2379231"/>
                  <a:gd name="connsiteY16" fmla="*/ 0 h 3601230"/>
                  <a:gd name="connsiteX17" fmla="*/ 1337921 w 2379231"/>
                  <a:gd name="connsiteY17" fmla="*/ 2517 h 3601230"/>
                  <a:gd name="connsiteX18" fmla="*/ 1271848 w 2379231"/>
                  <a:gd name="connsiteY18" fmla="*/ 47861 h 3601230"/>
                  <a:gd name="connsiteX19" fmla="*/ 1248633 w 2379231"/>
                  <a:gd name="connsiteY19" fmla="*/ 90935 h 3601230"/>
                  <a:gd name="connsiteX20" fmla="*/ 1187346 w 2379231"/>
                  <a:gd name="connsiteY20" fmla="*/ 132704 h 3601230"/>
                  <a:gd name="connsiteX21" fmla="*/ 1066048 w 2379231"/>
                  <a:gd name="connsiteY21" fmla="*/ 135626 h 3601230"/>
                  <a:gd name="connsiteX22" fmla="*/ 903353 w 2379231"/>
                  <a:gd name="connsiteY22" fmla="*/ 186625 h 3601230"/>
                  <a:gd name="connsiteX23" fmla="*/ 683132 w 2379231"/>
                  <a:gd name="connsiteY23" fmla="*/ 459089 h 3601230"/>
                  <a:gd name="connsiteX24" fmla="*/ 668277 w 2379231"/>
                  <a:gd name="connsiteY24" fmla="*/ 618769 h 3601230"/>
                  <a:gd name="connsiteX25" fmla="*/ 676481 w 2379231"/>
                  <a:gd name="connsiteY25" fmla="*/ 614449 h 3601230"/>
                  <a:gd name="connsiteX26" fmla="*/ 728506 w 2379231"/>
                  <a:gd name="connsiteY26" fmla="*/ 587287 h 3601230"/>
                  <a:gd name="connsiteX27" fmla="*/ 814158 w 2379231"/>
                  <a:gd name="connsiteY27" fmla="*/ 586044 h 3601230"/>
                  <a:gd name="connsiteX28" fmla="*/ 1073911 w 2379231"/>
                  <a:gd name="connsiteY28" fmla="*/ 641674 h 3601230"/>
                  <a:gd name="connsiteX29" fmla="*/ 1242759 w 2379231"/>
                  <a:gd name="connsiteY29" fmla="*/ 704732 h 3601230"/>
                  <a:gd name="connsiteX30" fmla="*/ 1282881 w 2379231"/>
                  <a:gd name="connsiteY30" fmla="*/ 715205 h 3601230"/>
                  <a:gd name="connsiteX31" fmla="*/ 1316570 w 2379231"/>
                  <a:gd name="connsiteY31" fmla="*/ 697117 h 3601230"/>
                  <a:gd name="connsiteX32" fmla="*/ 1349668 w 2379231"/>
                  <a:gd name="connsiteY32" fmla="*/ 642606 h 3601230"/>
                  <a:gd name="connsiteX33" fmla="*/ 1401476 w 2379231"/>
                  <a:gd name="connsiteY33" fmla="*/ 601396 h 3601230"/>
                  <a:gd name="connsiteX34" fmla="*/ 1460431 w 2379231"/>
                  <a:gd name="connsiteY34" fmla="*/ 632754 h 3601230"/>
                  <a:gd name="connsiteX35" fmla="*/ 1462576 w 2379231"/>
                  <a:gd name="connsiteY35" fmla="*/ 643569 h 3601230"/>
                  <a:gd name="connsiteX36" fmla="*/ 1467268 w 2379231"/>
                  <a:gd name="connsiteY36" fmla="*/ 734038 h 3601230"/>
                  <a:gd name="connsiteX37" fmla="*/ 1482590 w 2379231"/>
                  <a:gd name="connsiteY37" fmla="*/ 835540 h 3601230"/>
                  <a:gd name="connsiteX38" fmla="*/ 1548787 w 2379231"/>
                  <a:gd name="connsiteY38" fmla="*/ 962371 h 3601230"/>
                  <a:gd name="connsiteX39" fmla="*/ 1558639 w 2379231"/>
                  <a:gd name="connsiteY39" fmla="*/ 990869 h 3601230"/>
                  <a:gd name="connsiteX40" fmla="*/ 1569547 w 2379231"/>
                  <a:gd name="connsiteY40" fmla="*/ 1087088 h 3601230"/>
                  <a:gd name="connsiteX41" fmla="*/ 1590525 w 2379231"/>
                  <a:gd name="connsiteY41" fmla="*/ 1268523 h 3601230"/>
                  <a:gd name="connsiteX42" fmla="*/ 1604666 w 2379231"/>
                  <a:gd name="connsiteY42" fmla="*/ 1376613 h 3601230"/>
                  <a:gd name="connsiteX43" fmla="*/ 1598295 w 2379231"/>
                  <a:gd name="connsiteY43" fmla="*/ 1389946 h 3601230"/>
                  <a:gd name="connsiteX44" fmla="*/ 1593229 w 2379231"/>
                  <a:gd name="connsiteY44" fmla="*/ 1395260 h 3601230"/>
                  <a:gd name="connsiteX45" fmla="*/ 1406106 w 2379231"/>
                  <a:gd name="connsiteY45" fmla="*/ 1670987 h 3601230"/>
                  <a:gd name="connsiteX46" fmla="*/ 1307309 w 2379231"/>
                  <a:gd name="connsiteY46" fmla="*/ 1858638 h 3601230"/>
                  <a:gd name="connsiteX47" fmla="*/ 1235331 w 2379231"/>
                  <a:gd name="connsiteY47" fmla="*/ 2011232 h 3601230"/>
                  <a:gd name="connsiteX48" fmla="*/ 1230576 w 2379231"/>
                  <a:gd name="connsiteY48" fmla="*/ 1993020 h 3601230"/>
                  <a:gd name="connsiteX49" fmla="*/ 1179328 w 2379231"/>
                  <a:gd name="connsiteY49" fmla="*/ 1733237 h 3601230"/>
                  <a:gd name="connsiteX50" fmla="*/ 1167332 w 2379231"/>
                  <a:gd name="connsiteY50" fmla="*/ 1617563 h 3601230"/>
                  <a:gd name="connsiteX51" fmla="*/ 1182156 w 2379231"/>
                  <a:gd name="connsiteY51" fmla="*/ 1453190 h 3601230"/>
                  <a:gd name="connsiteX52" fmla="*/ 1190827 w 2379231"/>
                  <a:gd name="connsiteY52" fmla="*/ 1425220 h 3601230"/>
                  <a:gd name="connsiteX53" fmla="*/ 1231819 w 2379231"/>
                  <a:gd name="connsiteY53" fmla="*/ 1302088 h 3601230"/>
                  <a:gd name="connsiteX54" fmla="*/ 1233094 w 2379231"/>
                  <a:gd name="connsiteY54" fmla="*/ 1271600 h 3601230"/>
                  <a:gd name="connsiteX55" fmla="*/ 1208977 w 2379231"/>
                  <a:gd name="connsiteY55" fmla="*/ 1251275 h 3601230"/>
                  <a:gd name="connsiteX56" fmla="*/ 1181628 w 2379231"/>
                  <a:gd name="connsiteY56" fmla="*/ 1257739 h 3601230"/>
                  <a:gd name="connsiteX57" fmla="*/ 1115151 w 2379231"/>
                  <a:gd name="connsiteY57" fmla="*/ 1286113 h 3601230"/>
                  <a:gd name="connsiteX58" fmla="*/ 1046189 w 2379231"/>
                  <a:gd name="connsiteY58" fmla="*/ 1305164 h 3601230"/>
                  <a:gd name="connsiteX59" fmla="*/ 1017690 w 2379231"/>
                  <a:gd name="connsiteY59" fmla="*/ 1289066 h 3601230"/>
                  <a:gd name="connsiteX60" fmla="*/ 1004513 w 2379231"/>
                  <a:gd name="connsiteY60" fmla="*/ 1260163 h 3601230"/>
                  <a:gd name="connsiteX61" fmla="*/ 992672 w 2379231"/>
                  <a:gd name="connsiteY61" fmla="*/ 1251212 h 3601230"/>
                  <a:gd name="connsiteX62" fmla="*/ 802566 w 2379231"/>
                  <a:gd name="connsiteY62" fmla="*/ 1297705 h 3601230"/>
                  <a:gd name="connsiteX63" fmla="*/ 612305 w 2379231"/>
                  <a:gd name="connsiteY63" fmla="*/ 1496824 h 3601230"/>
                  <a:gd name="connsiteX64" fmla="*/ 590270 w 2379231"/>
                  <a:gd name="connsiteY64" fmla="*/ 1627011 h 3601230"/>
                  <a:gd name="connsiteX65" fmla="*/ 567148 w 2379231"/>
                  <a:gd name="connsiteY65" fmla="*/ 2103473 h 3601230"/>
                  <a:gd name="connsiteX66" fmla="*/ 557234 w 2379231"/>
                  <a:gd name="connsiteY66" fmla="*/ 2305544 h 3601230"/>
                  <a:gd name="connsiteX67" fmla="*/ 540638 w 2379231"/>
                  <a:gd name="connsiteY67" fmla="*/ 2509790 h 3601230"/>
                  <a:gd name="connsiteX68" fmla="*/ 530755 w 2379231"/>
                  <a:gd name="connsiteY68" fmla="*/ 2520823 h 3601230"/>
                  <a:gd name="connsiteX69" fmla="*/ 327099 w 2379231"/>
                  <a:gd name="connsiteY69" fmla="*/ 2567596 h 3601230"/>
                  <a:gd name="connsiteX70" fmla="*/ 334092 w 2379231"/>
                  <a:gd name="connsiteY70" fmla="*/ 2573377 h 3601230"/>
                  <a:gd name="connsiteX71" fmla="*/ 335086 w 2379231"/>
                  <a:gd name="connsiteY71" fmla="*/ 2572910 h 3601230"/>
                  <a:gd name="connsiteX72" fmla="*/ 334434 w 2379231"/>
                  <a:gd name="connsiteY72" fmla="*/ 2573998 h 3601230"/>
                  <a:gd name="connsiteX73" fmla="*/ 235698 w 2379231"/>
                  <a:gd name="connsiteY73" fmla="*/ 2689454 h 3601230"/>
                  <a:gd name="connsiteX74" fmla="*/ 182772 w 2379231"/>
                  <a:gd name="connsiteY74" fmla="*/ 2728115 h 3601230"/>
                  <a:gd name="connsiteX75" fmla="*/ 150978 w 2379231"/>
                  <a:gd name="connsiteY75" fmla="*/ 2725567 h 3601230"/>
                  <a:gd name="connsiteX76" fmla="*/ 94851 w 2379231"/>
                  <a:gd name="connsiteY76" fmla="*/ 2697907 h 3601230"/>
                  <a:gd name="connsiteX77" fmla="*/ 14358 w 2379231"/>
                  <a:gd name="connsiteY77" fmla="*/ 2658593 h 3601230"/>
                  <a:gd name="connsiteX78" fmla="*/ 0 w 2379231"/>
                  <a:gd name="connsiteY78" fmla="*/ 2658282 h 3601230"/>
                  <a:gd name="connsiteX79" fmla="*/ 27411 w 2379231"/>
                  <a:gd name="connsiteY79" fmla="*/ 2682803 h 3601230"/>
                  <a:gd name="connsiteX80" fmla="*/ 216864 w 2379231"/>
                  <a:gd name="connsiteY80" fmla="*/ 2823868 h 3601230"/>
                  <a:gd name="connsiteX81" fmla="*/ 498496 w 2379231"/>
                  <a:gd name="connsiteY81" fmla="*/ 2898797 h 3601230"/>
                  <a:gd name="connsiteX82" fmla="*/ 710636 w 2379231"/>
                  <a:gd name="connsiteY82" fmla="*/ 2901656 h 3601230"/>
                  <a:gd name="connsiteX83" fmla="*/ 720737 w 2379231"/>
                  <a:gd name="connsiteY83" fmla="*/ 2912845 h 3601230"/>
                  <a:gd name="connsiteX84" fmla="*/ 695719 w 2379231"/>
                  <a:gd name="connsiteY84" fmla="*/ 3127223 h 3601230"/>
                  <a:gd name="connsiteX85" fmla="*/ 694607 w 2379231"/>
                  <a:gd name="connsiteY85" fmla="*/ 3391009 h 3601230"/>
                  <a:gd name="connsiteX86" fmla="*/ 1255384 w 2379231"/>
                  <a:gd name="connsiteY86" fmla="*/ 3435089 h 3601230"/>
                  <a:gd name="connsiteX87" fmla="*/ 1978071 w 2379231"/>
                  <a:gd name="connsiteY87" fmla="*/ 3142327 h 3601230"/>
                  <a:gd name="connsiteX88" fmla="*/ 2045854 w 2379231"/>
                  <a:gd name="connsiteY88" fmla="*/ 3601079 h 3601230"/>
                  <a:gd name="connsiteX89" fmla="*/ 1949324 w 2379231"/>
                  <a:gd name="connsiteY89" fmla="*/ 2907095 h 3601230"/>
                  <a:gd name="connsiteX90" fmla="*/ 1961755 w 2379231"/>
                  <a:gd name="connsiteY90" fmla="*/ 2894229 h 3601230"/>
                  <a:gd name="connsiteX91" fmla="*/ 2152576 w 2379231"/>
                  <a:gd name="connsiteY91" fmla="*/ 2889443 h 3601230"/>
                  <a:gd name="connsiteX92" fmla="*/ 2283074 w 2379231"/>
                  <a:gd name="connsiteY92" fmla="*/ 2816284 h 3601230"/>
                  <a:gd name="connsiteX93" fmla="*/ 2349519 w 2379231"/>
                  <a:gd name="connsiteY93" fmla="*/ 2654677 h 3601230"/>
                  <a:gd name="connsiteX94" fmla="*/ 2377210 w 2379231"/>
                  <a:gd name="connsiteY94" fmla="*/ 2361827 h 3601230"/>
                  <a:gd name="connsiteX95" fmla="*/ 2379230 w 2379231"/>
                  <a:gd name="connsiteY95" fmla="*/ 2312412 h 3601230"/>
                  <a:gd name="connsiteX96" fmla="*/ 2379168 w 2379231"/>
                  <a:gd name="connsiteY96" fmla="*/ 2192170 h 3601230"/>
                  <a:gd name="connsiteX0" fmla="*/ 2379168 w 2379229"/>
                  <a:gd name="connsiteY0" fmla="*/ 2192170 h 3621771"/>
                  <a:gd name="connsiteX1" fmla="*/ 2377894 w 2379229"/>
                  <a:gd name="connsiteY1" fmla="*/ 2142507 h 3621771"/>
                  <a:gd name="connsiteX2" fmla="*/ 2376993 w 2379229"/>
                  <a:gd name="connsiteY2" fmla="*/ 2092284 h 3621771"/>
                  <a:gd name="connsiteX3" fmla="*/ 2363194 w 2379229"/>
                  <a:gd name="connsiteY3" fmla="*/ 1890679 h 3621771"/>
                  <a:gd name="connsiteX4" fmla="*/ 2333421 w 2379229"/>
                  <a:gd name="connsiteY4" fmla="*/ 1653521 h 3621771"/>
                  <a:gd name="connsiteX5" fmla="*/ 2265577 w 2379229"/>
                  <a:gd name="connsiteY5" fmla="*/ 1442220 h 3621771"/>
                  <a:gd name="connsiteX6" fmla="*/ 2143439 w 2379229"/>
                  <a:gd name="connsiteY6" fmla="*/ 1310230 h 3621771"/>
                  <a:gd name="connsiteX7" fmla="*/ 1980154 w 2379229"/>
                  <a:gd name="connsiteY7" fmla="*/ 1241671 h 3621771"/>
                  <a:gd name="connsiteX8" fmla="*/ 1957435 w 2379229"/>
                  <a:gd name="connsiteY8" fmla="*/ 1224827 h 3621771"/>
                  <a:gd name="connsiteX9" fmla="*/ 1927942 w 2379229"/>
                  <a:gd name="connsiteY9" fmla="*/ 1178178 h 3621771"/>
                  <a:gd name="connsiteX10" fmla="*/ 1817117 w 2379229"/>
                  <a:gd name="connsiteY10" fmla="*/ 939870 h 3621771"/>
                  <a:gd name="connsiteX11" fmla="*/ 1692555 w 2379229"/>
                  <a:gd name="connsiteY11" fmla="*/ 451319 h 3621771"/>
                  <a:gd name="connsiteX12" fmla="*/ 1631828 w 2379229"/>
                  <a:gd name="connsiteY12" fmla="*/ 232839 h 3621771"/>
                  <a:gd name="connsiteX13" fmla="*/ 1564326 w 2379229"/>
                  <a:gd name="connsiteY13" fmla="*/ 101129 h 3621771"/>
                  <a:gd name="connsiteX14" fmla="*/ 1449678 w 2379229"/>
                  <a:gd name="connsiteY14" fmla="*/ 10318 h 3621771"/>
                  <a:gd name="connsiteX15" fmla="*/ 1394794 w 2379229"/>
                  <a:gd name="connsiteY15" fmla="*/ 0 h 3621771"/>
                  <a:gd name="connsiteX16" fmla="*/ 1345690 w 2379229"/>
                  <a:gd name="connsiteY16" fmla="*/ 0 h 3621771"/>
                  <a:gd name="connsiteX17" fmla="*/ 1337921 w 2379229"/>
                  <a:gd name="connsiteY17" fmla="*/ 2517 h 3621771"/>
                  <a:gd name="connsiteX18" fmla="*/ 1271848 w 2379229"/>
                  <a:gd name="connsiteY18" fmla="*/ 47861 h 3621771"/>
                  <a:gd name="connsiteX19" fmla="*/ 1248633 w 2379229"/>
                  <a:gd name="connsiteY19" fmla="*/ 90935 h 3621771"/>
                  <a:gd name="connsiteX20" fmla="*/ 1187346 w 2379229"/>
                  <a:gd name="connsiteY20" fmla="*/ 132704 h 3621771"/>
                  <a:gd name="connsiteX21" fmla="*/ 1066048 w 2379229"/>
                  <a:gd name="connsiteY21" fmla="*/ 135626 h 3621771"/>
                  <a:gd name="connsiteX22" fmla="*/ 903353 w 2379229"/>
                  <a:gd name="connsiteY22" fmla="*/ 186625 h 3621771"/>
                  <a:gd name="connsiteX23" fmla="*/ 683132 w 2379229"/>
                  <a:gd name="connsiteY23" fmla="*/ 459089 h 3621771"/>
                  <a:gd name="connsiteX24" fmla="*/ 668277 w 2379229"/>
                  <a:gd name="connsiteY24" fmla="*/ 618769 h 3621771"/>
                  <a:gd name="connsiteX25" fmla="*/ 676481 w 2379229"/>
                  <a:gd name="connsiteY25" fmla="*/ 614449 h 3621771"/>
                  <a:gd name="connsiteX26" fmla="*/ 728506 w 2379229"/>
                  <a:gd name="connsiteY26" fmla="*/ 587287 h 3621771"/>
                  <a:gd name="connsiteX27" fmla="*/ 814158 w 2379229"/>
                  <a:gd name="connsiteY27" fmla="*/ 586044 h 3621771"/>
                  <a:gd name="connsiteX28" fmla="*/ 1073911 w 2379229"/>
                  <a:gd name="connsiteY28" fmla="*/ 641674 h 3621771"/>
                  <a:gd name="connsiteX29" fmla="*/ 1242759 w 2379229"/>
                  <a:gd name="connsiteY29" fmla="*/ 704732 h 3621771"/>
                  <a:gd name="connsiteX30" fmla="*/ 1282881 w 2379229"/>
                  <a:gd name="connsiteY30" fmla="*/ 715205 h 3621771"/>
                  <a:gd name="connsiteX31" fmla="*/ 1316570 w 2379229"/>
                  <a:gd name="connsiteY31" fmla="*/ 697117 h 3621771"/>
                  <a:gd name="connsiteX32" fmla="*/ 1349668 w 2379229"/>
                  <a:gd name="connsiteY32" fmla="*/ 642606 h 3621771"/>
                  <a:gd name="connsiteX33" fmla="*/ 1401476 w 2379229"/>
                  <a:gd name="connsiteY33" fmla="*/ 601396 h 3621771"/>
                  <a:gd name="connsiteX34" fmla="*/ 1460431 w 2379229"/>
                  <a:gd name="connsiteY34" fmla="*/ 632754 h 3621771"/>
                  <a:gd name="connsiteX35" fmla="*/ 1462576 w 2379229"/>
                  <a:gd name="connsiteY35" fmla="*/ 643569 h 3621771"/>
                  <a:gd name="connsiteX36" fmla="*/ 1467268 w 2379229"/>
                  <a:gd name="connsiteY36" fmla="*/ 734038 h 3621771"/>
                  <a:gd name="connsiteX37" fmla="*/ 1482590 w 2379229"/>
                  <a:gd name="connsiteY37" fmla="*/ 835540 h 3621771"/>
                  <a:gd name="connsiteX38" fmla="*/ 1548787 w 2379229"/>
                  <a:gd name="connsiteY38" fmla="*/ 962371 h 3621771"/>
                  <a:gd name="connsiteX39" fmla="*/ 1558639 w 2379229"/>
                  <a:gd name="connsiteY39" fmla="*/ 990869 h 3621771"/>
                  <a:gd name="connsiteX40" fmla="*/ 1569547 w 2379229"/>
                  <a:gd name="connsiteY40" fmla="*/ 1087088 h 3621771"/>
                  <a:gd name="connsiteX41" fmla="*/ 1590525 w 2379229"/>
                  <a:gd name="connsiteY41" fmla="*/ 1268523 h 3621771"/>
                  <a:gd name="connsiteX42" fmla="*/ 1604666 w 2379229"/>
                  <a:gd name="connsiteY42" fmla="*/ 1376613 h 3621771"/>
                  <a:gd name="connsiteX43" fmla="*/ 1598295 w 2379229"/>
                  <a:gd name="connsiteY43" fmla="*/ 1389946 h 3621771"/>
                  <a:gd name="connsiteX44" fmla="*/ 1593229 w 2379229"/>
                  <a:gd name="connsiteY44" fmla="*/ 1395260 h 3621771"/>
                  <a:gd name="connsiteX45" fmla="*/ 1406106 w 2379229"/>
                  <a:gd name="connsiteY45" fmla="*/ 1670987 h 3621771"/>
                  <a:gd name="connsiteX46" fmla="*/ 1307309 w 2379229"/>
                  <a:gd name="connsiteY46" fmla="*/ 1858638 h 3621771"/>
                  <a:gd name="connsiteX47" fmla="*/ 1235331 w 2379229"/>
                  <a:gd name="connsiteY47" fmla="*/ 2011232 h 3621771"/>
                  <a:gd name="connsiteX48" fmla="*/ 1230576 w 2379229"/>
                  <a:gd name="connsiteY48" fmla="*/ 1993020 h 3621771"/>
                  <a:gd name="connsiteX49" fmla="*/ 1179328 w 2379229"/>
                  <a:gd name="connsiteY49" fmla="*/ 1733237 h 3621771"/>
                  <a:gd name="connsiteX50" fmla="*/ 1167332 w 2379229"/>
                  <a:gd name="connsiteY50" fmla="*/ 1617563 h 3621771"/>
                  <a:gd name="connsiteX51" fmla="*/ 1182156 w 2379229"/>
                  <a:gd name="connsiteY51" fmla="*/ 1453190 h 3621771"/>
                  <a:gd name="connsiteX52" fmla="*/ 1190827 w 2379229"/>
                  <a:gd name="connsiteY52" fmla="*/ 1425220 h 3621771"/>
                  <a:gd name="connsiteX53" fmla="*/ 1231819 w 2379229"/>
                  <a:gd name="connsiteY53" fmla="*/ 1302088 h 3621771"/>
                  <a:gd name="connsiteX54" fmla="*/ 1233094 w 2379229"/>
                  <a:gd name="connsiteY54" fmla="*/ 1271600 h 3621771"/>
                  <a:gd name="connsiteX55" fmla="*/ 1208977 w 2379229"/>
                  <a:gd name="connsiteY55" fmla="*/ 1251275 h 3621771"/>
                  <a:gd name="connsiteX56" fmla="*/ 1181628 w 2379229"/>
                  <a:gd name="connsiteY56" fmla="*/ 1257739 h 3621771"/>
                  <a:gd name="connsiteX57" fmla="*/ 1115151 w 2379229"/>
                  <a:gd name="connsiteY57" fmla="*/ 1286113 h 3621771"/>
                  <a:gd name="connsiteX58" fmla="*/ 1046189 w 2379229"/>
                  <a:gd name="connsiteY58" fmla="*/ 1305164 h 3621771"/>
                  <a:gd name="connsiteX59" fmla="*/ 1017690 w 2379229"/>
                  <a:gd name="connsiteY59" fmla="*/ 1289066 h 3621771"/>
                  <a:gd name="connsiteX60" fmla="*/ 1004513 w 2379229"/>
                  <a:gd name="connsiteY60" fmla="*/ 1260163 h 3621771"/>
                  <a:gd name="connsiteX61" fmla="*/ 992672 w 2379229"/>
                  <a:gd name="connsiteY61" fmla="*/ 1251212 h 3621771"/>
                  <a:gd name="connsiteX62" fmla="*/ 802566 w 2379229"/>
                  <a:gd name="connsiteY62" fmla="*/ 1297705 h 3621771"/>
                  <a:gd name="connsiteX63" fmla="*/ 612305 w 2379229"/>
                  <a:gd name="connsiteY63" fmla="*/ 1496824 h 3621771"/>
                  <a:gd name="connsiteX64" fmla="*/ 590270 w 2379229"/>
                  <a:gd name="connsiteY64" fmla="*/ 1627011 h 3621771"/>
                  <a:gd name="connsiteX65" fmla="*/ 567148 w 2379229"/>
                  <a:gd name="connsiteY65" fmla="*/ 2103473 h 3621771"/>
                  <a:gd name="connsiteX66" fmla="*/ 557234 w 2379229"/>
                  <a:gd name="connsiteY66" fmla="*/ 2305544 h 3621771"/>
                  <a:gd name="connsiteX67" fmla="*/ 540638 w 2379229"/>
                  <a:gd name="connsiteY67" fmla="*/ 2509790 h 3621771"/>
                  <a:gd name="connsiteX68" fmla="*/ 530755 w 2379229"/>
                  <a:gd name="connsiteY68" fmla="*/ 2520823 h 3621771"/>
                  <a:gd name="connsiteX69" fmla="*/ 327099 w 2379229"/>
                  <a:gd name="connsiteY69" fmla="*/ 2567596 h 3621771"/>
                  <a:gd name="connsiteX70" fmla="*/ 334092 w 2379229"/>
                  <a:gd name="connsiteY70" fmla="*/ 2573377 h 3621771"/>
                  <a:gd name="connsiteX71" fmla="*/ 335086 w 2379229"/>
                  <a:gd name="connsiteY71" fmla="*/ 2572910 h 3621771"/>
                  <a:gd name="connsiteX72" fmla="*/ 334434 w 2379229"/>
                  <a:gd name="connsiteY72" fmla="*/ 2573998 h 3621771"/>
                  <a:gd name="connsiteX73" fmla="*/ 235698 w 2379229"/>
                  <a:gd name="connsiteY73" fmla="*/ 2689454 h 3621771"/>
                  <a:gd name="connsiteX74" fmla="*/ 182772 w 2379229"/>
                  <a:gd name="connsiteY74" fmla="*/ 2728115 h 3621771"/>
                  <a:gd name="connsiteX75" fmla="*/ 150978 w 2379229"/>
                  <a:gd name="connsiteY75" fmla="*/ 2725567 h 3621771"/>
                  <a:gd name="connsiteX76" fmla="*/ 94851 w 2379229"/>
                  <a:gd name="connsiteY76" fmla="*/ 2697907 h 3621771"/>
                  <a:gd name="connsiteX77" fmla="*/ 14358 w 2379229"/>
                  <a:gd name="connsiteY77" fmla="*/ 2658593 h 3621771"/>
                  <a:gd name="connsiteX78" fmla="*/ 0 w 2379229"/>
                  <a:gd name="connsiteY78" fmla="*/ 2658282 h 3621771"/>
                  <a:gd name="connsiteX79" fmla="*/ 27411 w 2379229"/>
                  <a:gd name="connsiteY79" fmla="*/ 2682803 h 3621771"/>
                  <a:gd name="connsiteX80" fmla="*/ 216864 w 2379229"/>
                  <a:gd name="connsiteY80" fmla="*/ 2823868 h 3621771"/>
                  <a:gd name="connsiteX81" fmla="*/ 498496 w 2379229"/>
                  <a:gd name="connsiteY81" fmla="*/ 2898797 h 3621771"/>
                  <a:gd name="connsiteX82" fmla="*/ 710636 w 2379229"/>
                  <a:gd name="connsiteY82" fmla="*/ 2901656 h 3621771"/>
                  <a:gd name="connsiteX83" fmla="*/ 720737 w 2379229"/>
                  <a:gd name="connsiteY83" fmla="*/ 2912845 h 3621771"/>
                  <a:gd name="connsiteX84" fmla="*/ 695719 w 2379229"/>
                  <a:gd name="connsiteY84" fmla="*/ 3127223 h 3621771"/>
                  <a:gd name="connsiteX85" fmla="*/ 694607 w 2379229"/>
                  <a:gd name="connsiteY85" fmla="*/ 3391009 h 3621771"/>
                  <a:gd name="connsiteX86" fmla="*/ 1255384 w 2379229"/>
                  <a:gd name="connsiteY86" fmla="*/ 3435089 h 3621771"/>
                  <a:gd name="connsiteX87" fmla="*/ 2045854 w 2379229"/>
                  <a:gd name="connsiteY87" fmla="*/ 3601079 h 3621771"/>
                  <a:gd name="connsiteX88" fmla="*/ 1949324 w 2379229"/>
                  <a:gd name="connsiteY88" fmla="*/ 2907095 h 3621771"/>
                  <a:gd name="connsiteX89" fmla="*/ 1961755 w 2379229"/>
                  <a:gd name="connsiteY89" fmla="*/ 2894229 h 3621771"/>
                  <a:gd name="connsiteX90" fmla="*/ 2152576 w 2379229"/>
                  <a:gd name="connsiteY90" fmla="*/ 2889443 h 3621771"/>
                  <a:gd name="connsiteX91" fmla="*/ 2283074 w 2379229"/>
                  <a:gd name="connsiteY91" fmla="*/ 2816284 h 3621771"/>
                  <a:gd name="connsiteX92" fmla="*/ 2349519 w 2379229"/>
                  <a:gd name="connsiteY92" fmla="*/ 2654677 h 3621771"/>
                  <a:gd name="connsiteX93" fmla="*/ 2377210 w 2379229"/>
                  <a:gd name="connsiteY93" fmla="*/ 2361827 h 3621771"/>
                  <a:gd name="connsiteX94" fmla="*/ 2379230 w 2379229"/>
                  <a:gd name="connsiteY94" fmla="*/ 2312412 h 3621771"/>
                  <a:gd name="connsiteX95" fmla="*/ 2379168 w 2379229"/>
                  <a:gd name="connsiteY95" fmla="*/ 2192170 h 3621771"/>
                  <a:gd name="connsiteX0" fmla="*/ 2379168 w 2379231"/>
                  <a:gd name="connsiteY0" fmla="*/ 2192170 h 3621771"/>
                  <a:gd name="connsiteX1" fmla="*/ 2377894 w 2379231"/>
                  <a:gd name="connsiteY1" fmla="*/ 2142507 h 3621771"/>
                  <a:gd name="connsiteX2" fmla="*/ 2376993 w 2379231"/>
                  <a:gd name="connsiteY2" fmla="*/ 2092284 h 3621771"/>
                  <a:gd name="connsiteX3" fmla="*/ 2363194 w 2379231"/>
                  <a:gd name="connsiteY3" fmla="*/ 1890679 h 3621771"/>
                  <a:gd name="connsiteX4" fmla="*/ 2333421 w 2379231"/>
                  <a:gd name="connsiteY4" fmla="*/ 1653521 h 3621771"/>
                  <a:gd name="connsiteX5" fmla="*/ 2265577 w 2379231"/>
                  <a:gd name="connsiteY5" fmla="*/ 1442220 h 3621771"/>
                  <a:gd name="connsiteX6" fmla="*/ 2143439 w 2379231"/>
                  <a:gd name="connsiteY6" fmla="*/ 1310230 h 3621771"/>
                  <a:gd name="connsiteX7" fmla="*/ 1980154 w 2379231"/>
                  <a:gd name="connsiteY7" fmla="*/ 1241671 h 3621771"/>
                  <a:gd name="connsiteX8" fmla="*/ 1957435 w 2379231"/>
                  <a:gd name="connsiteY8" fmla="*/ 1224827 h 3621771"/>
                  <a:gd name="connsiteX9" fmla="*/ 1927942 w 2379231"/>
                  <a:gd name="connsiteY9" fmla="*/ 1178178 h 3621771"/>
                  <a:gd name="connsiteX10" fmla="*/ 1817117 w 2379231"/>
                  <a:gd name="connsiteY10" fmla="*/ 939870 h 3621771"/>
                  <a:gd name="connsiteX11" fmla="*/ 1692555 w 2379231"/>
                  <a:gd name="connsiteY11" fmla="*/ 451319 h 3621771"/>
                  <a:gd name="connsiteX12" fmla="*/ 1631828 w 2379231"/>
                  <a:gd name="connsiteY12" fmla="*/ 232839 h 3621771"/>
                  <a:gd name="connsiteX13" fmla="*/ 1564326 w 2379231"/>
                  <a:gd name="connsiteY13" fmla="*/ 101129 h 3621771"/>
                  <a:gd name="connsiteX14" fmla="*/ 1449678 w 2379231"/>
                  <a:gd name="connsiteY14" fmla="*/ 10318 h 3621771"/>
                  <a:gd name="connsiteX15" fmla="*/ 1394794 w 2379231"/>
                  <a:gd name="connsiteY15" fmla="*/ 0 h 3621771"/>
                  <a:gd name="connsiteX16" fmla="*/ 1345690 w 2379231"/>
                  <a:gd name="connsiteY16" fmla="*/ 0 h 3621771"/>
                  <a:gd name="connsiteX17" fmla="*/ 1337921 w 2379231"/>
                  <a:gd name="connsiteY17" fmla="*/ 2517 h 3621771"/>
                  <a:gd name="connsiteX18" fmla="*/ 1271848 w 2379231"/>
                  <a:gd name="connsiteY18" fmla="*/ 47861 h 3621771"/>
                  <a:gd name="connsiteX19" fmla="*/ 1248633 w 2379231"/>
                  <a:gd name="connsiteY19" fmla="*/ 90935 h 3621771"/>
                  <a:gd name="connsiteX20" fmla="*/ 1187346 w 2379231"/>
                  <a:gd name="connsiteY20" fmla="*/ 132704 h 3621771"/>
                  <a:gd name="connsiteX21" fmla="*/ 1066048 w 2379231"/>
                  <a:gd name="connsiteY21" fmla="*/ 135626 h 3621771"/>
                  <a:gd name="connsiteX22" fmla="*/ 903353 w 2379231"/>
                  <a:gd name="connsiteY22" fmla="*/ 186625 h 3621771"/>
                  <a:gd name="connsiteX23" fmla="*/ 683132 w 2379231"/>
                  <a:gd name="connsiteY23" fmla="*/ 459089 h 3621771"/>
                  <a:gd name="connsiteX24" fmla="*/ 668277 w 2379231"/>
                  <a:gd name="connsiteY24" fmla="*/ 618769 h 3621771"/>
                  <a:gd name="connsiteX25" fmla="*/ 676481 w 2379231"/>
                  <a:gd name="connsiteY25" fmla="*/ 614449 h 3621771"/>
                  <a:gd name="connsiteX26" fmla="*/ 728506 w 2379231"/>
                  <a:gd name="connsiteY26" fmla="*/ 587287 h 3621771"/>
                  <a:gd name="connsiteX27" fmla="*/ 814158 w 2379231"/>
                  <a:gd name="connsiteY27" fmla="*/ 586044 h 3621771"/>
                  <a:gd name="connsiteX28" fmla="*/ 1073911 w 2379231"/>
                  <a:gd name="connsiteY28" fmla="*/ 641674 h 3621771"/>
                  <a:gd name="connsiteX29" fmla="*/ 1242759 w 2379231"/>
                  <a:gd name="connsiteY29" fmla="*/ 704732 h 3621771"/>
                  <a:gd name="connsiteX30" fmla="*/ 1282881 w 2379231"/>
                  <a:gd name="connsiteY30" fmla="*/ 715205 h 3621771"/>
                  <a:gd name="connsiteX31" fmla="*/ 1316570 w 2379231"/>
                  <a:gd name="connsiteY31" fmla="*/ 697117 h 3621771"/>
                  <a:gd name="connsiteX32" fmla="*/ 1349668 w 2379231"/>
                  <a:gd name="connsiteY32" fmla="*/ 642606 h 3621771"/>
                  <a:gd name="connsiteX33" fmla="*/ 1401476 w 2379231"/>
                  <a:gd name="connsiteY33" fmla="*/ 601396 h 3621771"/>
                  <a:gd name="connsiteX34" fmla="*/ 1460431 w 2379231"/>
                  <a:gd name="connsiteY34" fmla="*/ 632754 h 3621771"/>
                  <a:gd name="connsiteX35" fmla="*/ 1462576 w 2379231"/>
                  <a:gd name="connsiteY35" fmla="*/ 643569 h 3621771"/>
                  <a:gd name="connsiteX36" fmla="*/ 1467268 w 2379231"/>
                  <a:gd name="connsiteY36" fmla="*/ 734038 h 3621771"/>
                  <a:gd name="connsiteX37" fmla="*/ 1482590 w 2379231"/>
                  <a:gd name="connsiteY37" fmla="*/ 835540 h 3621771"/>
                  <a:gd name="connsiteX38" fmla="*/ 1548787 w 2379231"/>
                  <a:gd name="connsiteY38" fmla="*/ 962371 h 3621771"/>
                  <a:gd name="connsiteX39" fmla="*/ 1558639 w 2379231"/>
                  <a:gd name="connsiteY39" fmla="*/ 990869 h 3621771"/>
                  <a:gd name="connsiteX40" fmla="*/ 1569547 w 2379231"/>
                  <a:gd name="connsiteY40" fmla="*/ 1087088 h 3621771"/>
                  <a:gd name="connsiteX41" fmla="*/ 1590525 w 2379231"/>
                  <a:gd name="connsiteY41" fmla="*/ 1268523 h 3621771"/>
                  <a:gd name="connsiteX42" fmla="*/ 1604666 w 2379231"/>
                  <a:gd name="connsiteY42" fmla="*/ 1376613 h 3621771"/>
                  <a:gd name="connsiteX43" fmla="*/ 1598295 w 2379231"/>
                  <a:gd name="connsiteY43" fmla="*/ 1389946 h 3621771"/>
                  <a:gd name="connsiteX44" fmla="*/ 1593229 w 2379231"/>
                  <a:gd name="connsiteY44" fmla="*/ 1395260 h 3621771"/>
                  <a:gd name="connsiteX45" fmla="*/ 1406106 w 2379231"/>
                  <a:gd name="connsiteY45" fmla="*/ 1670987 h 3621771"/>
                  <a:gd name="connsiteX46" fmla="*/ 1307309 w 2379231"/>
                  <a:gd name="connsiteY46" fmla="*/ 1858638 h 3621771"/>
                  <a:gd name="connsiteX47" fmla="*/ 1235331 w 2379231"/>
                  <a:gd name="connsiteY47" fmla="*/ 2011232 h 3621771"/>
                  <a:gd name="connsiteX48" fmla="*/ 1230576 w 2379231"/>
                  <a:gd name="connsiteY48" fmla="*/ 1993020 h 3621771"/>
                  <a:gd name="connsiteX49" fmla="*/ 1179328 w 2379231"/>
                  <a:gd name="connsiteY49" fmla="*/ 1733237 h 3621771"/>
                  <a:gd name="connsiteX50" fmla="*/ 1167332 w 2379231"/>
                  <a:gd name="connsiteY50" fmla="*/ 1617563 h 3621771"/>
                  <a:gd name="connsiteX51" fmla="*/ 1182156 w 2379231"/>
                  <a:gd name="connsiteY51" fmla="*/ 1453190 h 3621771"/>
                  <a:gd name="connsiteX52" fmla="*/ 1190827 w 2379231"/>
                  <a:gd name="connsiteY52" fmla="*/ 1425220 h 3621771"/>
                  <a:gd name="connsiteX53" fmla="*/ 1231819 w 2379231"/>
                  <a:gd name="connsiteY53" fmla="*/ 1302088 h 3621771"/>
                  <a:gd name="connsiteX54" fmla="*/ 1233094 w 2379231"/>
                  <a:gd name="connsiteY54" fmla="*/ 1271600 h 3621771"/>
                  <a:gd name="connsiteX55" fmla="*/ 1208977 w 2379231"/>
                  <a:gd name="connsiteY55" fmla="*/ 1251275 h 3621771"/>
                  <a:gd name="connsiteX56" fmla="*/ 1181628 w 2379231"/>
                  <a:gd name="connsiteY56" fmla="*/ 1257739 h 3621771"/>
                  <a:gd name="connsiteX57" fmla="*/ 1115151 w 2379231"/>
                  <a:gd name="connsiteY57" fmla="*/ 1286113 h 3621771"/>
                  <a:gd name="connsiteX58" fmla="*/ 1046189 w 2379231"/>
                  <a:gd name="connsiteY58" fmla="*/ 1305164 h 3621771"/>
                  <a:gd name="connsiteX59" fmla="*/ 1017690 w 2379231"/>
                  <a:gd name="connsiteY59" fmla="*/ 1289066 h 3621771"/>
                  <a:gd name="connsiteX60" fmla="*/ 1004513 w 2379231"/>
                  <a:gd name="connsiteY60" fmla="*/ 1260163 h 3621771"/>
                  <a:gd name="connsiteX61" fmla="*/ 992672 w 2379231"/>
                  <a:gd name="connsiteY61" fmla="*/ 1251212 h 3621771"/>
                  <a:gd name="connsiteX62" fmla="*/ 802566 w 2379231"/>
                  <a:gd name="connsiteY62" fmla="*/ 1297705 h 3621771"/>
                  <a:gd name="connsiteX63" fmla="*/ 612305 w 2379231"/>
                  <a:gd name="connsiteY63" fmla="*/ 1496824 h 3621771"/>
                  <a:gd name="connsiteX64" fmla="*/ 590270 w 2379231"/>
                  <a:gd name="connsiteY64" fmla="*/ 1627011 h 3621771"/>
                  <a:gd name="connsiteX65" fmla="*/ 567148 w 2379231"/>
                  <a:gd name="connsiteY65" fmla="*/ 2103473 h 3621771"/>
                  <a:gd name="connsiteX66" fmla="*/ 557234 w 2379231"/>
                  <a:gd name="connsiteY66" fmla="*/ 2305544 h 3621771"/>
                  <a:gd name="connsiteX67" fmla="*/ 540638 w 2379231"/>
                  <a:gd name="connsiteY67" fmla="*/ 2509790 h 3621771"/>
                  <a:gd name="connsiteX68" fmla="*/ 530755 w 2379231"/>
                  <a:gd name="connsiteY68" fmla="*/ 2520823 h 3621771"/>
                  <a:gd name="connsiteX69" fmla="*/ 327099 w 2379231"/>
                  <a:gd name="connsiteY69" fmla="*/ 2567596 h 3621771"/>
                  <a:gd name="connsiteX70" fmla="*/ 334092 w 2379231"/>
                  <a:gd name="connsiteY70" fmla="*/ 2573377 h 3621771"/>
                  <a:gd name="connsiteX71" fmla="*/ 335086 w 2379231"/>
                  <a:gd name="connsiteY71" fmla="*/ 2572910 h 3621771"/>
                  <a:gd name="connsiteX72" fmla="*/ 334434 w 2379231"/>
                  <a:gd name="connsiteY72" fmla="*/ 2573998 h 3621771"/>
                  <a:gd name="connsiteX73" fmla="*/ 235698 w 2379231"/>
                  <a:gd name="connsiteY73" fmla="*/ 2689454 h 3621771"/>
                  <a:gd name="connsiteX74" fmla="*/ 182772 w 2379231"/>
                  <a:gd name="connsiteY74" fmla="*/ 2728115 h 3621771"/>
                  <a:gd name="connsiteX75" fmla="*/ 150978 w 2379231"/>
                  <a:gd name="connsiteY75" fmla="*/ 2725567 h 3621771"/>
                  <a:gd name="connsiteX76" fmla="*/ 94851 w 2379231"/>
                  <a:gd name="connsiteY76" fmla="*/ 2697907 h 3621771"/>
                  <a:gd name="connsiteX77" fmla="*/ 14358 w 2379231"/>
                  <a:gd name="connsiteY77" fmla="*/ 2658593 h 3621771"/>
                  <a:gd name="connsiteX78" fmla="*/ 0 w 2379231"/>
                  <a:gd name="connsiteY78" fmla="*/ 2658282 h 3621771"/>
                  <a:gd name="connsiteX79" fmla="*/ 27411 w 2379231"/>
                  <a:gd name="connsiteY79" fmla="*/ 2682803 h 3621771"/>
                  <a:gd name="connsiteX80" fmla="*/ 216864 w 2379231"/>
                  <a:gd name="connsiteY80" fmla="*/ 2823868 h 3621771"/>
                  <a:gd name="connsiteX81" fmla="*/ 498496 w 2379231"/>
                  <a:gd name="connsiteY81" fmla="*/ 2898797 h 3621771"/>
                  <a:gd name="connsiteX82" fmla="*/ 710636 w 2379231"/>
                  <a:gd name="connsiteY82" fmla="*/ 2901656 h 3621771"/>
                  <a:gd name="connsiteX83" fmla="*/ 720737 w 2379231"/>
                  <a:gd name="connsiteY83" fmla="*/ 2912845 h 3621771"/>
                  <a:gd name="connsiteX84" fmla="*/ 695719 w 2379231"/>
                  <a:gd name="connsiteY84" fmla="*/ 3127223 h 3621771"/>
                  <a:gd name="connsiteX85" fmla="*/ 694607 w 2379231"/>
                  <a:gd name="connsiteY85" fmla="*/ 3391009 h 3621771"/>
                  <a:gd name="connsiteX86" fmla="*/ 1255383 w 2379231"/>
                  <a:gd name="connsiteY86" fmla="*/ 3435089 h 3621771"/>
                  <a:gd name="connsiteX87" fmla="*/ 2045854 w 2379231"/>
                  <a:gd name="connsiteY87" fmla="*/ 3601079 h 3621771"/>
                  <a:gd name="connsiteX88" fmla="*/ 1949324 w 2379231"/>
                  <a:gd name="connsiteY88" fmla="*/ 2907095 h 3621771"/>
                  <a:gd name="connsiteX89" fmla="*/ 1961755 w 2379231"/>
                  <a:gd name="connsiteY89" fmla="*/ 2894229 h 3621771"/>
                  <a:gd name="connsiteX90" fmla="*/ 2152576 w 2379231"/>
                  <a:gd name="connsiteY90" fmla="*/ 2889443 h 3621771"/>
                  <a:gd name="connsiteX91" fmla="*/ 2283074 w 2379231"/>
                  <a:gd name="connsiteY91" fmla="*/ 2816284 h 3621771"/>
                  <a:gd name="connsiteX92" fmla="*/ 2349519 w 2379231"/>
                  <a:gd name="connsiteY92" fmla="*/ 2654677 h 3621771"/>
                  <a:gd name="connsiteX93" fmla="*/ 2377210 w 2379231"/>
                  <a:gd name="connsiteY93" fmla="*/ 2361827 h 3621771"/>
                  <a:gd name="connsiteX94" fmla="*/ 2379230 w 2379231"/>
                  <a:gd name="connsiteY94" fmla="*/ 2312412 h 3621771"/>
                  <a:gd name="connsiteX95" fmla="*/ 2379168 w 2379231"/>
                  <a:gd name="connsiteY95" fmla="*/ 2192170 h 3621771"/>
                  <a:gd name="connsiteX0" fmla="*/ 2379168 w 2379229"/>
                  <a:gd name="connsiteY0" fmla="*/ 2192170 h 3619091"/>
                  <a:gd name="connsiteX1" fmla="*/ 2377894 w 2379229"/>
                  <a:gd name="connsiteY1" fmla="*/ 2142507 h 3619091"/>
                  <a:gd name="connsiteX2" fmla="*/ 2376993 w 2379229"/>
                  <a:gd name="connsiteY2" fmla="*/ 2092284 h 3619091"/>
                  <a:gd name="connsiteX3" fmla="*/ 2363194 w 2379229"/>
                  <a:gd name="connsiteY3" fmla="*/ 1890679 h 3619091"/>
                  <a:gd name="connsiteX4" fmla="*/ 2333421 w 2379229"/>
                  <a:gd name="connsiteY4" fmla="*/ 1653521 h 3619091"/>
                  <a:gd name="connsiteX5" fmla="*/ 2265577 w 2379229"/>
                  <a:gd name="connsiteY5" fmla="*/ 1442220 h 3619091"/>
                  <a:gd name="connsiteX6" fmla="*/ 2143439 w 2379229"/>
                  <a:gd name="connsiteY6" fmla="*/ 1310230 h 3619091"/>
                  <a:gd name="connsiteX7" fmla="*/ 1980154 w 2379229"/>
                  <a:gd name="connsiteY7" fmla="*/ 1241671 h 3619091"/>
                  <a:gd name="connsiteX8" fmla="*/ 1957435 w 2379229"/>
                  <a:gd name="connsiteY8" fmla="*/ 1224827 h 3619091"/>
                  <a:gd name="connsiteX9" fmla="*/ 1927942 w 2379229"/>
                  <a:gd name="connsiteY9" fmla="*/ 1178178 h 3619091"/>
                  <a:gd name="connsiteX10" fmla="*/ 1817117 w 2379229"/>
                  <a:gd name="connsiteY10" fmla="*/ 939870 h 3619091"/>
                  <a:gd name="connsiteX11" fmla="*/ 1692555 w 2379229"/>
                  <a:gd name="connsiteY11" fmla="*/ 451319 h 3619091"/>
                  <a:gd name="connsiteX12" fmla="*/ 1631828 w 2379229"/>
                  <a:gd name="connsiteY12" fmla="*/ 232839 h 3619091"/>
                  <a:gd name="connsiteX13" fmla="*/ 1564326 w 2379229"/>
                  <a:gd name="connsiteY13" fmla="*/ 101129 h 3619091"/>
                  <a:gd name="connsiteX14" fmla="*/ 1449678 w 2379229"/>
                  <a:gd name="connsiteY14" fmla="*/ 10318 h 3619091"/>
                  <a:gd name="connsiteX15" fmla="*/ 1394794 w 2379229"/>
                  <a:gd name="connsiteY15" fmla="*/ 0 h 3619091"/>
                  <a:gd name="connsiteX16" fmla="*/ 1345690 w 2379229"/>
                  <a:gd name="connsiteY16" fmla="*/ 0 h 3619091"/>
                  <a:gd name="connsiteX17" fmla="*/ 1337921 w 2379229"/>
                  <a:gd name="connsiteY17" fmla="*/ 2517 h 3619091"/>
                  <a:gd name="connsiteX18" fmla="*/ 1271848 w 2379229"/>
                  <a:gd name="connsiteY18" fmla="*/ 47861 h 3619091"/>
                  <a:gd name="connsiteX19" fmla="*/ 1248633 w 2379229"/>
                  <a:gd name="connsiteY19" fmla="*/ 90935 h 3619091"/>
                  <a:gd name="connsiteX20" fmla="*/ 1187346 w 2379229"/>
                  <a:gd name="connsiteY20" fmla="*/ 132704 h 3619091"/>
                  <a:gd name="connsiteX21" fmla="*/ 1066048 w 2379229"/>
                  <a:gd name="connsiteY21" fmla="*/ 135626 h 3619091"/>
                  <a:gd name="connsiteX22" fmla="*/ 903353 w 2379229"/>
                  <a:gd name="connsiteY22" fmla="*/ 186625 h 3619091"/>
                  <a:gd name="connsiteX23" fmla="*/ 683132 w 2379229"/>
                  <a:gd name="connsiteY23" fmla="*/ 459089 h 3619091"/>
                  <a:gd name="connsiteX24" fmla="*/ 668277 w 2379229"/>
                  <a:gd name="connsiteY24" fmla="*/ 618769 h 3619091"/>
                  <a:gd name="connsiteX25" fmla="*/ 676481 w 2379229"/>
                  <a:gd name="connsiteY25" fmla="*/ 614449 h 3619091"/>
                  <a:gd name="connsiteX26" fmla="*/ 728506 w 2379229"/>
                  <a:gd name="connsiteY26" fmla="*/ 587287 h 3619091"/>
                  <a:gd name="connsiteX27" fmla="*/ 814158 w 2379229"/>
                  <a:gd name="connsiteY27" fmla="*/ 586044 h 3619091"/>
                  <a:gd name="connsiteX28" fmla="*/ 1073911 w 2379229"/>
                  <a:gd name="connsiteY28" fmla="*/ 641674 h 3619091"/>
                  <a:gd name="connsiteX29" fmla="*/ 1242759 w 2379229"/>
                  <a:gd name="connsiteY29" fmla="*/ 704732 h 3619091"/>
                  <a:gd name="connsiteX30" fmla="*/ 1282881 w 2379229"/>
                  <a:gd name="connsiteY30" fmla="*/ 715205 h 3619091"/>
                  <a:gd name="connsiteX31" fmla="*/ 1316570 w 2379229"/>
                  <a:gd name="connsiteY31" fmla="*/ 697117 h 3619091"/>
                  <a:gd name="connsiteX32" fmla="*/ 1349668 w 2379229"/>
                  <a:gd name="connsiteY32" fmla="*/ 642606 h 3619091"/>
                  <a:gd name="connsiteX33" fmla="*/ 1401476 w 2379229"/>
                  <a:gd name="connsiteY33" fmla="*/ 601396 h 3619091"/>
                  <a:gd name="connsiteX34" fmla="*/ 1460431 w 2379229"/>
                  <a:gd name="connsiteY34" fmla="*/ 632754 h 3619091"/>
                  <a:gd name="connsiteX35" fmla="*/ 1462576 w 2379229"/>
                  <a:gd name="connsiteY35" fmla="*/ 643569 h 3619091"/>
                  <a:gd name="connsiteX36" fmla="*/ 1467268 w 2379229"/>
                  <a:gd name="connsiteY36" fmla="*/ 734038 h 3619091"/>
                  <a:gd name="connsiteX37" fmla="*/ 1482590 w 2379229"/>
                  <a:gd name="connsiteY37" fmla="*/ 835540 h 3619091"/>
                  <a:gd name="connsiteX38" fmla="*/ 1548787 w 2379229"/>
                  <a:gd name="connsiteY38" fmla="*/ 962371 h 3619091"/>
                  <a:gd name="connsiteX39" fmla="*/ 1558639 w 2379229"/>
                  <a:gd name="connsiteY39" fmla="*/ 990869 h 3619091"/>
                  <a:gd name="connsiteX40" fmla="*/ 1569547 w 2379229"/>
                  <a:gd name="connsiteY40" fmla="*/ 1087088 h 3619091"/>
                  <a:gd name="connsiteX41" fmla="*/ 1590525 w 2379229"/>
                  <a:gd name="connsiteY41" fmla="*/ 1268523 h 3619091"/>
                  <a:gd name="connsiteX42" fmla="*/ 1604666 w 2379229"/>
                  <a:gd name="connsiteY42" fmla="*/ 1376613 h 3619091"/>
                  <a:gd name="connsiteX43" fmla="*/ 1598295 w 2379229"/>
                  <a:gd name="connsiteY43" fmla="*/ 1389946 h 3619091"/>
                  <a:gd name="connsiteX44" fmla="*/ 1593229 w 2379229"/>
                  <a:gd name="connsiteY44" fmla="*/ 1395260 h 3619091"/>
                  <a:gd name="connsiteX45" fmla="*/ 1406106 w 2379229"/>
                  <a:gd name="connsiteY45" fmla="*/ 1670987 h 3619091"/>
                  <a:gd name="connsiteX46" fmla="*/ 1307309 w 2379229"/>
                  <a:gd name="connsiteY46" fmla="*/ 1858638 h 3619091"/>
                  <a:gd name="connsiteX47" fmla="*/ 1235331 w 2379229"/>
                  <a:gd name="connsiteY47" fmla="*/ 2011232 h 3619091"/>
                  <a:gd name="connsiteX48" fmla="*/ 1230576 w 2379229"/>
                  <a:gd name="connsiteY48" fmla="*/ 1993020 h 3619091"/>
                  <a:gd name="connsiteX49" fmla="*/ 1179328 w 2379229"/>
                  <a:gd name="connsiteY49" fmla="*/ 1733237 h 3619091"/>
                  <a:gd name="connsiteX50" fmla="*/ 1167332 w 2379229"/>
                  <a:gd name="connsiteY50" fmla="*/ 1617563 h 3619091"/>
                  <a:gd name="connsiteX51" fmla="*/ 1182156 w 2379229"/>
                  <a:gd name="connsiteY51" fmla="*/ 1453190 h 3619091"/>
                  <a:gd name="connsiteX52" fmla="*/ 1190827 w 2379229"/>
                  <a:gd name="connsiteY52" fmla="*/ 1425220 h 3619091"/>
                  <a:gd name="connsiteX53" fmla="*/ 1231819 w 2379229"/>
                  <a:gd name="connsiteY53" fmla="*/ 1302088 h 3619091"/>
                  <a:gd name="connsiteX54" fmla="*/ 1233094 w 2379229"/>
                  <a:gd name="connsiteY54" fmla="*/ 1271600 h 3619091"/>
                  <a:gd name="connsiteX55" fmla="*/ 1208977 w 2379229"/>
                  <a:gd name="connsiteY55" fmla="*/ 1251275 h 3619091"/>
                  <a:gd name="connsiteX56" fmla="*/ 1181628 w 2379229"/>
                  <a:gd name="connsiteY56" fmla="*/ 1257739 h 3619091"/>
                  <a:gd name="connsiteX57" fmla="*/ 1115151 w 2379229"/>
                  <a:gd name="connsiteY57" fmla="*/ 1286113 h 3619091"/>
                  <a:gd name="connsiteX58" fmla="*/ 1046189 w 2379229"/>
                  <a:gd name="connsiteY58" fmla="*/ 1305164 h 3619091"/>
                  <a:gd name="connsiteX59" fmla="*/ 1017690 w 2379229"/>
                  <a:gd name="connsiteY59" fmla="*/ 1289066 h 3619091"/>
                  <a:gd name="connsiteX60" fmla="*/ 1004513 w 2379229"/>
                  <a:gd name="connsiteY60" fmla="*/ 1260163 h 3619091"/>
                  <a:gd name="connsiteX61" fmla="*/ 992672 w 2379229"/>
                  <a:gd name="connsiteY61" fmla="*/ 1251212 h 3619091"/>
                  <a:gd name="connsiteX62" fmla="*/ 802566 w 2379229"/>
                  <a:gd name="connsiteY62" fmla="*/ 1297705 h 3619091"/>
                  <a:gd name="connsiteX63" fmla="*/ 612305 w 2379229"/>
                  <a:gd name="connsiteY63" fmla="*/ 1496824 h 3619091"/>
                  <a:gd name="connsiteX64" fmla="*/ 590270 w 2379229"/>
                  <a:gd name="connsiteY64" fmla="*/ 1627011 h 3619091"/>
                  <a:gd name="connsiteX65" fmla="*/ 567148 w 2379229"/>
                  <a:gd name="connsiteY65" fmla="*/ 2103473 h 3619091"/>
                  <a:gd name="connsiteX66" fmla="*/ 557234 w 2379229"/>
                  <a:gd name="connsiteY66" fmla="*/ 2305544 h 3619091"/>
                  <a:gd name="connsiteX67" fmla="*/ 540638 w 2379229"/>
                  <a:gd name="connsiteY67" fmla="*/ 2509790 h 3619091"/>
                  <a:gd name="connsiteX68" fmla="*/ 530755 w 2379229"/>
                  <a:gd name="connsiteY68" fmla="*/ 2520823 h 3619091"/>
                  <a:gd name="connsiteX69" fmla="*/ 327099 w 2379229"/>
                  <a:gd name="connsiteY69" fmla="*/ 2567596 h 3619091"/>
                  <a:gd name="connsiteX70" fmla="*/ 334092 w 2379229"/>
                  <a:gd name="connsiteY70" fmla="*/ 2573377 h 3619091"/>
                  <a:gd name="connsiteX71" fmla="*/ 335086 w 2379229"/>
                  <a:gd name="connsiteY71" fmla="*/ 2572910 h 3619091"/>
                  <a:gd name="connsiteX72" fmla="*/ 334434 w 2379229"/>
                  <a:gd name="connsiteY72" fmla="*/ 2573998 h 3619091"/>
                  <a:gd name="connsiteX73" fmla="*/ 235698 w 2379229"/>
                  <a:gd name="connsiteY73" fmla="*/ 2689454 h 3619091"/>
                  <a:gd name="connsiteX74" fmla="*/ 182772 w 2379229"/>
                  <a:gd name="connsiteY74" fmla="*/ 2728115 h 3619091"/>
                  <a:gd name="connsiteX75" fmla="*/ 150978 w 2379229"/>
                  <a:gd name="connsiteY75" fmla="*/ 2725567 h 3619091"/>
                  <a:gd name="connsiteX76" fmla="*/ 94851 w 2379229"/>
                  <a:gd name="connsiteY76" fmla="*/ 2697907 h 3619091"/>
                  <a:gd name="connsiteX77" fmla="*/ 14358 w 2379229"/>
                  <a:gd name="connsiteY77" fmla="*/ 2658593 h 3619091"/>
                  <a:gd name="connsiteX78" fmla="*/ 0 w 2379229"/>
                  <a:gd name="connsiteY78" fmla="*/ 2658282 h 3619091"/>
                  <a:gd name="connsiteX79" fmla="*/ 27411 w 2379229"/>
                  <a:gd name="connsiteY79" fmla="*/ 2682803 h 3619091"/>
                  <a:gd name="connsiteX80" fmla="*/ 216864 w 2379229"/>
                  <a:gd name="connsiteY80" fmla="*/ 2823868 h 3619091"/>
                  <a:gd name="connsiteX81" fmla="*/ 498496 w 2379229"/>
                  <a:gd name="connsiteY81" fmla="*/ 2898797 h 3619091"/>
                  <a:gd name="connsiteX82" fmla="*/ 710636 w 2379229"/>
                  <a:gd name="connsiteY82" fmla="*/ 2901656 h 3619091"/>
                  <a:gd name="connsiteX83" fmla="*/ 720737 w 2379229"/>
                  <a:gd name="connsiteY83" fmla="*/ 2912845 h 3619091"/>
                  <a:gd name="connsiteX84" fmla="*/ 695719 w 2379229"/>
                  <a:gd name="connsiteY84" fmla="*/ 3127223 h 3619091"/>
                  <a:gd name="connsiteX85" fmla="*/ 694607 w 2379229"/>
                  <a:gd name="connsiteY85" fmla="*/ 3391009 h 3619091"/>
                  <a:gd name="connsiteX86" fmla="*/ 2045854 w 2379229"/>
                  <a:gd name="connsiteY86" fmla="*/ 3601079 h 3619091"/>
                  <a:gd name="connsiteX87" fmla="*/ 1949324 w 2379229"/>
                  <a:gd name="connsiteY87" fmla="*/ 2907095 h 3619091"/>
                  <a:gd name="connsiteX88" fmla="*/ 1961755 w 2379229"/>
                  <a:gd name="connsiteY88" fmla="*/ 2894229 h 3619091"/>
                  <a:gd name="connsiteX89" fmla="*/ 2152576 w 2379229"/>
                  <a:gd name="connsiteY89" fmla="*/ 2889443 h 3619091"/>
                  <a:gd name="connsiteX90" fmla="*/ 2283074 w 2379229"/>
                  <a:gd name="connsiteY90" fmla="*/ 2816284 h 3619091"/>
                  <a:gd name="connsiteX91" fmla="*/ 2349519 w 2379229"/>
                  <a:gd name="connsiteY91" fmla="*/ 2654677 h 3619091"/>
                  <a:gd name="connsiteX92" fmla="*/ 2377210 w 2379229"/>
                  <a:gd name="connsiteY92" fmla="*/ 2361827 h 3619091"/>
                  <a:gd name="connsiteX93" fmla="*/ 2379230 w 2379229"/>
                  <a:gd name="connsiteY93" fmla="*/ 2312412 h 3619091"/>
                  <a:gd name="connsiteX94" fmla="*/ 2379168 w 2379229"/>
                  <a:gd name="connsiteY94" fmla="*/ 2192170 h 3619091"/>
                  <a:gd name="connsiteX0" fmla="*/ 2379168 w 2379231"/>
                  <a:gd name="connsiteY0" fmla="*/ 2192170 h 3619091"/>
                  <a:gd name="connsiteX1" fmla="*/ 2377894 w 2379231"/>
                  <a:gd name="connsiteY1" fmla="*/ 2142507 h 3619091"/>
                  <a:gd name="connsiteX2" fmla="*/ 2376993 w 2379231"/>
                  <a:gd name="connsiteY2" fmla="*/ 2092284 h 3619091"/>
                  <a:gd name="connsiteX3" fmla="*/ 2363194 w 2379231"/>
                  <a:gd name="connsiteY3" fmla="*/ 1890679 h 3619091"/>
                  <a:gd name="connsiteX4" fmla="*/ 2333421 w 2379231"/>
                  <a:gd name="connsiteY4" fmla="*/ 1653521 h 3619091"/>
                  <a:gd name="connsiteX5" fmla="*/ 2265577 w 2379231"/>
                  <a:gd name="connsiteY5" fmla="*/ 1442220 h 3619091"/>
                  <a:gd name="connsiteX6" fmla="*/ 2143439 w 2379231"/>
                  <a:gd name="connsiteY6" fmla="*/ 1310230 h 3619091"/>
                  <a:gd name="connsiteX7" fmla="*/ 1980154 w 2379231"/>
                  <a:gd name="connsiteY7" fmla="*/ 1241671 h 3619091"/>
                  <a:gd name="connsiteX8" fmla="*/ 1957435 w 2379231"/>
                  <a:gd name="connsiteY8" fmla="*/ 1224827 h 3619091"/>
                  <a:gd name="connsiteX9" fmla="*/ 1927942 w 2379231"/>
                  <a:gd name="connsiteY9" fmla="*/ 1178178 h 3619091"/>
                  <a:gd name="connsiteX10" fmla="*/ 1817117 w 2379231"/>
                  <a:gd name="connsiteY10" fmla="*/ 939870 h 3619091"/>
                  <a:gd name="connsiteX11" fmla="*/ 1692555 w 2379231"/>
                  <a:gd name="connsiteY11" fmla="*/ 451319 h 3619091"/>
                  <a:gd name="connsiteX12" fmla="*/ 1631828 w 2379231"/>
                  <a:gd name="connsiteY12" fmla="*/ 232839 h 3619091"/>
                  <a:gd name="connsiteX13" fmla="*/ 1564326 w 2379231"/>
                  <a:gd name="connsiteY13" fmla="*/ 101129 h 3619091"/>
                  <a:gd name="connsiteX14" fmla="*/ 1449678 w 2379231"/>
                  <a:gd name="connsiteY14" fmla="*/ 10318 h 3619091"/>
                  <a:gd name="connsiteX15" fmla="*/ 1394794 w 2379231"/>
                  <a:gd name="connsiteY15" fmla="*/ 0 h 3619091"/>
                  <a:gd name="connsiteX16" fmla="*/ 1345690 w 2379231"/>
                  <a:gd name="connsiteY16" fmla="*/ 0 h 3619091"/>
                  <a:gd name="connsiteX17" fmla="*/ 1337921 w 2379231"/>
                  <a:gd name="connsiteY17" fmla="*/ 2517 h 3619091"/>
                  <a:gd name="connsiteX18" fmla="*/ 1271848 w 2379231"/>
                  <a:gd name="connsiteY18" fmla="*/ 47861 h 3619091"/>
                  <a:gd name="connsiteX19" fmla="*/ 1248633 w 2379231"/>
                  <a:gd name="connsiteY19" fmla="*/ 90935 h 3619091"/>
                  <a:gd name="connsiteX20" fmla="*/ 1187346 w 2379231"/>
                  <a:gd name="connsiteY20" fmla="*/ 132704 h 3619091"/>
                  <a:gd name="connsiteX21" fmla="*/ 1066048 w 2379231"/>
                  <a:gd name="connsiteY21" fmla="*/ 135626 h 3619091"/>
                  <a:gd name="connsiteX22" fmla="*/ 903353 w 2379231"/>
                  <a:gd name="connsiteY22" fmla="*/ 186625 h 3619091"/>
                  <a:gd name="connsiteX23" fmla="*/ 683132 w 2379231"/>
                  <a:gd name="connsiteY23" fmla="*/ 459089 h 3619091"/>
                  <a:gd name="connsiteX24" fmla="*/ 668277 w 2379231"/>
                  <a:gd name="connsiteY24" fmla="*/ 618769 h 3619091"/>
                  <a:gd name="connsiteX25" fmla="*/ 676481 w 2379231"/>
                  <a:gd name="connsiteY25" fmla="*/ 614449 h 3619091"/>
                  <a:gd name="connsiteX26" fmla="*/ 728506 w 2379231"/>
                  <a:gd name="connsiteY26" fmla="*/ 587287 h 3619091"/>
                  <a:gd name="connsiteX27" fmla="*/ 814158 w 2379231"/>
                  <a:gd name="connsiteY27" fmla="*/ 586044 h 3619091"/>
                  <a:gd name="connsiteX28" fmla="*/ 1073911 w 2379231"/>
                  <a:gd name="connsiteY28" fmla="*/ 641674 h 3619091"/>
                  <a:gd name="connsiteX29" fmla="*/ 1242759 w 2379231"/>
                  <a:gd name="connsiteY29" fmla="*/ 704732 h 3619091"/>
                  <a:gd name="connsiteX30" fmla="*/ 1282881 w 2379231"/>
                  <a:gd name="connsiteY30" fmla="*/ 715205 h 3619091"/>
                  <a:gd name="connsiteX31" fmla="*/ 1316570 w 2379231"/>
                  <a:gd name="connsiteY31" fmla="*/ 697117 h 3619091"/>
                  <a:gd name="connsiteX32" fmla="*/ 1349668 w 2379231"/>
                  <a:gd name="connsiteY32" fmla="*/ 642606 h 3619091"/>
                  <a:gd name="connsiteX33" fmla="*/ 1401476 w 2379231"/>
                  <a:gd name="connsiteY33" fmla="*/ 601396 h 3619091"/>
                  <a:gd name="connsiteX34" fmla="*/ 1460431 w 2379231"/>
                  <a:gd name="connsiteY34" fmla="*/ 632754 h 3619091"/>
                  <a:gd name="connsiteX35" fmla="*/ 1462576 w 2379231"/>
                  <a:gd name="connsiteY35" fmla="*/ 643569 h 3619091"/>
                  <a:gd name="connsiteX36" fmla="*/ 1467268 w 2379231"/>
                  <a:gd name="connsiteY36" fmla="*/ 734038 h 3619091"/>
                  <a:gd name="connsiteX37" fmla="*/ 1482590 w 2379231"/>
                  <a:gd name="connsiteY37" fmla="*/ 835540 h 3619091"/>
                  <a:gd name="connsiteX38" fmla="*/ 1548787 w 2379231"/>
                  <a:gd name="connsiteY38" fmla="*/ 962371 h 3619091"/>
                  <a:gd name="connsiteX39" fmla="*/ 1558639 w 2379231"/>
                  <a:gd name="connsiteY39" fmla="*/ 990869 h 3619091"/>
                  <a:gd name="connsiteX40" fmla="*/ 1569547 w 2379231"/>
                  <a:gd name="connsiteY40" fmla="*/ 1087088 h 3619091"/>
                  <a:gd name="connsiteX41" fmla="*/ 1590525 w 2379231"/>
                  <a:gd name="connsiteY41" fmla="*/ 1268523 h 3619091"/>
                  <a:gd name="connsiteX42" fmla="*/ 1604666 w 2379231"/>
                  <a:gd name="connsiteY42" fmla="*/ 1376613 h 3619091"/>
                  <a:gd name="connsiteX43" fmla="*/ 1598295 w 2379231"/>
                  <a:gd name="connsiteY43" fmla="*/ 1389946 h 3619091"/>
                  <a:gd name="connsiteX44" fmla="*/ 1593229 w 2379231"/>
                  <a:gd name="connsiteY44" fmla="*/ 1395260 h 3619091"/>
                  <a:gd name="connsiteX45" fmla="*/ 1406106 w 2379231"/>
                  <a:gd name="connsiteY45" fmla="*/ 1670987 h 3619091"/>
                  <a:gd name="connsiteX46" fmla="*/ 1307309 w 2379231"/>
                  <a:gd name="connsiteY46" fmla="*/ 1858638 h 3619091"/>
                  <a:gd name="connsiteX47" fmla="*/ 1235331 w 2379231"/>
                  <a:gd name="connsiteY47" fmla="*/ 2011232 h 3619091"/>
                  <a:gd name="connsiteX48" fmla="*/ 1230576 w 2379231"/>
                  <a:gd name="connsiteY48" fmla="*/ 1993020 h 3619091"/>
                  <a:gd name="connsiteX49" fmla="*/ 1179328 w 2379231"/>
                  <a:gd name="connsiteY49" fmla="*/ 1733237 h 3619091"/>
                  <a:gd name="connsiteX50" fmla="*/ 1167332 w 2379231"/>
                  <a:gd name="connsiteY50" fmla="*/ 1617563 h 3619091"/>
                  <a:gd name="connsiteX51" fmla="*/ 1182156 w 2379231"/>
                  <a:gd name="connsiteY51" fmla="*/ 1453190 h 3619091"/>
                  <a:gd name="connsiteX52" fmla="*/ 1190827 w 2379231"/>
                  <a:gd name="connsiteY52" fmla="*/ 1425220 h 3619091"/>
                  <a:gd name="connsiteX53" fmla="*/ 1231819 w 2379231"/>
                  <a:gd name="connsiteY53" fmla="*/ 1302088 h 3619091"/>
                  <a:gd name="connsiteX54" fmla="*/ 1233094 w 2379231"/>
                  <a:gd name="connsiteY54" fmla="*/ 1271600 h 3619091"/>
                  <a:gd name="connsiteX55" fmla="*/ 1208977 w 2379231"/>
                  <a:gd name="connsiteY55" fmla="*/ 1251275 h 3619091"/>
                  <a:gd name="connsiteX56" fmla="*/ 1181628 w 2379231"/>
                  <a:gd name="connsiteY56" fmla="*/ 1257739 h 3619091"/>
                  <a:gd name="connsiteX57" fmla="*/ 1115151 w 2379231"/>
                  <a:gd name="connsiteY57" fmla="*/ 1286113 h 3619091"/>
                  <a:gd name="connsiteX58" fmla="*/ 1046189 w 2379231"/>
                  <a:gd name="connsiteY58" fmla="*/ 1305164 h 3619091"/>
                  <a:gd name="connsiteX59" fmla="*/ 1017690 w 2379231"/>
                  <a:gd name="connsiteY59" fmla="*/ 1289066 h 3619091"/>
                  <a:gd name="connsiteX60" fmla="*/ 1004513 w 2379231"/>
                  <a:gd name="connsiteY60" fmla="*/ 1260163 h 3619091"/>
                  <a:gd name="connsiteX61" fmla="*/ 992672 w 2379231"/>
                  <a:gd name="connsiteY61" fmla="*/ 1251212 h 3619091"/>
                  <a:gd name="connsiteX62" fmla="*/ 802566 w 2379231"/>
                  <a:gd name="connsiteY62" fmla="*/ 1297705 h 3619091"/>
                  <a:gd name="connsiteX63" fmla="*/ 612305 w 2379231"/>
                  <a:gd name="connsiteY63" fmla="*/ 1496824 h 3619091"/>
                  <a:gd name="connsiteX64" fmla="*/ 590270 w 2379231"/>
                  <a:gd name="connsiteY64" fmla="*/ 1627011 h 3619091"/>
                  <a:gd name="connsiteX65" fmla="*/ 567148 w 2379231"/>
                  <a:gd name="connsiteY65" fmla="*/ 2103473 h 3619091"/>
                  <a:gd name="connsiteX66" fmla="*/ 557234 w 2379231"/>
                  <a:gd name="connsiteY66" fmla="*/ 2305544 h 3619091"/>
                  <a:gd name="connsiteX67" fmla="*/ 540638 w 2379231"/>
                  <a:gd name="connsiteY67" fmla="*/ 2509790 h 3619091"/>
                  <a:gd name="connsiteX68" fmla="*/ 530755 w 2379231"/>
                  <a:gd name="connsiteY68" fmla="*/ 2520823 h 3619091"/>
                  <a:gd name="connsiteX69" fmla="*/ 327099 w 2379231"/>
                  <a:gd name="connsiteY69" fmla="*/ 2567596 h 3619091"/>
                  <a:gd name="connsiteX70" fmla="*/ 334092 w 2379231"/>
                  <a:gd name="connsiteY70" fmla="*/ 2573377 h 3619091"/>
                  <a:gd name="connsiteX71" fmla="*/ 335086 w 2379231"/>
                  <a:gd name="connsiteY71" fmla="*/ 2572910 h 3619091"/>
                  <a:gd name="connsiteX72" fmla="*/ 334434 w 2379231"/>
                  <a:gd name="connsiteY72" fmla="*/ 2573998 h 3619091"/>
                  <a:gd name="connsiteX73" fmla="*/ 235698 w 2379231"/>
                  <a:gd name="connsiteY73" fmla="*/ 2689454 h 3619091"/>
                  <a:gd name="connsiteX74" fmla="*/ 182772 w 2379231"/>
                  <a:gd name="connsiteY74" fmla="*/ 2728115 h 3619091"/>
                  <a:gd name="connsiteX75" fmla="*/ 150978 w 2379231"/>
                  <a:gd name="connsiteY75" fmla="*/ 2725567 h 3619091"/>
                  <a:gd name="connsiteX76" fmla="*/ 94851 w 2379231"/>
                  <a:gd name="connsiteY76" fmla="*/ 2697907 h 3619091"/>
                  <a:gd name="connsiteX77" fmla="*/ 14358 w 2379231"/>
                  <a:gd name="connsiteY77" fmla="*/ 2658593 h 3619091"/>
                  <a:gd name="connsiteX78" fmla="*/ 0 w 2379231"/>
                  <a:gd name="connsiteY78" fmla="*/ 2658282 h 3619091"/>
                  <a:gd name="connsiteX79" fmla="*/ 27411 w 2379231"/>
                  <a:gd name="connsiteY79" fmla="*/ 2682803 h 3619091"/>
                  <a:gd name="connsiteX80" fmla="*/ 216864 w 2379231"/>
                  <a:gd name="connsiteY80" fmla="*/ 2823868 h 3619091"/>
                  <a:gd name="connsiteX81" fmla="*/ 498496 w 2379231"/>
                  <a:gd name="connsiteY81" fmla="*/ 2898797 h 3619091"/>
                  <a:gd name="connsiteX82" fmla="*/ 710636 w 2379231"/>
                  <a:gd name="connsiteY82" fmla="*/ 2901656 h 3619091"/>
                  <a:gd name="connsiteX83" fmla="*/ 720737 w 2379231"/>
                  <a:gd name="connsiteY83" fmla="*/ 2912845 h 3619091"/>
                  <a:gd name="connsiteX84" fmla="*/ 695719 w 2379231"/>
                  <a:gd name="connsiteY84" fmla="*/ 3127223 h 3619091"/>
                  <a:gd name="connsiteX85" fmla="*/ 694607 w 2379231"/>
                  <a:gd name="connsiteY85" fmla="*/ 3391009 h 3619091"/>
                  <a:gd name="connsiteX86" fmla="*/ 2045854 w 2379231"/>
                  <a:gd name="connsiteY86" fmla="*/ 3601079 h 3619091"/>
                  <a:gd name="connsiteX87" fmla="*/ 1949324 w 2379231"/>
                  <a:gd name="connsiteY87" fmla="*/ 2907095 h 3619091"/>
                  <a:gd name="connsiteX88" fmla="*/ 1961755 w 2379231"/>
                  <a:gd name="connsiteY88" fmla="*/ 2894229 h 3619091"/>
                  <a:gd name="connsiteX89" fmla="*/ 2152576 w 2379231"/>
                  <a:gd name="connsiteY89" fmla="*/ 2889443 h 3619091"/>
                  <a:gd name="connsiteX90" fmla="*/ 2283074 w 2379231"/>
                  <a:gd name="connsiteY90" fmla="*/ 2816284 h 3619091"/>
                  <a:gd name="connsiteX91" fmla="*/ 2349519 w 2379231"/>
                  <a:gd name="connsiteY91" fmla="*/ 2654677 h 3619091"/>
                  <a:gd name="connsiteX92" fmla="*/ 2377210 w 2379231"/>
                  <a:gd name="connsiteY92" fmla="*/ 2361827 h 3619091"/>
                  <a:gd name="connsiteX93" fmla="*/ 2379230 w 2379231"/>
                  <a:gd name="connsiteY93" fmla="*/ 2312412 h 3619091"/>
                  <a:gd name="connsiteX94" fmla="*/ 2379168 w 2379231"/>
                  <a:gd name="connsiteY94" fmla="*/ 2192170 h 3619091"/>
                  <a:gd name="connsiteX0" fmla="*/ 2379168 w 2379229"/>
                  <a:gd name="connsiteY0" fmla="*/ 2192170 h 3629423"/>
                  <a:gd name="connsiteX1" fmla="*/ 2377894 w 2379229"/>
                  <a:gd name="connsiteY1" fmla="*/ 2142507 h 3629423"/>
                  <a:gd name="connsiteX2" fmla="*/ 2376993 w 2379229"/>
                  <a:gd name="connsiteY2" fmla="*/ 2092284 h 3629423"/>
                  <a:gd name="connsiteX3" fmla="*/ 2363194 w 2379229"/>
                  <a:gd name="connsiteY3" fmla="*/ 1890679 h 3629423"/>
                  <a:gd name="connsiteX4" fmla="*/ 2333421 w 2379229"/>
                  <a:gd name="connsiteY4" fmla="*/ 1653521 h 3629423"/>
                  <a:gd name="connsiteX5" fmla="*/ 2265577 w 2379229"/>
                  <a:gd name="connsiteY5" fmla="*/ 1442220 h 3629423"/>
                  <a:gd name="connsiteX6" fmla="*/ 2143439 w 2379229"/>
                  <a:gd name="connsiteY6" fmla="*/ 1310230 h 3629423"/>
                  <a:gd name="connsiteX7" fmla="*/ 1980154 w 2379229"/>
                  <a:gd name="connsiteY7" fmla="*/ 1241671 h 3629423"/>
                  <a:gd name="connsiteX8" fmla="*/ 1957435 w 2379229"/>
                  <a:gd name="connsiteY8" fmla="*/ 1224827 h 3629423"/>
                  <a:gd name="connsiteX9" fmla="*/ 1927942 w 2379229"/>
                  <a:gd name="connsiteY9" fmla="*/ 1178178 h 3629423"/>
                  <a:gd name="connsiteX10" fmla="*/ 1817117 w 2379229"/>
                  <a:gd name="connsiteY10" fmla="*/ 939870 h 3629423"/>
                  <a:gd name="connsiteX11" fmla="*/ 1692555 w 2379229"/>
                  <a:gd name="connsiteY11" fmla="*/ 451319 h 3629423"/>
                  <a:gd name="connsiteX12" fmla="*/ 1631828 w 2379229"/>
                  <a:gd name="connsiteY12" fmla="*/ 232839 h 3629423"/>
                  <a:gd name="connsiteX13" fmla="*/ 1564326 w 2379229"/>
                  <a:gd name="connsiteY13" fmla="*/ 101129 h 3629423"/>
                  <a:gd name="connsiteX14" fmla="*/ 1449678 w 2379229"/>
                  <a:gd name="connsiteY14" fmla="*/ 10318 h 3629423"/>
                  <a:gd name="connsiteX15" fmla="*/ 1394794 w 2379229"/>
                  <a:gd name="connsiteY15" fmla="*/ 0 h 3629423"/>
                  <a:gd name="connsiteX16" fmla="*/ 1345690 w 2379229"/>
                  <a:gd name="connsiteY16" fmla="*/ 0 h 3629423"/>
                  <a:gd name="connsiteX17" fmla="*/ 1337921 w 2379229"/>
                  <a:gd name="connsiteY17" fmla="*/ 2517 h 3629423"/>
                  <a:gd name="connsiteX18" fmla="*/ 1271848 w 2379229"/>
                  <a:gd name="connsiteY18" fmla="*/ 47861 h 3629423"/>
                  <a:gd name="connsiteX19" fmla="*/ 1248633 w 2379229"/>
                  <a:gd name="connsiteY19" fmla="*/ 90935 h 3629423"/>
                  <a:gd name="connsiteX20" fmla="*/ 1187346 w 2379229"/>
                  <a:gd name="connsiteY20" fmla="*/ 132704 h 3629423"/>
                  <a:gd name="connsiteX21" fmla="*/ 1066048 w 2379229"/>
                  <a:gd name="connsiteY21" fmla="*/ 135626 h 3629423"/>
                  <a:gd name="connsiteX22" fmla="*/ 903353 w 2379229"/>
                  <a:gd name="connsiteY22" fmla="*/ 186625 h 3629423"/>
                  <a:gd name="connsiteX23" fmla="*/ 683132 w 2379229"/>
                  <a:gd name="connsiteY23" fmla="*/ 459089 h 3629423"/>
                  <a:gd name="connsiteX24" fmla="*/ 668277 w 2379229"/>
                  <a:gd name="connsiteY24" fmla="*/ 618769 h 3629423"/>
                  <a:gd name="connsiteX25" fmla="*/ 676481 w 2379229"/>
                  <a:gd name="connsiteY25" fmla="*/ 614449 h 3629423"/>
                  <a:gd name="connsiteX26" fmla="*/ 728506 w 2379229"/>
                  <a:gd name="connsiteY26" fmla="*/ 587287 h 3629423"/>
                  <a:gd name="connsiteX27" fmla="*/ 814158 w 2379229"/>
                  <a:gd name="connsiteY27" fmla="*/ 586044 h 3629423"/>
                  <a:gd name="connsiteX28" fmla="*/ 1073911 w 2379229"/>
                  <a:gd name="connsiteY28" fmla="*/ 641674 h 3629423"/>
                  <a:gd name="connsiteX29" fmla="*/ 1242759 w 2379229"/>
                  <a:gd name="connsiteY29" fmla="*/ 704732 h 3629423"/>
                  <a:gd name="connsiteX30" fmla="*/ 1282881 w 2379229"/>
                  <a:gd name="connsiteY30" fmla="*/ 715205 h 3629423"/>
                  <a:gd name="connsiteX31" fmla="*/ 1316570 w 2379229"/>
                  <a:gd name="connsiteY31" fmla="*/ 697117 h 3629423"/>
                  <a:gd name="connsiteX32" fmla="*/ 1349668 w 2379229"/>
                  <a:gd name="connsiteY32" fmla="*/ 642606 h 3629423"/>
                  <a:gd name="connsiteX33" fmla="*/ 1401476 w 2379229"/>
                  <a:gd name="connsiteY33" fmla="*/ 601396 h 3629423"/>
                  <a:gd name="connsiteX34" fmla="*/ 1460431 w 2379229"/>
                  <a:gd name="connsiteY34" fmla="*/ 632754 h 3629423"/>
                  <a:gd name="connsiteX35" fmla="*/ 1462576 w 2379229"/>
                  <a:gd name="connsiteY35" fmla="*/ 643569 h 3629423"/>
                  <a:gd name="connsiteX36" fmla="*/ 1467268 w 2379229"/>
                  <a:gd name="connsiteY36" fmla="*/ 734038 h 3629423"/>
                  <a:gd name="connsiteX37" fmla="*/ 1482590 w 2379229"/>
                  <a:gd name="connsiteY37" fmla="*/ 835540 h 3629423"/>
                  <a:gd name="connsiteX38" fmla="*/ 1548787 w 2379229"/>
                  <a:gd name="connsiteY38" fmla="*/ 962371 h 3629423"/>
                  <a:gd name="connsiteX39" fmla="*/ 1558639 w 2379229"/>
                  <a:gd name="connsiteY39" fmla="*/ 990869 h 3629423"/>
                  <a:gd name="connsiteX40" fmla="*/ 1569547 w 2379229"/>
                  <a:gd name="connsiteY40" fmla="*/ 1087088 h 3629423"/>
                  <a:gd name="connsiteX41" fmla="*/ 1590525 w 2379229"/>
                  <a:gd name="connsiteY41" fmla="*/ 1268523 h 3629423"/>
                  <a:gd name="connsiteX42" fmla="*/ 1604666 w 2379229"/>
                  <a:gd name="connsiteY42" fmla="*/ 1376613 h 3629423"/>
                  <a:gd name="connsiteX43" fmla="*/ 1598295 w 2379229"/>
                  <a:gd name="connsiteY43" fmla="*/ 1389946 h 3629423"/>
                  <a:gd name="connsiteX44" fmla="*/ 1593229 w 2379229"/>
                  <a:gd name="connsiteY44" fmla="*/ 1395260 h 3629423"/>
                  <a:gd name="connsiteX45" fmla="*/ 1406106 w 2379229"/>
                  <a:gd name="connsiteY45" fmla="*/ 1670987 h 3629423"/>
                  <a:gd name="connsiteX46" fmla="*/ 1307309 w 2379229"/>
                  <a:gd name="connsiteY46" fmla="*/ 1858638 h 3629423"/>
                  <a:gd name="connsiteX47" fmla="*/ 1235331 w 2379229"/>
                  <a:gd name="connsiteY47" fmla="*/ 2011232 h 3629423"/>
                  <a:gd name="connsiteX48" fmla="*/ 1230576 w 2379229"/>
                  <a:gd name="connsiteY48" fmla="*/ 1993020 h 3629423"/>
                  <a:gd name="connsiteX49" fmla="*/ 1179328 w 2379229"/>
                  <a:gd name="connsiteY49" fmla="*/ 1733237 h 3629423"/>
                  <a:gd name="connsiteX50" fmla="*/ 1167332 w 2379229"/>
                  <a:gd name="connsiteY50" fmla="*/ 1617563 h 3629423"/>
                  <a:gd name="connsiteX51" fmla="*/ 1182156 w 2379229"/>
                  <a:gd name="connsiteY51" fmla="*/ 1453190 h 3629423"/>
                  <a:gd name="connsiteX52" fmla="*/ 1190827 w 2379229"/>
                  <a:gd name="connsiteY52" fmla="*/ 1425220 h 3629423"/>
                  <a:gd name="connsiteX53" fmla="*/ 1231819 w 2379229"/>
                  <a:gd name="connsiteY53" fmla="*/ 1302088 h 3629423"/>
                  <a:gd name="connsiteX54" fmla="*/ 1233094 w 2379229"/>
                  <a:gd name="connsiteY54" fmla="*/ 1271600 h 3629423"/>
                  <a:gd name="connsiteX55" fmla="*/ 1208977 w 2379229"/>
                  <a:gd name="connsiteY55" fmla="*/ 1251275 h 3629423"/>
                  <a:gd name="connsiteX56" fmla="*/ 1181628 w 2379229"/>
                  <a:gd name="connsiteY56" fmla="*/ 1257739 h 3629423"/>
                  <a:gd name="connsiteX57" fmla="*/ 1115151 w 2379229"/>
                  <a:gd name="connsiteY57" fmla="*/ 1286113 h 3629423"/>
                  <a:gd name="connsiteX58" fmla="*/ 1046189 w 2379229"/>
                  <a:gd name="connsiteY58" fmla="*/ 1305164 h 3629423"/>
                  <a:gd name="connsiteX59" fmla="*/ 1017690 w 2379229"/>
                  <a:gd name="connsiteY59" fmla="*/ 1289066 h 3629423"/>
                  <a:gd name="connsiteX60" fmla="*/ 1004513 w 2379229"/>
                  <a:gd name="connsiteY60" fmla="*/ 1260163 h 3629423"/>
                  <a:gd name="connsiteX61" fmla="*/ 992672 w 2379229"/>
                  <a:gd name="connsiteY61" fmla="*/ 1251212 h 3629423"/>
                  <a:gd name="connsiteX62" fmla="*/ 802566 w 2379229"/>
                  <a:gd name="connsiteY62" fmla="*/ 1297705 h 3629423"/>
                  <a:gd name="connsiteX63" fmla="*/ 612305 w 2379229"/>
                  <a:gd name="connsiteY63" fmla="*/ 1496824 h 3629423"/>
                  <a:gd name="connsiteX64" fmla="*/ 590270 w 2379229"/>
                  <a:gd name="connsiteY64" fmla="*/ 1627011 h 3629423"/>
                  <a:gd name="connsiteX65" fmla="*/ 567148 w 2379229"/>
                  <a:gd name="connsiteY65" fmla="*/ 2103473 h 3629423"/>
                  <a:gd name="connsiteX66" fmla="*/ 557234 w 2379229"/>
                  <a:gd name="connsiteY66" fmla="*/ 2305544 h 3629423"/>
                  <a:gd name="connsiteX67" fmla="*/ 540638 w 2379229"/>
                  <a:gd name="connsiteY67" fmla="*/ 2509790 h 3629423"/>
                  <a:gd name="connsiteX68" fmla="*/ 530755 w 2379229"/>
                  <a:gd name="connsiteY68" fmla="*/ 2520823 h 3629423"/>
                  <a:gd name="connsiteX69" fmla="*/ 327099 w 2379229"/>
                  <a:gd name="connsiteY69" fmla="*/ 2567596 h 3629423"/>
                  <a:gd name="connsiteX70" fmla="*/ 334092 w 2379229"/>
                  <a:gd name="connsiteY70" fmla="*/ 2573377 h 3629423"/>
                  <a:gd name="connsiteX71" fmla="*/ 335086 w 2379229"/>
                  <a:gd name="connsiteY71" fmla="*/ 2572910 h 3629423"/>
                  <a:gd name="connsiteX72" fmla="*/ 334434 w 2379229"/>
                  <a:gd name="connsiteY72" fmla="*/ 2573998 h 3629423"/>
                  <a:gd name="connsiteX73" fmla="*/ 235698 w 2379229"/>
                  <a:gd name="connsiteY73" fmla="*/ 2689454 h 3629423"/>
                  <a:gd name="connsiteX74" fmla="*/ 182772 w 2379229"/>
                  <a:gd name="connsiteY74" fmla="*/ 2728115 h 3629423"/>
                  <a:gd name="connsiteX75" fmla="*/ 150978 w 2379229"/>
                  <a:gd name="connsiteY75" fmla="*/ 2725567 h 3629423"/>
                  <a:gd name="connsiteX76" fmla="*/ 94851 w 2379229"/>
                  <a:gd name="connsiteY76" fmla="*/ 2697907 h 3629423"/>
                  <a:gd name="connsiteX77" fmla="*/ 14358 w 2379229"/>
                  <a:gd name="connsiteY77" fmla="*/ 2658593 h 3629423"/>
                  <a:gd name="connsiteX78" fmla="*/ 0 w 2379229"/>
                  <a:gd name="connsiteY78" fmla="*/ 2658282 h 3629423"/>
                  <a:gd name="connsiteX79" fmla="*/ 27411 w 2379229"/>
                  <a:gd name="connsiteY79" fmla="*/ 2682803 h 3629423"/>
                  <a:gd name="connsiteX80" fmla="*/ 216864 w 2379229"/>
                  <a:gd name="connsiteY80" fmla="*/ 2823868 h 3629423"/>
                  <a:gd name="connsiteX81" fmla="*/ 498496 w 2379229"/>
                  <a:gd name="connsiteY81" fmla="*/ 2898797 h 3629423"/>
                  <a:gd name="connsiteX82" fmla="*/ 710636 w 2379229"/>
                  <a:gd name="connsiteY82" fmla="*/ 2901656 h 3629423"/>
                  <a:gd name="connsiteX83" fmla="*/ 720737 w 2379229"/>
                  <a:gd name="connsiteY83" fmla="*/ 2912845 h 3629423"/>
                  <a:gd name="connsiteX84" fmla="*/ 695719 w 2379229"/>
                  <a:gd name="connsiteY84" fmla="*/ 3127223 h 3629423"/>
                  <a:gd name="connsiteX85" fmla="*/ 694607 w 2379229"/>
                  <a:gd name="connsiteY85" fmla="*/ 3493638 h 3629423"/>
                  <a:gd name="connsiteX86" fmla="*/ 2045854 w 2379229"/>
                  <a:gd name="connsiteY86" fmla="*/ 3601079 h 3629423"/>
                  <a:gd name="connsiteX87" fmla="*/ 1949324 w 2379229"/>
                  <a:gd name="connsiteY87" fmla="*/ 2907095 h 3629423"/>
                  <a:gd name="connsiteX88" fmla="*/ 1961755 w 2379229"/>
                  <a:gd name="connsiteY88" fmla="*/ 2894229 h 3629423"/>
                  <a:gd name="connsiteX89" fmla="*/ 2152576 w 2379229"/>
                  <a:gd name="connsiteY89" fmla="*/ 2889443 h 3629423"/>
                  <a:gd name="connsiteX90" fmla="*/ 2283074 w 2379229"/>
                  <a:gd name="connsiteY90" fmla="*/ 2816284 h 3629423"/>
                  <a:gd name="connsiteX91" fmla="*/ 2349519 w 2379229"/>
                  <a:gd name="connsiteY91" fmla="*/ 2654677 h 3629423"/>
                  <a:gd name="connsiteX92" fmla="*/ 2377210 w 2379229"/>
                  <a:gd name="connsiteY92" fmla="*/ 2361827 h 3629423"/>
                  <a:gd name="connsiteX93" fmla="*/ 2379230 w 2379229"/>
                  <a:gd name="connsiteY93" fmla="*/ 2312412 h 3629423"/>
                  <a:gd name="connsiteX94" fmla="*/ 2379168 w 2379229"/>
                  <a:gd name="connsiteY94" fmla="*/ 2192170 h 3629423"/>
                  <a:gd name="connsiteX0" fmla="*/ 2379168 w 2379231"/>
                  <a:gd name="connsiteY0" fmla="*/ 2192170 h 3629423"/>
                  <a:gd name="connsiteX1" fmla="*/ 2377894 w 2379231"/>
                  <a:gd name="connsiteY1" fmla="*/ 2142507 h 3629423"/>
                  <a:gd name="connsiteX2" fmla="*/ 2376993 w 2379231"/>
                  <a:gd name="connsiteY2" fmla="*/ 2092284 h 3629423"/>
                  <a:gd name="connsiteX3" fmla="*/ 2363194 w 2379231"/>
                  <a:gd name="connsiteY3" fmla="*/ 1890679 h 3629423"/>
                  <a:gd name="connsiteX4" fmla="*/ 2333421 w 2379231"/>
                  <a:gd name="connsiteY4" fmla="*/ 1653521 h 3629423"/>
                  <a:gd name="connsiteX5" fmla="*/ 2265577 w 2379231"/>
                  <a:gd name="connsiteY5" fmla="*/ 1442220 h 3629423"/>
                  <a:gd name="connsiteX6" fmla="*/ 2143439 w 2379231"/>
                  <a:gd name="connsiteY6" fmla="*/ 1310230 h 3629423"/>
                  <a:gd name="connsiteX7" fmla="*/ 1980154 w 2379231"/>
                  <a:gd name="connsiteY7" fmla="*/ 1241671 h 3629423"/>
                  <a:gd name="connsiteX8" fmla="*/ 1957435 w 2379231"/>
                  <a:gd name="connsiteY8" fmla="*/ 1224827 h 3629423"/>
                  <a:gd name="connsiteX9" fmla="*/ 1927942 w 2379231"/>
                  <a:gd name="connsiteY9" fmla="*/ 1178178 h 3629423"/>
                  <a:gd name="connsiteX10" fmla="*/ 1817117 w 2379231"/>
                  <a:gd name="connsiteY10" fmla="*/ 939870 h 3629423"/>
                  <a:gd name="connsiteX11" fmla="*/ 1692555 w 2379231"/>
                  <a:gd name="connsiteY11" fmla="*/ 451319 h 3629423"/>
                  <a:gd name="connsiteX12" fmla="*/ 1631828 w 2379231"/>
                  <a:gd name="connsiteY12" fmla="*/ 232839 h 3629423"/>
                  <a:gd name="connsiteX13" fmla="*/ 1564326 w 2379231"/>
                  <a:gd name="connsiteY13" fmla="*/ 101129 h 3629423"/>
                  <a:gd name="connsiteX14" fmla="*/ 1449678 w 2379231"/>
                  <a:gd name="connsiteY14" fmla="*/ 10318 h 3629423"/>
                  <a:gd name="connsiteX15" fmla="*/ 1394794 w 2379231"/>
                  <a:gd name="connsiteY15" fmla="*/ 0 h 3629423"/>
                  <a:gd name="connsiteX16" fmla="*/ 1345690 w 2379231"/>
                  <a:gd name="connsiteY16" fmla="*/ 0 h 3629423"/>
                  <a:gd name="connsiteX17" fmla="*/ 1337921 w 2379231"/>
                  <a:gd name="connsiteY17" fmla="*/ 2517 h 3629423"/>
                  <a:gd name="connsiteX18" fmla="*/ 1271848 w 2379231"/>
                  <a:gd name="connsiteY18" fmla="*/ 47861 h 3629423"/>
                  <a:gd name="connsiteX19" fmla="*/ 1248633 w 2379231"/>
                  <a:gd name="connsiteY19" fmla="*/ 90935 h 3629423"/>
                  <a:gd name="connsiteX20" fmla="*/ 1187346 w 2379231"/>
                  <a:gd name="connsiteY20" fmla="*/ 132704 h 3629423"/>
                  <a:gd name="connsiteX21" fmla="*/ 1066048 w 2379231"/>
                  <a:gd name="connsiteY21" fmla="*/ 135626 h 3629423"/>
                  <a:gd name="connsiteX22" fmla="*/ 903353 w 2379231"/>
                  <a:gd name="connsiteY22" fmla="*/ 186625 h 3629423"/>
                  <a:gd name="connsiteX23" fmla="*/ 683132 w 2379231"/>
                  <a:gd name="connsiteY23" fmla="*/ 459089 h 3629423"/>
                  <a:gd name="connsiteX24" fmla="*/ 668277 w 2379231"/>
                  <a:gd name="connsiteY24" fmla="*/ 618769 h 3629423"/>
                  <a:gd name="connsiteX25" fmla="*/ 676481 w 2379231"/>
                  <a:gd name="connsiteY25" fmla="*/ 614449 h 3629423"/>
                  <a:gd name="connsiteX26" fmla="*/ 728506 w 2379231"/>
                  <a:gd name="connsiteY26" fmla="*/ 587287 h 3629423"/>
                  <a:gd name="connsiteX27" fmla="*/ 814158 w 2379231"/>
                  <a:gd name="connsiteY27" fmla="*/ 586044 h 3629423"/>
                  <a:gd name="connsiteX28" fmla="*/ 1073911 w 2379231"/>
                  <a:gd name="connsiteY28" fmla="*/ 641674 h 3629423"/>
                  <a:gd name="connsiteX29" fmla="*/ 1242759 w 2379231"/>
                  <a:gd name="connsiteY29" fmla="*/ 704732 h 3629423"/>
                  <a:gd name="connsiteX30" fmla="*/ 1282881 w 2379231"/>
                  <a:gd name="connsiteY30" fmla="*/ 715205 h 3629423"/>
                  <a:gd name="connsiteX31" fmla="*/ 1316570 w 2379231"/>
                  <a:gd name="connsiteY31" fmla="*/ 697117 h 3629423"/>
                  <a:gd name="connsiteX32" fmla="*/ 1349668 w 2379231"/>
                  <a:gd name="connsiteY32" fmla="*/ 642606 h 3629423"/>
                  <a:gd name="connsiteX33" fmla="*/ 1401476 w 2379231"/>
                  <a:gd name="connsiteY33" fmla="*/ 601396 h 3629423"/>
                  <a:gd name="connsiteX34" fmla="*/ 1460431 w 2379231"/>
                  <a:gd name="connsiteY34" fmla="*/ 632754 h 3629423"/>
                  <a:gd name="connsiteX35" fmla="*/ 1462576 w 2379231"/>
                  <a:gd name="connsiteY35" fmla="*/ 643569 h 3629423"/>
                  <a:gd name="connsiteX36" fmla="*/ 1467268 w 2379231"/>
                  <a:gd name="connsiteY36" fmla="*/ 734038 h 3629423"/>
                  <a:gd name="connsiteX37" fmla="*/ 1482590 w 2379231"/>
                  <a:gd name="connsiteY37" fmla="*/ 835540 h 3629423"/>
                  <a:gd name="connsiteX38" fmla="*/ 1548787 w 2379231"/>
                  <a:gd name="connsiteY38" fmla="*/ 962371 h 3629423"/>
                  <a:gd name="connsiteX39" fmla="*/ 1558639 w 2379231"/>
                  <a:gd name="connsiteY39" fmla="*/ 990869 h 3629423"/>
                  <a:gd name="connsiteX40" fmla="*/ 1569547 w 2379231"/>
                  <a:gd name="connsiteY40" fmla="*/ 1087088 h 3629423"/>
                  <a:gd name="connsiteX41" fmla="*/ 1590525 w 2379231"/>
                  <a:gd name="connsiteY41" fmla="*/ 1268523 h 3629423"/>
                  <a:gd name="connsiteX42" fmla="*/ 1604666 w 2379231"/>
                  <a:gd name="connsiteY42" fmla="*/ 1376613 h 3629423"/>
                  <a:gd name="connsiteX43" fmla="*/ 1598295 w 2379231"/>
                  <a:gd name="connsiteY43" fmla="*/ 1389946 h 3629423"/>
                  <a:gd name="connsiteX44" fmla="*/ 1593229 w 2379231"/>
                  <a:gd name="connsiteY44" fmla="*/ 1395260 h 3629423"/>
                  <a:gd name="connsiteX45" fmla="*/ 1406106 w 2379231"/>
                  <a:gd name="connsiteY45" fmla="*/ 1670987 h 3629423"/>
                  <a:gd name="connsiteX46" fmla="*/ 1307309 w 2379231"/>
                  <a:gd name="connsiteY46" fmla="*/ 1858638 h 3629423"/>
                  <a:gd name="connsiteX47" fmla="*/ 1235331 w 2379231"/>
                  <a:gd name="connsiteY47" fmla="*/ 2011232 h 3629423"/>
                  <a:gd name="connsiteX48" fmla="*/ 1230576 w 2379231"/>
                  <a:gd name="connsiteY48" fmla="*/ 1993020 h 3629423"/>
                  <a:gd name="connsiteX49" fmla="*/ 1179328 w 2379231"/>
                  <a:gd name="connsiteY49" fmla="*/ 1733237 h 3629423"/>
                  <a:gd name="connsiteX50" fmla="*/ 1167332 w 2379231"/>
                  <a:gd name="connsiteY50" fmla="*/ 1617563 h 3629423"/>
                  <a:gd name="connsiteX51" fmla="*/ 1182156 w 2379231"/>
                  <a:gd name="connsiteY51" fmla="*/ 1453190 h 3629423"/>
                  <a:gd name="connsiteX52" fmla="*/ 1190827 w 2379231"/>
                  <a:gd name="connsiteY52" fmla="*/ 1425220 h 3629423"/>
                  <a:gd name="connsiteX53" fmla="*/ 1231819 w 2379231"/>
                  <a:gd name="connsiteY53" fmla="*/ 1302088 h 3629423"/>
                  <a:gd name="connsiteX54" fmla="*/ 1233094 w 2379231"/>
                  <a:gd name="connsiteY54" fmla="*/ 1271600 h 3629423"/>
                  <a:gd name="connsiteX55" fmla="*/ 1208977 w 2379231"/>
                  <a:gd name="connsiteY55" fmla="*/ 1251275 h 3629423"/>
                  <a:gd name="connsiteX56" fmla="*/ 1181628 w 2379231"/>
                  <a:gd name="connsiteY56" fmla="*/ 1257739 h 3629423"/>
                  <a:gd name="connsiteX57" fmla="*/ 1115151 w 2379231"/>
                  <a:gd name="connsiteY57" fmla="*/ 1286113 h 3629423"/>
                  <a:gd name="connsiteX58" fmla="*/ 1046189 w 2379231"/>
                  <a:gd name="connsiteY58" fmla="*/ 1305164 h 3629423"/>
                  <a:gd name="connsiteX59" fmla="*/ 1017690 w 2379231"/>
                  <a:gd name="connsiteY59" fmla="*/ 1289066 h 3629423"/>
                  <a:gd name="connsiteX60" fmla="*/ 1004513 w 2379231"/>
                  <a:gd name="connsiteY60" fmla="*/ 1260163 h 3629423"/>
                  <a:gd name="connsiteX61" fmla="*/ 992672 w 2379231"/>
                  <a:gd name="connsiteY61" fmla="*/ 1251212 h 3629423"/>
                  <a:gd name="connsiteX62" fmla="*/ 802566 w 2379231"/>
                  <a:gd name="connsiteY62" fmla="*/ 1297705 h 3629423"/>
                  <a:gd name="connsiteX63" fmla="*/ 612305 w 2379231"/>
                  <a:gd name="connsiteY63" fmla="*/ 1496824 h 3629423"/>
                  <a:gd name="connsiteX64" fmla="*/ 590270 w 2379231"/>
                  <a:gd name="connsiteY64" fmla="*/ 1627011 h 3629423"/>
                  <a:gd name="connsiteX65" fmla="*/ 567148 w 2379231"/>
                  <a:gd name="connsiteY65" fmla="*/ 2103473 h 3629423"/>
                  <a:gd name="connsiteX66" fmla="*/ 557234 w 2379231"/>
                  <a:gd name="connsiteY66" fmla="*/ 2305544 h 3629423"/>
                  <a:gd name="connsiteX67" fmla="*/ 540638 w 2379231"/>
                  <a:gd name="connsiteY67" fmla="*/ 2509790 h 3629423"/>
                  <a:gd name="connsiteX68" fmla="*/ 530755 w 2379231"/>
                  <a:gd name="connsiteY68" fmla="*/ 2520823 h 3629423"/>
                  <a:gd name="connsiteX69" fmla="*/ 327099 w 2379231"/>
                  <a:gd name="connsiteY69" fmla="*/ 2567596 h 3629423"/>
                  <a:gd name="connsiteX70" fmla="*/ 334092 w 2379231"/>
                  <a:gd name="connsiteY70" fmla="*/ 2573377 h 3629423"/>
                  <a:gd name="connsiteX71" fmla="*/ 335086 w 2379231"/>
                  <a:gd name="connsiteY71" fmla="*/ 2572910 h 3629423"/>
                  <a:gd name="connsiteX72" fmla="*/ 334434 w 2379231"/>
                  <a:gd name="connsiteY72" fmla="*/ 2573998 h 3629423"/>
                  <a:gd name="connsiteX73" fmla="*/ 235698 w 2379231"/>
                  <a:gd name="connsiteY73" fmla="*/ 2689454 h 3629423"/>
                  <a:gd name="connsiteX74" fmla="*/ 182772 w 2379231"/>
                  <a:gd name="connsiteY74" fmla="*/ 2728115 h 3629423"/>
                  <a:gd name="connsiteX75" fmla="*/ 150978 w 2379231"/>
                  <a:gd name="connsiteY75" fmla="*/ 2725567 h 3629423"/>
                  <a:gd name="connsiteX76" fmla="*/ 94851 w 2379231"/>
                  <a:gd name="connsiteY76" fmla="*/ 2697907 h 3629423"/>
                  <a:gd name="connsiteX77" fmla="*/ 14358 w 2379231"/>
                  <a:gd name="connsiteY77" fmla="*/ 2658593 h 3629423"/>
                  <a:gd name="connsiteX78" fmla="*/ 0 w 2379231"/>
                  <a:gd name="connsiteY78" fmla="*/ 2658282 h 3629423"/>
                  <a:gd name="connsiteX79" fmla="*/ 27411 w 2379231"/>
                  <a:gd name="connsiteY79" fmla="*/ 2682803 h 3629423"/>
                  <a:gd name="connsiteX80" fmla="*/ 216864 w 2379231"/>
                  <a:gd name="connsiteY80" fmla="*/ 2823868 h 3629423"/>
                  <a:gd name="connsiteX81" fmla="*/ 498496 w 2379231"/>
                  <a:gd name="connsiteY81" fmla="*/ 2898797 h 3629423"/>
                  <a:gd name="connsiteX82" fmla="*/ 710636 w 2379231"/>
                  <a:gd name="connsiteY82" fmla="*/ 2901656 h 3629423"/>
                  <a:gd name="connsiteX83" fmla="*/ 720737 w 2379231"/>
                  <a:gd name="connsiteY83" fmla="*/ 2912845 h 3629423"/>
                  <a:gd name="connsiteX84" fmla="*/ 695719 w 2379231"/>
                  <a:gd name="connsiteY84" fmla="*/ 3127223 h 3629423"/>
                  <a:gd name="connsiteX85" fmla="*/ 694607 w 2379231"/>
                  <a:gd name="connsiteY85" fmla="*/ 3493638 h 3629423"/>
                  <a:gd name="connsiteX86" fmla="*/ 2045854 w 2379231"/>
                  <a:gd name="connsiteY86" fmla="*/ 3601079 h 3629423"/>
                  <a:gd name="connsiteX87" fmla="*/ 1949324 w 2379231"/>
                  <a:gd name="connsiteY87" fmla="*/ 2907095 h 3629423"/>
                  <a:gd name="connsiteX88" fmla="*/ 1961755 w 2379231"/>
                  <a:gd name="connsiteY88" fmla="*/ 2894229 h 3629423"/>
                  <a:gd name="connsiteX89" fmla="*/ 2152576 w 2379231"/>
                  <a:gd name="connsiteY89" fmla="*/ 2889443 h 3629423"/>
                  <a:gd name="connsiteX90" fmla="*/ 2283074 w 2379231"/>
                  <a:gd name="connsiteY90" fmla="*/ 2816284 h 3629423"/>
                  <a:gd name="connsiteX91" fmla="*/ 2349519 w 2379231"/>
                  <a:gd name="connsiteY91" fmla="*/ 2654677 h 3629423"/>
                  <a:gd name="connsiteX92" fmla="*/ 2377210 w 2379231"/>
                  <a:gd name="connsiteY92" fmla="*/ 2361827 h 3629423"/>
                  <a:gd name="connsiteX93" fmla="*/ 2379230 w 2379231"/>
                  <a:gd name="connsiteY93" fmla="*/ 2312412 h 3629423"/>
                  <a:gd name="connsiteX94" fmla="*/ 2379168 w 2379231"/>
                  <a:gd name="connsiteY94" fmla="*/ 2192170 h 3629423"/>
                  <a:gd name="connsiteX0" fmla="*/ 2379168 w 2379229"/>
                  <a:gd name="connsiteY0" fmla="*/ 2192170 h 3646654"/>
                  <a:gd name="connsiteX1" fmla="*/ 2377894 w 2379229"/>
                  <a:gd name="connsiteY1" fmla="*/ 2142507 h 3646654"/>
                  <a:gd name="connsiteX2" fmla="*/ 2376993 w 2379229"/>
                  <a:gd name="connsiteY2" fmla="*/ 2092284 h 3646654"/>
                  <a:gd name="connsiteX3" fmla="*/ 2363194 w 2379229"/>
                  <a:gd name="connsiteY3" fmla="*/ 1890679 h 3646654"/>
                  <a:gd name="connsiteX4" fmla="*/ 2333421 w 2379229"/>
                  <a:gd name="connsiteY4" fmla="*/ 1653521 h 3646654"/>
                  <a:gd name="connsiteX5" fmla="*/ 2265577 w 2379229"/>
                  <a:gd name="connsiteY5" fmla="*/ 1442220 h 3646654"/>
                  <a:gd name="connsiteX6" fmla="*/ 2143439 w 2379229"/>
                  <a:gd name="connsiteY6" fmla="*/ 1310230 h 3646654"/>
                  <a:gd name="connsiteX7" fmla="*/ 1980154 w 2379229"/>
                  <a:gd name="connsiteY7" fmla="*/ 1241671 h 3646654"/>
                  <a:gd name="connsiteX8" fmla="*/ 1957435 w 2379229"/>
                  <a:gd name="connsiteY8" fmla="*/ 1224827 h 3646654"/>
                  <a:gd name="connsiteX9" fmla="*/ 1927942 w 2379229"/>
                  <a:gd name="connsiteY9" fmla="*/ 1178178 h 3646654"/>
                  <a:gd name="connsiteX10" fmla="*/ 1817117 w 2379229"/>
                  <a:gd name="connsiteY10" fmla="*/ 939870 h 3646654"/>
                  <a:gd name="connsiteX11" fmla="*/ 1692555 w 2379229"/>
                  <a:gd name="connsiteY11" fmla="*/ 451319 h 3646654"/>
                  <a:gd name="connsiteX12" fmla="*/ 1631828 w 2379229"/>
                  <a:gd name="connsiteY12" fmla="*/ 232839 h 3646654"/>
                  <a:gd name="connsiteX13" fmla="*/ 1564326 w 2379229"/>
                  <a:gd name="connsiteY13" fmla="*/ 101129 h 3646654"/>
                  <a:gd name="connsiteX14" fmla="*/ 1449678 w 2379229"/>
                  <a:gd name="connsiteY14" fmla="*/ 10318 h 3646654"/>
                  <a:gd name="connsiteX15" fmla="*/ 1394794 w 2379229"/>
                  <a:gd name="connsiteY15" fmla="*/ 0 h 3646654"/>
                  <a:gd name="connsiteX16" fmla="*/ 1345690 w 2379229"/>
                  <a:gd name="connsiteY16" fmla="*/ 0 h 3646654"/>
                  <a:gd name="connsiteX17" fmla="*/ 1337921 w 2379229"/>
                  <a:gd name="connsiteY17" fmla="*/ 2517 h 3646654"/>
                  <a:gd name="connsiteX18" fmla="*/ 1271848 w 2379229"/>
                  <a:gd name="connsiteY18" fmla="*/ 47861 h 3646654"/>
                  <a:gd name="connsiteX19" fmla="*/ 1248633 w 2379229"/>
                  <a:gd name="connsiteY19" fmla="*/ 90935 h 3646654"/>
                  <a:gd name="connsiteX20" fmla="*/ 1187346 w 2379229"/>
                  <a:gd name="connsiteY20" fmla="*/ 132704 h 3646654"/>
                  <a:gd name="connsiteX21" fmla="*/ 1066048 w 2379229"/>
                  <a:gd name="connsiteY21" fmla="*/ 135626 h 3646654"/>
                  <a:gd name="connsiteX22" fmla="*/ 903353 w 2379229"/>
                  <a:gd name="connsiteY22" fmla="*/ 186625 h 3646654"/>
                  <a:gd name="connsiteX23" fmla="*/ 683132 w 2379229"/>
                  <a:gd name="connsiteY23" fmla="*/ 459089 h 3646654"/>
                  <a:gd name="connsiteX24" fmla="*/ 668277 w 2379229"/>
                  <a:gd name="connsiteY24" fmla="*/ 618769 h 3646654"/>
                  <a:gd name="connsiteX25" fmla="*/ 676481 w 2379229"/>
                  <a:gd name="connsiteY25" fmla="*/ 614449 h 3646654"/>
                  <a:gd name="connsiteX26" fmla="*/ 728506 w 2379229"/>
                  <a:gd name="connsiteY26" fmla="*/ 587287 h 3646654"/>
                  <a:gd name="connsiteX27" fmla="*/ 814158 w 2379229"/>
                  <a:gd name="connsiteY27" fmla="*/ 586044 h 3646654"/>
                  <a:gd name="connsiteX28" fmla="*/ 1073911 w 2379229"/>
                  <a:gd name="connsiteY28" fmla="*/ 641674 h 3646654"/>
                  <a:gd name="connsiteX29" fmla="*/ 1242759 w 2379229"/>
                  <a:gd name="connsiteY29" fmla="*/ 704732 h 3646654"/>
                  <a:gd name="connsiteX30" fmla="*/ 1282881 w 2379229"/>
                  <a:gd name="connsiteY30" fmla="*/ 715205 h 3646654"/>
                  <a:gd name="connsiteX31" fmla="*/ 1316570 w 2379229"/>
                  <a:gd name="connsiteY31" fmla="*/ 697117 h 3646654"/>
                  <a:gd name="connsiteX32" fmla="*/ 1349668 w 2379229"/>
                  <a:gd name="connsiteY32" fmla="*/ 642606 h 3646654"/>
                  <a:gd name="connsiteX33" fmla="*/ 1401476 w 2379229"/>
                  <a:gd name="connsiteY33" fmla="*/ 601396 h 3646654"/>
                  <a:gd name="connsiteX34" fmla="*/ 1460431 w 2379229"/>
                  <a:gd name="connsiteY34" fmla="*/ 632754 h 3646654"/>
                  <a:gd name="connsiteX35" fmla="*/ 1462576 w 2379229"/>
                  <a:gd name="connsiteY35" fmla="*/ 643569 h 3646654"/>
                  <a:gd name="connsiteX36" fmla="*/ 1467268 w 2379229"/>
                  <a:gd name="connsiteY36" fmla="*/ 734038 h 3646654"/>
                  <a:gd name="connsiteX37" fmla="*/ 1482590 w 2379229"/>
                  <a:gd name="connsiteY37" fmla="*/ 835540 h 3646654"/>
                  <a:gd name="connsiteX38" fmla="*/ 1548787 w 2379229"/>
                  <a:gd name="connsiteY38" fmla="*/ 962371 h 3646654"/>
                  <a:gd name="connsiteX39" fmla="*/ 1558639 w 2379229"/>
                  <a:gd name="connsiteY39" fmla="*/ 990869 h 3646654"/>
                  <a:gd name="connsiteX40" fmla="*/ 1569547 w 2379229"/>
                  <a:gd name="connsiteY40" fmla="*/ 1087088 h 3646654"/>
                  <a:gd name="connsiteX41" fmla="*/ 1590525 w 2379229"/>
                  <a:gd name="connsiteY41" fmla="*/ 1268523 h 3646654"/>
                  <a:gd name="connsiteX42" fmla="*/ 1604666 w 2379229"/>
                  <a:gd name="connsiteY42" fmla="*/ 1376613 h 3646654"/>
                  <a:gd name="connsiteX43" fmla="*/ 1598295 w 2379229"/>
                  <a:gd name="connsiteY43" fmla="*/ 1389946 h 3646654"/>
                  <a:gd name="connsiteX44" fmla="*/ 1593229 w 2379229"/>
                  <a:gd name="connsiteY44" fmla="*/ 1395260 h 3646654"/>
                  <a:gd name="connsiteX45" fmla="*/ 1406106 w 2379229"/>
                  <a:gd name="connsiteY45" fmla="*/ 1670987 h 3646654"/>
                  <a:gd name="connsiteX46" fmla="*/ 1307309 w 2379229"/>
                  <a:gd name="connsiteY46" fmla="*/ 1858638 h 3646654"/>
                  <a:gd name="connsiteX47" fmla="*/ 1235331 w 2379229"/>
                  <a:gd name="connsiteY47" fmla="*/ 2011232 h 3646654"/>
                  <a:gd name="connsiteX48" fmla="*/ 1230576 w 2379229"/>
                  <a:gd name="connsiteY48" fmla="*/ 1993020 h 3646654"/>
                  <a:gd name="connsiteX49" fmla="*/ 1179328 w 2379229"/>
                  <a:gd name="connsiteY49" fmla="*/ 1733237 h 3646654"/>
                  <a:gd name="connsiteX50" fmla="*/ 1167332 w 2379229"/>
                  <a:gd name="connsiteY50" fmla="*/ 1617563 h 3646654"/>
                  <a:gd name="connsiteX51" fmla="*/ 1182156 w 2379229"/>
                  <a:gd name="connsiteY51" fmla="*/ 1453190 h 3646654"/>
                  <a:gd name="connsiteX52" fmla="*/ 1190827 w 2379229"/>
                  <a:gd name="connsiteY52" fmla="*/ 1425220 h 3646654"/>
                  <a:gd name="connsiteX53" fmla="*/ 1231819 w 2379229"/>
                  <a:gd name="connsiteY53" fmla="*/ 1302088 h 3646654"/>
                  <a:gd name="connsiteX54" fmla="*/ 1233094 w 2379229"/>
                  <a:gd name="connsiteY54" fmla="*/ 1271600 h 3646654"/>
                  <a:gd name="connsiteX55" fmla="*/ 1208977 w 2379229"/>
                  <a:gd name="connsiteY55" fmla="*/ 1251275 h 3646654"/>
                  <a:gd name="connsiteX56" fmla="*/ 1181628 w 2379229"/>
                  <a:gd name="connsiteY56" fmla="*/ 1257739 h 3646654"/>
                  <a:gd name="connsiteX57" fmla="*/ 1115151 w 2379229"/>
                  <a:gd name="connsiteY57" fmla="*/ 1286113 h 3646654"/>
                  <a:gd name="connsiteX58" fmla="*/ 1046189 w 2379229"/>
                  <a:gd name="connsiteY58" fmla="*/ 1305164 h 3646654"/>
                  <a:gd name="connsiteX59" fmla="*/ 1017690 w 2379229"/>
                  <a:gd name="connsiteY59" fmla="*/ 1289066 h 3646654"/>
                  <a:gd name="connsiteX60" fmla="*/ 1004513 w 2379229"/>
                  <a:gd name="connsiteY60" fmla="*/ 1260163 h 3646654"/>
                  <a:gd name="connsiteX61" fmla="*/ 992672 w 2379229"/>
                  <a:gd name="connsiteY61" fmla="*/ 1251212 h 3646654"/>
                  <a:gd name="connsiteX62" fmla="*/ 802566 w 2379229"/>
                  <a:gd name="connsiteY62" fmla="*/ 1297705 h 3646654"/>
                  <a:gd name="connsiteX63" fmla="*/ 612305 w 2379229"/>
                  <a:gd name="connsiteY63" fmla="*/ 1496824 h 3646654"/>
                  <a:gd name="connsiteX64" fmla="*/ 590270 w 2379229"/>
                  <a:gd name="connsiteY64" fmla="*/ 1627011 h 3646654"/>
                  <a:gd name="connsiteX65" fmla="*/ 567148 w 2379229"/>
                  <a:gd name="connsiteY65" fmla="*/ 2103473 h 3646654"/>
                  <a:gd name="connsiteX66" fmla="*/ 557234 w 2379229"/>
                  <a:gd name="connsiteY66" fmla="*/ 2305544 h 3646654"/>
                  <a:gd name="connsiteX67" fmla="*/ 540638 w 2379229"/>
                  <a:gd name="connsiteY67" fmla="*/ 2509790 h 3646654"/>
                  <a:gd name="connsiteX68" fmla="*/ 530755 w 2379229"/>
                  <a:gd name="connsiteY68" fmla="*/ 2520823 h 3646654"/>
                  <a:gd name="connsiteX69" fmla="*/ 327099 w 2379229"/>
                  <a:gd name="connsiteY69" fmla="*/ 2567596 h 3646654"/>
                  <a:gd name="connsiteX70" fmla="*/ 334092 w 2379229"/>
                  <a:gd name="connsiteY70" fmla="*/ 2573377 h 3646654"/>
                  <a:gd name="connsiteX71" fmla="*/ 335086 w 2379229"/>
                  <a:gd name="connsiteY71" fmla="*/ 2572910 h 3646654"/>
                  <a:gd name="connsiteX72" fmla="*/ 334434 w 2379229"/>
                  <a:gd name="connsiteY72" fmla="*/ 2573998 h 3646654"/>
                  <a:gd name="connsiteX73" fmla="*/ 235698 w 2379229"/>
                  <a:gd name="connsiteY73" fmla="*/ 2689454 h 3646654"/>
                  <a:gd name="connsiteX74" fmla="*/ 182772 w 2379229"/>
                  <a:gd name="connsiteY74" fmla="*/ 2728115 h 3646654"/>
                  <a:gd name="connsiteX75" fmla="*/ 150978 w 2379229"/>
                  <a:gd name="connsiteY75" fmla="*/ 2725567 h 3646654"/>
                  <a:gd name="connsiteX76" fmla="*/ 94851 w 2379229"/>
                  <a:gd name="connsiteY76" fmla="*/ 2697907 h 3646654"/>
                  <a:gd name="connsiteX77" fmla="*/ 14358 w 2379229"/>
                  <a:gd name="connsiteY77" fmla="*/ 2658593 h 3646654"/>
                  <a:gd name="connsiteX78" fmla="*/ 0 w 2379229"/>
                  <a:gd name="connsiteY78" fmla="*/ 2658282 h 3646654"/>
                  <a:gd name="connsiteX79" fmla="*/ 27411 w 2379229"/>
                  <a:gd name="connsiteY79" fmla="*/ 2682803 h 3646654"/>
                  <a:gd name="connsiteX80" fmla="*/ 216864 w 2379229"/>
                  <a:gd name="connsiteY80" fmla="*/ 2823868 h 3646654"/>
                  <a:gd name="connsiteX81" fmla="*/ 498496 w 2379229"/>
                  <a:gd name="connsiteY81" fmla="*/ 2898797 h 3646654"/>
                  <a:gd name="connsiteX82" fmla="*/ 710636 w 2379229"/>
                  <a:gd name="connsiteY82" fmla="*/ 2901656 h 3646654"/>
                  <a:gd name="connsiteX83" fmla="*/ 720737 w 2379229"/>
                  <a:gd name="connsiteY83" fmla="*/ 2912845 h 3646654"/>
                  <a:gd name="connsiteX84" fmla="*/ 695719 w 2379229"/>
                  <a:gd name="connsiteY84" fmla="*/ 3127223 h 3646654"/>
                  <a:gd name="connsiteX85" fmla="*/ 621302 w 2379229"/>
                  <a:gd name="connsiteY85" fmla="*/ 3566943 h 3646654"/>
                  <a:gd name="connsiteX86" fmla="*/ 2045854 w 2379229"/>
                  <a:gd name="connsiteY86" fmla="*/ 3601079 h 3646654"/>
                  <a:gd name="connsiteX87" fmla="*/ 1949324 w 2379229"/>
                  <a:gd name="connsiteY87" fmla="*/ 2907095 h 3646654"/>
                  <a:gd name="connsiteX88" fmla="*/ 1961755 w 2379229"/>
                  <a:gd name="connsiteY88" fmla="*/ 2894229 h 3646654"/>
                  <a:gd name="connsiteX89" fmla="*/ 2152576 w 2379229"/>
                  <a:gd name="connsiteY89" fmla="*/ 2889443 h 3646654"/>
                  <a:gd name="connsiteX90" fmla="*/ 2283074 w 2379229"/>
                  <a:gd name="connsiteY90" fmla="*/ 2816284 h 3646654"/>
                  <a:gd name="connsiteX91" fmla="*/ 2349519 w 2379229"/>
                  <a:gd name="connsiteY91" fmla="*/ 2654677 h 3646654"/>
                  <a:gd name="connsiteX92" fmla="*/ 2377210 w 2379229"/>
                  <a:gd name="connsiteY92" fmla="*/ 2361827 h 3646654"/>
                  <a:gd name="connsiteX93" fmla="*/ 2379230 w 2379229"/>
                  <a:gd name="connsiteY93" fmla="*/ 2312412 h 3646654"/>
                  <a:gd name="connsiteX94" fmla="*/ 2379168 w 2379229"/>
                  <a:gd name="connsiteY94" fmla="*/ 2192170 h 3646654"/>
                  <a:gd name="connsiteX0" fmla="*/ 2379168 w 2379231"/>
                  <a:gd name="connsiteY0" fmla="*/ 2192170 h 3671451"/>
                  <a:gd name="connsiteX1" fmla="*/ 2377894 w 2379231"/>
                  <a:gd name="connsiteY1" fmla="*/ 2142507 h 3671451"/>
                  <a:gd name="connsiteX2" fmla="*/ 2376993 w 2379231"/>
                  <a:gd name="connsiteY2" fmla="*/ 2092284 h 3671451"/>
                  <a:gd name="connsiteX3" fmla="*/ 2363194 w 2379231"/>
                  <a:gd name="connsiteY3" fmla="*/ 1890679 h 3671451"/>
                  <a:gd name="connsiteX4" fmla="*/ 2333421 w 2379231"/>
                  <a:gd name="connsiteY4" fmla="*/ 1653521 h 3671451"/>
                  <a:gd name="connsiteX5" fmla="*/ 2265577 w 2379231"/>
                  <a:gd name="connsiteY5" fmla="*/ 1442220 h 3671451"/>
                  <a:gd name="connsiteX6" fmla="*/ 2143439 w 2379231"/>
                  <a:gd name="connsiteY6" fmla="*/ 1310230 h 3671451"/>
                  <a:gd name="connsiteX7" fmla="*/ 1980154 w 2379231"/>
                  <a:gd name="connsiteY7" fmla="*/ 1241671 h 3671451"/>
                  <a:gd name="connsiteX8" fmla="*/ 1957435 w 2379231"/>
                  <a:gd name="connsiteY8" fmla="*/ 1224827 h 3671451"/>
                  <a:gd name="connsiteX9" fmla="*/ 1927942 w 2379231"/>
                  <a:gd name="connsiteY9" fmla="*/ 1178178 h 3671451"/>
                  <a:gd name="connsiteX10" fmla="*/ 1817117 w 2379231"/>
                  <a:gd name="connsiteY10" fmla="*/ 939870 h 3671451"/>
                  <a:gd name="connsiteX11" fmla="*/ 1692555 w 2379231"/>
                  <a:gd name="connsiteY11" fmla="*/ 451319 h 3671451"/>
                  <a:gd name="connsiteX12" fmla="*/ 1631828 w 2379231"/>
                  <a:gd name="connsiteY12" fmla="*/ 232839 h 3671451"/>
                  <a:gd name="connsiteX13" fmla="*/ 1564326 w 2379231"/>
                  <a:gd name="connsiteY13" fmla="*/ 101129 h 3671451"/>
                  <a:gd name="connsiteX14" fmla="*/ 1449678 w 2379231"/>
                  <a:gd name="connsiteY14" fmla="*/ 10318 h 3671451"/>
                  <a:gd name="connsiteX15" fmla="*/ 1394794 w 2379231"/>
                  <a:gd name="connsiteY15" fmla="*/ 0 h 3671451"/>
                  <a:gd name="connsiteX16" fmla="*/ 1345690 w 2379231"/>
                  <a:gd name="connsiteY16" fmla="*/ 0 h 3671451"/>
                  <a:gd name="connsiteX17" fmla="*/ 1337921 w 2379231"/>
                  <a:gd name="connsiteY17" fmla="*/ 2517 h 3671451"/>
                  <a:gd name="connsiteX18" fmla="*/ 1271848 w 2379231"/>
                  <a:gd name="connsiteY18" fmla="*/ 47861 h 3671451"/>
                  <a:gd name="connsiteX19" fmla="*/ 1248633 w 2379231"/>
                  <a:gd name="connsiteY19" fmla="*/ 90935 h 3671451"/>
                  <a:gd name="connsiteX20" fmla="*/ 1187346 w 2379231"/>
                  <a:gd name="connsiteY20" fmla="*/ 132704 h 3671451"/>
                  <a:gd name="connsiteX21" fmla="*/ 1066048 w 2379231"/>
                  <a:gd name="connsiteY21" fmla="*/ 135626 h 3671451"/>
                  <a:gd name="connsiteX22" fmla="*/ 903353 w 2379231"/>
                  <a:gd name="connsiteY22" fmla="*/ 186625 h 3671451"/>
                  <a:gd name="connsiteX23" fmla="*/ 683132 w 2379231"/>
                  <a:gd name="connsiteY23" fmla="*/ 459089 h 3671451"/>
                  <a:gd name="connsiteX24" fmla="*/ 668277 w 2379231"/>
                  <a:gd name="connsiteY24" fmla="*/ 618769 h 3671451"/>
                  <a:gd name="connsiteX25" fmla="*/ 676481 w 2379231"/>
                  <a:gd name="connsiteY25" fmla="*/ 614449 h 3671451"/>
                  <a:gd name="connsiteX26" fmla="*/ 728506 w 2379231"/>
                  <a:gd name="connsiteY26" fmla="*/ 587287 h 3671451"/>
                  <a:gd name="connsiteX27" fmla="*/ 814158 w 2379231"/>
                  <a:gd name="connsiteY27" fmla="*/ 586044 h 3671451"/>
                  <a:gd name="connsiteX28" fmla="*/ 1073911 w 2379231"/>
                  <a:gd name="connsiteY28" fmla="*/ 641674 h 3671451"/>
                  <a:gd name="connsiteX29" fmla="*/ 1242759 w 2379231"/>
                  <a:gd name="connsiteY29" fmla="*/ 704732 h 3671451"/>
                  <a:gd name="connsiteX30" fmla="*/ 1282881 w 2379231"/>
                  <a:gd name="connsiteY30" fmla="*/ 715205 h 3671451"/>
                  <a:gd name="connsiteX31" fmla="*/ 1316570 w 2379231"/>
                  <a:gd name="connsiteY31" fmla="*/ 697117 h 3671451"/>
                  <a:gd name="connsiteX32" fmla="*/ 1349668 w 2379231"/>
                  <a:gd name="connsiteY32" fmla="*/ 642606 h 3671451"/>
                  <a:gd name="connsiteX33" fmla="*/ 1401476 w 2379231"/>
                  <a:gd name="connsiteY33" fmla="*/ 601396 h 3671451"/>
                  <a:gd name="connsiteX34" fmla="*/ 1460431 w 2379231"/>
                  <a:gd name="connsiteY34" fmla="*/ 632754 h 3671451"/>
                  <a:gd name="connsiteX35" fmla="*/ 1462576 w 2379231"/>
                  <a:gd name="connsiteY35" fmla="*/ 643569 h 3671451"/>
                  <a:gd name="connsiteX36" fmla="*/ 1467268 w 2379231"/>
                  <a:gd name="connsiteY36" fmla="*/ 734038 h 3671451"/>
                  <a:gd name="connsiteX37" fmla="*/ 1482590 w 2379231"/>
                  <a:gd name="connsiteY37" fmla="*/ 835540 h 3671451"/>
                  <a:gd name="connsiteX38" fmla="*/ 1548787 w 2379231"/>
                  <a:gd name="connsiteY38" fmla="*/ 962371 h 3671451"/>
                  <a:gd name="connsiteX39" fmla="*/ 1558639 w 2379231"/>
                  <a:gd name="connsiteY39" fmla="*/ 990869 h 3671451"/>
                  <a:gd name="connsiteX40" fmla="*/ 1569547 w 2379231"/>
                  <a:gd name="connsiteY40" fmla="*/ 1087088 h 3671451"/>
                  <a:gd name="connsiteX41" fmla="*/ 1590525 w 2379231"/>
                  <a:gd name="connsiteY41" fmla="*/ 1268523 h 3671451"/>
                  <a:gd name="connsiteX42" fmla="*/ 1604666 w 2379231"/>
                  <a:gd name="connsiteY42" fmla="*/ 1376613 h 3671451"/>
                  <a:gd name="connsiteX43" fmla="*/ 1598295 w 2379231"/>
                  <a:gd name="connsiteY43" fmla="*/ 1389946 h 3671451"/>
                  <a:gd name="connsiteX44" fmla="*/ 1593229 w 2379231"/>
                  <a:gd name="connsiteY44" fmla="*/ 1395260 h 3671451"/>
                  <a:gd name="connsiteX45" fmla="*/ 1406106 w 2379231"/>
                  <a:gd name="connsiteY45" fmla="*/ 1670987 h 3671451"/>
                  <a:gd name="connsiteX46" fmla="*/ 1307309 w 2379231"/>
                  <a:gd name="connsiteY46" fmla="*/ 1858638 h 3671451"/>
                  <a:gd name="connsiteX47" fmla="*/ 1235331 w 2379231"/>
                  <a:gd name="connsiteY47" fmla="*/ 2011232 h 3671451"/>
                  <a:gd name="connsiteX48" fmla="*/ 1230576 w 2379231"/>
                  <a:gd name="connsiteY48" fmla="*/ 1993020 h 3671451"/>
                  <a:gd name="connsiteX49" fmla="*/ 1179328 w 2379231"/>
                  <a:gd name="connsiteY49" fmla="*/ 1733237 h 3671451"/>
                  <a:gd name="connsiteX50" fmla="*/ 1167332 w 2379231"/>
                  <a:gd name="connsiteY50" fmla="*/ 1617563 h 3671451"/>
                  <a:gd name="connsiteX51" fmla="*/ 1182156 w 2379231"/>
                  <a:gd name="connsiteY51" fmla="*/ 1453190 h 3671451"/>
                  <a:gd name="connsiteX52" fmla="*/ 1190827 w 2379231"/>
                  <a:gd name="connsiteY52" fmla="*/ 1425220 h 3671451"/>
                  <a:gd name="connsiteX53" fmla="*/ 1231819 w 2379231"/>
                  <a:gd name="connsiteY53" fmla="*/ 1302088 h 3671451"/>
                  <a:gd name="connsiteX54" fmla="*/ 1233094 w 2379231"/>
                  <a:gd name="connsiteY54" fmla="*/ 1271600 h 3671451"/>
                  <a:gd name="connsiteX55" fmla="*/ 1208977 w 2379231"/>
                  <a:gd name="connsiteY55" fmla="*/ 1251275 h 3671451"/>
                  <a:gd name="connsiteX56" fmla="*/ 1181628 w 2379231"/>
                  <a:gd name="connsiteY56" fmla="*/ 1257739 h 3671451"/>
                  <a:gd name="connsiteX57" fmla="*/ 1115151 w 2379231"/>
                  <a:gd name="connsiteY57" fmla="*/ 1286113 h 3671451"/>
                  <a:gd name="connsiteX58" fmla="*/ 1046189 w 2379231"/>
                  <a:gd name="connsiteY58" fmla="*/ 1305164 h 3671451"/>
                  <a:gd name="connsiteX59" fmla="*/ 1017690 w 2379231"/>
                  <a:gd name="connsiteY59" fmla="*/ 1289066 h 3671451"/>
                  <a:gd name="connsiteX60" fmla="*/ 1004513 w 2379231"/>
                  <a:gd name="connsiteY60" fmla="*/ 1260163 h 3671451"/>
                  <a:gd name="connsiteX61" fmla="*/ 992672 w 2379231"/>
                  <a:gd name="connsiteY61" fmla="*/ 1251212 h 3671451"/>
                  <a:gd name="connsiteX62" fmla="*/ 802566 w 2379231"/>
                  <a:gd name="connsiteY62" fmla="*/ 1297705 h 3671451"/>
                  <a:gd name="connsiteX63" fmla="*/ 612305 w 2379231"/>
                  <a:gd name="connsiteY63" fmla="*/ 1496824 h 3671451"/>
                  <a:gd name="connsiteX64" fmla="*/ 590270 w 2379231"/>
                  <a:gd name="connsiteY64" fmla="*/ 1627011 h 3671451"/>
                  <a:gd name="connsiteX65" fmla="*/ 567148 w 2379231"/>
                  <a:gd name="connsiteY65" fmla="*/ 2103473 h 3671451"/>
                  <a:gd name="connsiteX66" fmla="*/ 557234 w 2379231"/>
                  <a:gd name="connsiteY66" fmla="*/ 2305544 h 3671451"/>
                  <a:gd name="connsiteX67" fmla="*/ 540638 w 2379231"/>
                  <a:gd name="connsiteY67" fmla="*/ 2509790 h 3671451"/>
                  <a:gd name="connsiteX68" fmla="*/ 530755 w 2379231"/>
                  <a:gd name="connsiteY68" fmla="*/ 2520823 h 3671451"/>
                  <a:gd name="connsiteX69" fmla="*/ 327099 w 2379231"/>
                  <a:gd name="connsiteY69" fmla="*/ 2567596 h 3671451"/>
                  <a:gd name="connsiteX70" fmla="*/ 334092 w 2379231"/>
                  <a:gd name="connsiteY70" fmla="*/ 2573377 h 3671451"/>
                  <a:gd name="connsiteX71" fmla="*/ 335086 w 2379231"/>
                  <a:gd name="connsiteY71" fmla="*/ 2572910 h 3671451"/>
                  <a:gd name="connsiteX72" fmla="*/ 334434 w 2379231"/>
                  <a:gd name="connsiteY72" fmla="*/ 2573998 h 3671451"/>
                  <a:gd name="connsiteX73" fmla="*/ 235698 w 2379231"/>
                  <a:gd name="connsiteY73" fmla="*/ 2689454 h 3671451"/>
                  <a:gd name="connsiteX74" fmla="*/ 182772 w 2379231"/>
                  <a:gd name="connsiteY74" fmla="*/ 2728115 h 3671451"/>
                  <a:gd name="connsiteX75" fmla="*/ 150978 w 2379231"/>
                  <a:gd name="connsiteY75" fmla="*/ 2725567 h 3671451"/>
                  <a:gd name="connsiteX76" fmla="*/ 94851 w 2379231"/>
                  <a:gd name="connsiteY76" fmla="*/ 2697907 h 3671451"/>
                  <a:gd name="connsiteX77" fmla="*/ 14358 w 2379231"/>
                  <a:gd name="connsiteY77" fmla="*/ 2658593 h 3671451"/>
                  <a:gd name="connsiteX78" fmla="*/ 0 w 2379231"/>
                  <a:gd name="connsiteY78" fmla="*/ 2658282 h 3671451"/>
                  <a:gd name="connsiteX79" fmla="*/ 27411 w 2379231"/>
                  <a:gd name="connsiteY79" fmla="*/ 2682803 h 3671451"/>
                  <a:gd name="connsiteX80" fmla="*/ 216864 w 2379231"/>
                  <a:gd name="connsiteY80" fmla="*/ 2823868 h 3671451"/>
                  <a:gd name="connsiteX81" fmla="*/ 498496 w 2379231"/>
                  <a:gd name="connsiteY81" fmla="*/ 2898797 h 3671451"/>
                  <a:gd name="connsiteX82" fmla="*/ 710636 w 2379231"/>
                  <a:gd name="connsiteY82" fmla="*/ 2901656 h 3671451"/>
                  <a:gd name="connsiteX83" fmla="*/ 720737 w 2379231"/>
                  <a:gd name="connsiteY83" fmla="*/ 2912845 h 3671451"/>
                  <a:gd name="connsiteX84" fmla="*/ 695719 w 2379231"/>
                  <a:gd name="connsiteY84" fmla="*/ 3127223 h 3671451"/>
                  <a:gd name="connsiteX85" fmla="*/ 621302 w 2379231"/>
                  <a:gd name="connsiteY85" fmla="*/ 3566943 h 3671451"/>
                  <a:gd name="connsiteX86" fmla="*/ 2045854 w 2379231"/>
                  <a:gd name="connsiteY86" fmla="*/ 3635770 h 3671451"/>
                  <a:gd name="connsiteX87" fmla="*/ 1949324 w 2379231"/>
                  <a:gd name="connsiteY87" fmla="*/ 2907095 h 3671451"/>
                  <a:gd name="connsiteX88" fmla="*/ 1961755 w 2379231"/>
                  <a:gd name="connsiteY88" fmla="*/ 2894229 h 3671451"/>
                  <a:gd name="connsiteX89" fmla="*/ 2152576 w 2379231"/>
                  <a:gd name="connsiteY89" fmla="*/ 2889443 h 3671451"/>
                  <a:gd name="connsiteX90" fmla="*/ 2283074 w 2379231"/>
                  <a:gd name="connsiteY90" fmla="*/ 2816284 h 3671451"/>
                  <a:gd name="connsiteX91" fmla="*/ 2349519 w 2379231"/>
                  <a:gd name="connsiteY91" fmla="*/ 2654677 h 3671451"/>
                  <a:gd name="connsiteX92" fmla="*/ 2377210 w 2379231"/>
                  <a:gd name="connsiteY92" fmla="*/ 2361827 h 3671451"/>
                  <a:gd name="connsiteX93" fmla="*/ 2379230 w 2379231"/>
                  <a:gd name="connsiteY93" fmla="*/ 2312412 h 3671451"/>
                  <a:gd name="connsiteX94" fmla="*/ 2379168 w 2379231"/>
                  <a:gd name="connsiteY94" fmla="*/ 2192170 h 3671451"/>
                  <a:gd name="connsiteX0" fmla="*/ 2379168 w 2379229"/>
                  <a:gd name="connsiteY0" fmla="*/ 2192170 h 3671451"/>
                  <a:gd name="connsiteX1" fmla="*/ 2377894 w 2379229"/>
                  <a:gd name="connsiteY1" fmla="*/ 2142507 h 3671451"/>
                  <a:gd name="connsiteX2" fmla="*/ 2376993 w 2379229"/>
                  <a:gd name="connsiteY2" fmla="*/ 2092284 h 3671451"/>
                  <a:gd name="connsiteX3" fmla="*/ 2363194 w 2379229"/>
                  <a:gd name="connsiteY3" fmla="*/ 1890679 h 3671451"/>
                  <a:gd name="connsiteX4" fmla="*/ 2333421 w 2379229"/>
                  <a:gd name="connsiteY4" fmla="*/ 1653521 h 3671451"/>
                  <a:gd name="connsiteX5" fmla="*/ 2265577 w 2379229"/>
                  <a:gd name="connsiteY5" fmla="*/ 1442220 h 3671451"/>
                  <a:gd name="connsiteX6" fmla="*/ 2143439 w 2379229"/>
                  <a:gd name="connsiteY6" fmla="*/ 1310230 h 3671451"/>
                  <a:gd name="connsiteX7" fmla="*/ 1980154 w 2379229"/>
                  <a:gd name="connsiteY7" fmla="*/ 1241671 h 3671451"/>
                  <a:gd name="connsiteX8" fmla="*/ 1957435 w 2379229"/>
                  <a:gd name="connsiteY8" fmla="*/ 1224827 h 3671451"/>
                  <a:gd name="connsiteX9" fmla="*/ 1927942 w 2379229"/>
                  <a:gd name="connsiteY9" fmla="*/ 1178178 h 3671451"/>
                  <a:gd name="connsiteX10" fmla="*/ 1817117 w 2379229"/>
                  <a:gd name="connsiteY10" fmla="*/ 939870 h 3671451"/>
                  <a:gd name="connsiteX11" fmla="*/ 1692555 w 2379229"/>
                  <a:gd name="connsiteY11" fmla="*/ 451319 h 3671451"/>
                  <a:gd name="connsiteX12" fmla="*/ 1631828 w 2379229"/>
                  <a:gd name="connsiteY12" fmla="*/ 232839 h 3671451"/>
                  <a:gd name="connsiteX13" fmla="*/ 1564326 w 2379229"/>
                  <a:gd name="connsiteY13" fmla="*/ 101129 h 3671451"/>
                  <a:gd name="connsiteX14" fmla="*/ 1449678 w 2379229"/>
                  <a:gd name="connsiteY14" fmla="*/ 10318 h 3671451"/>
                  <a:gd name="connsiteX15" fmla="*/ 1394794 w 2379229"/>
                  <a:gd name="connsiteY15" fmla="*/ 0 h 3671451"/>
                  <a:gd name="connsiteX16" fmla="*/ 1345690 w 2379229"/>
                  <a:gd name="connsiteY16" fmla="*/ 0 h 3671451"/>
                  <a:gd name="connsiteX17" fmla="*/ 1337921 w 2379229"/>
                  <a:gd name="connsiteY17" fmla="*/ 2517 h 3671451"/>
                  <a:gd name="connsiteX18" fmla="*/ 1271848 w 2379229"/>
                  <a:gd name="connsiteY18" fmla="*/ 47861 h 3671451"/>
                  <a:gd name="connsiteX19" fmla="*/ 1248633 w 2379229"/>
                  <a:gd name="connsiteY19" fmla="*/ 90935 h 3671451"/>
                  <a:gd name="connsiteX20" fmla="*/ 1187346 w 2379229"/>
                  <a:gd name="connsiteY20" fmla="*/ 132704 h 3671451"/>
                  <a:gd name="connsiteX21" fmla="*/ 1066048 w 2379229"/>
                  <a:gd name="connsiteY21" fmla="*/ 135626 h 3671451"/>
                  <a:gd name="connsiteX22" fmla="*/ 903353 w 2379229"/>
                  <a:gd name="connsiteY22" fmla="*/ 186625 h 3671451"/>
                  <a:gd name="connsiteX23" fmla="*/ 683132 w 2379229"/>
                  <a:gd name="connsiteY23" fmla="*/ 459089 h 3671451"/>
                  <a:gd name="connsiteX24" fmla="*/ 668277 w 2379229"/>
                  <a:gd name="connsiteY24" fmla="*/ 618769 h 3671451"/>
                  <a:gd name="connsiteX25" fmla="*/ 676481 w 2379229"/>
                  <a:gd name="connsiteY25" fmla="*/ 614449 h 3671451"/>
                  <a:gd name="connsiteX26" fmla="*/ 728506 w 2379229"/>
                  <a:gd name="connsiteY26" fmla="*/ 587287 h 3671451"/>
                  <a:gd name="connsiteX27" fmla="*/ 814158 w 2379229"/>
                  <a:gd name="connsiteY27" fmla="*/ 586044 h 3671451"/>
                  <a:gd name="connsiteX28" fmla="*/ 1073911 w 2379229"/>
                  <a:gd name="connsiteY28" fmla="*/ 641674 h 3671451"/>
                  <a:gd name="connsiteX29" fmla="*/ 1242759 w 2379229"/>
                  <a:gd name="connsiteY29" fmla="*/ 704732 h 3671451"/>
                  <a:gd name="connsiteX30" fmla="*/ 1282881 w 2379229"/>
                  <a:gd name="connsiteY30" fmla="*/ 715205 h 3671451"/>
                  <a:gd name="connsiteX31" fmla="*/ 1316570 w 2379229"/>
                  <a:gd name="connsiteY31" fmla="*/ 697117 h 3671451"/>
                  <a:gd name="connsiteX32" fmla="*/ 1349668 w 2379229"/>
                  <a:gd name="connsiteY32" fmla="*/ 642606 h 3671451"/>
                  <a:gd name="connsiteX33" fmla="*/ 1401476 w 2379229"/>
                  <a:gd name="connsiteY33" fmla="*/ 601396 h 3671451"/>
                  <a:gd name="connsiteX34" fmla="*/ 1460431 w 2379229"/>
                  <a:gd name="connsiteY34" fmla="*/ 632754 h 3671451"/>
                  <a:gd name="connsiteX35" fmla="*/ 1462576 w 2379229"/>
                  <a:gd name="connsiteY35" fmla="*/ 643569 h 3671451"/>
                  <a:gd name="connsiteX36" fmla="*/ 1467268 w 2379229"/>
                  <a:gd name="connsiteY36" fmla="*/ 734038 h 3671451"/>
                  <a:gd name="connsiteX37" fmla="*/ 1482590 w 2379229"/>
                  <a:gd name="connsiteY37" fmla="*/ 835540 h 3671451"/>
                  <a:gd name="connsiteX38" fmla="*/ 1548787 w 2379229"/>
                  <a:gd name="connsiteY38" fmla="*/ 962371 h 3671451"/>
                  <a:gd name="connsiteX39" fmla="*/ 1558639 w 2379229"/>
                  <a:gd name="connsiteY39" fmla="*/ 990869 h 3671451"/>
                  <a:gd name="connsiteX40" fmla="*/ 1569547 w 2379229"/>
                  <a:gd name="connsiteY40" fmla="*/ 1087088 h 3671451"/>
                  <a:gd name="connsiteX41" fmla="*/ 1590525 w 2379229"/>
                  <a:gd name="connsiteY41" fmla="*/ 1268523 h 3671451"/>
                  <a:gd name="connsiteX42" fmla="*/ 1604666 w 2379229"/>
                  <a:gd name="connsiteY42" fmla="*/ 1376613 h 3671451"/>
                  <a:gd name="connsiteX43" fmla="*/ 1598295 w 2379229"/>
                  <a:gd name="connsiteY43" fmla="*/ 1389946 h 3671451"/>
                  <a:gd name="connsiteX44" fmla="*/ 1593229 w 2379229"/>
                  <a:gd name="connsiteY44" fmla="*/ 1395260 h 3671451"/>
                  <a:gd name="connsiteX45" fmla="*/ 1406106 w 2379229"/>
                  <a:gd name="connsiteY45" fmla="*/ 1670987 h 3671451"/>
                  <a:gd name="connsiteX46" fmla="*/ 1307309 w 2379229"/>
                  <a:gd name="connsiteY46" fmla="*/ 1858638 h 3671451"/>
                  <a:gd name="connsiteX47" fmla="*/ 1235331 w 2379229"/>
                  <a:gd name="connsiteY47" fmla="*/ 2011232 h 3671451"/>
                  <a:gd name="connsiteX48" fmla="*/ 1230576 w 2379229"/>
                  <a:gd name="connsiteY48" fmla="*/ 1993020 h 3671451"/>
                  <a:gd name="connsiteX49" fmla="*/ 1179328 w 2379229"/>
                  <a:gd name="connsiteY49" fmla="*/ 1733237 h 3671451"/>
                  <a:gd name="connsiteX50" fmla="*/ 1167332 w 2379229"/>
                  <a:gd name="connsiteY50" fmla="*/ 1617563 h 3671451"/>
                  <a:gd name="connsiteX51" fmla="*/ 1182156 w 2379229"/>
                  <a:gd name="connsiteY51" fmla="*/ 1453190 h 3671451"/>
                  <a:gd name="connsiteX52" fmla="*/ 1190827 w 2379229"/>
                  <a:gd name="connsiteY52" fmla="*/ 1425220 h 3671451"/>
                  <a:gd name="connsiteX53" fmla="*/ 1231819 w 2379229"/>
                  <a:gd name="connsiteY53" fmla="*/ 1302088 h 3671451"/>
                  <a:gd name="connsiteX54" fmla="*/ 1233094 w 2379229"/>
                  <a:gd name="connsiteY54" fmla="*/ 1271600 h 3671451"/>
                  <a:gd name="connsiteX55" fmla="*/ 1208977 w 2379229"/>
                  <a:gd name="connsiteY55" fmla="*/ 1251275 h 3671451"/>
                  <a:gd name="connsiteX56" fmla="*/ 1181628 w 2379229"/>
                  <a:gd name="connsiteY56" fmla="*/ 1257739 h 3671451"/>
                  <a:gd name="connsiteX57" fmla="*/ 1115151 w 2379229"/>
                  <a:gd name="connsiteY57" fmla="*/ 1286113 h 3671451"/>
                  <a:gd name="connsiteX58" fmla="*/ 1046189 w 2379229"/>
                  <a:gd name="connsiteY58" fmla="*/ 1305164 h 3671451"/>
                  <a:gd name="connsiteX59" fmla="*/ 1017690 w 2379229"/>
                  <a:gd name="connsiteY59" fmla="*/ 1289066 h 3671451"/>
                  <a:gd name="connsiteX60" fmla="*/ 1004513 w 2379229"/>
                  <a:gd name="connsiteY60" fmla="*/ 1260163 h 3671451"/>
                  <a:gd name="connsiteX61" fmla="*/ 992672 w 2379229"/>
                  <a:gd name="connsiteY61" fmla="*/ 1251212 h 3671451"/>
                  <a:gd name="connsiteX62" fmla="*/ 802566 w 2379229"/>
                  <a:gd name="connsiteY62" fmla="*/ 1297705 h 3671451"/>
                  <a:gd name="connsiteX63" fmla="*/ 612305 w 2379229"/>
                  <a:gd name="connsiteY63" fmla="*/ 1496824 h 3671451"/>
                  <a:gd name="connsiteX64" fmla="*/ 590270 w 2379229"/>
                  <a:gd name="connsiteY64" fmla="*/ 1627011 h 3671451"/>
                  <a:gd name="connsiteX65" fmla="*/ 567148 w 2379229"/>
                  <a:gd name="connsiteY65" fmla="*/ 2103473 h 3671451"/>
                  <a:gd name="connsiteX66" fmla="*/ 557234 w 2379229"/>
                  <a:gd name="connsiteY66" fmla="*/ 2305544 h 3671451"/>
                  <a:gd name="connsiteX67" fmla="*/ 540638 w 2379229"/>
                  <a:gd name="connsiteY67" fmla="*/ 2509790 h 3671451"/>
                  <a:gd name="connsiteX68" fmla="*/ 530755 w 2379229"/>
                  <a:gd name="connsiteY68" fmla="*/ 2520823 h 3671451"/>
                  <a:gd name="connsiteX69" fmla="*/ 327099 w 2379229"/>
                  <a:gd name="connsiteY69" fmla="*/ 2567596 h 3671451"/>
                  <a:gd name="connsiteX70" fmla="*/ 334092 w 2379229"/>
                  <a:gd name="connsiteY70" fmla="*/ 2573377 h 3671451"/>
                  <a:gd name="connsiteX71" fmla="*/ 335086 w 2379229"/>
                  <a:gd name="connsiteY71" fmla="*/ 2572910 h 3671451"/>
                  <a:gd name="connsiteX72" fmla="*/ 334434 w 2379229"/>
                  <a:gd name="connsiteY72" fmla="*/ 2573998 h 3671451"/>
                  <a:gd name="connsiteX73" fmla="*/ 235698 w 2379229"/>
                  <a:gd name="connsiteY73" fmla="*/ 2689454 h 3671451"/>
                  <a:gd name="connsiteX74" fmla="*/ 182772 w 2379229"/>
                  <a:gd name="connsiteY74" fmla="*/ 2728115 h 3671451"/>
                  <a:gd name="connsiteX75" fmla="*/ 150978 w 2379229"/>
                  <a:gd name="connsiteY75" fmla="*/ 2725567 h 3671451"/>
                  <a:gd name="connsiteX76" fmla="*/ 94851 w 2379229"/>
                  <a:gd name="connsiteY76" fmla="*/ 2697907 h 3671451"/>
                  <a:gd name="connsiteX77" fmla="*/ 14358 w 2379229"/>
                  <a:gd name="connsiteY77" fmla="*/ 2658593 h 3671451"/>
                  <a:gd name="connsiteX78" fmla="*/ 0 w 2379229"/>
                  <a:gd name="connsiteY78" fmla="*/ 2658282 h 3671451"/>
                  <a:gd name="connsiteX79" fmla="*/ 27411 w 2379229"/>
                  <a:gd name="connsiteY79" fmla="*/ 2682803 h 3671451"/>
                  <a:gd name="connsiteX80" fmla="*/ 216864 w 2379229"/>
                  <a:gd name="connsiteY80" fmla="*/ 2823868 h 3671451"/>
                  <a:gd name="connsiteX81" fmla="*/ 498496 w 2379229"/>
                  <a:gd name="connsiteY81" fmla="*/ 2898797 h 3671451"/>
                  <a:gd name="connsiteX82" fmla="*/ 710636 w 2379229"/>
                  <a:gd name="connsiteY82" fmla="*/ 2901656 h 3671451"/>
                  <a:gd name="connsiteX83" fmla="*/ 720737 w 2379229"/>
                  <a:gd name="connsiteY83" fmla="*/ 2912845 h 3671451"/>
                  <a:gd name="connsiteX84" fmla="*/ 695719 w 2379229"/>
                  <a:gd name="connsiteY84" fmla="*/ 3127223 h 3671451"/>
                  <a:gd name="connsiteX85" fmla="*/ 621302 w 2379229"/>
                  <a:gd name="connsiteY85" fmla="*/ 3566943 h 3671451"/>
                  <a:gd name="connsiteX86" fmla="*/ 2045854 w 2379229"/>
                  <a:gd name="connsiteY86" fmla="*/ 3635770 h 3671451"/>
                  <a:gd name="connsiteX87" fmla="*/ 1949324 w 2379229"/>
                  <a:gd name="connsiteY87" fmla="*/ 2907095 h 3671451"/>
                  <a:gd name="connsiteX88" fmla="*/ 1957418 w 2379229"/>
                  <a:gd name="connsiteY88" fmla="*/ 2902903 h 3671451"/>
                  <a:gd name="connsiteX89" fmla="*/ 2152576 w 2379229"/>
                  <a:gd name="connsiteY89" fmla="*/ 2889443 h 3671451"/>
                  <a:gd name="connsiteX90" fmla="*/ 2283074 w 2379229"/>
                  <a:gd name="connsiteY90" fmla="*/ 2816284 h 3671451"/>
                  <a:gd name="connsiteX91" fmla="*/ 2349519 w 2379229"/>
                  <a:gd name="connsiteY91" fmla="*/ 2654677 h 3671451"/>
                  <a:gd name="connsiteX92" fmla="*/ 2377210 w 2379229"/>
                  <a:gd name="connsiteY92" fmla="*/ 2361827 h 3671451"/>
                  <a:gd name="connsiteX93" fmla="*/ 2379230 w 2379229"/>
                  <a:gd name="connsiteY93" fmla="*/ 2312412 h 3671451"/>
                  <a:gd name="connsiteX94" fmla="*/ 2379168 w 2379229"/>
                  <a:gd name="connsiteY94" fmla="*/ 2192170 h 3671451"/>
                  <a:gd name="connsiteX0" fmla="*/ 2379168 w 2379231"/>
                  <a:gd name="connsiteY0" fmla="*/ 2192170 h 3671451"/>
                  <a:gd name="connsiteX1" fmla="*/ 2377894 w 2379231"/>
                  <a:gd name="connsiteY1" fmla="*/ 2142507 h 3671451"/>
                  <a:gd name="connsiteX2" fmla="*/ 2376993 w 2379231"/>
                  <a:gd name="connsiteY2" fmla="*/ 2092284 h 3671451"/>
                  <a:gd name="connsiteX3" fmla="*/ 2363194 w 2379231"/>
                  <a:gd name="connsiteY3" fmla="*/ 1890679 h 3671451"/>
                  <a:gd name="connsiteX4" fmla="*/ 2333421 w 2379231"/>
                  <a:gd name="connsiteY4" fmla="*/ 1653521 h 3671451"/>
                  <a:gd name="connsiteX5" fmla="*/ 2265577 w 2379231"/>
                  <a:gd name="connsiteY5" fmla="*/ 1442220 h 3671451"/>
                  <a:gd name="connsiteX6" fmla="*/ 2143439 w 2379231"/>
                  <a:gd name="connsiteY6" fmla="*/ 1310230 h 3671451"/>
                  <a:gd name="connsiteX7" fmla="*/ 1980154 w 2379231"/>
                  <a:gd name="connsiteY7" fmla="*/ 1241671 h 3671451"/>
                  <a:gd name="connsiteX8" fmla="*/ 1957435 w 2379231"/>
                  <a:gd name="connsiteY8" fmla="*/ 1224827 h 3671451"/>
                  <a:gd name="connsiteX9" fmla="*/ 1927942 w 2379231"/>
                  <a:gd name="connsiteY9" fmla="*/ 1178178 h 3671451"/>
                  <a:gd name="connsiteX10" fmla="*/ 1817117 w 2379231"/>
                  <a:gd name="connsiteY10" fmla="*/ 939870 h 3671451"/>
                  <a:gd name="connsiteX11" fmla="*/ 1692555 w 2379231"/>
                  <a:gd name="connsiteY11" fmla="*/ 451319 h 3671451"/>
                  <a:gd name="connsiteX12" fmla="*/ 1631828 w 2379231"/>
                  <a:gd name="connsiteY12" fmla="*/ 232839 h 3671451"/>
                  <a:gd name="connsiteX13" fmla="*/ 1564326 w 2379231"/>
                  <a:gd name="connsiteY13" fmla="*/ 101129 h 3671451"/>
                  <a:gd name="connsiteX14" fmla="*/ 1449678 w 2379231"/>
                  <a:gd name="connsiteY14" fmla="*/ 10318 h 3671451"/>
                  <a:gd name="connsiteX15" fmla="*/ 1394794 w 2379231"/>
                  <a:gd name="connsiteY15" fmla="*/ 0 h 3671451"/>
                  <a:gd name="connsiteX16" fmla="*/ 1345690 w 2379231"/>
                  <a:gd name="connsiteY16" fmla="*/ 0 h 3671451"/>
                  <a:gd name="connsiteX17" fmla="*/ 1337921 w 2379231"/>
                  <a:gd name="connsiteY17" fmla="*/ 2517 h 3671451"/>
                  <a:gd name="connsiteX18" fmla="*/ 1271848 w 2379231"/>
                  <a:gd name="connsiteY18" fmla="*/ 47861 h 3671451"/>
                  <a:gd name="connsiteX19" fmla="*/ 1248633 w 2379231"/>
                  <a:gd name="connsiteY19" fmla="*/ 90935 h 3671451"/>
                  <a:gd name="connsiteX20" fmla="*/ 1187346 w 2379231"/>
                  <a:gd name="connsiteY20" fmla="*/ 132704 h 3671451"/>
                  <a:gd name="connsiteX21" fmla="*/ 1066048 w 2379231"/>
                  <a:gd name="connsiteY21" fmla="*/ 135626 h 3671451"/>
                  <a:gd name="connsiteX22" fmla="*/ 903353 w 2379231"/>
                  <a:gd name="connsiteY22" fmla="*/ 186625 h 3671451"/>
                  <a:gd name="connsiteX23" fmla="*/ 683132 w 2379231"/>
                  <a:gd name="connsiteY23" fmla="*/ 459089 h 3671451"/>
                  <a:gd name="connsiteX24" fmla="*/ 668277 w 2379231"/>
                  <a:gd name="connsiteY24" fmla="*/ 618769 h 3671451"/>
                  <a:gd name="connsiteX25" fmla="*/ 676481 w 2379231"/>
                  <a:gd name="connsiteY25" fmla="*/ 614449 h 3671451"/>
                  <a:gd name="connsiteX26" fmla="*/ 728506 w 2379231"/>
                  <a:gd name="connsiteY26" fmla="*/ 587287 h 3671451"/>
                  <a:gd name="connsiteX27" fmla="*/ 814158 w 2379231"/>
                  <a:gd name="connsiteY27" fmla="*/ 586044 h 3671451"/>
                  <a:gd name="connsiteX28" fmla="*/ 1073911 w 2379231"/>
                  <a:gd name="connsiteY28" fmla="*/ 641674 h 3671451"/>
                  <a:gd name="connsiteX29" fmla="*/ 1242759 w 2379231"/>
                  <a:gd name="connsiteY29" fmla="*/ 704732 h 3671451"/>
                  <a:gd name="connsiteX30" fmla="*/ 1282881 w 2379231"/>
                  <a:gd name="connsiteY30" fmla="*/ 715205 h 3671451"/>
                  <a:gd name="connsiteX31" fmla="*/ 1316570 w 2379231"/>
                  <a:gd name="connsiteY31" fmla="*/ 697117 h 3671451"/>
                  <a:gd name="connsiteX32" fmla="*/ 1349668 w 2379231"/>
                  <a:gd name="connsiteY32" fmla="*/ 642606 h 3671451"/>
                  <a:gd name="connsiteX33" fmla="*/ 1401476 w 2379231"/>
                  <a:gd name="connsiteY33" fmla="*/ 601396 h 3671451"/>
                  <a:gd name="connsiteX34" fmla="*/ 1460431 w 2379231"/>
                  <a:gd name="connsiteY34" fmla="*/ 632754 h 3671451"/>
                  <a:gd name="connsiteX35" fmla="*/ 1462576 w 2379231"/>
                  <a:gd name="connsiteY35" fmla="*/ 643569 h 3671451"/>
                  <a:gd name="connsiteX36" fmla="*/ 1467268 w 2379231"/>
                  <a:gd name="connsiteY36" fmla="*/ 734038 h 3671451"/>
                  <a:gd name="connsiteX37" fmla="*/ 1482590 w 2379231"/>
                  <a:gd name="connsiteY37" fmla="*/ 835540 h 3671451"/>
                  <a:gd name="connsiteX38" fmla="*/ 1548787 w 2379231"/>
                  <a:gd name="connsiteY38" fmla="*/ 962371 h 3671451"/>
                  <a:gd name="connsiteX39" fmla="*/ 1558639 w 2379231"/>
                  <a:gd name="connsiteY39" fmla="*/ 990869 h 3671451"/>
                  <a:gd name="connsiteX40" fmla="*/ 1569547 w 2379231"/>
                  <a:gd name="connsiteY40" fmla="*/ 1087088 h 3671451"/>
                  <a:gd name="connsiteX41" fmla="*/ 1590525 w 2379231"/>
                  <a:gd name="connsiteY41" fmla="*/ 1268523 h 3671451"/>
                  <a:gd name="connsiteX42" fmla="*/ 1604666 w 2379231"/>
                  <a:gd name="connsiteY42" fmla="*/ 1376613 h 3671451"/>
                  <a:gd name="connsiteX43" fmla="*/ 1598295 w 2379231"/>
                  <a:gd name="connsiteY43" fmla="*/ 1389946 h 3671451"/>
                  <a:gd name="connsiteX44" fmla="*/ 1593229 w 2379231"/>
                  <a:gd name="connsiteY44" fmla="*/ 1395260 h 3671451"/>
                  <a:gd name="connsiteX45" fmla="*/ 1406106 w 2379231"/>
                  <a:gd name="connsiteY45" fmla="*/ 1670987 h 3671451"/>
                  <a:gd name="connsiteX46" fmla="*/ 1307309 w 2379231"/>
                  <a:gd name="connsiteY46" fmla="*/ 1858638 h 3671451"/>
                  <a:gd name="connsiteX47" fmla="*/ 1235331 w 2379231"/>
                  <a:gd name="connsiteY47" fmla="*/ 2011232 h 3671451"/>
                  <a:gd name="connsiteX48" fmla="*/ 1230576 w 2379231"/>
                  <a:gd name="connsiteY48" fmla="*/ 1993020 h 3671451"/>
                  <a:gd name="connsiteX49" fmla="*/ 1179328 w 2379231"/>
                  <a:gd name="connsiteY49" fmla="*/ 1733237 h 3671451"/>
                  <a:gd name="connsiteX50" fmla="*/ 1167332 w 2379231"/>
                  <a:gd name="connsiteY50" fmla="*/ 1617563 h 3671451"/>
                  <a:gd name="connsiteX51" fmla="*/ 1182156 w 2379231"/>
                  <a:gd name="connsiteY51" fmla="*/ 1453190 h 3671451"/>
                  <a:gd name="connsiteX52" fmla="*/ 1190827 w 2379231"/>
                  <a:gd name="connsiteY52" fmla="*/ 1425220 h 3671451"/>
                  <a:gd name="connsiteX53" fmla="*/ 1231819 w 2379231"/>
                  <a:gd name="connsiteY53" fmla="*/ 1302088 h 3671451"/>
                  <a:gd name="connsiteX54" fmla="*/ 1233094 w 2379231"/>
                  <a:gd name="connsiteY54" fmla="*/ 1271600 h 3671451"/>
                  <a:gd name="connsiteX55" fmla="*/ 1208977 w 2379231"/>
                  <a:gd name="connsiteY55" fmla="*/ 1251275 h 3671451"/>
                  <a:gd name="connsiteX56" fmla="*/ 1181628 w 2379231"/>
                  <a:gd name="connsiteY56" fmla="*/ 1257739 h 3671451"/>
                  <a:gd name="connsiteX57" fmla="*/ 1115151 w 2379231"/>
                  <a:gd name="connsiteY57" fmla="*/ 1286113 h 3671451"/>
                  <a:gd name="connsiteX58" fmla="*/ 1046189 w 2379231"/>
                  <a:gd name="connsiteY58" fmla="*/ 1305164 h 3671451"/>
                  <a:gd name="connsiteX59" fmla="*/ 1017690 w 2379231"/>
                  <a:gd name="connsiteY59" fmla="*/ 1289066 h 3671451"/>
                  <a:gd name="connsiteX60" fmla="*/ 1004513 w 2379231"/>
                  <a:gd name="connsiteY60" fmla="*/ 1260163 h 3671451"/>
                  <a:gd name="connsiteX61" fmla="*/ 992672 w 2379231"/>
                  <a:gd name="connsiteY61" fmla="*/ 1251212 h 3671451"/>
                  <a:gd name="connsiteX62" fmla="*/ 802566 w 2379231"/>
                  <a:gd name="connsiteY62" fmla="*/ 1297705 h 3671451"/>
                  <a:gd name="connsiteX63" fmla="*/ 612305 w 2379231"/>
                  <a:gd name="connsiteY63" fmla="*/ 1496824 h 3671451"/>
                  <a:gd name="connsiteX64" fmla="*/ 590270 w 2379231"/>
                  <a:gd name="connsiteY64" fmla="*/ 1627011 h 3671451"/>
                  <a:gd name="connsiteX65" fmla="*/ 567148 w 2379231"/>
                  <a:gd name="connsiteY65" fmla="*/ 2103473 h 3671451"/>
                  <a:gd name="connsiteX66" fmla="*/ 557234 w 2379231"/>
                  <a:gd name="connsiteY66" fmla="*/ 2305544 h 3671451"/>
                  <a:gd name="connsiteX67" fmla="*/ 540638 w 2379231"/>
                  <a:gd name="connsiteY67" fmla="*/ 2509790 h 3671451"/>
                  <a:gd name="connsiteX68" fmla="*/ 530755 w 2379231"/>
                  <a:gd name="connsiteY68" fmla="*/ 2520823 h 3671451"/>
                  <a:gd name="connsiteX69" fmla="*/ 327099 w 2379231"/>
                  <a:gd name="connsiteY69" fmla="*/ 2567596 h 3671451"/>
                  <a:gd name="connsiteX70" fmla="*/ 334092 w 2379231"/>
                  <a:gd name="connsiteY70" fmla="*/ 2573377 h 3671451"/>
                  <a:gd name="connsiteX71" fmla="*/ 335086 w 2379231"/>
                  <a:gd name="connsiteY71" fmla="*/ 2572910 h 3671451"/>
                  <a:gd name="connsiteX72" fmla="*/ 334434 w 2379231"/>
                  <a:gd name="connsiteY72" fmla="*/ 2573998 h 3671451"/>
                  <a:gd name="connsiteX73" fmla="*/ 235698 w 2379231"/>
                  <a:gd name="connsiteY73" fmla="*/ 2689454 h 3671451"/>
                  <a:gd name="connsiteX74" fmla="*/ 182772 w 2379231"/>
                  <a:gd name="connsiteY74" fmla="*/ 2728115 h 3671451"/>
                  <a:gd name="connsiteX75" fmla="*/ 150978 w 2379231"/>
                  <a:gd name="connsiteY75" fmla="*/ 2725567 h 3671451"/>
                  <a:gd name="connsiteX76" fmla="*/ 94851 w 2379231"/>
                  <a:gd name="connsiteY76" fmla="*/ 2697907 h 3671451"/>
                  <a:gd name="connsiteX77" fmla="*/ 14358 w 2379231"/>
                  <a:gd name="connsiteY77" fmla="*/ 2658593 h 3671451"/>
                  <a:gd name="connsiteX78" fmla="*/ 0 w 2379231"/>
                  <a:gd name="connsiteY78" fmla="*/ 2658282 h 3671451"/>
                  <a:gd name="connsiteX79" fmla="*/ 27411 w 2379231"/>
                  <a:gd name="connsiteY79" fmla="*/ 2682803 h 3671451"/>
                  <a:gd name="connsiteX80" fmla="*/ 216864 w 2379231"/>
                  <a:gd name="connsiteY80" fmla="*/ 2823868 h 3671451"/>
                  <a:gd name="connsiteX81" fmla="*/ 498496 w 2379231"/>
                  <a:gd name="connsiteY81" fmla="*/ 2898797 h 3671451"/>
                  <a:gd name="connsiteX82" fmla="*/ 710636 w 2379231"/>
                  <a:gd name="connsiteY82" fmla="*/ 2901656 h 3671451"/>
                  <a:gd name="connsiteX83" fmla="*/ 720737 w 2379231"/>
                  <a:gd name="connsiteY83" fmla="*/ 2912845 h 3671451"/>
                  <a:gd name="connsiteX84" fmla="*/ 695719 w 2379231"/>
                  <a:gd name="connsiteY84" fmla="*/ 3127223 h 3671451"/>
                  <a:gd name="connsiteX85" fmla="*/ 621302 w 2379231"/>
                  <a:gd name="connsiteY85" fmla="*/ 3566943 h 3671451"/>
                  <a:gd name="connsiteX86" fmla="*/ 2045854 w 2379231"/>
                  <a:gd name="connsiteY86" fmla="*/ 3635770 h 3671451"/>
                  <a:gd name="connsiteX87" fmla="*/ 1949324 w 2379231"/>
                  <a:gd name="connsiteY87" fmla="*/ 2907095 h 3671451"/>
                  <a:gd name="connsiteX88" fmla="*/ 2074503 w 2379231"/>
                  <a:gd name="connsiteY88" fmla="*/ 2902903 h 3671451"/>
                  <a:gd name="connsiteX89" fmla="*/ 2152576 w 2379231"/>
                  <a:gd name="connsiteY89" fmla="*/ 2889443 h 3671451"/>
                  <a:gd name="connsiteX90" fmla="*/ 2283074 w 2379231"/>
                  <a:gd name="connsiteY90" fmla="*/ 2816284 h 3671451"/>
                  <a:gd name="connsiteX91" fmla="*/ 2349519 w 2379231"/>
                  <a:gd name="connsiteY91" fmla="*/ 2654677 h 3671451"/>
                  <a:gd name="connsiteX92" fmla="*/ 2377210 w 2379231"/>
                  <a:gd name="connsiteY92" fmla="*/ 2361827 h 3671451"/>
                  <a:gd name="connsiteX93" fmla="*/ 2379230 w 2379231"/>
                  <a:gd name="connsiteY93" fmla="*/ 2312412 h 3671451"/>
                  <a:gd name="connsiteX94" fmla="*/ 2379168 w 2379231"/>
                  <a:gd name="connsiteY94" fmla="*/ 2192170 h 3671451"/>
                  <a:gd name="connsiteX0" fmla="*/ 2379168 w 2379229"/>
                  <a:gd name="connsiteY0" fmla="*/ 2192170 h 3671451"/>
                  <a:gd name="connsiteX1" fmla="*/ 2377894 w 2379229"/>
                  <a:gd name="connsiteY1" fmla="*/ 2142507 h 3671451"/>
                  <a:gd name="connsiteX2" fmla="*/ 2376993 w 2379229"/>
                  <a:gd name="connsiteY2" fmla="*/ 2092284 h 3671451"/>
                  <a:gd name="connsiteX3" fmla="*/ 2363194 w 2379229"/>
                  <a:gd name="connsiteY3" fmla="*/ 1890679 h 3671451"/>
                  <a:gd name="connsiteX4" fmla="*/ 2333421 w 2379229"/>
                  <a:gd name="connsiteY4" fmla="*/ 1653521 h 3671451"/>
                  <a:gd name="connsiteX5" fmla="*/ 2265577 w 2379229"/>
                  <a:gd name="connsiteY5" fmla="*/ 1442220 h 3671451"/>
                  <a:gd name="connsiteX6" fmla="*/ 2143439 w 2379229"/>
                  <a:gd name="connsiteY6" fmla="*/ 1310230 h 3671451"/>
                  <a:gd name="connsiteX7" fmla="*/ 1980154 w 2379229"/>
                  <a:gd name="connsiteY7" fmla="*/ 1241671 h 3671451"/>
                  <a:gd name="connsiteX8" fmla="*/ 1957435 w 2379229"/>
                  <a:gd name="connsiteY8" fmla="*/ 1224827 h 3671451"/>
                  <a:gd name="connsiteX9" fmla="*/ 1927942 w 2379229"/>
                  <a:gd name="connsiteY9" fmla="*/ 1178178 h 3671451"/>
                  <a:gd name="connsiteX10" fmla="*/ 1817117 w 2379229"/>
                  <a:gd name="connsiteY10" fmla="*/ 939870 h 3671451"/>
                  <a:gd name="connsiteX11" fmla="*/ 1692555 w 2379229"/>
                  <a:gd name="connsiteY11" fmla="*/ 451319 h 3671451"/>
                  <a:gd name="connsiteX12" fmla="*/ 1631828 w 2379229"/>
                  <a:gd name="connsiteY12" fmla="*/ 232839 h 3671451"/>
                  <a:gd name="connsiteX13" fmla="*/ 1564326 w 2379229"/>
                  <a:gd name="connsiteY13" fmla="*/ 101129 h 3671451"/>
                  <a:gd name="connsiteX14" fmla="*/ 1449678 w 2379229"/>
                  <a:gd name="connsiteY14" fmla="*/ 10318 h 3671451"/>
                  <a:gd name="connsiteX15" fmla="*/ 1394794 w 2379229"/>
                  <a:gd name="connsiteY15" fmla="*/ 0 h 3671451"/>
                  <a:gd name="connsiteX16" fmla="*/ 1345690 w 2379229"/>
                  <a:gd name="connsiteY16" fmla="*/ 0 h 3671451"/>
                  <a:gd name="connsiteX17" fmla="*/ 1337921 w 2379229"/>
                  <a:gd name="connsiteY17" fmla="*/ 2517 h 3671451"/>
                  <a:gd name="connsiteX18" fmla="*/ 1271848 w 2379229"/>
                  <a:gd name="connsiteY18" fmla="*/ 47861 h 3671451"/>
                  <a:gd name="connsiteX19" fmla="*/ 1248633 w 2379229"/>
                  <a:gd name="connsiteY19" fmla="*/ 90935 h 3671451"/>
                  <a:gd name="connsiteX20" fmla="*/ 1187346 w 2379229"/>
                  <a:gd name="connsiteY20" fmla="*/ 132704 h 3671451"/>
                  <a:gd name="connsiteX21" fmla="*/ 1066048 w 2379229"/>
                  <a:gd name="connsiteY21" fmla="*/ 135626 h 3671451"/>
                  <a:gd name="connsiteX22" fmla="*/ 903353 w 2379229"/>
                  <a:gd name="connsiteY22" fmla="*/ 186625 h 3671451"/>
                  <a:gd name="connsiteX23" fmla="*/ 683132 w 2379229"/>
                  <a:gd name="connsiteY23" fmla="*/ 459089 h 3671451"/>
                  <a:gd name="connsiteX24" fmla="*/ 668277 w 2379229"/>
                  <a:gd name="connsiteY24" fmla="*/ 618769 h 3671451"/>
                  <a:gd name="connsiteX25" fmla="*/ 676481 w 2379229"/>
                  <a:gd name="connsiteY25" fmla="*/ 614449 h 3671451"/>
                  <a:gd name="connsiteX26" fmla="*/ 728506 w 2379229"/>
                  <a:gd name="connsiteY26" fmla="*/ 587287 h 3671451"/>
                  <a:gd name="connsiteX27" fmla="*/ 814158 w 2379229"/>
                  <a:gd name="connsiteY27" fmla="*/ 586044 h 3671451"/>
                  <a:gd name="connsiteX28" fmla="*/ 1073911 w 2379229"/>
                  <a:gd name="connsiteY28" fmla="*/ 641674 h 3671451"/>
                  <a:gd name="connsiteX29" fmla="*/ 1242759 w 2379229"/>
                  <a:gd name="connsiteY29" fmla="*/ 704732 h 3671451"/>
                  <a:gd name="connsiteX30" fmla="*/ 1282881 w 2379229"/>
                  <a:gd name="connsiteY30" fmla="*/ 715205 h 3671451"/>
                  <a:gd name="connsiteX31" fmla="*/ 1316570 w 2379229"/>
                  <a:gd name="connsiteY31" fmla="*/ 697117 h 3671451"/>
                  <a:gd name="connsiteX32" fmla="*/ 1349668 w 2379229"/>
                  <a:gd name="connsiteY32" fmla="*/ 642606 h 3671451"/>
                  <a:gd name="connsiteX33" fmla="*/ 1401476 w 2379229"/>
                  <a:gd name="connsiteY33" fmla="*/ 601396 h 3671451"/>
                  <a:gd name="connsiteX34" fmla="*/ 1460431 w 2379229"/>
                  <a:gd name="connsiteY34" fmla="*/ 632754 h 3671451"/>
                  <a:gd name="connsiteX35" fmla="*/ 1462576 w 2379229"/>
                  <a:gd name="connsiteY35" fmla="*/ 643569 h 3671451"/>
                  <a:gd name="connsiteX36" fmla="*/ 1467268 w 2379229"/>
                  <a:gd name="connsiteY36" fmla="*/ 734038 h 3671451"/>
                  <a:gd name="connsiteX37" fmla="*/ 1482590 w 2379229"/>
                  <a:gd name="connsiteY37" fmla="*/ 835540 h 3671451"/>
                  <a:gd name="connsiteX38" fmla="*/ 1548787 w 2379229"/>
                  <a:gd name="connsiteY38" fmla="*/ 962371 h 3671451"/>
                  <a:gd name="connsiteX39" fmla="*/ 1558639 w 2379229"/>
                  <a:gd name="connsiteY39" fmla="*/ 990869 h 3671451"/>
                  <a:gd name="connsiteX40" fmla="*/ 1569547 w 2379229"/>
                  <a:gd name="connsiteY40" fmla="*/ 1087088 h 3671451"/>
                  <a:gd name="connsiteX41" fmla="*/ 1590525 w 2379229"/>
                  <a:gd name="connsiteY41" fmla="*/ 1268523 h 3671451"/>
                  <a:gd name="connsiteX42" fmla="*/ 1604666 w 2379229"/>
                  <a:gd name="connsiteY42" fmla="*/ 1376613 h 3671451"/>
                  <a:gd name="connsiteX43" fmla="*/ 1598295 w 2379229"/>
                  <a:gd name="connsiteY43" fmla="*/ 1389946 h 3671451"/>
                  <a:gd name="connsiteX44" fmla="*/ 1593229 w 2379229"/>
                  <a:gd name="connsiteY44" fmla="*/ 1395260 h 3671451"/>
                  <a:gd name="connsiteX45" fmla="*/ 1406106 w 2379229"/>
                  <a:gd name="connsiteY45" fmla="*/ 1670987 h 3671451"/>
                  <a:gd name="connsiteX46" fmla="*/ 1307309 w 2379229"/>
                  <a:gd name="connsiteY46" fmla="*/ 1858638 h 3671451"/>
                  <a:gd name="connsiteX47" fmla="*/ 1235331 w 2379229"/>
                  <a:gd name="connsiteY47" fmla="*/ 2011232 h 3671451"/>
                  <a:gd name="connsiteX48" fmla="*/ 1230576 w 2379229"/>
                  <a:gd name="connsiteY48" fmla="*/ 1993020 h 3671451"/>
                  <a:gd name="connsiteX49" fmla="*/ 1179328 w 2379229"/>
                  <a:gd name="connsiteY49" fmla="*/ 1733237 h 3671451"/>
                  <a:gd name="connsiteX50" fmla="*/ 1167332 w 2379229"/>
                  <a:gd name="connsiteY50" fmla="*/ 1617563 h 3671451"/>
                  <a:gd name="connsiteX51" fmla="*/ 1182156 w 2379229"/>
                  <a:gd name="connsiteY51" fmla="*/ 1453190 h 3671451"/>
                  <a:gd name="connsiteX52" fmla="*/ 1190827 w 2379229"/>
                  <a:gd name="connsiteY52" fmla="*/ 1425220 h 3671451"/>
                  <a:gd name="connsiteX53" fmla="*/ 1231819 w 2379229"/>
                  <a:gd name="connsiteY53" fmla="*/ 1302088 h 3671451"/>
                  <a:gd name="connsiteX54" fmla="*/ 1233094 w 2379229"/>
                  <a:gd name="connsiteY54" fmla="*/ 1271600 h 3671451"/>
                  <a:gd name="connsiteX55" fmla="*/ 1208977 w 2379229"/>
                  <a:gd name="connsiteY55" fmla="*/ 1251275 h 3671451"/>
                  <a:gd name="connsiteX56" fmla="*/ 1181628 w 2379229"/>
                  <a:gd name="connsiteY56" fmla="*/ 1257739 h 3671451"/>
                  <a:gd name="connsiteX57" fmla="*/ 1115151 w 2379229"/>
                  <a:gd name="connsiteY57" fmla="*/ 1286113 h 3671451"/>
                  <a:gd name="connsiteX58" fmla="*/ 1046189 w 2379229"/>
                  <a:gd name="connsiteY58" fmla="*/ 1305164 h 3671451"/>
                  <a:gd name="connsiteX59" fmla="*/ 1017690 w 2379229"/>
                  <a:gd name="connsiteY59" fmla="*/ 1289066 h 3671451"/>
                  <a:gd name="connsiteX60" fmla="*/ 1004513 w 2379229"/>
                  <a:gd name="connsiteY60" fmla="*/ 1260163 h 3671451"/>
                  <a:gd name="connsiteX61" fmla="*/ 992672 w 2379229"/>
                  <a:gd name="connsiteY61" fmla="*/ 1251212 h 3671451"/>
                  <a:gd name="connsiteX62" fmla="*/ 802566 w 2379229"/>
                  <a:gd name="connsiteY62" fmla="*/ 1297705 h 3671451"/>
                  <a:gd name="connsiteX63" fmla="*/ 612305 w 2379229"/>
                  <a:gd name="connsiteY63" fmla="*/ 1496824 h 3671451"/>
                  <a:gd name="connsiteX64" fmla="*/ 590270 w 2379229"/>
                  <a:gd name="connsiteY64" fmla="*/ 1627011 h 3671451"/>
                  <a:gd name="connsiteX65" fmla="*/ 567148 w 2379229"/>
                  <a:gd name="connsiteY65" fmla="*/ 2103473 h 3671451"/>
                  <a:gd name="connsiteX66" fmla="*/ 557234 w 2379229"/>
                  <a:gd name="connsiteY66" fmla="*/ 2305544 h 3671451"/>
                  <a:gd name="connsiteX67" fmla="*/ 540638 w 2379229"/>
                  <a:gd name="connsiteY67" fmla="*/ 2509790 h 3671451"/>
                  <a:gd name="connsiteX68" fmla="*/ 530755 w 2379229"/>
                  <a:gd name="connsiteY68" fmla="*/ 2520823 h 3671451"/>
                  <a:gd name="connsiteX69" fmla="*/ 327099 w 2379229"/>
                  <a:gd name="connsiteY69" fmla="*/ 2567596 h 3671451"/>
                  <a:gd name="connsiteX70" fmla="*/ 334092 w 2379229"/>
                  <a:gd name="connsiteY70" fmla="*/ 2573377 h 3671451"/>
                  <a:gd name="connsiteX71" fmla="*/ 335086 w 2379229"/>
                  <a:gd name="connsiteY71" fmla="*/ 2572910 h 3671451"/>
                  <a:gd name="connsiteX72" fmla="*/ 334434 w 2379229"/>
                  <a:gd name="connsiteY72" fmla="*/ 2573998 h 3671451"/>
                  <a:gd name="connsiteX73" fmla="*/ 235698 w 2379229"/>
                  <a:gd name="connsiteY73" fmla="*/ 2689454 h 3671451"/>
                  <a:gd name="connsiteX74" fmla="*/ 182772 w 2379229"/>
                  <a:gd name="connsiteY74" fmla="*/ 2728115 h 3671451"/>
                  <a:gd name="connsiteX75" fmla="*/ 150978 w 2379229"/>
                  <a:gd name="connsiteY75" fmla="*/ 2725567 h 3671451"/>
                  <a:gd name="connsiteX76" fmla="*/ 94851 w 2379229"/>
                  <a:gd name="connsiteY76" fmla="*/ 2697907 h 3671451"/>
                  <a:gd name="connsiteX77" fmla="*/ 14358 w 2379229"/>
                  <a:gd name="connsiteY77" fmla="*/ 2658593 h 3671451"/>
                  <a:gd name="connsiteX78" fmla="*/ 0 w 2379229"/>
                  <a:gd name="connsiteY78" fmla="*/ 2658282 h 3671451"/>
                  <a:gd name="connsiteX79" fmla="*/ 27411 w 2379229"/>
                  <a:gd name="connsiteY79" fmla="*/ 2682803 h 3671451"/>
                  <a:gd name="connsiteX80" fmla="*/ 216864 w 2379229"/>
                  <a:gd name="connsiteY80" fmla="*/ 2823868 h 3671451"/>
                  <a:gd name="connsiteX81" fmla="*/ 498496 w 2379229"/>
                  <a:gd name="connsiteY81" fmla="*/ 2898797 h 3671451"/>
                  <a:gd name="connsiteX82" fmla="*/ 710636 w 2379229"/>
                  <a:gd name="connsiteY82" fmla="*/ 2901656 h 3671451"/>
                  <a:gd name="connsiteX83" fmla="*/ 720737 w 2379229"/>
                  <a:gd name="connsiteY83" fmla="*/ 2912845 h 3671451"/>
                  <a:gd name="connsiteX84" fmla="*/ 695719 w 2379229"/>
                  <a:gd name="connsiteY84" fmla="*/ 3127223 h 3671451"/>
                  <a:gd name="connsiteX85" fmla="*/ 621302 w 2379229"/>
                  <a:gd name="connsiteY85" fmla="*/ 3566943 h 3671451"/>
                  <a:gd name="connsiteX86" fmla="*/ 2045854 w 2379229"/>
                  <a:gd name="connsiteY86" fmla="*/ 3635770 h 3671451"/>
                  <a:gd name="connsiteX87" fmla="*/ 1949324 w 2379229"/>
                  <a:gd name="connsiteY87" fmla="*/ 2907095 h 3671451"/>
                  <a:gd name="connsiteX88" fmla="*/ 2152576 w 2379229"/>
                  <a:gd name="connsiteY88" fmla="*/ 2889443 h 3671451"/>
                  <a:gd name="connsiteX89" fmla="*/ 2283074 w 2379229"/>
                  <a:gd name="connsiteY89" fmla="*/ 2816284 h 3671451"/>
                  <a:gd name="connsiteX90" fmla="*/ 2349519 w 2379229"/>
                  <a:gd name="connsiteY90" fmla="*/ 2654677 h 3671451"/>
                  <a:gd name="connsiteX91" fmla="*/ 2377210 w 2379229"/>
                  <a:gd name="connsiteY91" fmla="*/ 2361827 h 3671451"/>
                  <a:gd name="connsiteX92" fmla="*/ 2379230 w 2379229"/>
                  <a:gd name="connsiteY92" fmla="*/ 2312412 h 3671451"/>
                  <a:gd name="connsiteX93" fmla="*/ 2379168 w 2379229"/>
                  <a:gd name="connsiteY93" fmla="*/ 2192170 h 3671451"/>
                  <a:gd name="connsiteX0" fmla="*/ 2379168 w 2379231"/>
                  <a:gd name="connsiteY0" fmla="*/ 2192170 h 3671451"/>
                  <a:gd name="connsiteX1" fmla="*/ 2377894 w 2379231"/>
                  <a:gd name="connsiteY1" fmla="*/ 2142507 h 3671451"/>
                  <a:gd name="connsiteX2" fmla="*/ 2376993 w 2379231"/>
                  <a:gd name="connsiteY2" fmla="*/ 2092284 h 3671451"/>
                  <a:gd name="connsiteX3" fmla="*/ 2363194 w 2379231"/>
                  <a:gd name="connsiteY3" fmla="*/ 1890679 h 3671451"/>
                  <a:gd name="connsiteX4" fmla="*/ 2333421 w 2379231"/>
                  <a:gd name="connsiteY4" fmla="*/ 1653521 h 3671451"/>
                  <a:gd name="connsiteX5" fmla="*/ 2265577 w 2379231"/>
                  <a:gd name="connsiteY5" fmla="*/ 1442220 h 3671451"/>
                  <a:gd name="connsiteX6" fmla="*/ 2143439 w 2379231"/>
                  <a:gd name="connsiteY6" fmla="*/ 1310230 h 3671451"/>
                  <a:gd name="connsiteX7" fmla="*/ 1980154 w 2379231"/>
                  <a:gd name="connsiteY7" fmla="*/ 1241671 h 3671451"/>
                  <a:gd name="connsiteX8" fmla="*/ 1957435 w 2379231"/>
                  <a:gd name="connsiteY8" fmla="*/ 1224827 h 3671451"/>
                  <a:gd name="connsiteX9" fmla="*/ 1927942 w 2379231"/>
                  <a:gd name="connsiteY9" fmla="*/ 1178178 h 3671451"/>
                  <a:gd name="connsiteX10" fmla="*/ 1817117 w 2379231"/>
                  <a:gd name="connsiteY10" fmla="*/ 939870 h 3671451"/>
                  <a:gd name="connsiteX11" fmla="*/ 1692555 w 2379231"/>
                  <a:gd name="connsiteY11" fmla="*/ 451319 h 3671451"/>
                  <a:gd name="connsiteX12" fmla="*/ 1631828 w 2379231"/>
                  <a:gd name="connsiteY12" fmla="*/ 232839 h 3671451"/>
                  <a:gd name="connsiteX13" fmla="*/ 1564326 w 2379231"/>
                  <a:gd name="connsiteY13" fmla="*/ 101129 h 3671451"/>
                  <a:gd name="connsiteX14" fmla="*/ 1449678 w 2379231"/>
                  <a:gd name="connsiteY14" fmla="*/ 10318 h 3671451"/>
                  <a:gd name="connsiteX15" fmla="*/ 1394794 w 2379231"/>
                  <a:gd name="connsiteY15" fmla="*/ 0 h 3671451"/>
                  <a:gd name="connsiteX16" fmla="*/ 1345690 w 2379231"/>
                  <a:gd name="connsiteY16" fmla="*/ 0 h 3671451"/>
                  <a:gd name="connsiteX17" fmla="*/ 1337921 w 2379231"/>
                  <a:gd name="connsiteY17" fmla="*/ 2517 h 3671451"/>
                  <a:gd name="connsiteX18" fmla="*/ 1271848 w 2379231"/>
                  <a:gd name="connsiteY18" fmla="*/ 47861 h 3671451"/>
                  <a:gd name="connsiteX19" fmla="*/ 1248633 w 2379231"/>
                  <a:gd name="connsiteY19" fmla="*/ 90935 h 3671451"/>
                  <a:gd name="connsiteX20" fmla="*/ 1187346 w 2379231"/>
                  <a:gd name="connsiteY20" fmla="*/ 132704 h 3671451"/>
                  <a:gd name="connsiteX21" fmla="*/ 1066048 w 2379231"/>
                  <a:gd name="connsiteY21" fmla="*/ 135626 h 3671451"/>
                  <a:gd name="connsiteX22" fmla="*/ 903353 w 2379231"/>
                  <a:gd name="connsiteY22" fmla="*/ 186625 h 3671451"/>
                  <a:gd name="connsiteX23" fmla="*/ 683132 w 2379231"/>
                  <a:gd name="connsiteY23" fmla="*/ 459089 h 3671451"/>
                  <a:gd name="connsiteX24" fmla="*/ 668277 w 2379231"/>
                  <a:gd name="connsiteY24" fmla="*/ 618769 h 3671451"/>
                  <a:gd name="connsiteX25" fmla="*/ 676481 w 2379231"/>
                  <a:gd name="connsiteY25" fmla="*/ 614449 h 3671451"/>
                  <a:gd name="connsiteX26" fmla="*/ 728506 w 2379231"/>
                  <a:gd name="connsiteY26" fmla="*/ 587287 h 3671451"/>
                  <a:gd name="connsiteX27" fmla="*/ 814158 w 2379231"/>
                  <a:gd name="connsiteY27" fmla="*/ 586044 h 3671451"/>
                  <a:gd name="connsiteX28" fmla="*/ 1073911 w 2379231"/>
                  <a:gd name="connsiteY28" fmla="*/ 641674 h 3671451"/>
                  <a:gd name="connsiteX29" fmla="*/ 1242759 w 2379231"/>
                  <a:gd name="connsiteY29" fmla="*/ 704732 h 3671451"/>
                  <a:gd name="connsiteX30" fmla="*/ 1282881 w 2379231"/>
                  <a:gd name="connsiteY30" fmla="*/ 715205 h 3671451"/>
                  <a:gd name="connsiteX31" fmla="*/ 1316570 w 2379231"/>
                  <a:gd name="connsiteY31" fmla="*/ 697117 h 3671451"/>
                  <a:gd name="connsiteX32" fmla="*/ 1349668 w 2379231"/>
                  <a:gd name="connsiteY32" fmla="*/ 642606 h 3671451"/>
                  <a:gd name="connsiteX33" fmla="*/ 1401476 w 2379231"/>
                  <a:gd name="connsiteY33" fmla="*/ 601396 h 3671451"/>
                  <a:gd name="connsiteX34" fmla="*/ 1460431 w 2379231"/>
                  <a:gd name="connsiteY34" fmla="*/ 632754 h 3671451"/>
                  <a:gd name="connsiteX35" fmla="*/ 1462576 w 2379231"/>
                  <a:gd name="connsiteY35" fmla="*/ 643569 h 3671451"/>
                  <a:gd name="connsiteX36" fmla="*/ 1467268 w 2379231"/>
                  <a:gd name="connsiteY36" fmla="*/ 734038 h 3671451"/>
                  <a:gd name="connsiteX37" fmla="*/ 1482590 w 2379231"/>
                  <a:gd name="connsiteY37" fmla="*/ 835540 h 3671451"/>
                  <a:gd name="connsiteX38" fmla="*/ 1548787 w 2379231"/>
                  <a:gd name="connsiteY38" fmla="*/ 962371 h 3671451"/>
                  <a:gd name="connsiteX39" fmla="*/ 1558639 w 2379231"/>
                  <a:gd name="connsiteY39" fmla="*/ 990869 h 3671451"/>
                  <a:gd name="connsiteX40" fmla="*/ 1569547 w 2379231"/>
                  <a:gd name="connsiteY40" fmla="*/ 1087088 h 3671451"/>
                  <a:gd name="connsiteX41" fmla="*/ 1590525 w 2379231"/>
                  <a:gd name="connsiteY41" fmla="*/ 1268523 h 3671451"/>
                  <a:gd name="connsiteX42" fmla="*/ 1604666 w 2379231"/>
                  <a:gd name="connsiteY42" fmla="*/ 1376613 h 3671451"/>
                  <a:gd name="connsiteX43" fmla="*/ 1598295 w 2379231"/>
                  <a:gd name="connsiteY43" fmla="*/ 1389946 h 3671451"/>
                  <a:gd name="connsiteX44" fmla="*/ 1593229 w 2379231"/>
                  <a:gd name="connsiteY44" fmla="*/ 1395260 h 3671451"/>
                  <a:gd name="connsiteX45" fmla="*/ 1406106 w 2379231"/>
                  <a:gd name="connsiteY45" fmla="*/ 1670987 h 3671451"/>
                  <a:gd name="connsiteX46" fmla="*/ 1307309 w 2379231"/>
                  <a:gd name="connsiteY46" fmla="*/ 1858638 h 3671451"/>
                  <a:gd name="connsiteX47" fmla="*/ 1235331 w 2379231"/>
                  <a:gd name="connsiteY47" fmla="*/ 2011232 h 3671451"/>
                  <a:gd name="connsiteX48" fmla="*/ 1230576 w 2379231"/>
                  <a:gd name="connsiteY48" fmla="*/ 1993020 h 3671451"/>
                  <a:gd name="connsiteX49" fmla="*/ 1179328 w 2379231"/>
                  <a:gd name="connsiteY49" fmla="*/ 1733237 h 3671451"/>
                  <a:gd name="connsiteX50" fmla="*/ 1167332 w 2379231"/>
                  <a:gd name="connsiteY50" fmla="*/ 1617563 h 3671451"/>
                  <a:gd name="connsiteX51" fmla="*/ 1182156 w 2379231"/>
                  <a:gd name="connsiteY51" fmla="*/ 1453190 h 3671451"/>
                  <a:gd name="connsiteX52" fmla="*/ 1190827 w 2379231"/>
                  <a:gd name="connsiteY52" fmla="*/ 1425220 h 3671451"/>
                  <a:gd name="connsiteX53" fmla="*/ 1231819 w 2379231"/>
                  <a:gd name="connsiteY53" fmla="*/ 1302088 h 3671451"/>
                  <a:gd name="connsiteX54" fmla="*/ 1233094 w 2379231"/>
                  <a:gd name="connsiteY54" fmla="*/ 1271600 h 3671451"/>
                  <a:gd name="connsiteX55" fmla="*/ 1208977 w 2379231"/>
                  <a:gd name="connsiteY55" fmla="*/ 1251275 h 3671451"/>
                  <a:gd name="connsiteX56" fmla="*/ 1181628 w 2379231"/>
                  <a:gd name="connsiteY56" fmla="*/ 1257739 h 3671451"/>
                  <a:gd name="connsiteX57" fmla="*/ 1115151 w 2379231"/>
                  <a:gd name="connsiteY57" fmla="*/ 1286113 h 3671451"/>
                  <a:gd name="connsiteX58" fmla="*/ 1046189 w 2379231"/>
                  <a:gd name="connsiteY58" fmla="*/ 1305164 h 3671451"/>
                  <a:gd name="connsiteX59" fmla="*/ 1017690 w 2379231"/>
                  <a:gd name="connsiteY59" fmla="*/ 1289066 h 3671451"/>
                  <a:gd name="connsiteX60" fmla="*/ 1004513 w 2379231"/>
                  <a:gd name="connsiteY60" fmla="*/ 1260163 h 3671451"/>
                  <a:gd name="connsiteX61" fmla="*/ 992672 w 2379231"/>
                  <a:gd name="connsiteY61" fmla="*/ 1251212 h 3671451"/>
                  <a:gd name="connsiteX62" fmla="*/ 802566 w 2379231"/>
                  <a:gd name="connsiteY62" fmla="*/ 1297705 h 3671451"/>
                  <a:gd name="connsiteX63" fmla="*/ 612305 w 2379231"/>
                  <a:gd name="connsiteY63" fmla="*/ 1496824 h 3671451"/>
                  <a:gd name="connsiteX64" fmla="*/ 590270 w 2379231"/>
                  <a:gd name="connsiteY64" fmla="*/ 1627011 h 3671451"/>
                  <a:gd name="connsiteX65" fmla="*/ 567148 w 2379231"/>
                  <a:gd name="connsiteY65" fmla="*/ 2103473 h 3671451"/>
                  <a:gd name="connsiteX66" fmla="*/ 557234 w 2379231"/>
                  <a:gd name="connsiteY66" fmla="*/ 2305544 h 3671451"/>
                  <a:gd name="connsiteX67" fmla="*/ 540638 w 2379231"/>
                  <a:gd name="connsiteY67" fmla="*/ 2509790 h 3671451"/>
                  <a:gd name="connsiteX68" fmla="*/ 530755 w 2379231"/>
                  <a:gd name="connsiteY68" fmla="*/ 2520823 h 3671451"/>
                  <a:gd name="connsiteX69" fmla="*/ 327099 w 2379231"/>
                  <a:gd name="connsiteY69" fmla="*/ 2567596 h 3671451"/>
                  <a:gd name="connsiteX70" fmla="*/ 334092 w 2379231"/>
                  <a:gd name="connsiteY70" fmla="*/ 2573377 h 3671451"/>
                  <a:gd name="connsiteX71" fmla="*/ 335086 w 2379231"/>
                  <a:gd name="connsiteY71" fmla="*/ 2572910 h 3671451"/>
                  <a:gd name="connsiteX72" fmla="*/ 334434 w 2379231"/>
                  <a:gd name="connsiteY72" fmla="*/ 2573998 h 3671451"/>
                  <a:gd name="connsiteX73" fmla="*/ 235698 w 2379231"/>
                  <a:gd name="connsiteY73" fmla="*/ 2689454 h 3671451"/>
                  <a:gd name="connsiteX74" fmla="*/ 182772 w 2379231"/>
                  <a:gd name="connsiteY74" fmla="*/ 2728115 h 3671451"/>
                  <a:gd name="connsiteX75" fmla="*/ 150978 w 2379231"/>
                  <a:gd name="connsiteY75" fmla="*/ 2725567 h 3671451"/>
                  <a:gd name="connsiteX76" fmla="*/ 94851 w 2379231"/>
                  <a:gd name="connsiteY76" fmla="*/ 2697907 h 3671451"/>
                  <a:gd name="connsiteX77" fmla="*/ 14358 w 2379231"/>
                  <a:gd name="connsiteY77" fmla="*/ 2658593 h 3671451"/>
                  <a:gd name="connsiteX78" fmla="*/ 0 w 2379231"/>
                  <a:gd name="connsiteY78" fmla="*/ 2658282 h 3671451"/>
                  <a:gd name="connsiteX79" fmla="*/ 27411 w 2379231"/>
                  <a:gd name="connsiteY79" fmla="*/ 2682803 h 3671451"/>
                  <a:gd name="connsiteX80" fmla="*/ 216864 w 2379231"/>
                  <a:gd name="connsiteY80" fmla="*/ 2823868 h 3671451"/>
                  <a:gd name="connsiteX81" fmla="*/ 498496 w 2379231"/>
                  <a:gd name="connsiteY81" fmla="*/ 2898797 h 3671451"/>
                  <a:gd name="connsiteX82" fmla="*/ 710636 w 2379231"/>
                  <a:gd name="connsiteY82" fmla="*/ 2901656 h 3671451"/>
                  <a:gd name="connsiteX83" fmla="*/ 720737 w 2379231"/>
                  <a:gd name="connsiteY83" fmla="*/ 2912845 h 3671451"/>
                  <a:gd name="connsiteX84" fmla="*/ 695719 w 2379231"/>
                  <a:gd name="connsiteY84" fmla="*/ 3127223 h 3671451"/>
                  <a:gd name="connsiteX85" fmla="*/ 621302 w 2379231"/>
                  <a:gd name="connsiteY85" fmla="*/ 3566943 h 3671451"/>
                  <a:gd name="connsiteX86" fmla="*/ 2045854 w 2379231"/>
                  <a:gd name="connsiteY86" fmla="*/ 3635770 h 3671451"/>
                  <a:gd name="connsiteX87" fmla="*/ 1949324 w 2379231"/>
                  <a:gd name="connsiteY87" fmla="*/ 2907095 h 3671451"/>
                  <a:gd name="connsiteX88" fmla="*/ 2152576 w 2379231"/>
                  <a:gd name="connsiteY88" fmla="*/ 2889443 h 3671451"/>
                  <a:gd name="connsiteX89" fmla="*/ 2283074 w 2379231"/>
                  <a:gd name="connsiteY89" fmla="*/ 2816284 h 3671451"/>
                  <a:gd name="connsiteX90" fmla="*/ 2349519 w 2379231"/>
                  <a:gd name="connsiteY90" fmla="*/ 2654677 h 3671451"/>
                  <a:gd name="connsiteX91" fmla="*/ 2377210 w 2379231"/>
                  <a:gd name="connsiteY91" fmla="*/ 2361827 h 3671451"/>
                  <a:gd name="connsiteX92" fmla="*/ 2379230 w 2379231"/>
                  <a:gd name="connsiteY92" fmla="*/ 2312412 h 3671451"/>
                  <a:gd name="connsiteX93" fmla="*/ 2379168 w 2379231"/>
                  <a:gd name="connsiteY93" fmla="*/ 2192170 h 3671451"/>
                  <a:gd name="connsiteX0" fmla="*/ 2379168 w 2379229"/>
                  <a:gd name="connsiteY0" fmla="*/ 2192170 h 3671451"/>
                  <a:gd name="connsiteX1" fmla="*/ 2377894 w 2379229"/>
                  <a:gd name="connsiteY1" fmla="*/ 2142507 h 3671451"/>
                  <a:gd name="connsiteX2" fmla="*/ 2376993 w 2379229"/>
                  <a:gd name="connsiteY2" fmla="*/ 2092284 h 3671451"/>
                  <a:gd name="connsiteX3" fmla="*/ 2363194 w 2379229"/>
                  <a:gd name="connsiteY3" fmla="*/ 1890679 h 3671451"/>
                  <a:gd name="connsiteX4" fmla="*/ 2333421 w 2379229"/>
                  <a:gd name="connsiteY4" fmla="*/ 1653521 h 3671451"/>
                  <a:gd name="connsiteX5" fmla="*/ 2265577 w 2379229"/>
                  <a:gd name="connsiteY5" fmla="*/ 1442220 h 3671451"/>
                  <a:gd name="connsiteX6" fmla="*/ 2143439 w 2379229"/>
                  <a:gd name="connsiteY6" fmla="*/ 1310230 h 3671451"/>
                  <a:gd name="connsiteX7" fmla="*/ 1980154 w 2379229"/>
                  <a:gd name="connsiteY7" fmla="*/ 1241671 h 3671451"/>
                  <a:gd name="connsiteX8" fmla="*/ 1957435 w 2379229"/>
                  <a:gd name="connsiteY8" fmla="*/ 1224827 h 3671451"/>
                  <a:gd name="connsiteX9" fmla="*/ 1927942 w 2379229"/>
                  <a:gd name="connsiteY9" fmla="*/ 1178178 h 3671451"/>
                  <a:gd name="connsiteX10" fmla="*/ 1817117 w 2379229"/>
                  <a:gd name="connsiteY10" fmla="*/ 939870 h 3671451"/>
                  <a:gd name="connsiteX11" fmla="*/ 1692555 w 2379229"/>
                  <a:gd name="connsiteY11" fmla="*/ 451319 h 3671451"/>
                  <a:gd name="connsiteX12" fmla="*/ 1631828 w 2379229"/>
                  <a:gd name="connsiteY12" fmla="*/ 232839 h 3671451"/>
                  <a:gd name="connsiteX13" fmla="*/ 1564326 w 2379229"/>
                  <a:gd name="connsiteY13" fmla="*/ 101129 h 3671451"/>
                  <a:gd name="connsiteX14" fmla="*/ 1449678 w 2379229"/>
                  <a:gd name="connsiteY14" fmla="*/ 10318 h 3671451"/>
                  <a:gd name="connsiteX15" fmla="*/ 1394794 w 2379229"/>
                  <a:gd name="connsiteY15" fmla="*/ 0 h 3671451"/>
                  <a:gd name="connsiteX16" fmla="*/ 1345690 w 2379229"/>
                  <a:gd name="connsiteY16" fmla="*/ 0 h 3671451"/>
                  <a:gd name="connsiteX17" fmla="*/ 1337921 w 2379229"/>
                  <a:gd name="connsiteY17" fmla="*/ 2517 h 3671451"/>
                  <a:gd name="connsiteX18" fmla="*/ 1271848 w 2379229"/>
                  <a:gd name="connsiteY18" fmla="*/ 47861 h 3671451"/>
                  <a:gd name="connsiteX19" fmla="*/ 1248633 w 2379229"/>
                  <a:gd name="connsiteY19" fmla="*/ 90935 h 3671451"/>
                  <a:gd name="connsiteX20" fmla="*/ 1187346 w 2379229"/>
                  <a:gd name="connsiteY20" fmla="*/ 132704 h 3671451"/>
                  <a:gd name="connsiteX21" fmla="*/ 1066048 w 2379229"/>
                  <a:gd name="connsiteY21" fmla="*/ 135626 h 3671451"/>
                  <a:gd name="connsiteX22" fmla="*/ 903353 w 2379229"/>
                  <a:gd name="connsiteY22" fmla="*/ 186625 h 3671451"/>
                  <a:gd name="connsiteX23" fmla="*/ 683132 w 2379229"/>
                  <a:gd name="connsiteY23" fmla="*/ 459089 h 3671451"/>
                  <a:gd name="connsiteX24" fmla="*/ 668277 w 2379229"/>
                  <a:gd name="connsiteY24" fmla="*/ 618769 h 3671451"/>
                  <a:gd name="connsiteX25" fmla="*/ 676481 w 2379229"/>
                  <a:gd name="connsiteY25" fmla="*/ 614449 h 3671451"/>
                  <a:gd name="connsiteX26" fmla="*/ 728506 w 2379229"/>
                  <a:gd name="connsiteY26" fmla="*/ 587287 h 3671451"/>
                  <a:gd name="connsiteX27" fmla="*/ 814158 w 2379229"/>
                  <a:gd name="connsiteY27" fmla="*/ 586044 h 3671451"/>
                  <a:gd name="connsiteX28" fmla="*/ 1073911 w 2379229"/>
                  <a:gd name="connsiteY28" fmla="*/ 641674 h 3671451"/>
                  <a:gd name="connsiteX29" fmla="*/ 1242759 w 2379229"/>
                  <a:gd name="connsiteY29" fmla="*/ 704732 h 3671451"/>
                  <a:gd name="connsiteX30" fmla="*/ 1282881 w 2379229"/>
                  <a:gd name="connsiteY30" fmla="*/ 715205 h 3671451"/>
                  <a:gd name="connsiteX31" fmla="*/ 1316570 w 2379229"/>
                  <a:gd name="connsiteY31" fmla="*/ 697117 h 3671451"/>
                  <a:gd name="connsiteX32" fmla="*/ 1349668 w 2379229"/>
                  <a:gd name="connsiteY32" fmla="*/ 642606 h 3671451"/>
                  <a:gd name="connsiteX33" fmla="*/ 1401476 w 2379229"/>
                  <a:gd name="connsiteY33" fmla="*/ 601396 h 3671451"/>
                  <a:gd name="connsiteX34" fmla="*/ 1460431 w 2379229"/>
                  <a:gd name="connsiteY34" fmla="*/ 632754 h 3671451"/>
                  <a:gd name="connsiteX35" fmla="*/ 1462576 w 2379229"/>
                  <a:gd name="connsiteY35" fmla="*/ 643569 h 3671451"/>
                  <a:gd name="connsiteX36" fmla="*/ 1467268 w 2379229"/>
                  <a:gd name="connsiteY36" fmla="*/ 734038 h 3671451"/>
                  <a:gd name="connsiteX37" fmla="*/ 1482590 w 2379229"/>
                  <a:gd name="connsiteY37" fmla="*/ 835540 h 3671451"/>
                  <a:gd name="connsiteX38" fmla="*/ 1548787 w 2379229"/>
                  <a:gd name="connsiteY38" fmla="*/ 962371 h 3671451"/>
                  <a:gd name="connsiteX39" fmla="*/ 1558639 w 2379229"/>
                  <a:gd name="connsiteY39" fmla="*/ 990869 h 3671451"/>
                  <a:gd name="connsiteX40" fmla="*/ 1569547 w 2379229"/>
                  <a:gd name="connsiteY40" fmla="*/ 1087088 h 3671451"/>
                  <a:gd name="connsiteX41" fmla="*/ 1590525 w 2379229"/>
                  <a:gd name="connsiteY41" fmla="*/ 1268523 h 3671451"/>
                  <a:gd name="connsiteX42" fmla="*/ 1604666 w 2379229"/>
                  <a:gd name="connsiteY42" fmla="*/ 1376613 h 3671451"/>
                  <a:gd name="connsiteX43" fmla="*/ 1598295 w 2379229"/>
                  <a:gd name="connsiteY43" fmla="*/ 1389946 h 3671451"/>
                  <a:gd name="connsiteX44" fmla="*/ 1593229 w 2379229"/>
                  <a:gd name="connsiteY44" fmla="*/ 1395260 h 3671451"/>
                  <a:gd name="connsiteX45" fmla="*/ 1406106 w 2379229"/>
                  <a:gd name="connsiteY45" fmla="*/ 1670987 h 3671451"/>
                  <a:gd name="connsiteX46" fmla="*/ 1307309 w 2379229"/>
                  <a:gd name="connsiteY46" fmla="*/ 1858638 h 3671451"/>
                  <a:gd name="connsiteX47" fmla="*/ 1235331 w 2379229"/>
                  <a:gd name="connsiteY47" fmla="*/ 2011232 h 3671451"/>
                  <a:gd name="connsiteX48" fmla="*/ 1230576 w 2379229"/>
                  <a:gd name="connsiteY48" fmla="*/ 1993020 h 3671451"/>
                  <a:gd name="connsiteX49" fmla="*/ 1179328 w 2379229"/>
                  <a:gd name="connsiteY49" fmla="*/ 1733237 h 3671451"/>
                  <a:gd name="connsiteX50" fmla="*/ 1167332 w 2379229"/>
                  <a:gd name="connsiteY50" fmla="*/ 1617563 h 3671451"/>
                  <a:gd name="connsiteX51" fmla="*/ 1182156 w 2379229"/>
                  <a:gd name="connsiteY51" fmla="*/ 1453190 h 3671451"/>
                  <a:gd name="connsiteX52" fmla="*/ 1190827 w 2379229"/>
                  <a:gd name="connsiteY52" fmla="*/ 1425220 h 3671451"/>
                  <a:gd name="connsiteX53" fmla="*/ 1231819 w 2379229"/>
                  <a:gd name="connsiteY53" fmla="*/ 1302088 h 3671451"/>
                  <a:gd name="connsiteX54" fmla="*/ 1233094 w 2379229"/>
                  <a:gd name="connsiteY54" fmla="*/ 1271600 h 3671451"/>
                  <a:gd name="connsiteX55" fmla="*/ 1208977 w 2379229"/>
                  <a:gd name="connsiteY55" fmla="*/ 1251275 h 3671451"/>
                  <a:gd name="connsiteX56" fmla="*/ 1181628 w 2379229"/>
                  <a:gd name="connsiteY56" fmla="*/ 1257739 h 3671451"/>
                  <a:gd name="connsiteX57" fmla="*/ 1115151 w 2379229"/>
                  <a:gd name="connsiteY57" fmla="*/ 1286113 h 3671451"/>
                  <a:gd name="connsiteX58" fmla="*/ 1046189 w 2379229"/>
                  <a:gd name="connsiteY58" fmla="*/ 1305164 h 3671451"/>
                  <a:gd name="connsiteX59" fmla="*/ 1017690 w 2379229"/>
                  <a:gd name="connsiteY59" fmla="*/ 1289066 h 3671451"/>
                  <a:gd name="connsiteX60" fmla="*/ 1004513 w 2379229"/>
                  <a:gd name="connsiteY60" fmla="*/ 1260163 h 3671451"/>
                  <a:gd name="connsiteX61" fmla="*/ 992672 w 2379229"/>
                  <a:gd name="connsiteY61" fmla="*/ 1251212 h 3671451"/>
                  <a:gd name="connsiteX62" fmla="*/ 802566 w 2379229"/>
                  <a:gd name="connsiteY62" fmla="*/ 1297705 h 3671451"/>
                  <a:gd name="connsiteX63" fmla="*/ 612305 w 2379229"/>
                  <a:gd name="connsiteY63" fmla="*/ 1496824 h 3671451"/>
                  <a:gd name="connsiteX64" fmla="*/ 590270 w 2379229"/>
                  <a:gd name="connsiteY64" fmla="*/ 1627011 h 3671451"/>
                  <a:gd name="connsiteX65" fmla="*/ 567148 w 2379229"/>
                  <a:gd name="connsiteY65" fmla="*/ 2103473 h 3671451"/>
                  <a:gd name="connsiteX66" fmla="*/ 557234 w 2379229"/>
                  <a:gd name="connsiteY66" fmla="*/ 2305544 h 3671451"/>
                  <a:gd name="connsiteX67" fmla="*/ 540638 w 2379229"/>
                  <a:gd name="connsiteY67" fmla="*/ 2509790 h 3671451"/>
                  <a:gd name="connsiteX68" fmla="*/ 530755 w 2379229"/>
                  <a:gd name="connsiteY68" fmla="*/ 2520823 h 3671451"/>
                  <a:gd name="connsiteX69" fmla="*/ 327099 w 2379229"/>
                  <a:gd name="connsiteY69" fmla="*/ 2567596 h 3671451"/>
                  <a:gd name="connsiteX70" fmla="*/ 334092 w 2379229"/>
                  <a:gd name="connsiteY70" fmla="*/ 2573377 h 3671451"/>
                  <a:gd name="connsiteX71" fmla="*/ 335086 w 2379229"/>
                  <a:gd name="connsiteY71" fmla="*/ 2572910 h 3671451"/>
                  <a:gd name="connsiteX72" fmla="*/ 334434 w 2379229"/>
                  <a:gd name="connsiteY72" fmla="*/ 2573998 h 3671451"/>
                  <a:gd name="connsiteX73" fmla="*/ 235698 w 2379229"/>
                  <a:gd name="connsiteY73" fmla="*/ 2689454 h 3671451"/>
                  <a:gd name="connsiteX74" fmla="*/ 182772 w 2379229"/>
                  <a:gd name="connsiteY74" fmla="*/ 2728115 h 3671451"/>
                  <a:gd name="connsiteX75" fmla="*/ 150978 w 2379229"/>
                  <a:gd name="connsiteY75" fmla="*/ 2725567 h 3671451"/>
                  <a:gd name="connsiteX76" fmla="*/ 94851 w 2379229"/>
                  <a:gd name="connsiteY76" fmla="*/ 2697907 h 3671451"/>
                  <a:gd name="connsiteX77" fmla="*/ 14358 w 2379229"/>
                  <a:gd name="connsiteY77" fmla="*/ 2658593 h 3671451"/>
                  <a:gd name="connsiteX78" fmla="*/ 0 w 2379229"/>
                  <a:gd name="connsiteY78" fmla="*/ 2658282 h 3671451"/>
                  <a:gd name="connsiteX79" fmla="*/ 27411 w 2379229"/>
                  <a:gd name="connsiteY79" fmla="*/ 2682803 h 3671451"/>
                  <a:gd name="connsiteX80" fmla="*/ 216864 w 2379229"/>
                  <a:gd name="connsiteY80" fmla="*/ 2823868 h 3671451"/>
                  <a:gd name="connsiteX81" fmla="*/ 498496 w 2379229"/>
                  <a:gd name="connsiteY81" fmla="*/ 2898797 h 3671451"/>
                  <a:gd name="connsiteX82" fmla="*/ 710636 w 2379229"/>
                  <a:gd name="connsiteY82" fmla="*/ 2901656 h 3671451"/>
                  <a:gd name="connsiteX83" fmla="*/ 720737 w 2379229"/>
                  <a:gd name="connsiteY83" fmla="*/ 2912845 h 3671451"/>
                  <a:gd name="connsiteX84" fmla="*/ 695719 w 2379229"/>
                  <a:gd name="connsiteY84" fmla="*/ 3127223 h 3671451"/>
                  <a:gd name="connsiteX85" fmla="*/ 621302 w 2379229"/>
                  <a:gd name="connsiteY85" fmla="*/ 3566943 h 3671451"/>
                  <a:gd name="connsiteX86" fmla="*/ 2045854 w 2379229"/>
                  <a:gd name="connsiteY86" fmla="*/ 3635770 h 3671451"/>
                  <a:gd name="connsiteX87" fmla="*/ 1949324 w 2379229"/>
                  <a:gd name="connsiteY87" fmla="*/ 2907095 h 3671451"/>
                  <a:gd name="connsiteX88" fmla="*/ 2152576 w 2379229"/>
                  <a:gd name="connsiteY88" fmla="*/ 2889443 h 3671451"/>
                  <a:gd name="connsiteX89" fmla="*/ 2283074 w 2379229"/>
                  <a:gd name="connsiteY89" fmla="*/ 2816284 h 3671451"/>
                  <a:gd name="connsiteX90" fmla="*/ 2349519 w 2379229"/>
                  <a:gd name="connsiteY90" fmla="*/ 2654677 h 3671451"/>
                  <a:gd name="connsiteX91" fmla="*/ 2377210 w 2379229"/>
                  <a:gd name="connsiteY91" fmla="*/ 2361827 h 3671451"/>
                  <a:gd name="connsiteX92" fmla="*/ 2379230 w 2379229"/>
                  <a:gd name="connsiteY92" fmla="*/ 2312412 h 3671451"/>
                  <a:gd name="connsiteX93" fmla="*/ 2379168 w 2379229"/>
                  <a:gd name="connsiteY93" fmla="*/ 2192170 h 3671451"/>
                  <a:gd name="connsiteX0" fmla="*/ 2379168 w 2379231"/>
                  <a:gd name="connsiteY0" fmla="*/ 2192170 h 3671451"/>
                  <a:gd name="connsiteX1" fmla="*/ 2377894 w 2379231"/>
                  <a:gd name="connsiteY1" fmla="*/ 2142507 h 3671451"/>
                  <a:gd name="connsiteX2" fmla="*/ 2376993 w 2379231"/>
                  <a:gd name="connsiteY2" fmla="*/ 2092284 h 3671451"/>
                  <a:gd name="connsiteX3" fmla="*/ 2363194 w 2379231"/>
                  <a:gd name="connsiteY3" fmla="*/ 1890679 h 3671451"/>
                  <a:gd name="connsiteX4" fmla="*/ 2333421 w 2379231"/>
                  <a:gd name="connsiteY4" fmla="*/ 1653521 h 3671451"/>
                  <a:gd name="connsiteX5" fmla="*/ 2265577 w 2379231"/>
                  <a:gd name="connsiteY5" fmla="*/ 1442220 h 3671451"/>
                  <a:gd name="connsiteX6" fmla="*/ 2143439 w 2379231"/>
                  <a:gd name="connsiteY6" fmla="*/ 1310230 h 3671451"/>
                  <a:gd name="connsiteX7" fmla="*/ 1980154 w 2379231"/>
                  <a:gd name="connsiteY7" fmla="*/ 1241671 h 3671451"/>
                  <a:gd name="connsiteX8" fmla="*/ 1957435 w 2379231"/>
                  <a:gd name="connsiteY8" fmla="*/ 1224827 h 3671451"/>
                  <a:gd name="connsiteX9" fmla="*/ 1927942 w 2379231"/>
                  <a:gd name="connsiteY9" fmla="*/ 1178178 h 3671451"/>
                  <a:gd name="connsiteX10" fmla="*/ 1817117 w 2379231"/>
                  <a:gd name="connsiteY10" fmla="*/ 939870 h 3671451"/>
                  <a:gd name="connsiteX11" fmla="*/ 1692555 w 2379231"/>
                  <a:gd name="connsiteY11" fmla="*/ 451319 h 3671451"/>
                  <a:gd name="connsiteX12" fmla="*/ 1631828 w 2379231"/>
                  <a:gd name="connsiteY12" fmla="*/ 232839 h 3671451"/>
                  <a:gd name="connsiteX13" fmla="*/ 1564326 w 2379231"/>
                  <a:gd name="connsiteY13" fmla="*/ 101129 h 3671451"/>
                  <a:gd name="connsiteX14" fmla="*/ 1449678 w 2379231"/>
                  <a:gd name="connsiteY14" fmla="*/ 10318 h 3671451"/>
                  <a:gd name="connsiteX15" fmla="*/ 1394794 w 2379231"/>
                  <a:gd name="connsiteY15" fmla="*/ 0 h 3671451"/>
                  <a:gd name="connsiteX16" fmla="*/ 1345690 w 2379231"/>
                  <a:gd name="connsiteY16" fmla="*/ 0 h 3671451"/>
                  <a:gd name="connsiteX17" fmla="*/ 1337921 w 2379231"/>
                  <a:gd name="connsiteY17" fmla="*/ 2517 h 3671451"/>
                  <a:gd name="connsiteX18" fmla="*/ 1271848 w 2379231"/>
                  <a:gd name="connsiteY18" fmla="*/ 47861 h 3671451"/>
                  <a:gd name="connsiteX19" fmla="*/ 1248633 w 2379231"/>
                  <a:gd name="connsiteY19" fmla="*/ 90935 h 3671451"/>
                  <a:gd name="connsiteX20" fmla="*/ 1187346 w 2379231"/>
                  <a:gd name="connsiteY20" fmla="*/ 132704 h 3671451"/>
                  <a:gd name="connsiteX21" fmla="*/ 1066048 w 2379231"/>
                  <a:gd name="connsiteY21" fmla="*/ 135626 h 3671451"/>
                  <a:gd name="connsiteX22" fmla="*/ 903353 w 2379231"/>
                  <a:gd name="connsiteY22" fmla="*/ 186625 h 3671451"/>
                  <a:gd name="connsiteX23" fmla="*/ 683132 w 2379231"/>
                  <a:gd name="connsiteY23" fmla="*/ 459089 h 3671451"/>
                  <a:gd name="connsiteX24" fmla="*/ 668277 w 2379231"/>
                  <a:gd name="connsiteY24" fmla="*/ 618769 h 3671451"/>
                  <a:gd name="connsiteX25" fmla="*/ 676481 w 2379231"/>
                  <a:gd name="connsiteY25" fmla="*/ 614449 h 3671451"/>
                  <a:gd name="connsiteX26" fmla="*/ 728506 w 2379231"/>
                  <a:gd name="connsiteY26" fmla="*/ 587287 h 3671451"/>
                  <a:gd name="connsiteX27" fmla="*/ 814158 w 2379231"/>
                  <a:gd name="connsiteY27" fmla="*/ 586044 h 3671451"/>
                  <a:gd name="connsiteX28" fmla="*/ 1073911 w 2379231"/>
                  <a:gd name="connsiteY28" fmla="*/ 641674 h 3671451"/>
                  <a:gd name="connsiteX29" fmla="*/ 1242759 w 2379231"/>
                  <a:gd name="connsiteY29" fmla="*/ 704732 h 3671451"/>
                  <a:gd name="connsiteX30" fmla="*/ 1282881 w 2379231"/>
                  <a:gd name="connsiteY30" fmla="*/ 715205 h 3671451"/>
                  <a:gd name="connsiteX31" fmla="*/ 1316570 w 2379231"/>
                  <a:gd name="connsiteY31" fmla="*/ 697117 h 3671451"/>
                  <a:gd name="connsiteX32" fmla="*/ 1349668 w 2379231"/>
                  <a:gd name="connsiteY32" fmla="*/ 642606 h 3671451"/>
                  <a:gd name="connsiteX33" fmla="*/ 1401476 w 2379231"/>
                  <a:gd name="connsiteY33" fmla="*/ 601396 h 3671451"/>
                  <a:gd name="connsiteX34" fmla="*/ 1460431 w 2379231"/>
                  <a:gd name="connsiteY34" fmla="*/ 632754 h 3671451"/>
                  <a:gd name="connsiteX35" fmla="*/ 1462576 w 2379231"/>
                  <a:gd name="connsiteY35" fmla="*/ 643569 h 3671451"/>
                  <a:gd name="connsiteX36" fmla="*/ 1467268 w 2379231"/>
                  <a:gd name="connsiteY36" fmla="*/ 734038 h 3671451"/>
                  <a:gd name="connsiteX37" fmla="*/ 1482590 w 2379231"/>
                  <a:gd name="connsiteY37" fmla="*/ 835540 h 3671451"/>
                  <a:gd name="connsiteX38" fmla="*/ 1548787 w 2379231"/>
                  <a:gd name="connsiteY38" fmla="*/ 962371 h 3671451"/>
                  <a:gd name="connsiteX39" fmla="*/ 1558639 w 2379231"/>
                  <a:gd name="connsiteY39" fmla="*/ 990869 h 3671451"/>
                  <a:gd name="connsiteX40" fmla="*/ 1569547 w 2379231"/>
                  <a:gd name="connsiteY40" fmla="*/ 1087088 h 3671451"/>
                  <a:gd name="connsiteX41" fmla="*/ 1590525 w 2379231"/>
                  <a:gd name="connsiteY41" fmla="*/ 1268523 h 3671451"/>
                  <a:gd name="connsiteX42" fmla="*/ 1604666 w 2379231"/>
                  <a:gd name="connsiteY42" fmla="*/ 1376613 h 3671451"/>
                  <a:gd name="connsiteX43" fmla="*/ 1598295 w 2379231"/>
                  <a:gd name="connsiteY43" fmla="*/ 1389946 h 3671451"/>
                  <a:gd name="connsiteX44" fmla="*/ 1593229 w 2379231"/>
                  <a:gd name="connsiteY44" fmla="*/ 1395260 h 3671451"/>
                  <a:gd name="connsiteX45" fmla="*/ 1406106 w 2379231"/>
                  <a:gd name="connsiteY45" fmla="*/ 1670987 h 3671451"/>
                  <a:gd name="connsiteX46" fmla="*/ 1307309 w 2379231"/>
                  <a:gd name="connsiteY46" fmla="*/ 1858638 h 3671451"/>
                  <a:gd name="connsiteX47" fmla="*/ 1235331 w 2379231"/>
                  <a:gd name="connsiteY47" fmla="*/ 2011232 h 3671451"/>
                  <a:gd name="connsiteX48" fmla="*/ 1230576 w 2379231"/>
                  <a:gd name="connsiteY48" fmla="*/ 1993020 h 3671451"/>
                  <a:gd name="connsiteX49" fmla="*/ 1179328 w 2379231"/>
                  <a:gd name="connsiteY49" fmla="*/ 1733237 h 3671451"/>
                  <a:gd name="connsiteX50" fmla="*/ 1167332 w 2379231"/>
                  <a:gd name="connsiteY50" fmla="*/ 1617563 h 3671451"/>
                  <a:gd name="connsiteX51" fmla="*/ 1182156 w 2379231"/>
                  <a:gd name="connsiteY51" fmla="*/ 1453190 h 3671451"/>
                  <a:gd name="connsiteX52" fmla="*/ 1190827 w 2379231"/>
                  <a:gd name="connsiteY52" fmla="*/ 1425220 h 3671451"/>
                  <a:gd name="connsiteX53" fmla="*/ 1231819 w 2379231"/>
                  <a:gd name="connsiteY53" fmla="*/ 1302088 h 3671451"/>
                  <a:gd name="connsiteX54" fmla="*/ 1233094 w 2379231"/>
                  <a:gd name="connsiteY54" fmla="*/ 1271600 h 3671451"/>
                  <a:gd name="connsiteX55" fmla="*/ 1208977 w 2379231"/>
                  <a:gd name="connsiteY55" fmla="*/ 1251275 h 3671451"/>
                  <a:gd name="connsiteX56" fmla="*/ 1181628 w 2379231"/>
                  <a:gd name="connsiteY56" fmla="*/ 1257739 h 3671451"/>
                  <a:gd name="connsiteX57" fmla="*/ 1115151 w 2379231"/>
                  <a:gd name="connsiteY57" fmla="*/ 1286113 h 3671451"/>
                  <a:gd name="connsiteX58" fmla="*/ 1046189 w 2379231"/>
                  <a:gd name="connsiteY58" fmla="*/ 1305164 h 3671451"/>
                  <a:gd name="connsiteX59" fmla="*/ 1017690 w 2379231"/>
                  <a:gd name="connsiteY59" fmla="*/ 1289066 h 3671451"/>
                  <a:gd name="connsiteX60" fmla="*/ 1004513 w 2379231"/>
                  <a:gd name="connsiteY60" fmla="*/ 1260163 h 3671451"/>
                  <a:gd name="connsiteX61" fmla="*/ 992672 w 2379231"/>
                  <a:gd name="connsiteY61" fmla="*/ 1251212 h 3671451"/>
                  <a:gd name="connsiteX62" fmla="*/ 802566 w 2379231"/>
                  <a:gd name="connsiteY62" fmla="*/ 1297705 h 3671451"/>
                  <a:gd name="connsiteX63" fmla="*/ 612305 w 2379231"/>
                  <a:gd name="connsiteY63" fmla="*/ 1496824 h 3671451"/>
                  <a:gd name="connsiteX64" fmla="*/ 590270 w 2379231"/>
                  <a:gd name="connsiteY64" fmla="*/ 1627011 h 3671451"/>
                  <a:gd name="connsiteX65" fmla="*/ 567148 w 2379231"/>
                  <a:gd name="connsiteY65" fmla="*/ 2103473 h 3671451"/>
                  <a:gd name="connsiteX66" fmla="*/ 557234 w 2379231"/>
                  <a:gd name="connsiteY66" fmla="*/ 2305544 h 3671451"/>
                  <a:gd name="connsiteX67" fmla="*/ 540638 w 2379231"/>
                  <a:gd name="connsiteY67" fmla="*/ 2509790 h 3671451"/>
                  <a:gd name="connsiteX68" fmla="*/ 530755 w 2379231"/>
                  <a:gd name="connsiteY68" fmla="*/ 2520823 h 3671451"/>
                  <a:gd name="connsiteX69" fmla="*/ 327099 w 2379231"/>
                  <a:gd name="connsiteY69" fmla="*/ 2567596 h 3671451"/>
                  <a:gd name="connsiteX70" fmla="*/ 334092 w 2379231"/>
                  <a:gd name="connsiteY70" fmla="*/ 2573377 h 3671451"/>
                  <a:gd name="connsiteX71" fmla="*/ 335086 w 2379231"/>
                  <a:gd name="connsiteY71" fmla="*/ 2572910 h 3671451"/>
                  <a:gd name="connsiteX72" fmla="*/ 334434 w 2379231"/>
                  <a:gd name="connsiteY72" fmla="*/ 2573998 h 3671451"/>
                  <a:gd name="connsiteX73" fmla="*/ 235698 w 2379231"/>
                  <a:gd name="connsiteY73" fmla="*/ 2689454 h 3671451"/>
                  <a:gd name="connsiteX74" fmla="*/ 182772 w 2379231"/>
                  <a:gd name="connsiteY74" fmla="*/ 2728115 h 3671451"/>
                  <a:gd name="connsiteX75" fmla="*/ 150978 w 2379231"/>
                  <a:gd name="connsiteY75" fmla="*/ 2725567 h 3671451"/>
                  <a:gd name="connsiteX76" fmla="*/ 94851 w 2379231"/>
                  <a:gd name="connsiteY76" fmla="*/ 2697907 h 3671451"/>
                  <a:gd name="connsiteX77" fmla="*/ 14358 w 2379231"/>
                  <a:gd name="connsiteY77" fmla="*/ 2658593 h 3671451"/>
                  <a:gd name="connsiteX78" fmla="*/ 0 w 2379231"/>
                  <a:gd name="connsiteY78" fmla="*/ 2658282 h 3671451"/>
                  <a:gd name="connsiteX79" fmla="*/ 27411 w 2379231"/>
                  <a:gd name="connsiteY79" fmla="*/ 2682803 h 3671451"/>
                  <a:gd name="connsiteX80" fmla="*/ 216864 w 2379231"/>
                  <a:gd name="connsiteY80" fmla="*/ 2823868 h 3671451"/>
                  <a:gd name="connsiteX81" fmla="*/ 498496 w 2379231"/>
                  <a:gd name="connsiteY81" fmla="*/ 2898797 h 3671451"/>
                  <a:gd name="connsiteX82" fmla="*/ 710636 w 2379231"/>
                  <a:gd name="connsiteY82" fmla="*/ 2901656 h 3671451"/>
                  <a:gd name="connsiteX83" fmla="*/ 720737 w 2379231"/>
                  <a:gd name="connsiteY83" fmla="*/ 2912845 h 3671451"/>
                  <a:gd name="connsiteX84" fmla="*/ 695719 w 2379231"/>
                  <a:gd name="connsiteY84" fmla="*/ 3127223 h 3671451"/>
                  <a:gd name="connsiteX85" fmla="*/ 621302 w 2379231"/>
                  <a:gd name="connsiteY85" fmla="*/ 3566943 h 3671451"/>
                  <a:gd name="connsiteX86" fmla="*/ 2045854 w 2379231"/>
                  <a:gd name="connsiteY86" fmla="*/ 3635770 h 3671451"/>
                  <a:gd name="connsiteX87" fmla="*/ 1949324 w 2379231"/>
                  <a:gd name="connsiteY87" fmla="*/ 2907095 h 3671451"/>
                  <a:gd name="connsiteX88" fmla="*/ 2152576 w 2379231"/>
                  <a:gd name="connsiteY88" fmla="*/ 2889443 h 3671451"/>
                  <a:gd name="connsiteX89" fmla="*/ 2283074 w 2379231"/>
                  <a:gd name="connsiteY89" fmla="*/ 2816284 h 3671451"/>
                  <a:gd name="connsiteX90" fmla="*/ 2349519 w 2379231"/>
                  <a:gd name="connsiteY90" fmla="*/ 2654677 h 3671451"/>
                  <a:gd name="connsiteX91" fmla="*/ 2377210 w 2379231"/>
                  <a:gd name="connsiteY91" fmla="*/ 2361827 h 3671451"/>
                  <a:gd name="connsiteX92" fmla="*/ 2379230 w 2379231"/>
                  <a:gd name="connsiteY92" fmla="*/ 2312412 h 3671451"/>
                  <a:gd name="connsiteX93" fmla="*/ 2379168 w 2379231"/>
                  <a:gd name="connsiteY93" fmla="*/ 2192170 h 3671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379231" h="3671451">
                    <a:moveTo>
                      <a:pt x="2379168" y="2192170"/>
                    </a:moveTo>
                    <a:cubicBezTo>
                      <a:pt x="2376371" y="2175667"/>
                      <a:pt x="2378640" y="2159041"/>
                      <a:pt x="2377894" y="2142507"/>
                    </a:cubicBezTo>
                    <a:cubicBezTo>
                      <a:pt x="2377552" y="2125756"/>
                      <a:pt x="2377179" y="2109005"/>
                      <a:pt x="2376993" y="2092284"/>
                    </a:cubicBezTo>
                    <a:cubicBezTo>
                      <a:pt x="2376309" y="2024782"/>
                      <a:pt x="2369627" y="1957778"/>
                      <a:pt x="2363194" y="1890679"/>
                    </a:cubicBezTo>
                    <a:cubicBezTo>
                      <a:pt x="2355580" y="1811337"/>
                      <a:pt x="2344920" y="1732367"/>
                      <a:pt x="2333421" y="1653521"/>
                    </a:cubicBezTo>
                    <a:cubicBezTo>
                      <a:pt x="2322574" y="1579244"/>
                      <a:pt x="2302715" y="1508012"/>
                      <a:pt x="2265577" y="1442220"/>
                    </a:cubicBezTo>
                    <a:cubicBezTo>
                      <a:pt x="2235275" y="1388547"/>
                      <a:pt x="2195029" y="1344043"/>
                      <a:pt x="2143439" y="1310230"/>
                    </a:cubicBezTo>
                    <a:cubicBezTo>
                      <a:pt x="2093279" y="1277349"/>
                      <a:pt x="2037897" y="1256527"/>
                      <a:pt x="1980154" y="1241671"/>
                    </a:cubicBezTo>
                    <a:cubicBezTo>
                      <a:pt x="1969805" y="1238999"/>
                      <a:pt x="1962719" y="1233840"/>
                      <a:pt x="1957435" y="1224827"/>
                    </a:cubicBezTo>
                    <a:cubicBezTo>
                      <a:pt x="1948174" y="1208946"/>
                      <a:pt x="1938229" y="1193407"/>
                      <a:pt x="1927942" y="1178178"/>
                    </a:cubicBezTo>
                    <a:cubicBezTo>
                      <a:pt x="1878279" y="1104647"/>
                      <a:pt x="1842788" y="1024341"/>
                      <a:pt x="1817117" y="939870"/>
                    </a:cubicBezTo>
                    <a:cubicBezTo>
                      <a:pt x="1768231" y="778947"/>
                      <a:pt x="1731558" y="614822"/>
                      <a:pt x="1692555" y="451319"/>
                    </a:cubicBezTo>
                    <a:cubicBezTo>
                      <a:pt x="1674996" y="377726"/>
                      <a:pt x="1659457" y="303635"/>
                      <a:pt x="1631828" y="232839"/>
                    </a:cubicBezTo>
                    <a:cubicBezTo>
                      <a:pt x="1613772" y="186625"/>
                      <a:pt x="1593633" y="141593"/>
                      <a:pt x="1564326" y="101129"/>
                    </a:cubicBezTo>
                    <a:cubicBezTo>
                      <a:pt x="1534553" y="60043"/>
                      <a:pt x="1497290" y="28965"/>
                      <a:pt x="1449678" y="10318"/>
                    </a:cubicBezTo>
                    <a:cubicBezTo>
                      <a:pt x="1431839" y="3325"/>
                      <a:pt x="1413254" y="2455"/>
                      <a:pt x="1394794" y="0"/>
                    </a:cubicBezTo>
                    <a:lnTo>
                      <a:pt x="1345690" y="0"/>
                    </a:lnTo>
                    <a:cubicBezTo>
                      <a:pt x="1343794" y="2952"/>
                      <a:pt x="1340594" y="2020"/>
                      <a:pt x="1337921" y="2517"/>
                    </a:cubicBezTo>
                    <a:cubicBezTo>
                      <a:pt x="1309235" y="7956"/>
                      <a:pt x="1285864" y="20947"/>
                      <a:pt x="1271848" y="47861"/>
                    </a:cubicBezTo>
                    <a:cubicBezTo>
                      <a:pt x="1264296" y="62343"/>
                      <a:pt x="1255470" y="76173"/>
                      <a:pt x="1248633" y="90935"/>
                    </a:cubicBezTo>
                    <a:cubicBezTo>
                      <a:pt x="1236388" y="117352"/>
                      <a:pt x="1215783" y="131492"/>
                      <a:pt x="1187346" y="132704"/>
                    </a:cubicBezTo>
                    <a:cubicBezTo>
                      <a:pt x="1146945" y="134414"/>
                      <a:pt x="1106418" y="133575"/>
                      <a:pt x="1066048" y="135626"/>
                    </a:cubicBezTo>
                    <a:cubicBezTo>
                      <a:pt x="1007621" y="138609"/>
                      <a:pt x="952084" y="152905"/>
                      <a:pt x="903353" y="186625"/>
                    </a:cubicBezTo>
                    <a:cubicBezTo>
                      <a:pt x="803343" y="255805"/>
                      <a:pt x="730278" y="347393"/>
                      <a:pt x="683132" y="459089"/>
                    </a:cubicBezTo>
                    <a:cubicBezTo>
                      <a:pt x="661564" y="510181"/>
                      <a:pt x="655535" y="563885"/>
                      <a:pt x="668277" y="618769"/>
                    </a:cubicBezTo>
                    <a:cubicBezTo>
                      <a:pt x="672130" y="619515"/>
                      <a:pt x="674461" y="616966"/>
                      <a:pt x="676481" y="614449"/>
                    </a:cubicBezTo>
                    <a:cubicBezTo>
                      <a:pt x="689907" y="597853"/>
                      <a:pt x="708212" y="590363"/>
                      <a:pt x="728506" y="587287"/>
                    </a:cubicBezTo>
                    <a:cubicBezTo>
                      <a:pt x="756943" y="582967"/>
                      <a:pt x="785846" y="583340"/>
                      <a:pt x="814158" y="586044"/>
                    </a:cubicBezTo>
                    <a:cubicBezTo>
                      <a:pt x="902793" y="594497"/>
                      <a:pt x="989067" y="614915"/>
                      <a:pt x="1073911" y="641674"/>
                    </a:cubicBezTo>
                    <a:cubicBezTo>
                      <a:pt x="1131281" y="659761"/>
                      <a:pt x="1187222" y="681703"/>
                      <a:pt x="1242759" y="704732"/>
                    </a:cubicBezTo>
                    <a:cubicBezTo>
                      <a:pt x="1255625" y="710077"/>
                      <a:pt x="1268709" y="714770"/>
                      <a:pt x="1282881" y="715205"/>
                    </a:cubicBezTo>
                    <a:cubicBezTo>
                      <a:pt x="1297612" y="715640"/>
                      <a:pt x="1308862" y="710201"/>
                      <a:pt x="1316570" y="697117"/>
                    </a:cubicBezTo>
                    <a:cubicBezTo>
                      <a:pt x="1327354" y="678781"/>
                      <a:pt x="1338636" y="660756"/>
                      <a:pt x="1349668" y="642606"/>
                    </a:cubicBezTo>
                    <a:cubicBezTo>
                      <a:pt x="1361944" y="622405"/>
                      <a:pt x="1380032" y="609508"/>
                      <a:pt x="1401476" y="601396"/>
                    </a:cubicBezTo>
                    <a:cubicBezTo>
                      <a:pt x="1432212" y="589742"/>
                      <a:pt x="1452600" y="600992"/>
                      <a:pt x="1460431" y="632754"/>
                    </a:cubicBezTo>
                    <a:cubicBezTo>
                      <a:pt x="1461301" y="636328"/>
                      <a:pt x="1462016" y="639933"/>
                      <a:pt x="1462576" y="643569"/>
                    </a:cubicBezTo>
                    <a:cubicBezTo>
                      <a:pt x="1467362" y="673560"/>
                      <a:pt x="1464005" y="703923"/>
                      <a:pt x="1467268" y="734038"/>
                    </a:cubicBezTo>
                    <a:cubicBezTo>
                      <a:pt x="1470967" y="768100"/>
                      <a:pt x="1471682" y="802473"/>
                      <a:pt x="1482590" y="835540"/>
                    </a:cubicBezTo>
                    <a:cubicBezTo>
                      <a:pt x="1497756" y="881505"/>
                      <a:pt x="1522836" y="922155"/>
                      <a:pt x="1548787" y="962371"/>
                    </a:cubicBezTo>
                    <a:cubicBezTo>
                      <a:pt x="1554474" y="971197"/>
                      <a:pt x="1557613" y="980303"/>
                      <a:pt x="1558639" y="990869"/>
                    </a:cubicBezTo>
                    <a:cubicBezTo>
                      <a:pt x="1561778" y="1023004"/>
                      <a:pt x="1565880" y="1055015"/>
                      <a:pt x="1569547" y="1087088"/>
                    </a:cubicBezTo>
                    <a:cubicBezTo>
                      <a:pt x="1576447" y="1147566"/>
                      <a:pt x="1583377" y="1208076"/>
                      <a:pt x="1590525" y="1268523"/>
                    </a:cubicBezTo>
                    <a:cubicBezTo>
                      <a:pt x="1594783" y="1304605"/>
                      <a:pt x="1596958" y="1340998"/>
                      <a:pt x="1604666" y="1376613"/>
                    </a:cubicBezTo>
                    <a:cubicBezTo>
                      <a:pt x="1606064" y="1383046"/>
                      <a:pt x="1602739" y="1386621"/>
                      <a:pt x="1598295" y="1389946"/>
                    </a:cubicBezTo>
                    <a:cubicBezTo>
                      <a:pt x="1596337" y="1391469"/>
                      <a:pt x="1594752" y="1393302"/>
                      <a:pt x="1593229" y="1395260"/>
                    </a:cubicBezTo>
                    <a:cubicBezTo>
                      <a:pt x="1525198" y="1483336"/>
                      <a:pt x="1460804" y="1573867"/>
                      <a:pt x="1406106" y="1670987"/>
                    </a:cubicBezTo>
                    <a:cubicBezTo>
                      <a:pt x="1371423" y="1732615"/>
                      <a:pt x="1338853" y="1795331"/>
                      <a:pt x="1307309" y="1858638"/>
                    </a:cubicBezTo>
                    <a:cubicBezTo>
                      <a:pt x="1282539" y="1908394"/>
                      <a:pt x="1258671" y="1958554"/>
                      <a:pt x="1235331" y="2011232"/>
                    </a:cubicBezTo>
                    <a:cubicBezTo>
                      <a:pt x="1233156" y="2003991"/>
                      <a:pt x="1231819" y="1998521"/>
                      <a:pt x="1230576" y="1993020"/>
                    </a:cubicBezTo>
                    <a:cubicBezTo>
                      <a:pt x="1210935" y="1906933"/>
                      <a:pt x="1192630" y="1820567"/>
                      <a:pt x="1179328" y="1733237"/>
                    </a:cubicBezTo>
                    <a:cubicBezTo>
                      <a:pt x="1173485" y="1694886"/>
                      <a:pt x="1168730" y="1656380"/>
                      <a:pt x="1167332" y="1617563"/>
                    </a:cubicBezTo>
                    <a:cubicBezTo>
                      <a:pt x="1165312" y="1562151"/>
                      <a:pt x="1171217" y="1507422"/>
                      <a:pt x="1182156" y="1453190"/>
                    </a:cubicBezTo>
                    <a:cubicBezTo>
                      <a:pt x="1183555" y="1443401"/>
                      <a:pt x="1187377" y="1434388"/>
                      <a:pt x="1190827" y="1425220"/>
                    </a:cubicBezTo>
                    <a:cubicBezTo>
                      <a:pt x="1206087" y="1384725"/>
                      <a:pt x="1222776" y="1344696"/>
                      <a:pt x="1231819" y="1302088"/>
                    </a:cubicBezTo>
                    <a:cubicBezTo>
                      <a:pt x="1233964" y="1291956"/>
                      <a:pt x="1234337" y="1281762"/>
                      <a:pt x="1233094" y="1271600"/>
                    </a:cubicBezTo>
                    <a:cubicBezTo>
                      <a:pt x="1231353" y="1257242"/>
                      <a:pt x="1223366" y="1250715"/>
                      <a:pt x="1208977" y="1251275"/>
                    </a:cubicBezTo>
                    <a:cubicBezTo>
                      <a:pt x="1199467" y="1251647"/>
                      <a:pt x="1190454" y="1254538"/>
                      <a:pt x="1181628" y="1257739"/>
                    </a:cubicBezTo>
                    <a:cubicBezTo>
                      <a:pt x="1158972" y="1266006"/>
                      <a:pt x="1137217" y="1276448"/>
                      <a:pt x="1115151" y="1286113"/>
                    </a:cubicBezTo>
                    <a:cubicBezTo>
                      <a:pt x="1093117" y="1295779"/>
                      <a:pt x="1071455" y="1306594"/>
                      <a:pt x="1046189" y="1305164"/>
                    </a:cubicBezTo>
                    <a:cubicBezTo>
                      <a:pt x="1033664" y="1304450"/>
                      <a:pt x="1024403" y="1299539"/>
                      <a:pt x="1017690" y="1289066"/>
                    </a:cubicBezTo>
                    <a:cubicBezTo>
                      <a:pt x="1011878" y="1280022"/>
                      <a:pt x="1007900" y="1270263"/>
                      <a:pt x="1004513" y="1260163"/>
                    </a:cubicBezTo>
                    <a:cubicBezTo>
                      <a:pt x="1002648" y="1254600"/>
                      <a:pt x="1000597" y="1248913"/>
                      <a:pt x="992672" y="1251212"/>
                    </a:cubicBezTo>
                    <a:cubicBezTo>
                      <a:pt x="928340" y="1262774"/>
                      <a:pt x="864940" y="1277629"/>
                      <a:pt x="802566" y="1297705"/>
                    </a:cubicBezTo>
                    <a:cubicBezTo>
                      <a:pt x="702556" y="1329903"/>
                      <a:pt x="641860" y="1398244"/>
                      <a:pt x="612305" y="1496824"/>
                    </a:cubicBezTo>
                    <a:cubicBezTo>
                      <a:pt x="599594" y="1539246"/>
                      <a:pt x="593378" y="1583066"/>
                      <a:pt x="590270" y="1627011"/>
                    </a:cubicBezTo>
                    <a:cubicBezTo>
                      <a:pt x="579082" y="1785666"/>
                      <a:pt x="573612" y="1944600"/>
                      <a:pt x="567148" y="2103473"/>
                    </a:cubicBezTo>
                    <a:cubicBezTo>
                      <a:pt x="564413" y="2170850"/>
                      <a:pt x="563481" y="2238321"/>
                      <a:pt x="557234" y="2305544"/>
                    </a:cubicBezTo>
                    <a:cubicBezTo>
                      <a:pt x="555835" y="2320990"/>
                      <a:pt x="541011" y="2496364"/>
                      <a:pt x="540638" y="2509790"/>
                    </a:cubicBezTo>
                    <a:cubicBezTo>
                      <a:pt x="540452" y="2517032"/>
                      <a:pt x="537282" y="2519456"/>
                      <a:pt x="530755" y="2520823"/>
                    </a:cubicBezTo>
                    <a:cubicBezTo>
                      <a:pt x="513320" y="2524459"/>
                      <a:pt x="332631" y="2562841"/>
                      <a:pt x="327099" y="2567596"/>
                    </a:cubicBezTo>
                    <a:cubicBezTo>
                      <a:pt x="326260" y="2573377"/>
                      <a:pt x="330673" y="2572724"/>
                      <a:pt x="334092" y="2573377"/>
                    </a:cubicBezTo>
                    <a:cubicBezTo>
                      <a:pt x="334931" y="2573532"/>
                      <a:pt x="335242" y="2573470"/>
                      <a:pt x="335086" y="2572910"/>
                    </a:cubicBezTo>
                    <a:cubicBezTo>
                      <a:pt x="334620" y="2571325"/>
                      <a:pt x="336236" y="2574495"/>
                      <a:pt x="334434" y="2573998"/>
                    </a:cubicBezTo>
                    <a:cubicBezTo>
                      <a:pt x="301522" y="2612380"/>
                      <a:pt x="268268" y="2650637"/>
                      <a:pt x="235698" y="2689454"/>
                    </a:cubicBezTo>
                    <a:cubicBezTo>
                      <a:pt x="221153" y="2706765"/>
                      <a:pt x="207385" y="2723733"/>
                      <a:pt x="182772" y="2728115"/>
                    </a:cubicBezTo>
                    <a:cubicBezTo>
                      <a:pt x="171241" y="2730166"/>
                      <a:pt x="161452" y="2730819"/>
                      <a:pt x="150978" y="2725567"/>
                    </a:cubicBezTo>
                    <a:cubicBezTo>
                      <a:pt x="132363" y="2716181"/>
                      <a:pt x="113902" y="2706423"/>
                      <a:pt x="94851" y="2697907"/>
                    </a:cubicBezTo>
                    <a:cubicBezTo>
                      <a:pt x="67564" y="2685725"/>
                      <a:pt x="41334" y="2671397"/>
                      <a:pt x="14358" y="2658593"/>
                    </a:cubicBezTo>
                    <a:cubicBezTo>
                      <a:pt x="10069" y="2656542"/>
                      <a:pt x="4910" y="2650668"/>
                      <a:pt x="0" y="2658282"/>
                    </a:cubicBezTo>
                    <a:lnTo>
                      <a:pt x="27411" y="2682803"/>
                    </a:lnTo>
                    <a:cubicBezTo>
                      <a:pt x="86491" y="2735294"/>
                      <a:pt x="148057" y="2784367"/>
                      <a:pt x="216864" y="2823868"/>
                    </a:cubicBezTo>
                    <a:cubicBezTo>
                      <a:pt x="304132" y="2873966"/>
                      <a:pt x="399667" y="2892426"/>
                      <a:pt x="498496" y="2898797"/>
                    </a:cubicBezTo>
                    <a:cubicBezTo>
                      <a:pt x="569168" y="2903366"/>
                      <a:pt x="639902" y="2904547"/>
                      <a:pt x="710636" y="2901656"/>
                    </a:cubicBezTo>
                    <a:cubicBezTo>
                      <a:pt x="719960" y="2901284"/>
                      <a:pt x="721918" y="2903055"/>
                      <a:pt x="720737" y="2912845"/>
                    </a:cubicBezTo>
                    <a:cubicBezTo>
                      <a:pt x="712035" y="2984263"/>
                      <a:pt x="704452" y="3055805"/>
                      <a:pt x="695719" y="3127223"/>
                    </a:cubicBezTo>
                    <a:cubicBezTo>
                      <a:pt x="694196" y="3139716"/>
                      <a:pt x="660185" y="3341355"/>
                      <a:pt x="621302" y="3566943"/>
                    </a:cubicBezTo>
                    <a:cubicBezTo>
                      <a:pt x="846325" y="3645919"/>
                      <a:pt x="1836735" y="3716422"/>
                      <a:pt x="2045854" y="3635770"/>
                    </a:cubicBezTo>
                    <a:cubicBezTo>
                      <a:pt x="2020390" y="3261890"/>
                      <a:pt x="1996509" y="3081795"/>
                      <a:pt x="1949324" y="2907095"/>
                    </a:cubicBezTo>
                    <a:cubicBezTo>
                      <a:pt x="2023484" y="2904126"/>
                      <a:pt x="2096951" y="2904578"/>
                      <a:pt x="2152576" y="2889443"/>
                    </a:cubicBezTo>
                    <a:cubicBezTo>
                      <a:pt x="2208201" y="2874308"/>
                      <a:pt x="2250007" y="2859017"/>
                      <a:pt x="2283074" y="2816284"/>
                    </a:cubicBezTo>
                    <a:cubicBezTo>
                      <a:pt x="2319995" y="2768579"/>
                      <a:pt x="2339450" y="2713042"/>
                      <a:pt x="2349519" y="2654677"/>
                    </a:cubicBezTo>
                    <a:cubicBezTo>
                      <a:pt x="2366239" y="2557868"/>
                      <a:pt x="2373729" y="2460003"/>
                      <a:pt x="2377210" y="2361827"/>
                    </a:cubicBezTo>
                    <a:cubicBezTo>
                      <a:pt x="2379727" y="2345448"/>
                      <a:pt x="2375936" y="2328790"/>
                      <a:pt x="2379230" y="2312412"/>
                    </a:cubicBezTo>
                    <a:cubicBezTo>
                      <a:pt x="2379168" y="2272352"/>
                      <a:pt x="2379168" y="2232261"/>
                      <a:pt x="2379168" y="2192170"/>
                    </a:cubicBezTo>
                    <a:close/>
                  </a:path>
                </a:pathLst>
              </a:custGeom>
              <a:solidFill>
                <a:srgbClr val="000000"/>
              </a:solidFill>
              <a:ln w="3106" cap="flat">
                <a:noFill/>
                <a:prstDash val="solid"/>
                <a:miter/>
              </a:ln>
            </p:spPr>
            <p:txBody>
              <a:bodyPr rtlCol="0" anchor="ctr"/>
              <a:lstStyle/>
              <a:p>
                <a:endParaRPr lang="ko-KR" altLang="en-US"/>
              </a:p>
            </p:txBody>
          </p:sp>
          <p:sp>
            <p:nvSpPr>
              <p:cNvPr id="46" name="자유형: 도형 45">
                <a:extLst>
                  <a:ext uri="{FF2B5EF4-FFF2-40B4-BE49-F238E27FC236}">
                    <a16:creationId xmlns:a16="http://schemas.microsoft.com/office/drawing/2014/main" id="{6C00F4CC-5134-46CE-A4C0-4AD0E05E3804}"/>
                  </a:ext>
                </a:extLst>
              </p:cNvPr>
              <p:cNvSpPr/>
              <p:nvPr/>
            </p:nvSpPr>
            <p:spPr>
              <a:xfrm>
                <a:off x="7802082" y="4296864"/>
                <a:ext cx="944270" cy="871812"/>
              </a:xfrm>
              <a:custGeom>
                <a:avLst/>
                <a:gdLst>
                  <a:gd name="connsiteX0" fmla="*/ 514802 w 944270"/>
                  <a:gd name="connsiteY0" fmla="*/ 871813 h 871812"/>
                  <a:gd name="connsiteX1" fmla="*/ 535096 w 944270"/>
                  <a:gd name="connsiteY1" fmla="*/ 812453 h 871812"/>
                  <a:gd name="connsiteX2" fmla="*/ 564341 w 944270"/>
                  <a:gd name="connsiteY2" fmla="*/ 718006 h 871812"/>
                  <a:gd name="connsiteX3" fmla="*/ 566143 w 944270"/>
                  <a:gd name="connsiteY3" fmla="*/ 697308 h 871812"/>
                  <a:gd name="connsiteX4" fmla="*/ 537210 w 944270"/>
                  <a:gd name="connsiteY4" fmla="*/ 674310 h 871812"/>
                  <a:gd name="connsiteX5" fmla="*/ 465636 w 944270"/>
                  <a:gd name="connsiteY5" fmla="*/ 702343 h 871812"/>
                  <a:gd name="connsiteX6" fmla="*/ 410224 w 944270"/>
                  <a:gd name="connsiteY6" fmla="*/ 724906 h 871812"/>
                  <a:gd name="connsiteX7" fmla="*/ 340173 w 944270"/>
                  <a:gd name="connsiteY7" fmla="*/ 690005 h 871812"/>
                  <a:gd name="connsiteX8" fmla="*/ 335325 w 944270"/>
                  <a:gd name="connsiteY8" fmla="*/ 674901 h 871812"/>
                  <a:gd name="connsiteX9" fmla="*/ 328146 w 944270"/>
                  <a:gd name="connsiteY9" fmla="*/ 670363 h 871812"/>
                  <a:gd name="connsiteX10" fmla="*/ 332963 w 944270"/>
                  <a:gd name="connsiteY10" fmla="*/ 667193 h 871812"/>
                  <a:gd name="connsiteX11" fmla="*/ 319941 w 944270"/>
                  <a:gd name="connsiteY11" fmla="*/ 630770 h 871812"/>
                  <a:gd name="connsiteX12" fmla="*/ 290168 w 944270"/>
                  <a:gd name="connsiteY12" fmla="*/ 592978 h 871812"/>
                  <a:gd name="connsiteX13" fmla="*/ 274381 w 944270"/>
                  <a:gd name="connsiteY13" fmla="*/ 573368 h 871812"/>
                  <a:gd name="connsiteX14" fmla="*/ 251880 w 944270"/>
                  <a:gd name="connsiteY14" fmla="*/ 529548 h 871812"/>
                  <a:gd name="connsiteX15" fmla="*/ 245012 w 944270"/>
                  <a:gd name="connsiteY15" fmla="*/ 524917 h 871812"/>
                  <a:gd name="connsiteX16" fmla="*/ 211012 w 944270"/>
                  <a:gd name="connsiteY16" fmla="*/ 534551 h 871812"/>
                  <a:gd name="connsiteX17" fmla="*/ 165731 w 944270"/>
                  <a:gd name="connsiteY17" fmla="*/ 508321 h 871812"/>
                  <a:gd name="connsiteX18" fmla="*/ 158117 w 944270"/>
                  <a:gd name="connsiteY18" fmla="*/ 463941 h 871812"/>
                  <a:gd name="connsiteX19" fmla="*/ 155879 w 944270"/>
                  <a:gd name="connsiteY19" fmla="*/ 335308 h 871812"/>
                  <a:gd name="connsiteX20" fmla="*/ 139501 w 944270"/>
                  <a:gd name="connsiteY20" fmla="*/ 302707 h 871812"/>
                  <a:gd name="connsiteX21" fmla="*/ 43189 w 944270"/>
                  <a:gd name="connsiteY21" fmla="*/ 190048 h 871812"/>
                  <a:gd name="connsiteX22" fmla="*/ 12422 w 944270"/>
                  <a:gd name="connsiteY22" fmla="*/ 126151 h 871812"/>
                  <a:gd name="connsiteX23" fmla="*/ 3782 w 944270"/>
                  <a:gd name="connsiteY23" fmla="*/ 37889 h 871812"/>
                  <a:gd name="connsiteX24" fmla="*/ 81136 w 944270"/>
                  <a:gd name="connsiteY24" fmla="*/ 906 h 871812"/>
                  <a:gd name="connsiteX25" fmla="*/ 286097 w 944270"/>
                  <a:gd name="connsiteY25" fmla="*/ 24028 h 871812"/>
                  <a:gd name="connsiteX26" fmla="*/ 578171 w 944270"/>
                  <a:gd name="connsiteY26" fmla="*/ 120091 h 871812"/>
                  <a:gd name="connsiteX27" fmla="*/ 619225 w 944270"/>
                  <a:gd name="connsiteY27" fmla="*/ 131310 h 871812"/>
                  <a:gd name="connsiteX28" fmla="*/ 648688 w 944270"/>
                  <a:gd name="connsiteY28" fmla="*/ 115336 h 871812"/>
                  <a:gd name="connsiteX29" fmla="*/ 680947 w 944270"/>
                  <a:gd name="connsiteY29" fmla="*/ 61944 h 871812"/>
                  <a:gd name="connsiteX30" fmla="*/ 742730 w 944270"/>
                  <a:gd name="connsiteY30" fmla="*/ 14953 h 871812"/>
                  <a:gd name="connsiteX31" fmla="*/ 798174 w 944270"/>
                  <a:gd name="connsiteY31" fmla="*/ 45876 h 871812"/>
                  <a:gd name="connsiteX32" fmla="*/ 803613 w 944270"/>
                  <a:gd name="connsiteY32" fmla="*/ 91965 h 871812"/>
                  <a:gd name="connsiteX33" fmla="*/ 811631 w 944270"/>
                  <a:gd name="connsiteY33" fmla="*/ 210560 h 871812"/>
                  <a:gd name="connsiteX34" fmla="*/ 857036 w 944270"/>
                  <a:gd name="connsiteY34" fmla="*/ 330988 h 871812"/>
                  <a:gd name="connsiteX35" fmla="*/ 869716 w 944270"/>
                  <a:gd name="connsiteY35" fmla="*/ 351842 h 871812"/>
                  <a:gd name="connsiteX36" fmla="*/ 902224 w 944270"/>
                  <a:gd name="connsiteY36" fmla="*/ 446879 h 871812"/>
                  <a:gd name="connsiteX37" fmla="*/ 933520 w 944270"/>
                  <a:gd name="connsiteY37" fmla="*/ 720710 h 871812"/>
                  <a:gd name="connsiteX38" fmla="*/ 940792 w 944270"/>
                  <a:gd name="connsiteY38" fmla="*/ 787684 h 871812"/>
                  <a:gd name="connsiteX39" fmla="*/ 943807 w 944270"/>
                  <a:gd name="connsiteY39" fmla="*/ 803037 h 871812"/>
                  <a:gd name="connsiteX40" fmla="*/ 934266 w 944270"/>
                  <a:gd name="connsiteY40" fmla="*/ 811241 h 871812"/>
                  <a:gd name="connsiteX41" fmla="*/ 914531 w 944270"/>
                  <a:gd name="connsiteY41" fmla="*/ 820409 h 871812"/>
                  <a:gd name="connsiteX42" fmla="*/ 706524 w 944270"/>
                  <a:gd name="connsiteY42" fmla="*/ 864945 h 871812"/>
                  <a:gd name="connsiteX43" fmla="*/ 698009 w 944270"/>
                  <a:gd name="connsiteY43" fmla="*/ 865939 h 871812"/>
                  <a:gd name="connsiteX44" fmla="*/ 514802 w 944270"/>
                  <a:gd name="connsiteY44" fmla="*/ 871813 h 871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44270" h="871812">
                    <a:moveTo>
                      <a:pt x="514802" y="871813"/>
                    </a:moveTo>
                    <a:cubicBezTo>
                      <a:pt x="516791" y="850400"/>
                      <a:pt x="528415" y="832281"/>
                      <a:pt x="535096" y="812453"/>
                    </a:cubicBezTo>
                    <a:cubicBezTo>
                      <a:pt x="545601" y="781189"/>
                      <a:pt x="558187" y="750639"/>
                      <a:pt x="564341" y="718006"/>
                    </a:cubicBezTo>
                    <a:cubicBezTo>
                      <a:pt x="565646" y="711107"/>
                      <a:pt x="566237" y="704239"/>
                      <a:pt x="566143" y="697308"/>
                    </a:cubicBezTo>
                    <a:cubicBezTo>
                      <a:pt x="565926" y="677045"/>
                      <a:pt x="557255" y="669928"/>
                      <a:pt x="537210" y="674310"/>
                    </a:cubicBezTo>
                    <a:cubicBezTo>
                      <a:pt x="511912" y="679842"/>
                      <a:pt x="489163" y="692149"/>
                      <a:pt x="465636" y="702343"/>
                    </a:cubicBezTo>
                    <a:cubicBezTo>
                      <a:pt x="447331" y="710268"/>
                      <a:pt x="429461" y="719281"/>
                      <a:pt x="410224" y="724906"/>
                    </a:cubicBezTo>
                    <a:cubicBezTo>
                      <a:pt x="373800" y="735535"/>
                      <a:pt x="353599" y="725434"/>
                      <a:pt x="340173" y="690005"/>
                    </a:cubicBezTo>
                    <a:cubicBezTo>
                      <a:pt x="338308" y="685063"/>
                      <a:pt x="336226" y="680060"/>
                      <a:pt x="335325" y="674901"/>
                    </a:cubicBezTo>
                    <a:cubicBezTo>
                      <a:pt x="334455" y="670053"/>
                      <a:pt x="331192" y="670767"/>
                      <a:pt x="328146" y="670363"/>
                    </a:cubicBezTo>
                    <a:cubicBezTo>
                      <a:pt x="329824" y="669338"/>
                      <a:pt x="332466" y="668623"/>
                      <a:pt x="332963" y="667193"/>
                    </a:cubicBezTo>
                    <a:cubicBezTo>
                      <a:pt x="335294" y="660543"/>
                      <a:pt x="326281" y="634903"/>
                      <a:pt x="319941" y="630770"/>
                    </a:cubicBezTo>
                    <a:cubicBezTo>
                      <a:pt x="305739" y="621446"/>
                      <a:pt x="295731" y="608828"/>
                      <a:pt x="290168" y="592978"/>
                    </a:cubicBezTo>
                    <a:cubicBezTo>
                      <a:pt x="287123" y="584339"/>
                      <a:pt x="281497" y="578341"/>
                      <a:pt x="274381" y="573368"/>
                    </a:cubicBezTo>
                    <a:cubicBezTo>
                      <a:pt x="259152" y="562677"/>
                      <a:pt x="247964" y="549935"/>
                      <a:pt x="251880" y="529548"/>
                    </a:cubicBezTo>
                    <a:cubicBezTo>
                      <a:pt x="253341" y="521933"/>
                      <a:pt x="249083" y="523145"/>
                      <a:pt x="245012" y="524917"/>
                    </a:cubicBezTo>
                    <a:cubicBezTo>
                      <a:pt x="234103" y="529703"/>
                      <a:pt x="222666" y="532345"/>
                      <a:pt x="211012" y="534551"/>
                    </a:cubicBezTo>
                    <a:cubicBezTo>
                      <a:pt x="188325" y="538809"/>
                      <a:pt x="172692" y="530169"/>
                      <a:pt x="165731" y="508321"/>
                    </a:cubicBezTo>
                    <a:cubicBezTo>
                      <a:pt x="161131" y="493932"/>
                      <a:pt x="159049" y="479076"/>
                      <a:pt x="158117" y="463941"/>
                    </a:cubicBezTo>
                    <a:cubicBezTo>
                      <a:pt x="155413" y="421084"/>
                      <a:pt x="156283" y="378165"/>
                      <a:pt x="155879" y="335308"/>
                    </a:cubicBezTo>
                    <a:cubicBezTo>
                      <a:pt x="155755" y="321634"/>
                      <a:pt x="150502" y="310477"/>
                      <a:pt x="139501" y="302707"/>
                    </a:cubicBezTo>
                    <a:cubicBezTo>
                      <a:pt x="97763" y="273338"/>
                      <a:pt x="69202" y="232781"/>
                      <a:pt x="43189" y="190048"/>
                    </a:cubicBezTo>
                    <a:cubicBezTo>
                      <a:pt x="30851" y="169785"/>
                      <a:pt x="20688" y="148372"/>
                      <a:pt x="12422" y="126151"/>
                    </a:cubicBezTo>
                    <a:cubicBezTo>
                      <a:pt x="1824" y="97590"/>
                      <a:pt x="-4454" y="68408"/>
                      <a:pt x="3782" y="37889"/>
                    </a:cubicBezTo>
                    <a:cubicBezTo>
                      <a:pt x="22398" y="10602"/>
                      <a:pt x="50648" y="2864"/>
                      <a:pt x="81136" y="906"/>
                    </a:cubicBezTo>
                    <a:cubicBezTo>
                      <a:pt x="150782" y="-3570"/>
                      <a:pt x="218564" y="9235"/>
                      <a:pt x="286097" y="24028"/>
                    </a:cubicBezTo>
                    <a:cubicBezTo>
                      <a:pt x="386760" y="46063"/>
                      <a:pt x="483413" y="80155"/>
                      <a:pt x="578171" y="120091"/>
                    </a:cubicBezTo>
                    <a:cubicBezTo>
                      <a:pt x="591317" y="125623"/>
                      <a:pt x="604650" y="130782"/>
                      <a:pt x="619225" y="131310"/>
                    </a:cubicBezTo>
                    <a:cubicBezTo>
                      <a:pt x="632247" y="131776"/>
                      <a:pt x="641975" y="126680"/>
                      <a:pt x="648688" y="115336"/>
                    </a:cubicBezTo>
                    <a:cubicBezTo>
                      <a:pt x="659254" y="97435"/>
                      <a:pt x="670225" y="79751"/>
                      <a:pt x="680947" y="61944"/>
                    </a:cubicBezTo>
                    <a:cubicBezTo>
                      <a:pt x="695305" y="38075"/>
                      <a:pt x="716158" y="22661"/>
                      <a:pt x="742730" y="14953"/>
                    </a:cubicBezTo>
                    <a:cubicBezTo>
                      <a:pt x="769955" y="7059"/>
                      <a:pt x="790560" y="18651"/>
                      <a:pt x="798174" y="45876"/>
                    </a:cubicBezTo>
                    <a:cubicBezTo>
                      <a:pt x="802370" y="60949"/>
                      <a:pt x="803302" y="76426"/>
                      <a:pt x="803613" y="91965"/>
                    </a:cubicBezTo>
                    <a:cubicBezTo>
                      <a:pt x="804421" y="131621"/>
                      <a:pt x="806690" y="171215"/>
                      <a:pt x="811631" y="210560"/>
                    </a:cubicBezTo>
                    <a:cubicBezTo>
                      <a:pt x="817101" y="254225"/>
                      <a:pt x="835282" y="293353"/>
                      <a:pt x="857036" y="330988"/>
                    </a:cubicBezTo>
                    <a:cubicBezTo>
                      <a:pt x="861108" y="338043"/>
                      <a:pt x="864526" y="345719"/>
                      <a:pt x="869716" y="351842"/>
                    </a:cubicBezTo>
                    <a:cubicBezTo>
                      <a:pt x="893149" y="379346"/>
                      <a:pt x="898650" y="412258"/>
                      <a:pt x="902224" y="446879"/>
                    </a:cubicBezTo>
                    <a:cubicBezTo>
                      <a:pt x="911672" y="538250"/>
                      <a:pt x="922984" y="629433"/>
                      <a:pt x="933520" y="720710"/>
                    </a:cubicBezTo>
                    <a:cubicBezTo>
                      <a:pt x="936100" y="743024"/>
                      <a:pt x="939052" y="765308"/>
                      <a:pt x="940792" y="787684"/>
                    </a:cubicBezTo>
                    <a:cubicBezTo>
                      <a:pt x="941197" y="792874"/>
                      <a:pt x="945703" y="796199"/>
                      <a:pt x="943807" y="803037"/>
                    </a:cubicBezTo>
                    <a:cubicBezTo>
                      <a:pt x="941942" y="809719"/>
                      <a:pt x="938741" y="810060"/>
                      <a:pt x="934266" y="811241"/>
                    </a:cubicBezTo>
                    <a:cubicBezTo>
                      <a:pt x="928361" y="815779"/>
                      <a:pt x="921710" y="818420"/>
                      <a:pt x="914531" y="820409"/>
                    </a:cubicBezTo>
                    <a:cubicBezTo>
                      <a:pt x="846035" y="839274"/>
                      <a:pt x="777259" y="856647"/>
                      <a:pt x="706524" y="864945"/>
                    </a:cubicBezTo>
                    <a:cubicBezTo>
                      <a:pt x="703696" y="865286"/>
                      <a:pt x="700868" y="866001"/>
                      <a:pt x="698009" y="865939"/>
                    </a:cubicBezTo>
                    <a:cubicBezTo>
                      <a:pt x="636847" y="864914"/>
                      <a:pt x="575871" y="869606"/>
                      <a:pt x="514802" y="871813"/>
                    </a:cubicBezTo>
                    <a:close/>
                  </a:path>
                </a:pathLst>
              </a:custGeom>
              <a:solidFill>
                <a:srgbClr val="FECFA8"/>
              </a:solidFill>
              <a:ln w="3106" cap="flat">
                <a:noFill/>
                <a:prstDash val="solid"/>
                <a:miter/>
              </a:ln>
            </p:spPr>
            <p:txBody>
              <a:bodyPr rtlCol="0" anchor="ctr"/>
              <a:lstStyle/>
              <a:p>
                <a:endParaRPr lang="ko-KR" altLang="en-US"/>
              </a:p>
            </p:txBody>
          </p:sp>
          <p:sp>
            <p:nvSpPr>
              <p:cNvPr id="47" name="자유형: 도형 46">
                <a:extLst>
                  <a:ext uri="{FF2B5EF4-FFF2-40B4-BE49-F238E27FC236}">
                    <a16:creationId xmlns:a16="http://schemas.microsoft.com/office/drawing/2014/main" id="{A4A7649F-058B-445E-B001-0B9D137D3314}"/>
                  </a:ext>
                </a:extLst>
              </p:cNvPr>
              <p:cNvSpPr/>
              <p:nvPr/>
            </p:nvSpPr>
            <p:spPr>
              <a:xfrm>
                <a:off x="6382416" y="5217811"/>
                <a:ext cx="1826129" cy="1175505"/>
              </a:xfrm>
              <a:custGeom>
                <a:avLst/>
                <a:gdLst>
                  <a:gd name="connsiteX0" fmla="*/ 1816060 w 1826129"/>
                  <a:gd name="connsiteY0" fmla="*/ 1146914 h 1175505"/>
                  <a:gd name="connsiteX1" fmla="*/ 1826130 w 1826129"/>
                  <a:gd name="connsiteY1" fmla="*/ 1175506 h 1175505"/>
                  <a:gd name="connsiteX2" fmla="*/ 1078293 w 1826129"/>
                  <a:gd name="connsiteY2" fmla="*/ 1064991 h 1175505"/>
                  <a:gd name="connsiteX3" fmla="*/ 313549 w 1826129"/>
                  <a:gd name="connsiteY3" fmla="*/ 908108 h 1175505"/>
                  <a:gd name="connsiteX4" fmla="*/ 301180 w 1826129"/>
                  <a:gd name="connsiteY4" fmla="*/ 896827 h 1175505"/>
                  <a:gd name="connsiteX5" fmla="*/ 0 w 1826129"/>
                  <a:gd name="connsiteY5" fmla="*/ 0 h 1175505"/>
                  <a:gd name="connsiteX6" fmla="*/ 555058 w 1826129"/>
                  <a:gd name="connsiteY6" fmla="*/ 30084 h 1175505"/>
                  <a:gd name="connsiteX7" fmla="*/ 569572 w 1826129"/>
                  <a:gd name="connsiteY7" fmla="*/ 41334 h 1175505"/>
                  <a:gd name="connsiteX8" fmla="*/ 900183 w 1826129"/>
                  <a:gd name="connsiteY8" fmla="*/ 927470 h 1175505"/>
                  <a:gd name="connsiteX9" fmla="*/ 905186 w 1826129"/>
                  <a:gd name="connsiteY9" fmla="*/ 941268 h 1175505"/>
                  <a:gd name="connsiteX10" fmla="*/ 947142 w 1826129"/>
                  <a:gd name="connsiteY10" fmla="*/ 977692 h 1175505"/>
                  <a:gd name="connsiteX11" fmla="*/ 1805027 w 1826129"/>
                  <a:gd name="connsiteY11" fmla="*/ 1139704 h 1175505"/>
                  <a:gd name="connsiteX12" fmla="*/ 1816060 w 1826129"/>
                  <a:gd name="connsiteY12" fmla="*/ 1146914 h 1175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26129" h="1175505">
                    <a:moveTo>
                      <a:pt x="1816060" y="1146914"/>
                    </a:moveTo>
                    <a:cubicBezTo>
                      <a:pt x="1821716" y="1155243"/>
                      <a:pt x="1821654" y="1165281"/>
                      <a:pt x="1826130" y="1175506"/>
                    </a:cubicBezTo>
                    <a:cubicBezTo>
                      <a:pt x="1783304" y="1169539"/>
                      <a:pt x="1120932" y="1071114"/>
                      <a:pt x="1078293" y="1064991"/>
                    </a:cubicBezTo>
                    <a:cubicBezTo>
                      <a:pt x="1036057" y="1058931"/>
                      <a:pt x="368620" y="921845"/>
                      <a:pt x="313549" y="908108"/>
                    </a:cubicBezTo>
                    <a:cubicBezTo>
                      <a:pt x="306712" y="906399"/>
                      <a:pt x="303386" y="903353"/>
                      <a:pt x="301180" y="896827"/>
                    </a:cubicBezTo>
                    <a:cubicBezTo>
                      <a:pt x="201729" y="602826"/>
                      <a:pt x="1181" y="4040"/>
                      <a:pt x="0" y="0"/>
                    </a:cubicBezTo>
                    <a:cubicBezTo>
                      <a:pt x="26417" y="1274"/>
                      <a:pt x="482801" y="26417"/>
                      <a:pt x="555058" y="30084"/>
                    </a:cubicBezTo>
                    <a:cubicBezTo>
                      <a:pt x="563512" y="30519"/>
                      <a:pt x="566775" y="33844"/>
                      <a:pt x="569572" y="41334"/>
                    </a:cubicBezTo>
                    <a:cubicBezTo>
                      <a:pt x="679620" y="336764"/>
                      <a:pt x="789917" y="632102"/>
                      <a:pt x="900183" y="927470"/>
                    </a:cubicBezTo>
                    <a:cubicBezTo>
                      <a:pt x="901892" y="932069"/>
                      <a:pt x="904410" y="936514"/>
                      <a:pt x="905186" y="941268"/>
                    </a:cubicBezTo>
                    <a:cubicBezTo>
                      <a:pt x="909133" y="965230"/>
                      <a:pt x="923771" y="973559"/>
                      <a:pt x="947142" y="977692"/>
                    </a:cubicBezTo>
                    <a:cubicBezTo>
                      <a:pt x="1038450" y="993822"/>
                      <a:pt x="1797507" y="1138087"/>
                      <a:pt x="1805027" y="1139704"/>
                    </a:cubicBezTo>
                    <a:cubicBezTo>
                      <a:pt x="1809378" y="1140667"/>
                      <a:pt x="1815190" y="1140294"/>
                      <a:pt x="1816060" y="1146914"/>
                    </a:cubicBezTo>
                    <a:close/>
                  </a:path>
                </a:pathLst>
              </a:custGeom>
              <a:solidFill>
                <a:srgbClr val="4E433A"/>
              </a:solidFill>
              <a:ln w="3106" cap="flat">
                <a:noFill/>
                <a:prstDash val="solid"/>
                <a:miter/>
              </a:ln>
            </p:spPr>
            <p:txBody>
              <a:bodyPr rtlCol="0" anchor="ctr"/>
              <a:lstStyle/>
              <a:p>
                <a:endParaRPr lang="ko-KR" altLang="en-US"/>
              </a:p>
            </p:txBody>
          </p:sp>
          <p:sp>
            <p:nvSpPr>
              <p:cNvPr id="48" name="자유형: 도형 47">
                <a:extLst>
                  <a:ext uri="{FF2B5EF4-FFF2-40B4-BE49-F238E27FC236}">
                    <a16:creationId xmlns:a16="http://schemas.microsoft.com/office/drawing/2014/main" id="{90877043-3D28-4ECD-B4BF-3F880FC06ED2}"/>
                  </a:ext>
                </a:extLst>
              </p:cNvPr>
              <p:cNvSpPr/>
              <p:nvPr/>
            </p:nvSpPr>
            <p:spPr>
              <a:xfrm>
                <a:off x="7540898" y="5957905"/>
                <a:ext cx="709605" cy="411943"/>
              </a:xfrm>
              <a:custGeom>
                <a:avLst/>
                <a:gdLst>
                  <a:gd name="connsiteX0" fmla="*/ 657578 w 709605"/>
                  <a:gd name="connsiteY0" fmla="*/ 406820 h 411943"/>
                  <a:gd name="connsiteX1" fmla="*/ 596260 w 709605"/>
                  <a:gd name="connsiteY1" fmla="*/ 392275 h 411943"/>
                  <a:gd name="connsiteX2" fmla="*/ 564126 w 709605"/>
                  <a:gd name="connsiteY2" fmla="*/ 384972 h 411943"/>
                  <a:gd name="connsiteX3" fmla="*/ 502963 w 709605"/>
                  <a:gd name="connsiteY3" fmla="*/ 369650 h 411943"/>
                  <a:gd name="connsiteX4" fmla="*/ 358045 w 709605"/>
                  <a:gd name="connsiteY4" fmla="*/ 239308 h 411943"/>
                  <a:gd name="connsiteX5" fmla="*/ 341947 w 709605"/>
                  <a:gd name="connsiteY5" fmla="*/ 230202 h 411943"/>
                  <a:gd name="connsiteX6" fmla="*/ 307916 w 709605"/>
                  <a:gd name="connsiteY6" fmla="*/ 227778 h 411943"/>
                  <a:gd name="connsiteX7" fmla="*/ 285229 w 709605"/>
                  <a:gd name="connsiteY7" fmla="*/ 208820 h 411943"/>
                  <a:gd name="connsiteX8" fmla="*/ 270125 w 709605"/>
                  <a:gd name="connsiteY8" fmla="*/ 198222 h 411943"/>
                  <a:gd name="connsiteX9" fmla="*/ 154514 w 709605"/>
                  <a:gd name="connsiteY9" fmla="*/ 212456 h 411943"/>
                  <a:gd name="connsiteX10" fmla="*/ 140124 w 709605"/>
                  <a:gd name="connsiteY10" fmla="*/ 227591 h 411943"/>
                  <a:gd name="connsiteX11" fmla="*/ 138757 w 709605"/>
                  <a:gd name="connsiteY11" fmla="*/ 215657 h 411943"/>
                  <a:gd name="connsiteX12" fmla="*/ 50122 w 709605"/>
                  <a:gd name="connsiteY12" fmla="*/ 259043 h 411943"/>
                  <a:gd name="connsiteX13" fmla="*/ 27869 w 709605"/>
                  <a:gd name="connsiteY13" fmla="*/ 264606 h 411943"/>
                  <a:gd name="connsiteX14" fmla="*/ 10901 w 709605"/>
                  <a:gd name="connsiteY14" fmla="*/ 253604 h 411943"/>
                  <a:gd name="connsiteX15" fmla="*/ 17489 w 709605"/>
                  <a:gd name="connsiteY15" fmla="*/ 235920 h 411943"/>
                  <a:gd name="connsiteX16" fmla="*/ 140746 w 709605"/>
                  <a:gd name="connsiteY16" fmla="*/ 153376 h 411943"/>
                  <a:gd name="connsiteX17" fmla="*/ 147832 w 709605"/>
                  <a:gd name="connsiteY17" fmla="*/ 148932 h 411943"/>
                  <a:gd name="connsiteX18" fmla="*/ 54131 w 709605"/>
                  <a:gd name="connsiteY18" fmla="*/ 165062 h 411943"/>
                  <a:gd name="connsiteX19" fmla="*/ 7016 w 709605"/>
                  <a:gd name="connsiteY19" fmla="*/ 156329 h 411943"/>
                  <a:gd name="connsiteX20" fmla="*/ 5680 w 709605"/>
                  <a:gd name="connsiteY20" fmla="*/ 139422 h 411943"/>
                  <a:gd name="connsiteX21" fmla="*/ 57425 w 709605"/>
                  <a:gd name="connsiteY21" fmla="*/ 114901 h 411943"/>
                  <a:gd name="connsiteX22" fmla="*/ 137016 w 709605"/>
                  <a:gd name="connsiteY22" fmla="*/ 86838 h 411943"/>
                  <a:gd name="connsiteX23" fmla="*/ 152152 w 709605"/>
                  <a:gd name="connsiteY23" fmla="*/ 68035 h 411943"/>
                  <a:gd name="connsiteX24" fmla="*/ 153830 w 709605"/>
                  <a:gd name="connsiteY24" fmla="*/ 63653 h 411943"/>
                  <a:gd name="connsiteX25" fmla="*/ 153830 w 709605"/>
                  <a:gd name="connsiteY25" fmla="*/ 80529 h 411943"/>
                  <a:gd name="connsiteX26" fmla="*/ 242931 w 709605"/>
                  <a:gd name="connsiteY26" fmla="*/ 52714 h 411943"/>
                  <a:gd name="connsiteX27" fmla="*/ 247811 w 709605"/>
                  <a:gd name="connsiteY27" fmla="*/ 44136 h 411943"/>
                  <a:gd name="connsiteX28" fmla="*/ 252162 w 709605"/>
                  <a:gd name="connsiteY28" fmla="*/ 20113 h 411943"/>
                  <a:gd name="connsiteX29" fmla="*/ 291258 w 709605"/>
                  <a:gd name="connsiteY29" fmla="*/ 10509 h 411943"/>
                  <a:gd name="connsiteX30" fmla="*/ 325289 w 709605"/>
                  <a:gd name="connsiteY30" fmla="*/ 56754 h 411943"/>
                  <a:gd name="connsiteX31" fmla="*/ 365566 w 709605"/>
                  <a:gd name="connsiteY31" fmla="*/ 80933 h 411943"/>
                  <a:gd name="connsiteX32" fmla="*/ 477324 w 709605"/>
                  <a:gd name="connsiteY32" fmla="*/ 120060 h 411943"/>
                  <a:gd name="connsiteX33" fmla="*/ 700466 w 709605"/>
                  <a:gd name="connsiteY33" fmla="*/ 231383 h 411943"/>
                  <a:gd name="connsiteX34" fmla="*/ 709510 w 709605"/>
                  <a:gd name="connsiteY34" fmla="*/ 244063 h 411943"/>
                  <a:gd name="connsiteX35" fmla="*/ 697141 w 709605"/>
                  <a:gd name="connsiteY35" fmla="*/ 405421 h 411943"/>
                  <a:gd name="connsiteX36" fmla="*/ 688967 w 709605"/>
                  <a:gd name="connsiteY36" fmla="*/ 411606 h 411943"/>
                  <a:gd name="connsiteX37" fmla="*/ 657578 w 709605"/>
                  <a:gd name="connsiteY37" fmla="*/ 406820 h 411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09605" h="411943">
                    <a:moveTo>
                      <a:pt x="657578" y="406820"/>
                    </a:moveTo>
                    <a:cubicBezTo>
                      <a:pt x="637719" y="399516"/>
                      <a:pt x="616492" y="398056"/>
                      <a:pt x="596260" y="392275"/>
                    </a:cubicBezTo>
                    <a:cubicBezTo>
                      <a:pt x="585725" y="389261"/>
                      <a:pt x="574847" y="387365"/>
                      <a:pt x="564126" y="384972"/>
                    </a:cubicBezTo>
                    <a:cubicBezTo>
                      <a:pt x="542992" y="382827"/>
                      <a:pt x="523009" y="376239"/>
                      <a:pt x="502963" y="369650"/>
                    </a:cubicBezTo>
                    <a:cubicBezTo>
                      <a:pt x="435492" y="347429"/>
                      <a:pt x="387166" y="304013"/>
                      <a:pt x="358045" y="239308"/>
                    </a:cubicBezTo>
                    <a:cubicBezTo>
                      <a:pt x="354689" y="231849"/>
                      <a:pt x="350369" y="228679"/>
                      <a:pt x="341947" y="230202"/>
                    </a:cubicBezTo>
                    <a:cubicBezTo>
                      <a:pt x="330510" y="232284"/>
                      <a:pt x="319135" y="230047"/>
                      <a:pt x="307916" y="227778"/>
                    </a:cubicBezTo>
                    <a:cubicBezTo>
                      <a:pt x="297007" y="225571"/>
                      <a:pt x="289953" y="218237"/>
                      <a:pt x="285229" y="208820"/>
                    </a:cubicBezTo>
                    <a:cubicBezTo>
                      <a:pt x="281966" y="202294"/>
                      <a:pt x="277366" y="199093"/>
                      <a:pt x="270125" y="198222"/>
                    </a:cubicBezTo>
                    <a:cubicBezTo>
                      <a:pt x="230376" y="193467"/>
                      <a:pt x="192087" y="198937"/>
                      <a:pt x="154514" y="212456"/>
                    </a:cubicBezTo>
                    <a:cubicBezTo>
                      <a:pt x="146185" y="215440"/>
                      <a:pt x="146993" y="224639"/>
                      <a:pt x="140124" y="227591"/>
                    </a:cubicBezTo>
                    <a:cubicBezTo>
                      <a:pt x="139720" y="224048"/>
                      <a:pt x="139316" y="220506"/>
                      <a:pt x="138757" y="215657"/>
                    </a:cubicBezTo>
                    <a:cubicBezTo>
                      <a:pt x="108673" y="230357"/>
                      <a:pt x="79335" y="244591"/>
                      <a:pt x="50122" y="259043"/>
                    </a:cubicBezTo>
                    <a:cubicBezTo>
                      <a:pt x="43036" y="262554"/>
                      <a:pt x="35981" y="265041"/>
                      <a:pt x="27869" y="264606"/>
                    </a:cubicBezTo>
                    <a:cubicBezTo>
                      <a:pt x="19882" y="264171"/>
                      <a:pt x="14257" y="262057"/>
                      <a:pt x="10901" y="253604"/>
                    </a:cubicBezTo>
                    <a:cubicBezTo>
                      <a:pt x="7451" y="244840"/>
                      <a:pt x="12144" y="240427"/>
                      <a:pt x="17489" y="235920"/>
                    </a:cubicBezTo>
                    <a:cubicBezTo>
                      <a:pt x="55467" y="203785"/>
                      <a:pt x="92543" y="170252"/>
                      <a:pt x="140746" y="153376"/>
                    </a:cubicBezTo>
                    <a:cubicBezTo>
                      <a:pt x="142206" y="152879"/>
                      <a:pt x="143450" y="151729"/>
                      <a:pt x="147832" y="148932"/>
                    </a:cubicBezTo>
                    <a:cubicBezTo>
                      <a:pt x="114267" y="154651"/>
                      <a:pt x="84090" y="159281"/>
                      <a:pt x="54131" y="165062"/>
                    </a:cubicBezTo>
                    <a:cubicBezTo>
                      <a:pt x="36944" y="168356"/>
                      <a:pt x="21809" y="163570"/>
                      <a:pt x="7016" y="156329"/>
                    </a:cubicBezTo>
                    <a:cubicBezTo>
                      <a:pt x="-2183" y="151822"/>
                      <a:pt x="-2028" y="145700"/>
                      <a:pt x="5680" y="139422"/>
                    </a:cubicBezTo>
                    <a:cubicBezTo>
                      <a:pt x="20908" y="126991"/>
                      <a:pt x="39617" y="121707"/>
                      <a:pt x="57425" y="114901"/>
                    </a:cubicBezTo>
                    <a:cubicBezTo>
                      <a:pt x="83717" y="104863"/>
                      <a:pt x="110351" y="95726"/>
                      <a:pt x="137016" y="86838"/>
                    </a:cubicBezTo>
                    <a:cubicBezTo>
                      <a:pt x="146651" y="83637"/>
                      <a:pt x="154514" y="80436"/>
                      <a:pt x="152152" y="68035"/>
                    </a:cubicBezTo>
                    <a:cubicBezTo>
                      <a:pt x="151903" y="66730"/>
                      <a:pt x="153239" y="65114"/>
                      <a:pt x="153830" y="63653"/>
                    </a:cubicBezTo>
                    <a:cubicBezTo>
                      <a:pt x="153830" y="68874"/>
                      <a:pt x="153830" y="74096"/>
                      <a:pt x="153830" y="80529"/>
                    </a:cubicBezTo>
                    <a:cubicBezTo>
                      <a:pt x="184162" y="71050"/>
                      <a:pt x="213500" y="61789"/>
                      <a:pt x="242931" y="52714"/>
                    </a:cubicBezTo>
                    <a:cubicBezTo>
                      <a:pt x="247624" y="51253"/>
                      <a:pt x="247562" y="47897"/>
                      <a:pt x="247811" y="44136"/>
                    </a:cubicBezTo>
                    <a:cubicBezTo>
                      <a:pt x="248339" y="35994"/>
                      <a:pt x="249458" y="27913"/>
                      <a:pt x="252162" y="20113"/>
                    </a:cubicBezTo>
                    <a:cubicBezTo>
                      <a:pt x="260024" y="-2699"/>
                      <a:pt x="274445" y="-6397"/>
                      <a:pt x="291258" y="10509"/>
                    </a:cubicBezTo>
                    <a:cubicBezTo>
                      <a:pt x="304870" y="24215"/>
                      <a:pt x="316525" y="39847"/>
                      <a:pt x="325289" y="56754"/>
                    </a:cubicBezTo>
                    <a:cubicBezTo>
                      <a:pt x="334301" y="74096"/>
                      <a:pt x="346640" y="79659"/>
                      <a:pt x="365566" y="80933"/>
                    </a:cubicBezTo>
                    <a:cubicBezTo>
                      <a:pt x="406061" y="83606"/>
                      <a:pt x="444132" y="95788"/>
                      <a:pt x="477324" y="120060"/>
                    </a:cubicBezTo>
                    <a:cubicBezTo>
                      <a:pt x="545416" y="169879"/>
                      <a:pt x="619103" y="208323"/>
                      <a:pt x="700466" y="231383"/>
                    </a:cubicBezTo>
                    <a:cubicBezTo>
                      <a:pt x="707521" y="233372"/>
                      <a:pt x="710162" y="236169"/>
                      <a:pt x="709510" y="244063"/>
                    </a:cubicBezTo>
                    <a:cubicBezTo>
                      <a:pt x="705003" y="297828"/>
                      <a:pt x="700901" y="351625"/>
                      <a:pt x="697141" y="405421"/>
                    </a:cubicBezTo>
                    <a:cubicBezTo>
                      <a:pt x="696674" y="412072"/>
                      <a:pt x="694250" y="412476"/>
                      <a:pt x="688967" y="411606"/>
                    </a:cubicBezTo>
                    <a:cubicBezTo>
                      <a:pt x="678525" y="409928"/>
                      <a:pt x="668331" y="406478"/>
                      <a:pt x="657578" y="406820"/>
                    </a:cubicBezTo>
                    <a:close/>
                  </a:path>
                </a:pathLst>
              </a:custGeom>
              <a:solidFill>
                <a:srgbClr val="FECFA8"/>
              </a:solidFill>
              <a:ln w="3106" cap="flat">
                <a:noFill/>
                <a:prstDash val="solid"/>
                <a:miter/>
              </a:ln>
            </p:spPr>
            <p:txBody>
              <a:bodyPr rtlCol="0" anchor="ctr"/>
              <a:lstStyle/>
              <a:p>
                <a:endParaRPr lang="ko-KR" altLang="en-US"/>
              </a:p>
            </p:txBody>
          </p:sp>
          <p:sp>
            <p:nvSpPr>
              <p:cNvPr id="49" name="자유형: 도형 48">
                <a:extLst>
                  <a:ext uri="{FF2B5EF4-FFF2-40B4-BE49-F238E27FC236}">
                    <a16:creationId xmlns:a16="http://schemas.microsoft.com/office/drawing/2014/main" id="{C653B861-2565-4FCD-8EC4-E748DCF35A94}"/>
                  </a:ext>
                </a:extLst>
              </p:cNvPr>
              <p:cNvSpPr/>
              <p:nvPr/>
            </p:nvSpPr>
            <p:spPr>
              <a:xfrm>
                <a:off x="6855256" y="5961324"/>
                <a:ext cx="620990" cy="488443"/>
              </a:xfrm>
              <a:custGeom>
                <a:avLst/>
                <a:gdLst>
                  <a:gd name="connsiteX0" fmla="*/ 5765 w 620990"/>
                  <a:gd name="connsiteY0" fmla="*/ 200522 h 488443"/>
                  <a:gd name="connsiteX1" fmla="*/ 10364 w 620990"/>
                  <a:gd name="connsiteY1" fmla="*/ 189924 h 488443"/>
                  <a:gd name="connsiteX2" fmla="*/ 12664 w 620990"/>
                  <a:gd name="connsiteY2" fmla="*/ 140976 h 488443"/>
                  <a:gd name="connsiteX3" fmla="*/ 26401 w 620990"/>
                  <a:gd name="connsiteY3" fmla="*/ 118040 h 488443"/>
                  <a:gd name="connsiteX4" fmla="*/ 58411 w 620990"/>
                  <a:gd name="connsiteY4" fmla="*/ 136811 h 488443"/>
                  <a:gd name="connsiteX5" fmla="*/ 68885 w 620990"/>
                  <a:gd name="connsiteY5" fmla="*/ 165559 h 488443"/>
                  <a:gd name="connsiteX6" fmla="*/ 76406 w 620990"/>
                  <a:gd name="connsiteY6" fmla="*/ 177244 h 488443"/>
                  <a:gd name="connsiteX7" fmla="*/ 81689 w 620990"/>
                  <a:gd name="connsiteY7" fmla="*/ 156919 h 488443"/>
                  <a:gd name="connsiteX8" fmla="*/ 93375 w 620990"/>
                  <a:gd name="connsiteY8" fmla="*/ 32575 h 488443"/>
                  <a:gd name="connsiteX9" fmla="*/ 95643 w 620990"/>
                  <a:gd name="connsiteY9" fmla="*/ 24339 h 488443"/>
                  <a:gd name="connsiteX10" fmla="*/ 116062 w 620990"/>
                  <a:gd name="connsiteY10" fmla="*/ 564 h 488443"/>
                  <a:gd name="connsiteX11" fmla="*/ 146736 w 620990"/>
                  <a:gd name="connsiteY11" fmla="*/ 14674 h 488443"/>
                  <a:gd name="connsiteX12" fmla="*/ 167310 w 620990"/>
                  <a:gd name="connsiteY12" fmla="*/ 80093 h 488443"/>
                  <a:gd name="connsiteX13" fmla="*/ 179555 w 620990"/>
                  <a:gd name="connsiteY13" fmla="*/ 89013 h 488443"/>
                  <a:gd name="connsiteX14" fmla="*/ 237516 w 620990"/>
                  <a:gd name="connsiteY14" fmla="*/ 109090 h 488443"/>
                  <a:gd name="connsiteX15" fmla="*/ 280310 w 620990"/>
                  <a:gd name="connsiteY15" fmla="*/ 207701 h 488443"/>
                  <a:gd name="connsiteX16" fmla="*/ 296689 w 620990"/>
                  <a:gd name="connsiteY16" fmla="*/ 256463 h 488443"/>
                  <a:gd name="connsiteX17" fmla="*/ 304552 w 620990"/>
                  <a:gd name="connsiteY17" fmla="*/ 263735 h 488443"/>
                  <a:gd name="connsiteX18" fmla="*/ 487820 w 620990"/>
                  <a:gd name="connsiteY18" fmla="*/ 294285 h 488443"/>
                  <a:gd name="connsiteX19" fmla="*/ 599889 w 620990"/>
                  <a:gd name="connsiteY19" fmla="*/ 320049 h 488443"/>
                  <a:gd name="connsiteX20" fmla="*/ 609523 w 620990"/>
                  <a:gd name="connsiteY20" fmla="*/ 324400 h 488443"/>
                  <a:gd name="connsiteX21" fmla="*/ 620991 w 620990"/>
                  <a:gd name="connsiteY21" fmla="*/ 328689 h 488443"/>
                  <a:gd name="connsiteX22" fmla="*/ 497299 w 620990"/>
                  <a:gd name="connsiteY22" fmla="*/ 472675 h 488443"/>
                  <a:gd name="connsiteX23" fmla="*/ 469764 w 620990"/>
                  <a:gd name="connsiteY23" fmla="*/ 484422 h 488443"/>
                  <a:gd name="connsiteX24" fmla="*/ 429611 w 620990"/>
                  <a:gd name="connsiteY24" fmla="*/ 481781 h 488443"/>
                  <a:gd name="connsiteX25" fmla="*/ 292742 w 620990"/>
                  <a:gd name="connsiteY25" fmla="*/ 414372 h 488443"/>
                  <a:gd name="connsiteX26" fmla="*/ 282268 w 620990"/>
                  <a:gd name="connsiteY26" fmla="*/ 413035 h 488443"/>
                  <a:gd name="connsiteX27" fmla="*/ 205909 w 620990"/>
                  <a:gd name="connsiteY27" fmla="*/ 367661 h 488443"/>
                  <a:gd name="connsiteX28" fmla="*/ 175763 w 620990"/>
                  <a:gd name="connsiteY28" fmla="*/ 349107 h 488443"/>
                  <a:gd name="connsiteX29" fmla="*/ 38055 w 620990"/>
                  <a:gd name="connsiteY29" fmla="*/ 269920 h 488443"/>
                  <a:gd name="connsiteX30" fmla="*/ 14529 w 620990"/>
                  <a:gd name="connsiteY30" fmla="*/ 254691 h 488443"/>
                  <a:gd name="connsiteX31" fmla="*/ 5019 w 620990"/>
                  <a:gd name="connsiteY31" fmla="*/ 210467 h 488443"/>
                  <a:gd name="connsiteX32" fmla="*/ 5765 w 620990"/>
                  <a:gd name="connsiteY32" fmla="*/ 200522 h 488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20990" h="488443">
                    <a:moveTo>
                      <a:pt x="5765" y="200522"/>
                    </a:moveTo>
                    <a:cubicBezTo>
                      <a:pt x="12944" y="199465"/>
                      <a:pt x="10271" y="193809"/>
                      <a:pt x="10364" y="189924"/>
                    </a:cubicBezTo>
                    <a:cubicBezTo>
                      <a:pt x="10706" y="173577"/>
                      <a:pt x="9681" y="157168"/>
                      <a:pt x="12664" y="140976"/>
                    </a:cubicBezTo>
                    <a:cubicBezTo>
                      <a:pt x="14342" y="131746"/>
                      <a:pt x="13255" y="120185"/>
                      <a:pt x="26401" y="118040"/>
                    </a:cubicBezTo>
                    <a:cubicBezTo>
                      <a:pt x="36408" y="116424"/>
                      <a:pt x="54806" y="127488"/>
                      <a:pt x="58411" y="136811"/>
                    </a:cubicBezTo>
                    <a:cubicBezTo>
                      <a:pt x="62110" y="146321"/>
                      <a:pt x="65528" y="155925"/>
                      <a:pt x="68885" y="165559"/>
                    </a:cubicBezTo>
                    <a:cubicBezTo>
                      <a:pt x="70377" y="169817"/>
                      <a:pt x="72272" y="173639"/>
                      <a:pt x="76406" y="177244"/>
                    </a:cubicBezTo>
                    <a:cubicBezTo>
                      <a:pt x="81036" y="170531"/>
                      <a:pt x="81099" y="163756"/>
                      <a:pt x="81689" y="156919"/>
                    </a:cubicBezTo>
                    <a:cubicBezTo>
                      <a:pt x="85108" y="115430"/>
                      <a:pt x="84269" y="73536"/>
                      <a:pt x="93375" y="32575"/>
                    </a:cubicBezTo>
                    <a:cubicBezTo>
                      <a:pt x="93996" y="29778"/>
                      <a:pt x="94680" y="27012"/>
                      <a:pt x="95643" y="24339"/>
                    </a:cubicBezTo>
                    <a:cubicBezTo>
                      <a:pt x="99466" y="13866"/>
                      <a:pt x="103289" y="3144"/>
                      <a:pt x="116062" y="564"/>
                    </a:cubicBezTo>
                    <a:cubicBezTo>
                      <a:pt x="129519" y="-2171"/>
                      <a:pt x="138749" y="5443"/>
                      <a:pt x="146736" y="14674"/>
                    </a:cubicBezTo>
                    <a:cubicBezTo>
                      <a:pt x="162990" y="33445"/>
                      <a:pt x="165507" y="56847"/>
                      <a:pt x="167310" y="80093"/>
                    </a:cubicBezTo>
                    <a:cubicBezTo>
                      <a:pt x="168025" y="89510"/>
                      <a:pt x="169019" y="92494"/>
                      <a:pt x="179555" y="89013"/>
                    </a:cubicBezTo>
                    <a:cubicBezTo>
                      <a:pt x="206064" y="80249"/>
                      <a:pt x="222101" y="85905"/>
                      <a:pt x="237516" y="109090"/>
                    </a:cubicBezTo>
                    <a:cubicBezTo>
                      <a:pt x="257592" y="139329"/>
                      <a:pt x="268097" y="173950"/>
                      <a:pt x="280310" y="207701"/>
                    </a:cubicBezTo>
                    <a:cubicBezTo>
                      <a:pt x="286153" y="223831"/>
                      <a:pt x="291374" y="240147"/>
                      <a:pt x="296689" y="256463"/>
                    </a:cubicBezTo>
                    <a:cubicBezTo>
                      <a:pt x="298025" y="260596"/>
                      <a:pt x="298957" y="263642"/>
                      <a:pt x="304552" y="263735"/>
                    </a:cubicBezTo>
                    <a:cubicBezTo>
                      <a:pt x="367143" y="264823"/>
                      <a:pt x="427218" y="281232"/>
                      <a:pt x="487820" y="294285"/>
                    </a:cubicBezTo>
                    <a:cubicBezTo>
                      <a:pt x="525301" y="302366"/>
                      <a:pt x="561911" y="314237"/>
                      <a:pt x="599889" y="320049"/>
                    </a:cubicBezTo>
                    <a:cubicBezTo>
                      <a:pt x="603867" y="320671"/>
                      <a:pt x="605576" y="324680"/>
                      <a:pt x="609523" y="324400"/>
                    </a:cubicBezTo>
                    <a:cubicBezTo>
                      <a:pt x="613377" y="325363"/>
                      <a:pt x="617479" y="325705"/>
                      <a:pt x="620991" y="328689"/>
                    </a:cubicBezTo>
                    <a:cubicBezTo>
                      <a:pt x="579719" y="376705"/>
                      <a:pt x="538478" y="424659"/>
                      <a:pt x="497299" y="472675"/>
                    </a:cubicBezTo>
                    <a:cubicBezTo>
                      <a:pt x="489996" y="481159"/>
                      <a:pt x="478745" y="480040"/>
                      <a:pt x="469764" y="484422"/>
                    </a:cubicBezTo>
                    <a:cubicBezTo>
                      <a:pt x="455779" y="491259"/>
                      <a:pt x="443223" y="488711"/>
                      <a:pt x="429611" y="481781"/>
                    </a:cubicBezTo>
                    <a:cubicBezTo>
                      <a:pt x="384330" y="458658"/>
                      <a:pt x="338520" y="436531"/>
                      <a:pt x="292742" y="414372"/>
                    </a:cubicBezTo>
                    <a:cubicBezTo>
                      <a:pt x="289976" y="413035"/>
                      <a:pt x="286495" y="406664"/>
                      <a:pt x="282268" y="413035"/>
                    </a:cubicBezTo>
                    <a:cubicBezTo>
                      <a:pt x="259923" y="392710"/>
                      <a:pt x="230585" y="384133"/>
                      <a:pt x="205909" y="367661"/>
                    </a:cubicBezTo>
                    <a:cubicBezTo>
                      <a:pt x="196088" y="361103"/>
                      <a:pt x="185304" y="356007"/>
                      <a:pt x="175763" y="349107"/>
                    </a:cubicBezTo>
                    <a:cubicBezTo>
                      <a:pt x="132626" y="317874"/>
                      <a:pt x="85947" y="292887"/>
                      <a:pt x="38055" y="269920"/>
                    </a:cubicBezTo>
                    <a:cubicBezTo>
                      <a:pt x="29571" y="265849"/>
                      <a:pt x="21677" y="261000"/>
                      <a:pt x="14529" y="254691"/>
                    </a:cubicBezTo>
                    <a:cubicBezTo>
                      <a:pt x="-1259" y="240799"/>
                      <a:pt x="-3776" y="229767"/>
                      <a:pt x="5019" y="210467"/>
                    </a:cubicBezTo>
                    <a:cubicBezTo>
                      <a:pt x="6386" y="207359"/>
                      <a:pt x="11390" y="204220"/>
                      <a:pt x="5765" y="200522"/>
                    </a:cubicBezTo>
                    <a:close/>
                  </a:path>
                </a:pathLst>
              </a:custGeom>
              <a:solidFill>
                <a:srgbClr val="FECFA8"/>
              </a:solidFill>
              <a:ln w="3106" cap="flat">
                <a:noFill/>
                <a:prstDash val="solid"/>
                <a:miter/>
              </a:ln>
            </p:spPr>
            <p:txBody>
              <a:bodyPr rtlCol="0" anchor="ctr"/>
              <a:lstStyle/>
              <a:p>
                <a:endParaRPr lang="ko-KR" altLang="en-US"/>
              </a:p>
            </p:txBody>
          </p:sp>
          <p:sp>
            <p:nvSpPr>
              <p:cNvPr id="50" name="자유형: 도형 49">
                <a:extLst>
                  <a:ext uri="{FF2B5EF4-FFF2-40B4-BE49-F238E27FC236}">
                    <a16:creationId xmlns:a16="http://schemas.microsoft.com/office/drawing/2014/main" id="{E1FEEDB6-B275-485A-9E84-A2C42264D57D}"/>
                  </a:ext>
                </a:extLst>
              </p:cNvPr>
              <p:cNvSpPr/>
              <p:nvPr/>
            </p:nvSpPr>
            <p:spPr>
              <a:xfrm>
                <a:off x="8301201" y="5108105"/>
                <a:ext cx="435115" cy="627626"/>
              </a:xfrm>
              <a:custGeom>
                <a:avLst/>
                <a:gdLst>
                  <a:gd name="connsiteX0" fmla="*/ 15683 w 435115"/>
                  <a:gd name="connsiteY0" fmla="*/ 60572 h 627626"/>
                  <a:gd name="connsiteX1" fmla="*/ 26467 w 435115"/>
                  <a:gd name="connsiteY1" fmla="*/ 56314 h 627626"/>
                  <a:gd name="connsiteX2" fmla="*/ 66652 w 435115"/>
                  <a:gd name="connsiteY2" fmla="*/ 54294 h 627626"/>
                  <a:gd name="connsiteX3" fmla="*/ 152086 w 435115"/>
                  <a:gd name="connsiteY3" fmla="*/ 51621 h 627626"/>
                  <a:gd name="connsiteX4" fmla="*/ 304121 w 435115"/>
                  <a:gd name="connsiteY4" fmla="*/ 33316 h 627626"/>
                  <a:gd name="connsiteX5" fmla="*/ 435116 w 435115"/>
                  <a:gd name="connsiteY5" fmla="*/ 0 h 627626"/>
                  <a:gd name="connsiteX6" fmla="*/ 322675 w 435115"/>
                  <a:gd name="connsiteY6" fmla="*/ 155733 h 627626"/>
                  <a:gd name="connsiteX7" fmla="*/ 123276 w 435115"/>
                  <a:gd name="connsiteY7" fmla="*/ 515278 h 627626"/>
                  <a:gd name="connsiteX8" fmla="*/ 74235 w 435115"/>
                  <a:gd name="connsiteY8" fmla="*/ 621628 h 627626"/>
                  <a:gd name="connsiteX9" fmla="*/ 69853 w 435115"/>
                  <a:gd name="connsiteY9" fmla="*/ 627626 h 627626"/>
                  <a:gd name="connsiteX10" fmla="*/ 22614 w 435115"/>
                  <a:gd name="connsiteY10" fmla="*/ 403272 h 627626"/>
                  <a:gd name="connsiteX11" fmla="*/ 1543 w 435115"/>
                  <a:gd name="connsiteY11" fmla="*/ 246855 h 627626"/>
                  <a:gd name="connsiteX12" fmla="*/ 15683 w 435115"/>
                  <a:gd name="connsiteY12" fmla="*/ 60572 h 627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5115" h="627626">
                    <a:moveTo>
                      <a:pt x="15683" y="60572"/>
                    </a:moveTo>
                    <a:cubicBezTo>
                      <a:pt x="18511" y="57246"/>
                      <a:pt x="22086" y="56314"/>
                      <a:pt x="26467" y="56314"/>
                    </a:cubicBezTo>
                    <a:cubicBezTo>
                      <a:pt x="39893" y="56314"/>
                      <a:pt x="53257" y="55226"/>
                      <a:pt x="66652" y="54294"/>
                    </a:cubicBezTo>
                    <a:cubicBezTo>
                      <a:pt x="95057" y="52336"/>
                      <a:pt x="123649" y="50844"/>
                      <a:pt x="152086" y="51621"/>
                    </a:cubicBezTo>
                    <a:cubicBezTo>
                      <a:pt x="203800" y="53051"/>
                      <a:pt x="253992" y="44069"/>
                      <a:pt x="304121" y="33316"/>
                    </a:cubicBezTo>
                    <a:cubicBezTo>
                      <a:pt x="348221" y="23837"/>
                      <a:pt x="391637" y="11810"/>
                      <a:pt x="435116" y="0"/>
                    </a:cubicBezTo>
                    <a:cubicBezTo>
                      <a:pt x="397107" y="51528"/>
                      <a:pt x="358601" y="102714"/>
                      <a:pt x="322675" y="155733"/>
                    </a:cubicBezTo>
                    <a:cubicBezTo>
                      <a:pt x="245476" y="269635"/>
                      <a:pt x="183382" y="391928"/>
                      <a:pt x="123276" y="515278"/>
                    </a:cubicBezTo>
                    <a:cubicBezTo>
                      <a:pt x="106183" y="550366"/>
                      <a:pt x="90520" y="586137"/>
                      <a:pt x="74235" y="621628"/>
                    </a:cubicBezTo>
                    <a:cubicBezTo>
                      <a:pt x="73240" y="623773"/>
                      <a:pt x="73054" y="626414"/>
                      <a:pt x="69853" y="627626"/>
                    </a:cubicBezTo>
                    <a:cubicBezTo>
                      <a:pt x="52387" y="553100"/>
                      <a:pt x="36195" y="478450"/>
                      <a:pt x="22614" y="403272"/>
                    </a:cubicBezTo>
                    <a:cubicBezTo>
                      <a:pt x="13259" y="351465"/>
                      <a:pt x="5241" y="299439"/>
                      <a:pt x="1543" y="246855"/>
                    </a:cubicBezTo>
                    <a:cubicBezTo>
                      <a:pt x="-2870" y="184077"/>
                      <a:pt x="2289" y="122013"/>
                      <a:pt x="15683" y="60572"/>
                    </a:cubicBezTo>
                    <a:close/>
                  </a:path>
                </a:pathLst>
              </a:custGeom>
              <a:solidFill>
                <a:srgbClr val="FEFEFE"/>
              </a:solidFill>
              <a:ln w="3106" cap="flat">
                <a:noFill/>
                <a:prstDash val="solid"/>
                <a:miter/>
              </a:ln>
            </p:spPr>
            <p:txBody>
              <a:bodyPr rtlCol="0" anchor="ctr"/>
              <a:lstStyle/>
              <a:p>
                <a:endParaRPr lang="ko-KR" altLang="en-US"/>
              </a:p>
            </p:txBody>
          </p:sp>
        </p:grpSp>
      </p:grpSp>
    </p:spTree>
    <p:extLst>
      <p:ext uri="{BB962C8B-B14F-4D97-AF65-F5344CB8AC3E}">
        <p14:creationId xmlns:p14="http://schemas.microsoft.com/office/powerpoint/2010/main" val="41846009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Module 5: Reporting and Analytics</a:t>
            </a:r>
            <a:endParaRPr lang="en-US" dirty="0"/>
          </a:p>
        </p:txBody>
      </p:sp>
      <p:grpSp>
        <p:nvGrpSpPr>
          <p:cNvPr id="3" name="그룹 10">
            <a:extLst>
              <a:ext uri="{FF2B5EF4-FFF2-40B4-BE49-F238E27FC236}">
                <a16:creationId xmlns:a16="http://schemas.microsoft.com/office/drawing/2014/main" id="{DA5D4237-F6FA-4BC4-97C8-46D014C234D5}"/>
              </a:ext>
            </a:extLst>
          </p:cNvPr>
          <p:cNvGrpSpPr/>
          <p:nvPr/>
        </p:nvGrpSpPr>
        <p:grpSpPr>
          <a:xfrm>
            <a:off x="3083329" y="1681772"/>
            <a:ext cx="5835998" cy="3433557"/>
            <a:chOff x="635000" y="1382713"/>
            <a:chExt cx="7869238" cy="4572000"/>
          </a:xfrm>
          <a:solidFill>
            <a:schemeClr val="bg1">
              <a:lumMod val="85000"/>
            </a:schemeClr>
          </a:solidFill>
        </p:grpSpPr>
        <p:sp>
          <p:nvSpPr>
            <p:cNvPr id="4" name="Freeform 8">
              <a:extLst>
                <a:ext uri="{FF2B5EF4-FFF2-40B4-BE49-F238E27FC236}">
                  <a16:creationId xmlns:a16="http://schemas.microsoft.com/office/drawing/2014/main" id="{25AC7829-8E48-4155-8E7D-0E04867764FF}"/>
                </a:ext>
              </a:extLst>
            </p:cNvPr>
            <p:cNvSpPr>
              <a:spLocks noEditPoints="1"/>
            </p:cNvSpPr>
            <p:nvPr/>
          </p:nvSpPr>
          <p:spPr bwMode="auto">
            <a:xfrm>
              <a:off x="811213" y="3267075"/>
              <a:ext cx="7478713" cy="2654300"/>
            </a:xfrm>
            <a:custGeom>
              <a:avLst/>
              <a:gdLst>
                <a:gd name="T0" fmla="*/ 1383 w 4711"/>
                <a:gd name="T1" fmla="*/ 1616 h 1672"/>
                <a:gd name="T2" fmla="*/ 4289 w 4711"/>
                <a:gd name="T3" fmla="*/ 1370 h 1672"/>
                <a:gd name="T4" fmla="*/ 4547 w 4711"/>
                <a:gd name="T5" fmla="*/ 1482 h 1672"/>
                <a:gd name="T6" fmla="*/ 4645 w 4711"/>
                <a:gd name="T7" fmla="*/ 1305 h 1672"/>
                <a:gd name="T8" fmla="*/ 4596 w 4711"/>
                <a:gd name="T9" fmla="*/ 1330 h 1672"/>
                <a:gd name="T10" fmla="*/ 4699 w 4711"/>
                <a:gd name="T11" fmla="*/ 1014 h 1672"/>
                <a:gd name="T12" fmla="*/ 2870 w 4711"/>
                <a:gd name="T13" fmla="*/ 1134 h 1672"/>
                <a:gd name="T14" fmla="*/ 4455 w 4711"/>
                <a:gd name="T15" fmla="*/ 918 h 1672"/>
                <a:gd name="T16" fmla="*/ 4359 w 4711"/>
                <a:gd name="T17" fmla="*/ 1140 h 1672"/>
                <a:gd name="T18" fmla="*/ 4144 w 4711"/>
                <a:gd name="T19" fmla="*/ 1286 h 1672"/>
                <a:gd name="T20" fmla="*/ 3936 w 4711"/>
                <a:gd name="T21" fmla="*/ 1271 h 1672"/>
                <a:gd name="T22" fmla="*/ 3802 w 4711"/>
                <a:gd name="T23" fmla="*/ 1080 h 1672"/>
                <a:gd name="T24" fmla="*/ 4059 w 4711"/>
                <a:gd name="T25" fmla="*/ 932 h 1672"/>
                <a:gd name="T26" fmla="*/ 4430 w 4711"/>
                <a:gd name="T27" fmla="*/ 909 h 1672"/>
                <a:gd name="T28" fmla="*/ 3982 w 4711"/>
                <a:gd name="T29" fmla="*/ 883 h 1672"/>
                <a:gd name="T30" fmla="*/ 3891 w 4711"/>
                <a:gd name="T31" fmla="*/ 883 h 1672"/>
                <a:gd name="T32" fmla="*/ 4388 w 4711"/>
                <a:gd name="T33" fmla="*/ 864 h 1672"/>
                <a:gd name="T34" fmla="*/ 4362 w 4711"/>
                <a:gd name="T35" fmla="*/ 825 h 1672"/>
                <a:gd name="T36" fmla="*/ 3994 w 4711"/>
                <a:gd name="T37" fmla="*/ 817 h 1672"/>
                <a:gd name="T38" fmla="*/ 4270 w 4711"/>
                <a:gd name="T39" fmla="*/ 855 h 1672"/>
                <a:gd name="T40" fmla="*/ 4132 w 4711"/>
                <a:gd name="T41" fmla="*/ 887 h 1672"/>
                <a:gd name="T42" fmla="*/ 1563 w 4711"/>
                <a:gd name="T43" fmla="*/ 787 h 1672"/>
                <a:gd name="T44" fmla="*/ 3886 w 4711"/>
                <a:gd name="T45" fmla="*/ 778 h 1672"/>
                <a:gd name="T46" fmla="*/ 3870 w 4711"/>
                <a:gd name="T47" fmla="*/ 845 h 1672"/>
                <a:gd name="T48" fmla="*/ 3987 w 4711"/>
                <a:gd name="T49" fmla="*/ 764 h 1672"/>
                <a:gd name="T50" fmla="*/ 3821 w 4711"/>
                <a:gd name="T51" fmla="*/ 885 h 1672"/>
                <a:gd name="T52" fmla="*/ 3860 w 4711"/>
                <a:gd name="T53" fmla="*/ 710 h 1672"/>
                <a:gd name="T54" fmla="*/ 3786 w 4711"/>
                <a:gd name="T55" fmla="*/ 726 h 1672"/>
                <a:gd name="T56" fmla="*/ 3331 w 4711"/>
                <a:gd name="T57" fmla="*/ 700 h 1672"/>
                <a:gd name="T58" fmla="*/ 3957 w 4711"/>
                <a:gd name="T59" fmla="*/ 677 h 1672"/>
                <a:gd name="T60" fmla="*/ 1245 w 4711"/>
                <a:gd name="T61" fmla="*/ 637 h 1672"/>
                <a:gd name="T62" fmla="*/ 1351 w 4711"/>
                <a:gd name="T63" fmla="*/ 529 h 1672"/>
                <a:gd name="T64" fmla="*/ 3942 w 4711"/>
                <a:gd name="T65" fmla="*/ 620 h 1672"/>
                <a:gd name="T66" fmla="*/ 3942 w 4711"/>
                <a:gd name="T67" fmla="*/ 602 h 1672"/>
                <a:gd name="T68" fmla="*/ 1173 w 4711"/>
                <a:gd name="T69" fmla="*/ 511 h 1672"/>
                <a:gd name="T70" fmla="*/ 1255 w 4711"/>
                <a:gd name="T71" fmla="*/ 515 h 1672"/>
                <a:gd name="T72" fmla="*/ 96 w 4711"/>
                <a:gd name="T73" fmla="*/ 454 h 1672"/>
                <a:gd name="T74" fmla="*/ 1088 w 4711"/>
                <a:gd name="T75" fmla="*/ 445 h 1672"/>
                <a:gd name="T76" fmla="*/ 1166 w 4711"/>
                <a:gd name="T77" fmla="*/ 429 h 1672"/>
                <a:gd name="T78" fmla="*/ 1149 w 4711"/>
                <a:gd name="T79" fmla="*/ 400 h 1672"/>
                <a:gd name="T80" fmla="*/ 2694 w 4711"/>
                <a:gd name="T81" fmla="*/ 262 h 1672"/>
                <a:gd name="T82" fmla="*/ 2256 w 4711"/>
                <a:gd name="T83" fmla="*/ 181 h 1672"/>
                <a:gd name="T84" fmla="*/ 2353 w 4711"/>
                <a:gd name="T85" fmla="*/ 119 h 1672"/>
                <a:gd name="T86" fmla="*/ 4183 w 4711"/>
                <a:gd name="T87" fmla="*/ 162 h 1672"/>
                <a:gd name="T88" fmla="*/ 4046 w 4711"/>
                <a:gd name="T89" fmla="*/ 288 h 1672"/>
                <a:gd name="T90" fmla="*/ 4128 w 4711"/>
                <a:gd name="T91" fmla="*/ 225 h 1672"/>
                <a:gd name="T92" fmla="*/ 2400 w 4711"/>
                <a:gd name="T93" fmla="*/ 78 h 1672"/>
                <a:gd name="T94" fmla="*/ 2425 w 4711"/>
                <a:gd name="T95" fmla="*/ 227 h 1672"/>
                <a:gd name="T96" fmla="*/ 2247 w 4711"/>
                <a:gd name="T97" fmla="*/ 148 h 1672"/>
                <a:gd name="T98" fmla="*/ 2167 w 4711"/>
                <a:gd name="T99" fmla="*/ 232 h 1672"/>
                <a:gd name="T100" fmla="*/ 2489 w 4711"/>
                <a:gd name="T101" fmla="*/ 332 h 1672"/>
                <a:gd name="T102" fmla="*/ 2720 w 4711"/>
                <a:gd name="T103" fmla="*/ 234 h 1672"/>
                <a:gd name="T104" fmla="*/ 2577 w 4711"/>
                <a:gd name="T105" fmla="*/ 157 h 1672"/>
                <a:gd name="T106" fmla="*/ 2533 w 4711"/>
                <a:gd name="T107" fmla="*/ 232 h 1672"/>
                <a:gd name="T108" fmla="*/ 1210 w 4711"/>
                <a:gd name="T109" fmla="*/ 78 h 1672"/>
                <a:gd name="T110" fmla="*/ 2798 w 4711"/>
                <a:gd name="T111" fmla="*/ 145 h 1672"/>
                <a:gd name="T112" fmla="*/ 2903 w 4711"/>
                <a:gd name="T113" fmla="*/ 147 h 1672"/>
                <a:gd name="T114" fmla="*/ 2943 w 4711"/>
                <a:gd name="T115" fmla="*/ 127 h 1672"/>
                <a:gd name="T116" fmla="*/ 1393 w 4711"/>
                <a:gd name="T117" fmla="*/ 66 h 1672"/>
                <a:gd name="T118" fmla="*/ 1028 w 4711"/>
                <a:gd name="T119" fmla="*/ 126 h 1672"/>
                <a:gd name="T120" fmla="*/ 1194 w 4711"/>
                <a:gd name="T121" fmla="*/ 89 h 1672"/>
                <a:gd name="T122" fmla="*/ 1076 w 4711"/>
                <a:gd name="T123" fmla="*/ 54 h 1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711" h="1672">
                  <a:moveTo>
                    <a:pt x="1290" y="1620"/>
                  </a:moveTo>
                  <a:lnTo>
                    <a:pt x="1304" y="1628"/>
                  </a:lnTo>
                  <a:lnTo>
                    <a:pt x="1318" y="1641"/>
                  </a:lnTo>
                  <a:lnTo>
                    <a:pt x="1332" y="1653"/>
                  </a:lnTo>
                  <a:lnTo>
                    <a:pt x="1348" y="1662"/>
                  </a:lnTo>
                  <a:lnTo>
                    <a:pt x="1348" y="1670"/>
                  </a:lnTo>
                  <a:lnTo>
                    <a:pt x="1339" y="1670"/>
                  </a:lnTo>
                  <a:lnTo>
                    <a:pt x="1330" y="1672"/>
                  </a:lnTo>
                  <a:lnTo>
                    <a:pt x="1316" y="1672"/>
                  </a:lnTo>
                  <a:lnTo>
                    <a:pt x="1304" y="1669"/>
                  </a:lnTo>
                  <a:lnTo>
                    <a:pt x="1297" y="1667"/>
                  </a:lnTo>
                  <a:lnTo>
                    <a:pt x="1294" y="1653"/>
                  </a:lnTo>
                  <a:lnTo>
                    <a:pt x="1290" y="1635"/>
                  </a:lnTo>
                  <a:lnTo>
                    <a:pt x="1290" y="1620"/>
                  </a:lnTo>
                  <a:close/>
                  <a:moveTo>
                    <a:pt x="1402" y="1590"/>
                  </a:moveTo>
                  <a:lnTo>
                    <a:pt x="1416" y="1593"/>
                  </a:lnTo>
                  <a:lnTo>
                    <a:pt x="1432" y="1599"/>
                  </a:lnTo>
                  <a:lnTo>
                    <a:pt x="1444" y="1604"/>
                  </a:lnTo>
                  <a:lnTo>
                    <a:pt x="1440" y="1604"/>
                  </a:lnTo>
                  <a:lnTo>
                    <a:pt x="1428" y="1611"/>
                  </a:lnTo>
                  <a:lnTo>
                    <a:pt x="1416" y="1616"/>
                  </a:lnTo>
                  <a:lnTo>
                    <a:pt x="1402" y="1620"/>
                  </a:lnTo>
                  <a:lnTo>
                    <a:pt x="1402" y="1613"/>
                  </a:lnTo>
                  <a:lnTo>
                    <a:pt x="1404" y="1611"/>
                  </a:lnTo>
                  <a:lnTo>
                    <a:pt x="1407" y="1609"/>
                  </a:lnTo>
                  <a:lnTo>
                    <a:pt x="1409" y="1607"/>
                  </a:lnTo>
                  <a:lnTo>
                    <a:pt x="1409" y="1606"/>
                  </a:lnTo>
                  <a:lnTo>
                    <a:pt x="1411" y="1604"/>
                  </a:lnTo>
                  <a:lnTo>
                    <a:pt x="1412" y="1600"/>
                  </a:lnTo>
                  <a:lnTo>
                    <a:pt x="1409" y="1600"/>
                  </a:lnTo>
                  <a:lnTo>
                    <a:pt x="1400" y="1609"/>
                  </a:lnTo>
                  <a:lnTo>
                    <a:pt x="1392" y="1614"/>
                  </a:lnTo>
                  <a:lnTo>
                    <a:pt x="1383" y="1616"/>
                  </a:lnTo>
                  <a:lnTo>
                    <a:pt x="1371" y="1620"/>
                  </a:lnTo>
                  <a:lnTo>
                    <a:pt x="1371" y="1604"/>
                  </a:lnTo>
                  <a:lnTo>
                    <a:pt x="1381" y="1600"/>
                  </a:lnTo>
                  <a:lnTo>
                    <a:pt x="1392" y="1595"/>
                  </a:lnTo>
                  <a:lnTo>
                    <a:pt x="1402" y="1590"/>
                  </a:lnTo>
                  <a:close/>
                  <a:moveTo>
                    <a:pt x="1374" y="1393"/>
                  </a:moveTo>
                  <a:lnTo>
                    <a:pt x="1378" y="1396"/>
                  </a:lnTo>
                  <a:lnTo>
                    <a:pt x="1381" y="1398"/>
                  </a:lnTo>
                  <a:lnTo>
                    <a:pt x="1383" y="1400"/>
                  </a:lnTo>
                  <a:lnTo>
                    <a:pt x="1385" y="1403"/>
                  </a:lnTo>
                  <a:lnTo>
                    <a:pt x="1385" y="1407"/>
                  </a:lnTo>
                  <a:lnTo>
                    <a:pt x="1386" y="1412"/>
                  </a:lnTo>
                  <a:lnTo>
                    <a:pt x="1378" y="1412"/>
                  </a:lnTo>
                  <a:lnTo>
                    <a:pt x="1376" y="1408"/>
                  </a:lnTo>
                  <a:lnTo>
                    <a:pt x="1374" y="1405"/>
                  </a:lnTo>
                  <a:lnTo>
                    <a:pt x="1374" y="1403"/>
                  </a:lnTo>
                  <a:lnTo>
                    <a:pt x="1372" y="1401"/>
                  </a:lnTo>
                  <a:lnTo>
                    <a:pt x="1374" y="1398"/>
                  </a:lnTo>
                  <a:lnTo>
                    <a:pt x="1374" y="1393"/>
                  </a:lnTo>
                  <a:close/>
                  <a:moveTo>
                    <a:pt x="4289" y="1370"/>
                  </a:moveTo>
                  <a:lnTo>
                    <a:pt x="4294" y="1384"/>
                  </a:lnTo>
                  <a:lnTo>
                    <a:pt x="4296" y="1400"/>
                  </a:lnTo>
                  <a:lnTo>
                    <a:pt x="4292" y="1415"/>
                  </a:lnTo>
                  <a:lnTo>
                    <a:pt x="4284" y="1424"/>
                  </a:lnTo>
                  <a:lnTo>
                    <a:pt x="4275" y="1429"/>
                  </a:lnTo>
                  <a:lnTo>
                    <a:pt x="4263" y="1435"/>
                  </a:lnTo>
                  <a:lnTo>
                    <a:pt x="4258" y="1414"/>
                  </a:lnTo>
                  <a:lnTo>
                    <a:pt x="4251" y="1393"/>
                  </a:lnTo>
                  <a:lnTo>
                    <a:pt x="4244" y="1374"/>
                  </a:lnTo>
                  <a:lnTo>
                    <a:pt x="4258" y="1374"/>
                  </a:lnTo>
                  <a:lnTo>
                    <a:pt x="4270" y="1381"/>
                  </a:lnTo>
                  <a:lnTo>
                    <a:pt x="4280" y="1379"/>
                  </a:lnTo>
                  <a:lnTo>
                    <a:pt x="4289" y="1370"/>
                  </a:lnTo>
                  <a:close/>
                  <a:moveTo>
                    <a:pt x="4577" y="1367"/>
                  </a:moveTo>
                  <a:lnTo>
                    <a:pt x="4580" y="1368"/>
                  </a:lnTo>
                  <a:lnTo>
                    <a:pt x="4584" y="1370"/>
                  </a:lnTo>
                  <a:lnTo>
                    <a:pt x="4586" y="1372"/>
                  </a:lnTo>
                  <a:lnTo>
                    <a:pt x="4587" y="1374"/>
                  </a:lnTo>
                  <a:lnTo>
                    <a:pt x="4589" y="1375"/>
                  </a:lnTo>
                  <a:lnTo>
                    <a:pt x="4593" y="1379"/>
                  </a:lnTo>
                  <a:lnTo>
                    <a:pt x="4593" y="1377"/>
                  </a:lnTo>
                  <a:lnTo>
                    <a:pt x="4594" y="1375"/>
                  </a:lnTo>
                  <a:lnTo>
                    <a:pt x="4596" y="1372"/>
                  </a:lnTo>
                  <a:lnTo>
                    <a:pt x="4596" y="1370"/>
                  </a:lnTo>
                  <a:lnTo>
                    <a:pt x="4598" y="1370"/>
                  </a:lnTo>
                  <a:lnTo>
                    <a:pt x="4600" y="1370"/>
                  </a:lnTo>
                  <a:lnTo>
                    <a:pt x="4600" y="1374"/>
                  </a:lnTo>
                  <a:lnTo>
                    <a:pt x="4601" y="1377"/>
                  </a:lnTo>
                  <a:lnTo>
                    <a:pt x="4603" y="1382"/>
                  </a:lnTo>
                  <a:lnTo>
                    <a:pt x="4603" y="1388"/>
                  </a:lnTo>
                  <a:lnTo>
                    <a:pt x="4603" y="1393"/>
                  </a:lnTo>
                  <a:lnTo>
                    <a:pt x="4591" y="1407"/>
                  </a:lnTo>
                  <a:lnTo>
                    <a:pt x="4580" y="1424"/>
                  </a:lnTo>
                  <a:lnTo>
                    <a:pt x="4584" y="1435"/>
                  </a:lnTo>
                  <a:lnTo>
                    <a:pt x="4582" y="1438"/>
                  </a:lnTo>
                  <a:lnTo>
                    <a:pt x="4577" y="1442"/>
                  </a:lnTo>
                  <a:lnTo>
                    <a:pt x="4572" y="1443"/>
                  </a:lnTo>
                  <a:lnTo>
                    <a:pt x="4567" y="1445"/>
                  </a:lnTo>
                  <a:lnTo>
                    <a:pt x="4561" y="1449"/>
                  </a:lnTo>
                  <a:lnTo>
                    <a:pt x="4558" y="1450"/>
                  </a:lnTo>
                  <a:lnTo>
                    <a:pt x="4554" y="1456"/>
                  </a:lnTo>
                  <a:lnTo>
                    <a:pt x="4554" y="1461"/>
                  </a:lnTo>
                  <a:lnTo>
                    <a:pt x="4553" y="1466"/>
                  </a:lnTo>
                  <a:lnTo>
                    <a:pt x="4553" y="1471"/>
                  </a:lnTo>
                  <a:lnTo>
                    <a:pt x="4551" y="1478"/>
                  </a:lnTo>
                  <a:lnTo>
                    <a:pt x="4547" y="1482"/>
                  </a:lnTo>
                  <a:lnTo>
                    <a:pt x="4542" y="1485"/>
                  </a:lnTo>
                  <a:lnTo>
                    <a:pt x="4537" y="1489"/>
                  </a:lnTo>
                  <a:lnTo>
                    <a:pt x="4532" y="1492"/>
                  </a:lnTo>
                  <a:lnTo>
                    <a:pt x="4526" y="1497"/>
                  </a:lnTo>
                  <a:lnTo>
                    <a:pt x="4519" y="1497"/>
                  </a:lnTo>
                  <a:lnTo>
                    <a:pt x="4511" y="1491"/>
                  </a:lnTo>
                  <a:lnTo>
                    <a:pt x="4502" y="1485"/>
                  </a:lnTo>
                  <a:lnTo>
                    <a:pt x="4495" y="1480"/>
                  </a:lnTo>
                  <a:lnTo>
                    <a:pt x="4488" y="1470"/>
                  </a:lnTo>
                  <a:lnTo>
                    <a:pt x="4493" y="1466"/>
                  </a:lnTo>
                  <a:lnTo>
                    <a:pt x="4495" y="1461"/>
                  </a:lnTo>
                  <a:lnTo>
                    <a:pt x="4497" y="1457"/>
                  </a:lnTo>
                  <a:lnTo>
                    <a:pt x="4498" y="1452"/>
                  </a:lnTo>
                  <a:lnTo>
                    <a:pt x="4500" y="1447"/>
                  </a:lnTo>
                  <a:lnTo>
                    <a:pt x="4504" y="1443"/>
                  </a:lnTo>
                  <a:lnTo>
                    <a:pt x="4514" y="1440"/>
                  </a:lnTo>
                  <a:lnTo>
                    <a:pt x="4525" y="1438"/>
                  </a:lnTo>
                  <a:lnTo>
                    <a:pt x="4535" y="1435"/>
                  </a:lnTo>
                  <a:lnTo>
                    <a:pt x="4540" y="1429"/>
                  </a:lnTo>
                  <a:lnTo>
                    <a:pt x="4549" y="1417"/>
                  </a:lnTo>
                  <a:lnTo>
                    <a:pt x="4556" y="1403"/>
                  </a:lnTo>
                  <a:lnTo>
                    <a:pt x="4565" y="1389"/>
                  </a:lnTo>
                  <a:lnTo>
                    <a:pt x="4572" y="1375"/>
                  </a:lnTo>
                  <a:lnTo>
                    <a:pt x="4577" y="1367"/>
                  </a:lnTo>
                  <a:close/>
                  <a:moveTo>
                    <a:pt x="4570" y="1239"/>
                  </a:moveTo>
                  <a:lnTo>
                    <a:pt x="4577" y="1239"/>
                  </a:lnTo>
                  <a:lnTo>
                    <a:pt x="4593" y="1255"/>
                  </a:lnTo>
                  <a:lnTo>
                    <a:pt x="4607" y="1269"/>
                  </a:lnTo>
                  <a:lnTo>
                    <a:pt x="4621" y="1285"/>
                  </a:lnTo>
                  <a:lnTo>
                    <a:pt x="4631" y="1305"/>
                  </a:lnTo>
                  <a:lnTo>
                    <a:pt x="4636" y="1305"/>
                  </a:lnTo>
                  <a:lnTo>
                    <a:pt x="4642" y="1305"/>
                  </a:lnTo>
                  <a:lnTo>
                    <a:pt x="4645" y="1305"/>
                  </a:lnTo>
                  <a:lnTo>
                    <a:pt x="4647" y="1305"/>
                  </a:lnTo>
                  <a:lnTo>
                    <a:pt x="4650" y="1305"/>
                  </a:lnTo>
                  <a:lnTo>
                    <a:pt x="4654" y="1302"/>
                  </a:lnTo>
                  <a:lnTo>
                    <a:pt x="4656" y="1299"/>
                  </a:lnTo>
                  <a:lnTo>
                    <a:pt x="4657" y="1293"/>
                  </a:lnTo>
                  <a:lnTo>
                    <a:pt x="4661" y="1293"/>
                  </a:lnTo>
                  <a:lnTo>
                    <a:pt x="4661" y="1316"/>
                  </a:lnTo>
                  <a:lnTo>
                    <a:pt x="4659" y="1321"/>
                  </a:lnTo>
                  <a:lnTo>
                    <a:pt x="4657" y="1326"/>
                  </a:lnTo>
                  <a:lnTo>
                    <a:pt x="4656" y="1332"/>
                  </a:lnTo>
                  <a:lnTo>
                    <a:pt x="4654" y="1335"/>
                  </a:lnTo>
                  <a:lnTo>
                    <a:pt x="4642" y="1335"/>
                  </a:lnTo>
                  <a:lnTo>
                    <a:pt x="4642" y="1347"/>
                  </a:lnTo>
                  <a:lnTo>
                    <a:pt x="4631" y="1358"/>
                  </a:lnTo>
                  <a:lnTo>
                    <a:pt x="4622" y="1368"/>
                  </a:lnTo>
                  <a:lnTo>
                    <a:pt x="4612" y="1379"/>
                  </a:lnTo>
                  <a:lnTo>
                    <a:pt x="4612" y="1374"/>
                  </a:lnTo>
                  <a:lnTo>
                    <a:pt x="4610" y="1370"/>
                  </a:lnTo>
                  <a:lnTo>
                    <a:pt x="4610" y="1367"/>
                  </a:lnTo>
                  <a:lnTo>
                    <a:pt x="4610" y="1361"/>
                  </a:lnTo>
                  <a:lnTo>
                    <a:pt x="4612" y="1358"/>
                  </a:lnTo>
                  <a:lnTo>
                    <a:pt x="4612" y="1354"/>
                  </a:lnTo>
                  <a:lnTo>
                    <a:pt x="4612" y="1351"/>
                  </a:lnTo>
                  <a:lnTo>
                    <a:pt x="4610" y="1349"/>
                  </a:lnTo>
                  <a:lnTo>
                    <a:pt x="4607" y="1347"/>
                  </a:lnTo>
                  <a:lnTo>
                    <a:pt x="4603" y="1346"/>
                  </a:lnTo>
                  <a:lnTo>
                    <a:pt x="4600" y="1344"/>
                  </a:lnTo>
                  <a:lnTo>
                    <a:pt x="4596" y="1342"/>
                  </a:lnTo>
                  <a:lnTo>
                    <a:pt x="4593" y="1340"/>
                  </a:lnTo>
                  <a:lnTo>
                    <a:pt x="4591" y="1339"/>
                  </a:lnTo>
                  <a:lnTo>
                    <a:pt x="4591" y="1337"/>
                  </a:lnTo>
                  <a:lnTo>
                    <a:pt x="4593" y="1335"/>
                  </a:lnTo>
                  <a:lnTo>
                    <a:pt x="4596" y="1330"/>
                  </a:lnTo>
                  <a:lnTo>
                    <a:pt x="4601" y="1326"/>
                  </a:lnTo>
                  <a:lnTo>
                    <a:pt x="4607" y="1321"/>
                  </a:lnTo>
                  <a:lnTo>
                    <a:pt x="4612" y="1316"/>
                  </a:lnTo>
                  <a:lnTo>
                    <a:pt x="4605" y="1309"/>
                  </a:lnTo>
                  <a:lnTo>
                    <a:pt x="4598" y="1297"/>
                  </a:lnTo>
                  <a:lnTo>
                    <a:pt x="4587" y="1279"/>
                  </a:lnTo>
                  <a:lnTo>
                    <a:pt x="4579" y="1264"/>
                  </a:lnTo>
                  <a:lnTo>
                    <a:pt x="4574" y="1250"/>
                  </a:lnTo>
                  <a:lnTo>
                    <a:pt x="4570" y="1239"/>
                  </a:lnTo>
                  <a:close/>
                  <a:moveTo>
                    <a:pt x="4507" y="1056"/>
                  </a:moveTo>
                  <a:lnTo>
                    <a:pt x="4516" y="1056"/>
                  </a:lnTo>
                  <a:lnTo>
                    <a:pt x="4532" y="1068"/>
                  </a:lnTo>
                  <a:lnTo>
                    <a:pt x="4551" y="1079"/>
                  </a:lnTo>
                  <a:lnTo>
                    <a:pt x="4551" y="1089"/>
                  </a:lnTo>
                  <a:lnTo>
                    <a:pt x="4539" y="1089"/>
                  </a:lnTo>
                  <a:lnTo>
                    <a:pt x="4530" y="1082"/>
                  </a:lnTo>
                  <a:lnTo>
                    <a:pt x="4521" y="1075"/>
                  </a:lnTo>
                  <a:lnTo>
                    <a:pt x="4514" y="1066"/>
                  </a:lnTo>
                  <a:lnTo>
                    <a:pt x="4507" y="1056"/>
                  </a:lnTo>
                  <a:close/>
                  <a:moveTo>
                    <a:pt x="4692" y="995"/>
                  </a:moveTo>
                  <a:lnTo>
                    <a:pt x="4696" y="995"/>
                  </a:lnTo>
                  <a:lnTo>
                    <a:pt x="4699" y="997"/>
                  </a:lnTo>
                  <a:lnTo>
                    <a:pt x="4699" y="997"/>
                  </a:lnTo>
                  <a:lnTo>
                    <a:pt x="4701" y="998"/>
                  </a:lnTo>
                  <a:lnTo>
                    <a:pt x="4701" y="1000"/>
                  </a:lnTo>
                  <a:lnTo>
                    <a:pt x="4703" y="1002"/>
                  </a:lnTo>
                  <a:lnTo>
                    <a:pt x="4704" y="1005"/>
                  </a:lnTo>
                  <a:lnTo>
                    <a:pt x="4708" y="1011"/>
                  </a:lnTo>
                  <a:lnTo>
                    <a:pt x="4710" y="1017"/>
                  </a:lnTo>
                  <a:lnTo>
                    <a:pt x="4711" y="1024"/>
                  </a:lnTo>
                  <a:lnTo>
                    <a:pt x="4704" y="1024"/>
                  </a:lnTo>
                  <a:lnTo>
                    <a:pt x="4704" y="1017"/>
                  </a:lnTo>
                  <a:lnTo>
                    <a:pt x="4699" y="1014"/>
                  </a:lnTo>
                  <a:lnTo>
                    <a:pt x="4697" y="1009"/>
                  </a:lnTo>
                  <a:lnTo>
                    <a:pt x="4696" y="1005"/>
                  </a:lnTo>
                  <a:lnTo>
                    <a:pt x="4694" y="1000"/>
                  </a:lnTo>
                  <a:lnTo>
                    <a:pt x="4692" y="995"/>
                  </a:lnTo>
                  <a:close/>
                  <a:moveTo>
                    <a:pt x="4532" y="974"/>
                  </a:moveTo>
                  <a:lnTo>
                    <a:pt x="4535" y="974"/>
                  </a:lnTo>
                  <a:lnTo>
                    <a:pt x="4537" y="976"/>
                  </a:lnTo>
                  <a:lnTo>
                    <a:pt x="4537" y="977"/>
                  </a:lnTo>
                  <a:lnTo>
                    <a:pt x="4539" y="977"/>
                  </a:lnTo>
                  <a:lnTo>
                    <a:pt x="4540" y="977"/>
                  </a:lnTo>
                  <a:lnTo>
                    <a:pt x="4542" y="979"/>
                  </a:lnTo>
                  <a:lnTo>
                    <a:pt x="4544" y="984"/>
                  </a:lnTo>
                  <a:lnTo>
                    <a:pt x="4544" y="990"/>
                  </a:lnTo>
                  <a:lnTo>
                    <a:pt x="4546" y="993"/>
                  </a:lnTo>
                  <a:lnTo>
                    <a:pt x="4547" y="997"/>
                  </a:lnTo>
                  <a:lnTo>
                    <a:pt x="4549" y="1000"/>
                  </a:lnTo>
                  <a:lnTo>
                    <a:pt x="4551" y="1005"/>
                  </a:lnTo>
                  <a:lnTo>
                    <a:pt x="4539" y="1005"/>
                  </a:lnTo>
                  <a:lnTo>
                    <a:pt x="4537" y="997"/>
                  </a:lnTo>
                  <a:lnTo>
                    <a:pt x="4533" y="991"/>
                  </a:lnTo>
                  <a:lnTo>
                    <a:pt x="4532" y="984"/>
                  </a:lnTo>
                  <a:lnTo>
                    <a:pt x="4532" y="974"/>
                  </a:lnTo>
                  <a:close/>
                  <a:moveTo>
                    <a:pt x="2907" y="967"/>
                  </a:moveTo>
                  <a:lnTo>
                    <a:pt x="2907" y="974"/>
                  </a:lnTo>
                  <a:lnTo>
                    <a:pt x="2915" y="993"/>
                  </a:lnTo>
                  <a:lnTo>
                    <a:pt x="2915" y="1014"/>
                  </a:lnTo>
                  <a:lnTo>
                    <a:pt x="2910" y="1033"/>
                  </a:lnTo>
                  <a:lnTo>
                    <a:pt x="2901" y="1052"/>
                  </a:lnTo>
                  <a:lnTo>
                    <a:pt x="2891" y="1070"/>
                  </a:lnTo>
                  <a:lnTo>
                    <a:pt x="2882" y="1087"/>
                  </a:lnTo>
                  <a:lnTo>
                    <a:pt x="2875" y="1101"/>
                  </a:lnTo>
                  <a:lnTo>
                    <a:pt x="2872" y="1119"/>
                  </a:lnTo>
                  <a:lnTo>
                    <a:pt x="2870" y="1134"/>
                  </a:lnTo>
                  <a:lnTo>
                    <a:pt x="2868" y="1147"/>
                  </a:lnTo>
                  <a:lnTo>
                    <a:pt x="2861" y="1157"/>
                  </a:lnTo>
                  <a:lnTo>
                    <a:pt x="2849" y="1166"/>
                  </a:lnTo>
                  <a:lnTo>
                    <a:pt x="2849" y="1162"/>
                  </a:lnTo>
                  <a:lnTo>
                    <a:pt x="2842" y="1161"/>
                  </a:lnTo>
                  <a:lnTo>
                    <a:pt x="2837" y="1159"/>
                  </a:lnTo>
                  <a:lnTo>
                    <a:pt x="2832" y="1155"/>
                  </a:lnTo>
                  <a:lnTo>
                    <a:pt x="2828" y="1150"/>
                  </a:lnTo>
                  <a:lnTo>
                    <a:pt x="2826" y="1143"/>
                  </a:lnTo>
                  <a:lnTo>
                    <a:pt x="2819" y="1129"/>
                  </a:lnTo>
                  <a:lnTo>
                    <a:pt x="2818" y="1115"/>
                  </a:lnTo>
                  <a:lnTo>
                    <a:pt x="2823" y="1103"/>
                  </a:lnTo>
                  <a:lnTo>
                    <a:pt x="2828" y="1089"/>
                  </a:lnTo>
                  <a:lnTo>
                    <a:pt x="2833" y="1075"/>
                  </a:lnTo>
                  <a:lnTo>
                    <a:pt x="2833" y="1066"/>
                  </a:lnTo>
                  <a:lnTo>
                    <a:pt x="2832" y="1052"/>
                  </a:lnTo>
                  <a:lnTo>
                    <a:pt x="2830" y="1038"/>
                  </a:lnTo>
                  <a:lnTo>
                    <a:pt x="2830" y="1024"/>
                  </a:lnTo>
                  <a:lnTo>
                    <a:pt x="2849" y="1024"/>
                  </a:lnTo>
                  <a:lnTo>
                    <a:pt x="2854" y="1016"/>
                  </a:lnTo>
                  <a:lnTo>
                    <a:pt x="2865" y="1005"/>
                  </a:lnTo>
                  <a:lnTo>
                    <a:pt x="2875" y="993"/>
                  </a:lnTo>
                  <a:lnTo>
                    <a:pt x="2887" y="981"/>
                  </a:lnTo>
                  <a:lnTo>
                    <a:pt x="2898" y="972"/>
                  </a:lnTo>
                  <a:lnTo>
                    <a:pt x="2907" y="967"/>
                  </a:lnTo>
                  <a:close/>
                  <a:moveTo>
                    <a:pt x="4455" y="913"/>
                  </a:moveTo>
                  <a:lnTo>
                    <a:pt x="4469" y="918"/>
                  </a:lnTo>
                  <a:lnTo>
                    <a:pt x="4469" y="925"/>
                  </a:lnTo>
                  <a:lnTo>
                    <a:pt x="4458" y="925"/>
                  </a:lnTo>
                  <a:lnTo>
                    <a:pt x="4458" y="921"/>
                  </a:lnTo>
                  <a:lnTo>
                    <a:pt x="4457" y="920"/>
                  </a:lnTo>
                  <a:lnTo>
                    <a:pt x="4457" y="918"/>
                  </a:lnTo>
                  <a:lnTo>
                    <a:pt x="4455" y="918"/>
                  </a:lnTo>
                  <a:lnTo>
                    <a:pt x="4455" y="916"/>
                  </a:lnTo>
                  <a:lnTo>
                    <a:pt x="4455" y="913"/>
                  </a:lnTo>
                  <a:close/>
                  <a:moveTo>
                    <a:pt x="4205" y="909"/>
                  </a:moveTo>
                  <a:lnTo>
                    <a:pt x="4209" y="909"/>
                  </a:lnTo>
                  <a:lnTo>
                    <a:pt x="4210" y="918"/>
                  </a:lnTo>
                  <a:lnTo>
                    <a:pt x="4212" y="930"/>
                  </a:lnTo>
                  <a:lnTo>
                    <a:pt x="4217" y="944"/>
                  </a:lnTo>
                  <a:lnTo>
                    <a:pt x="4221" y="956"/>
                  </a:lnTo>
                  <a:lnTo>
                    <a:pt x="4224" y="963"/>
                  </a:lnTo>
                  <a:lnTo>
                    <a:pt x="4226" y="965"/>
                  </a:lnTo>
                  <a:lnTo>
                    <a:pt x="4231" y="967"/>
                  </a:lnTo>
                  <a:lnTo>
                    <a:pt x="4235" y="967"/>
                  </a:lnTo>
                  <a:lnTo>
                    <a:pt x="4240" y="969"/>
                  </a:lnTo>
                  <a:lnTo>
                    <a:pt x="4244" y="969"/>
                  </a:lnTo>
                  <a:lnTo>
                    <a:pt x="4247" y="970"/>
                  </a:lnTo>
                  <a:lnTo>
                    <a:pt x="4247" y="976"/>
                  </a:lnTo>
                  <a:lnTo>
                    <a:pt x="4251" y="988"/>
                  </a:lnTo>
                  <a:lnTo>
                    <a:pt x="4254" y="1002"/>
                  </a:lnTo>
                  <a:lnTo>
                    <a:pt x="4259" y="1019"/>
                  </a:lnTo>
                  <a:lnTo>
                    <a:pt x="4263" y="1031"/>
                  </a:lnTo>
                  <a:lnTo>
                    <a:pt x="4266" y="1040"/>
                  </a:lnTo>
                  <a:lnTo>
                    <a:pt x="4275" y="1040"/>
                  </a:lnTo>
                  <a:lnTo>
                    <a:pt x="4280" y="1042"/>
                  </a:lnTo>
                  <a:lnTo>
                    <a:pt x="4286" y="1044"/>
                  </a:lnTo>
                  <a:lnTo>
                    <a:pt x="4289" y="1047"/>
                  </a:lnTo>
                  <a:lnTo>
                    <a:pt x="4292" y="1052"/>
                  </a:lnTo>
                  <a:lnTo>
                    <a:pt x="4301" y="1065"/>
                  </a:lnTo>
                  <a:lnTo>
                    <a:pt x="4305" y="1082"/>
                  </a:lnTo>
                  <a:lnTo>
                    <a:pt x="4324" y="1082"/>
                  </a:lnTo>
                  <a:lnTo>
                    <a:pt x="4331" y="1100"/>
                  </a:lnTo>
                  <a:lnTo>
                    <a:pt x="4341" y="1112"/>
                  </a:lnTo>
                  <a:lnTo>
                    <a:pt x="4350" y="1124"/>
                  </a:lnTo>
                  <a:lnTo>
                    <a:pt x="4359" y="1140"/>
                  </a:lnTo>
                  <a:lnTo>
                    <a:pt x="4362" y="1166"/>
                  </a:lnTo>
                  <a:lnTo>
                    <a:pt x="4361" y="1187"/>
                  </a:lnTo>
                  <a:lnTo>
                    <a:pt x="4355" y="1208"/>
                  </a:lnTo>
                  <a:lnTo>
                    <a:pt x="4347" y="1227"/>
                  </a:lnTo>
                  <a:lnTo>
                    <a:pt x="4338" y="1248"/>
                  </a:lnTo>
                  <a:lnTo>
                    <a:pt x="4327" y="1271"/>
                  </a:lnTo>
                  <a:lnTo>
                    <a:pt x="4324" y="1285"/>
                  </a:lnTo>
                  <a:lnTo>
                    <a:pt x="4319" y="1299"/>
                  </a:lnTo>
                  <a:lnTo>
                    <a:pt x="4315" y="1314"/>
                  </a:lnTo>
                  <a:lnTo>
                    <a:pt x="4310" y="1326"/>
                  </a:lnTo>
                  <a:lnTo>
                    <a:pt x="4301" y="1335"/>
                  </a:lnTo>
                  <a:lnTo>
                    <a:pt x="4291" y="1340"/>
                  </a:lnTo>
                  <a:lnTo>
                    <a:pt x="4279" y="1346"/>
                  </a:lnTo>
                  <a:lnTo>
                    <a:pt x="4266" y="1351"/>
                  </a:lnTo>
                  <a:lnTo>
                    <a:pt x="4258" y="1354"/>
                  </a:lnTo>
                  <a:lnTo>
                    <a:pt x="4247" y="1346"/>
                  </a:lnTo>
                  <a:lnTo>
                    <a:pt x="4235" y="1335"/>
                  </a:lnTo>
                  <a:lnTo>
                    <a:pt x="4226" y="1342"/>
                  </a:lnTo>
                  <a:lnTo>
                    <a:pt x="4216" y="1346"/>
                  </a:lnTo>
                  <a:lnTo>
                    <a:pt x="4203" y="1344"/>
                  </a:lnTo>
                  <a:lnTo>
                    <a:pt x="4190" y="1342"/>
                  </a:lnTo>
                  <a:lnTo>
                    <a:pt x="4174" y="1340"/>
                  </a:lnTo>
                  <a:lnTo>
                    <a:pt x="4167" y="1305"/>
                  </a:lnTo>
                  <a:lnTo>
                    <a:pt x="4162" y="1304"/>
                  </a:lnTo>
                  <a:lnTo>
                    <a:pt x="4156" y="1302"/>
                  </a:lnTo>
                  <a:lnTo>
                    <a:pt x="4151" y="1300"/>
                  </a:lnTo>
                  <a:lnTo>
                    <a:pt x="4148" y="1297"/>
                  </a:lnTo>
                  <a:lnTo>
                    <a:pt x="4144" y="1295"/>
                  </a:lnTo>
                  <a:lnTo>
                    <a:pt x="4142" y="1293"/>
                  </a:lnTo>
                  <a:lnTo>
                    <a:pt x="4142" y="1292"/>
                  </a:lnTo>
                  <a:lnTo>
                    <a:pt x="4144" y="1290"/>
                  </a:lnTo>
                  <a:lnTo>
                    <a:pt x="4144" y="1288"/>
                  </a:lnTo>
                  <a:lnTo>
                    <a:pt x="4144" y="1286"/>
                  </a:lnTo>
                  <a:lnTo>
                    <a:pt x="4142" y="1285"/>
                  </a:lnTo>
                  <a:lnTo>
                    <a:pt x="4141" y="1283"/>
                  </a:lnTo>
                  <a:lnTo>
                    <a:pt x="4135" y="1281"/>
                  </a:lnTo>
                  <a:lnTo>
                    <a:pt x="4134" y="1283"/>
                  </a:lnTo>
                  <a:lnTo>
                    <a:pt x="4134" y="1285"/>
                  </a:lnTo>
                  <a:lnTo>
                    <a:pt x="4134" y="1285"/>
                  </a:lnTo>
                  <a:lnTo>
                    <a:pt x="4132" y="1286"/>
                  </a:lnTo>
                  <a:lnTo>
                    <a:pt x="4130" y="1286"/>
                  </a:lnTo>
                  <a:lnTo>
                    <a:pt x="4128" y="1286"/>
                  </a:lnTo>
                  <a:lnTo>
                    <a:pt x="4128" y="1281"/>
                  </a:lnTo>
                  <a:lnTo>
                    <a:pt x="4123" y="1281"/>
                  </a:lnTo>
                  <a:lnTo>
                    <a:pt x="4123" y="1278"/>
                  </a:lnTo>
                  <a:lnTo>
                    <a:pt x="4130" y="1274"/>
                  </a:lnTo>
                  <a:lnTo>
                    <a:pt x="4135" y="1269"/>
                  </a:lnTo>
                  <a:lnTo>
                    <a:pt x="4139" y="1264"/>
                  </a:lnTo>
                  <a:lnTo>
                    <a:pt x="4135" y="1264"/>
                  </a:lnTo>
                  <a:lnTo>
                    <a:pt x="4135" y="1258"/>
                  </a:lnTo>
                  <a:lnTo>
                    <a:pt x="4127" y="1267"/>
                  </a:lnTo>
                  <a:lnTo>
                    <a:pt x="4118" y="1272"/>
                  </a:lnTo>
                  <a:lnTo>
                    <a:pt x="4104" y="1278"/>
                  </a:lnTo>
                  <a:lnTo>
                    <a:pt x="4099" y="1267"/>
                  </a:lnTo>
                  <a:lnTo>
                    <a:pt x="4092" y="1257"/>
                  </a:lnTo>
                  <a:lnTo>
                    <a:pt x="4083" y="1248"/>
                  </a:lnTo>
                  <a:lnTo>
                    <a:pt x="4071" y="1241"/>
                  </a:lnTo>
                  <a:lnTo>
                    <a:pt x="4055" y="1239"/>
                  </a:lnTo>
                  <a:lnTo>
                    <a:pt x="4045" y="1236"/>
                  </a:lnTo>
                  <a:lnTo>
                    <a:pt x="4031" y="1234"/>
                  </a:lnTo>
                  <a:lnTo>
                    <a:pt x="4011" y="1236"/>
                  </a:lnTo>
                  <a:lnTo>
                    <a:pt x="3992" y="1237"/>
                  </a:lnTo>
                  <a:lnTo>
                    <a:pt x="3973" y="1241"/>
                  </a:lnTo>
                  <a:lnTo>
                    <a:pt x="3956" y="1244"/>
                  </a:lnTo>
                  <a:lnTo>
                    <a:pt x="3943" y="1248"/>
                  </a:lnTo>
                  <a:lnTo>
                    <a:pt x="3936" y="1271"/>
                  </a:lnTo>
                  <a:lnTo>
                    <a:pt x="3919" y="1271"/>
                  </a:lnTo>
                  <a:lnTo>
                    <a:pt x="3903" y="1269"/>
                  </a:lnTo>
                  <a:lnTo>
                    <a:pt x="3886" y="1271"/>
                  </a:lnTo>
                  <a:lnTo>
                    <a:pt x="3874" y="1274"/>
                  </a:lnTo>
                  <a:lnTo>
                    <a:pt x="3861" y="1279"/>
                  </a:lnTo>
                  <a:lnTo>
                    <a:pt x="3851" y="1285"/>
                  </a:lnTo>
                  <a:lnTo>
                    <a:pt x="3839" y="1286"/>
                  </a:lnTo>
                  <a:lnTo>
                    <a:pt x="3825" y="1286"/>
                  </a:lnTo>
                  <a:lnTo>
                    <a:pt x="3821" y="1279"/>
                  </a:lnTo>
                  <a:lnTo>
                    <a:pt x="3818" y="1274"/>
                  </a:lnTo>
                  <a:lnTo>
                    <a:pt x="3812" y="1269"/>
                  </a:lnTo>
                  <a:lnTo>
                    <a:pt x="3809" y="1264"/>
                  </a:lnTo>
                  <a:lnTo>
                    <a:pt x="3818" y="1251"/>
                  </a:lnTo>
                  <a:lnTo>
                    <a:pt x="3819" y="1236"/>
                  </a:lnTo>
                  <a:lnTo>
                    <a:pt x="3818" y="1218"/>
                  </a:lnTo>
                  <a:lnTo>
                    <a:pt x="3811" y="1201"/>
                  </a:lnTo>
                  <a:lnTo>
                    <a:pt x="3804" y="1182"/>
                  </a:lnTo>
                  <a:lnTo>
                    <a:pt x="3795" y="1164"/>
                  </a:lnTo>
                  <a:lnTo>
                    <a:pt x="3790" y="1148"/>
                  </a:lnTo>
                  <a:lnTo>
                    <a:pt x="3786" y="1136"/>
                  </a:lnTo>
                  <a:lnTo>
                    <a:pt x="3790" y="1136"/>
                  </a:lnTo>
                  <a:lnTo>
                    <a:pt x="3793" y="1138"/>
                  </a:lnTo>
                  <a:lnTo>
                    <a:pt x="3795" y="1138"/>
                  </a:lnTo>
                  <a:lnTo>
                    <a:pt x="3797" y="1140"/>
                  </a:lnTo>
                  <a:lnTo>
                    <a:pt x="3797" y="1140"/>
                  </a:lnTo>
                  <a:lnTo>
                    <a:pt x="3799" y="1138"/>
                  </a:lnTo>
                  <a:lnTo>
                    <a:pt x="3800" y="1136"/>
                  </a:lnTo>
                  <a:lnTo>
                    <a:pt x="3802" y="1133"/>
                  </a:lnTo>
                  <a:lnTo>
                    <a:pt x="3793" y="1124"/>
                  </a:lnTo>
                  <a:lnTo>
                    <a:pt x="3790" y="1113"/>
                  </a:lnTo>
                  <a:lnTo>
                    <a:pt x="3786" y="1101"/>
                  </a:lnTo>
                  <a:lnTo>
                    <a:pt x="3795" y="1091"/>
                  </a:lnTo>
                  <a:lnTo>
                    <a:pt x="3802" y="1080"/>
                  </a:lnTo>
                  <a:lnTo>
                    <a:pt x="3809" y="1070"/>
                  </a:lnTo>
                  <a:lnTo>
                    <a:pt x="3819" y="1061"/>
                  </a:lnTo>
                  <a:lnTo>
                    <a:pt x="3832" y="1056"/>
                  </a:lnTo>
                  <a:lnTo>
                    <a:pt x="3840" y="1056"/>
                  </a:lnTo>
                  <a:lnTo>
                    <a:pt x="3854" y="1054"/>
                  </a:lnTo>
                  <a:lnTo>
                    <a:pt x="3872" y="1051"/>
                  </a:lnTo>
                  <a:lnTo>
                    <a:pt x="3888" y="1047"/>
                  </a:lnTo>
                  <a:lnTo>
                    <a:pt x="3902" y="1044"/>
                  </a:lnTo>
                  <a:lnTo>
                    <a:pt x="3907" y="1031"/>
                  </a:lnTo>
                  <a:lnTo>
                    <a:pt x="3915" y="1017"/>
                  </a:lnTo>
                  <a:lnTo>
                    <a:pt x="3926" y="1007"/>
                  </a:lnTo>
                  <a:lnTo>
                    <a:pt x="3940" y="1002"/>
                  </a:lnTo>
                  <a:lnTo>
                    <a:pt x="3940" y="990"/>
                  </a:lnTo>
                  <a:lnTo>
                    <a:pt x="3947" y="986"/>
                  </a:lnTo>
                  <a:lnTo>
                    <a:pt x="3956" y="977"/>
                  </a:lnTo>
                  <a:lnTo>
                    <a:pt x="3966" y="969"/>
                  </a:lnTo>
                  <a:lnTo>
                    <a:pt x="3977" y="962"/>
                  </a:lnTo>
                  <a:lnTo>
                    <a:pt x="3987" y="956"/>
                  </a:lnTo>
                  <a:lnTo>
                    <a:pt x="3994" y="960"/>
                  </a:lnTo>
                  <a:lnTo>
                    <a:pt x="3996" y="962"/>
                  </a:lnTo>
                  <a:lnTo>
                    <a:pt x="3996" y="965"/>
                  </a:lnTo>
                  <a:lnTo>
                    <a:pt x="3996" y="969"/>
                  </a:lnTo>
                  <a:lnTo>
                    <a:pt x="3998" y="974"/>
                  </a:lnTo>
                  <a:lnTo>
                    <a:pt x="4003" y="976"/>
                  </a:lnTo>
                  <a:lnTo>
                    <a:pt x="4008" y="976"/>
                  </a:lnTo>
                  <a:lnTo>
                    <a:pt x="4011" y="977"/>
                  </a:lnTo>
                  <a:lnTo>
                    <a:pt x="4017" y="979"/>
                  </a:lnTo>
                  <a:lnTo>
                    <a:pt x="4020" y="963"/>
                  </a:lnTo>
                  <a:lnTo>
                    <a:pt x="4025" y="955"/>
                  </a:lnTo>
                  <a:lnTo>
                    <a:pt x="4032" y="949"/>
                  </a:lnTo>
                  <a:lnTo>
                    <a:pt x="4041" y="944"/>
                  </a:lnTo>
                  <a:lnTo>
                    <a:pt x="4050" y="941"/>
                  </a:lnTo>
                  <a:lnTo>
                    <a:pt x="4059" y="932"/>
                  </a:lnTo>
                  <a:lnTo>
                    <a:pt x="4055" y="930"/>
                  </a:lnTo>
                  <a:lnTo>
                    <a:pt x="4055" y="928"/>
                  </a:lnTo>
                  <a:lnTo>
                    <a:pt x="4053" y="927"/>
                  </a:lnTo>
                  <a:lnTo>
                    <a:pt x="4052" y="925"/>
                  </a:lnTo>
                  <a:lnTo>
                    <a:pt x="4066" y="925"/>
                  </a:lnTo>
                  <a:lnTo>
                    <a:pt x="4080" y="932"/>
                  </a:lnTo>
                  <a:lnTo>
                    <a:pt x="4095" y="934"/>
                  </a:lnTo>
                  <a:lnTo>
                    <a:pt x="4111" y="934"/>
                  </a:lnTo>
                  <a:lnTo>
                    <a:pt x="4128" y="932"/>
                  </a:lnTo>
                  <a:lnTo>
                    <a:pt x="4128" y="941"/>
                  </a:lnTo>
                  <a:lnTo>
                    <a:pt x="4116" y="956"/>
                  </a:lnTo>
                  <a:lnTo>
                    <a:pt x="4109" y="979"/>
                  </a:lnTo>
                  <a:lnTo>
                    <a:pt x="4121" y="986"/>
                  </a:lnTo>
                  <a:lnTo>
                    <a:pt x="4137" y="995"/>
                  </a:lnTo>
                  <a:lnTo>
                    <a:pt x="4153" y="1004"/>
                  </a:lnTo>
                  <a:lnTo>
                    <a:pt x="4169" y="1009"/>
                  </a:lnTo>
                  <a:lnTo>
                    <a:pt x="4181" y="1009"/>
                  </a:lnTo>
                  <a:lnTo>
                    <a:pt x="4190" y="995"/>
                  </a:lnTo>
                  <a:lnTo>
                    <a:pt x="4195" y="972"/>
                  </a:lnTo>
                  <a:lnTo>
                    <a:pt x="4196" y="949"/>
                  </a:lnTo>
                  <a:lnTo>
                    <a:pt x="4200" y="927"/>
                  </a:lnTo>
                  <a:lnTo>
                    <a:pt x="4205" y="909"/>
                  </a:lnTo>
                  <a:close/>
                  <a:moveTo>
                    <a:pt x="4439" y="897"/>
                  </a:moveTo>
                  <a:lnTo>
                    <a:pt x="4443" y="901"/>
                  </a:lnTo>
                  <a:lnTo>
                    <a:pt x="4446" y="904"/>
                  </a:lnTo>
                  <a:lnTo>
                    <a:pt x="4450" y="906"/>
                  </a:lnTo>
                  <a:lnTo>
                    <a:pt x="4450" y="913"/>
                  </a:lnTo>
                  <a:lnTo>
                    <a:pt x="4443" y="913"/>
                  </a:lnTo>
                  <a:lnTo>
                    <a:pt x="4441" y="913"/>
                  </a:lnTo>
                  <a:lnTo>
                    <a:pt x="4439" y="911"/>
                  </a:lnTo>
                  <a:lnTo>
                    <a:pt x="4437" y="911"/>
                  </a:lnTo>
                  <a:lnTo>
                    <a:pt x="4436" y="911"/>
                  </a:lnTo>
                  <a:lnTo>
                    <a:pt x="4430" y="909"/>
                  </a:lnTo>
                  <a:lnTo>
                    <a:pt x="4432" y="906"/>
                  </a:lnTo>
                  <a:lnTo>
                    <a:pt x="4432" y="902"/>
                  </a:lnTo>
                  <a:lnTo>
                    <a:pt x="4432" y="902"/>
                  </a:lnTo>
                  <a:lnTo>
                    <a:pt x="4432" y="901"/>
                  </a:lnTo>
                  <a:lnTo>
                    <a:pt x="4434" y="901"/>
                  </a:lnTo>
                  <a:lnTo>
                    <a:pt x="4436" y="901"/>
                  </a:lnTo>
                  <a:lnTo>
                    <a:pt x="4439" y="897"/>
                  </a:lnTo>
                  <a:close/>
                  <a:moveTo>
                    <a:pt x="3867" y="897"/>
                  </a:moveTo>
                  <a:lnTo>
                    <a:pt x="3874" y="899"/>
                  </a:lnTo>
                  <a:lnTo>
                    <a:pt x="3879" y="899"/>
                  </a:lnTo>
                  <a:lnTo>
                    <a:pt x="3884" y="899"/>
                  </a:lnTo>
                  <a:lnTo>
                    <a:pt x="3888" y="901"/>
                  </a:lnTo>
                  <a:lnTo>
                    <a:pt x="3893" y="902"/>
                  </a:lnTo>
                  <a:lnTo>
                    <a:pt x="3893" y="909"/>
                  </a:lnTo>
                  <a:lnTo>
                    <a:pt x="3889" y="909"/>
                  </a:lnTo>
                  <a:lnTo>
                    <a:pt x="3889" y="913"/>
                  </a:lnTo>
                  <a:lnTo>
                    <a:pt x="3884" y="911"/>
                  </a:lnTo>
                  <a:lnTo>
                    <a:pt x="3879" y="909"/>
                  </a:lnTo>
                  <a:lnTo>
                    <a:pt x="3874" y="906"/>
                  </a:lnTo>
                  <a:lnTo>
                    <a:pt x="3870" y="902"/>
                  </a:lnTo>
                  <a:lnTo>
                    <a:pt x="3867" y="897"/>
                  </a:lnTo>
                  <a:close/>
                  <a:moveTo>
                    <a:pt x="4443" y="887"/>
                  </a:moveTo>
                  <a:lnTo>
                    <a:pt x="4455" y="887"/>
                  </a:lnTo>
                  <a:lnTo>
                    <a:pt x="4462" y="909"/>
                  </a:lnTo>
                  <a:lnTo>
                    <a:pt x="4455" y="909"/>
                  </a:lnTo>
                  <a:lnTo>
                    <a:pt x="4455" y="906"/>
                  </a:lnTo>
                  <a:lnTo>
                    <a:pt x="4450" y="902"/>
                  </a:lnTo>
                  <a:lnTo>
                    <a:pt x="4448" y="899"/>
                  </a:lnTo>
                  <a:lnTo>
                    <a:pt x="4446" y="895"/>
                  </a:lnTo>
                  <a:lnTo>
                    <a:pt x="4444" y="892"/>
                  </a:lnTo>
                  <a:lnTo>
                    <a:pt x="4443" y="887"/>
                  </a:lnTo>
                  <a:close/>
                  <a:moveTo>
                    <a:pt x="3963" y="883"/>
                  </a:moveTo>
                  <a:lnTo>
                    <a:pt x="3982" y="883"/>
                  </a:lnTo>
                  <a:lnTo>
                    <a:pt x="3982" y="887"/>
                  </a:lnTo>
                  <a:lnTo>
                    <a:pt x="3978" y="887"/>
                  </a:lnTo>
                  <a:lnTo>
                    <a:pt x="3966" y="895"/>
                  </a:lnTo>
                  <a:lnTo>
                    <a:pt x="3952" y="904"/>
                  </a:lnTo>
                  <a:lnTo>
                    <a:pt x="3940" y="913"/>
                  </a:lnTo>
                  <a:lnTo>
                    <a:pt x="3936" y="913"/>
                  </a:lnTo>
                  <a:lnTo>
                    <a:pt x="3935" y="911"/>
                  </a:lnTo>
                  <a:lnTo>
                    <a:pt x="3935" y="911"/>
                  </a:lnTo>
                  <a:lnTo>
                    <a:pt x="3933" y="911"/>
                  </a:lnTo>
                  <a:lnTo>
                    <a:pt x="3931" y="909"/>
                  </a:lnTo>
                  <a:lnTo>
                    <a:pt x="3928" y="909"/>
                  </a:lnTo>
                  <a:lnTo>
                    <a:pt x="3928" y="906"/>
                  </a:lnTo>
                  <a:lnTo>
                    <a:pt x="3945" y="895"/>
                  </a:lnTo>
                  <a:lnTo>
                    <a:pt x="3963" y="883"/>
                  </a:lnTo>
                  <a:close/>
                  <a:moveTo>
                    <a:pt x="3917" y="878"/>
                  </a:moveTo>
                  <a:lnTo>
                    <a:pt x="3921" y="881"/>
                  </a:lnTo>
                  <a:lnTo>
                    <a:pt x="3922" y="881"/>
                  </a:lnTo>
                  <a:lnTo>
                    <a:pt x="3922" y="881"/>
                  </a:lnTo>
                  <a:lnTo>
                    <a:pt x="3922" y="883"/>
                  </a:lnTo>
                  <a:lnTo>
                    <a:pt x="3922" y="883"/>
                  </a:lnTo>
                  <a:lnTo>
                    <a:pt x="3922" y="887"/>
                  </a:lnTo>
                  <a:lnTo>
                    <a:pt x="3924" y="890"/>
                  </a:lnTo>
                  <a:lnTo>
                    <a:pt x="3917" y="890"/>
                  </a:lnTo>
                  <a:lnTo>
                    <a:pt x="3905" y="894"/>
                  </a:lnTo>
                  <a:lnTo>
                    <a:pt x="3891" y="894"/>
                  </a:lnTo>
                  <a:lnTo>
                    <a:pt x="3879" y="890"/>
                  </a:lnTo>
                  <a:lnTo>
                    <a:pt x="3879" y="888"/>
                  </a:lnTo>
                  <a:lnTo>
                    <a:pt x="3881" y="888"/>
                  </a:lnTo>
                  <a:lnTo>
                    <a:pt x="3881" y="888"/>
                  </a:lnTo>
                  <a:lnTo>
                    <a:pt x="3881" y="888"/>
                  </a:lnTo>
                  <a:lnTo>
                    <a:pt x="3881" y="888"/>
                  </a:lnTo>
                  <a:lnTo>
                    <a:pt x="3882" y="887"/>
                  </a:lnTo>
                  <a:lnTo>
                    <a:pt x="3891" y="883"/>
                  </a:lnTo>
                  <a:lnTo>
                    <a:pt x="3900" y="883"/>
                  </a:lnTo>
                  <a:lnTo>
                    <a:pt x="3908" y="883"/>
                  </a:lnTo>
                  <a:lnTo>
                    <a:pt x="3917" y="878"/>
                  </a:lnTo>
                  <a:close/>
                  <a:moveTo>
                    <a:pt x="3851" y="878"/>
                  </a:moveTo>
                  <a:lnTo>
                    <a:pt x="3858" y="880"/>
                  </a:lnTo>
                  <a:lnTo>
                    <a:pt x="3861" y="881"/>
                  </a:lnTo>
                  <a:lnTo>
                    <a:pt x="3865" y="883"/>
                  </a:lnTo>
                  <a:lnTo>
                    <a:pt x="3868" y="887"/>
                  </a:lnTo>
                  <a:lnTo>
                    <a:pt x="3870" y="890"/>
                  </a:lnTo>
                  <a:lnTo>
                    <a:pt x="3867" y="890"/>
                  </a:lnTo>
                  <a:lnTo>
                    <a:pt x="3858" y="894"/>
                  </a:lnTo>
                  <a:lnTo>
                    <a:pt x="3847" y="894"/>
                  </a:lnTo>
                  <a:lnTo>
                    <a:pt x="3835" y="894"/>
                  </a:lnTo>
                  <a:lnTo>
                    <a:pt x="3835" y="887"/>
                  </a:lnTo>
                  <a:lnTo>
                    <a:pt x="3840" y="885"/>
                  </a:lnTo>
                  <a:lnTo>
                    <a:pt x="3846" y="883"/>
                  </a:lnTo>
                  <a:lnTo>
                    <a:pt x="3847" y="881"/>
                  </a:lnTo>
                  <a:lnTo>
                    <a:pt x="3851" y="878"/>
                  </a:lnTo>
                  <a:close/>
                  <a:moveTo>
                    <a:pt x="4411" y="871"/>
                  </a:moveTo>
                  <a:lnTo>
                    <a:pt x="4418" y="874"/>
                  </a:lnTo>
                  <a:lnTo>
                    <a:pt x="4422" y="876"/>
                  </a:lnTo>
                  <a:lnTo>
                    <a:pt x="4427" y="880"/>
                  </a:lnTo>
                  <a:lnTo>
                    <a:pt x="4430" y="883"/>
                  </a:lnTo>
                  <a:lnTo>
                    <a:pt x="4432" y="888"/>
                  </a:lnTo>
                  <a:lnTo>
                    <a:pt x="4436" y="894"/>
                  </a:lnTo>
                  <a:lnTo>
                    <a:pt x="4430" y="894"/>
                  </a:lnTo>
                  <a:lnTo>
                    <a:pt x="4427" y="890"/>
                  </a:lnTo>
                  <a:lnTo>
                    <a:pt x="4422" y="887"/>
                  </a:lnTo>
                  <a:lnTo>
                    <a:pt x="4418" y="883"/>
                  </a:lnTo>
                  <a:lnTo>
                    <a:pt x="4415" y="878"/>
                  </a:lnTo>
                  <a:lnTo>
                    <a:pt x="4411" y="871"/>
                  </a:lnTo>
                  <a:close/>
                  <a:moveTo>
                    <a:pt x="4385" y="864"/>
                  </a:moveTo>
                  <a:lnTo>
                    <a:pt x="4388" y="864"/>
                  </a:lnTo>
                  <a:lnTo>
                    <a:pt x="4390" y="866"/>
                  </a:lnTo>
                  <a:lnTo>
                    <a:pt x="4392" y="866"/>
                  </a:lnTo>
                  <a:lnTo>
                    <a:pt x="4394" y="867"/>
                  </a:lnTo>
                  <a:lnTo>
                    <a:pt x="4394" y="869"/>
                  </a:lnTo>
                  <a:lnTo>
                    <a:pt x="4397" y="871"/>
                  </a:lnTo>
                  <a:lnTo>
                    <a:pt x="4401" y="871"/>
                  </a:lnTo>
                  <a:lnTo>
                    <a:pt x="4401" y="874"/>
                  </a:lnTo>
                  <a:lnTo>
                    <a:pt x="4395" y="873"/>
                  </a:lnTo>
                  <a:lnTo>
                    <a:pt x="4392" y="871"/>
                  </a:lnTo>
                  <a:lnTo>
                    <a:pt x="4390" y="869"/>
                  </a:lnTo>
                  <a:lnTo>
                    <a:pt x="4388" y="867"/>
                  </a:lnTo>
                  <a:lnTo>
                    <a:pt x="4385" y="864"/>
                  </a:lnTo>
                  <a:close/>
                  <a:moveTo>
                    <a:pt x="4081" y="845"/>
                  </a:moveTo>
                  <a:lnTo>
                    <a:pt x="4094" y="848"/>
                  </a:lnTo>
                  <a:lnTo>
                    <a:pt x="4094" y="855"/>
                  </a:lnTo>
                  <a:lnTo>
                    <a:pt x="4085" y="860"/>
                  </a:lnTo>
                  <a:lnTo>
                    <a:pt x="4085" y="860"/>
                  </a:lnTo>
                  <a:lnTo>
                    <a:pt x="4083" y="862"/>
                  </a:lnTo>
                  <a:lnTo>
                    <a:pt x="4083" y="862"/>
                  </a:lnTo>
                  <a:lnTo>
                    <a:pt x="4083" y="862"/>
                  </a:lnTo>
                  <a:lnTo>
                    <a:pt x="4083" y="862"/>
                  </a:lnTo>
                  <a:lnTo>
                    <a:pt x="4081" y="864"/>
                  </a:lnTo>
                  <a:lnTo>
                    <a:pt x="4081" y="845"/>
                  </a:lnTo>
                  <a:close/>
                  <a:moveTo>
                    <a:pt x="4362" y="825"/>
                  </a:moveTo>
                  <a:lnTo>
                    <a:pt x="4373" y="832"/>
                  </a:lnTo>
                  <a:lnTo>
                    <a:pt x="4380" y="843"/>
                  </a:lnTo>
                  <a:lnTo>
                    <a:pt x="4385" y="855"/>
                  </a:lnTo>
                  <a:lnTo>
                    <a:pt x="4382" y="855"/>
                  </a:lnTo>
                  <a:lnTo>
                    <a:pt x="4382" y="860"/>
                  </a:lnTo>
                  <a:lnTo>
                    <a:pt x="4369" y="855"/>
                  </a:lnTo>
                  <a:lnTo>
                    <a:pt x="4366" y="846"/>
                  </a:lnTo>
                  <a:lnTo>
                    <a:pt x="4364" y="838"/>
                  </a:lnTo>
                  <a:lnTo>
                    <a:pt x="4362" y="825"/>
                  </a:lnTo>
                  <a:close/>
                  <a:moveTo>
                    <a:pt x="4331" y="825"/>
                  </a:moveTo>
                  <a:lnTo>
                    <a:pt x="4340" y="825"/>
                  </a:lnTo>
                  <a:lnTo>
                    <a:pt x="4340" y="845"/>
                  </a:lnTo>
                  <a:lnTo>
                    <a:pt x="4305" y="855"/>
                  </a:lnTo>
                  <a:lnTo>
                    <a:pt x="4299" y="853"/>
                  </a:lnTo>
                  <a:lnTo>
                    <a:pt x="4294" y="852"/>
                  </a:lnTo>
                  <a:lnTo>
                    <a:pt x="4287" y="850"/>
                  </a:lnTo>
                  <a:lnTo>
                    <a:pt x="4282" y="848"/>
                  </a:lnTo>
                  <a:lnTo>
                    <a:pt x="4282" y="841"/>
                  </a:lnTo>
                  <a:lnTo>
                    <a:pt x="4303" y="839"/>
                  </a:lnTo>
                  <a:lnTo>
                    <a:pt x="4319" y="834"/>
                  </a:lnTo>
                  <a:lnTo>
                    <a:pt x="4331" y="825"/>
                  </a:lnTo>
                  <a:close/>
                  <a:moveTo>
                    <a:pt x="3966" y="810"/>
                  </a:moveTo>
                  <a:lnTo>
                    <a:pt x="3982" y="810"/>
                  </a:lnTo>
                  <a:lnTo>
                    <a:pt x="3984" y="812"/>
                  </a:lnTo>
                  <a:lnTo>
                    <a:pt x="3984" y="812"/>
                  </a:lnTo>
                  <a:lnTo>
                    <a:pt x="3984" y="812"/>
                  </a:lnTo>
                  <a:lnTo>
                    <a:pt x="3984" y="812"/>
                  </a:lnTo>
                  <a:lnTo>
                    <a:pt x="3984" y="812"/>
                  </a:lnTo>
                  <a:lnTo>
                    <a:pt x="3985" y="813"/>
                  </a:lnTo>
                  <a:lnTo>
                    <a:pt x="3985" y="820"/>
                  </a:lnTo>
                  <a:lnTo>
                    <a:pt x="3966" y="820"/>
                  </a:lnTo>
                  <a:lnTo>
                    <a:pt x="3966" y="810"/>
                  </a:lnTo>
                  <a:close/>
                  <a:moveTo>
                    <a:pt x="3994" y="806"/>
                  </a:moveTo>
                  <a:lnTo>
                    <a:pt x="4032" y="810"/>
                  </a:lnTo>
                  <a:lnTo>
                    <a:pt x="4032" y="813"/>
                  </a:lnTo>
                  <a:lnTo>
                    <a:pt x="4034" y="817"/>
                  </a:lnTo>
                  <a:lnTo>
                    <a:pt x="4034" y="820"/>
                  </a:lnTo>
                  <a:lnTo>
                    <a:pt x="4036" y="825"/>
                  </a:lnTo>
                  <a:lnTo>
                    <a:pt x="4032" y="825"/>
                  </a:lnTo>
                  <a:lnTo>
                    <a:pt x="4022" y="819"/>
                  </a:lnTo>
                  <a:lnTo>
                    <a:pt x="4010" y="817"/>
                  </a:lnTo>
                  <a:lnTo>
                    <a:pt x="3994" y="817"/>
                  </a:lnTo>
                  <a:lnTo>
                    <a:pt x="3994" y="806"/>
                  </a:lnTo>
                  <a:close/>
                  <a:moveTo>
                    <a:pt x="4312" y="798"/>
                  </a:moveTo>
                  <a:lnTo>
                    <a:pt x="4331" y="798"/>
                  </a:lnTo>
                  <a:lnTo>
                    <a:pt x="4340" y="808"/>
                  </a:lnTo>
                  <a:lnTo>
                    <a:pt x="4347" y="819"/>
                  </a:lnTo>
                  <a:lnTo>
                    <a:pt x="4350" y="832"/>
                  </a:lnTo>
                  <a:lnTo>
                    <a:pt x="4347" y="832"/>
                  </a:lnTo>
                  <a:lnTo>
                    <a:pt x="4338" y="824"/>
                  </a:lnTo>
                  <a:lnTo>
                    <a:pt x="4329" y="815"/>
                  </a:lnTo>
                  <a:lnTo>
                    <a:pt x="4319" y="808"/>
                  </a:lnTo>
                  <a:lnTo>
                    <a:pt x="4312" y="798"/>
                  </a:lnTo>
                  <a:close/>
                  <a:moveTo>
                    <a:pt x="4057" y="777"/>
                  </a:moveTo>
                  <a:lnTo>
                    <a:pt x="4067" y="777"/>
                  </a:lnTo>
                  <a:lnTo>
                    <a:pt x="4081" y="778"/>
                  </a:lnTo>
                  <a:lnTo>
                    <a:pt x="4085" y="791"/>
                  </a:lnTo>
                  <a:lnTo>
                    <a:pt x="4090" y="801"/>
                  </a:lnTo>
                  <a:lnTo>
                    <a:pt x="4097" y="810"/>
                  </a:lnTo>
                  <a:lnTo>
                    <a:pt x="4097" y="813"/>
                  </a:lnTo>
                  <a:lnTo>
                    <a:pt x="4100" y="813"/>
                  </a:lnTo>
                  <a:lnTo>
                    <a:pt x="4100" y="810"/>
                  </a:lnTo>
                  <a:lnTo>
                    <a:pt x="4109" y="801"/>
                  </a:lnTo>
                  <a:lnTo>
                    <a:pt x="4118" y="796"/>
                  </a:lnTo>
                  <a:lnTo>
                    <a:pt x="4130" y="792"/>
                  </a:lnTo>
                  <a:lnTo>
                    <a:pt x="4148" y="791"/>
                  </a:lnTo>
                  <a:lnTo>
                    <a:pt x="4162" y="799"/>
                  </a:lnTo>
                  <a:lnTo>
                    <a:pt x="4179" y="806"/>
                  </a:lnTo>
                  <a:lnTo>
                    <a:pt x="4200" y="813"/>
                  </a:lnTo>
                  <a:lnTo>
                    <a:pt x="4217" y="824"/>
                  </a:lnTo>
                  <a:lnTo>
                    <a:pt x="4231" y="834"/>
                  </a:lnTo>
                  <a:lnTo>
                    <a:pt x="4238" y="848"/>
                  </a:lnTo>
                  <a:lnTo>
                    <a:pt x="4251" y="850"/>
                  </a:lnTo>
                  <a:lnTo>
                    <a:pt x="4259" y="853"/>
                  </a:lnTo>
                  <a:lnTo>
                    <a:pt x="4270" y="855"/>
                  </a:lnTo>
                  <a:lnTo>
                    <a:pt x="4270" y="864"/>
                  </a:lnTo>
                  <a:lnTo>
                    <a:pt x="4268" y="864"/>
                  </a:lnTo>
                  <a:lnTo>
                    <a:pt x="4265" y="866"/>
                  </a:lnTo>
                  <a:lnTo>
                    <a:pt x="4261" y="866"/>
                  </a:lnTo>
                  <a:lnTo>
                    <a:pt x="4259" y="867"/>
                  </a:lnTo>
                  <a:lnTo>
                    <a:pt x="4258" y="869"/>
                  </a:lnTo>
                  <a:lnTo>
                    <a:pt x="4259" y="869"/>
                  </a:lnTo>
                  <a:lnTo>
                    <a:pt x="4263" y="871"/>
                  </a:lnTo>
                  <a:lnTo>
                    <a:pt x="4275" y="888"/>
                  </a:lnTo>
                  <a:lnTo>
                    <a:pt x="4292" y="902"/>
                  </a:lnTo>
                  <a:lnTo>
                    <a:pt x="4312" y="913"/>
                  </a:lnTo>
                  <a:lnTo>
                    <a:pt x="4312" y="921"/>
                  </a:lnTo>
                  <a:lnTo>
                    <a:pt x="4289" y="921"/>
                  </a:lnTo>
                  <a:lnTo>
                    <a:pt x="4286" y="918"/>
                  </a:lnTo>
                  <a:lnTo>
                    <a:pt x="4282" y="916"/>
                  </a:lnTo>
                  <a:lnTo>
                    <a:pt x="4279" y="916"/>
                  </a:lnTo>
                  <a:lnTo>
                    <a:pt x="4275" y="916"/>
                  </a:lnTo>
                  <a:lnTo>
                    <a:pt x="4272" y="915"/>
                  </a:lnTo>
                  <a:lnTo>
                    <a:pt x="4266" y="913"/>
                  </a:lnTo>
                  <a:lnTo>
                    <a:pt x="4261" y="909"/>
                  </a:lnTo>
                  <a:lnTo>
                    <a:pt x="4258" y="906"/>
                  </a:lnTo>
                  <a:lnTo>
                    <a:pt x="4254" y="899"/>
                  </a:lnTo>
                  <a:lnTo>
                    <a:pt x="4251" y="894"/>
                  </a:lnTo>
                  <a:lnTo>
                    <a:pt x="4247" y="890"/>
                  </a:lnTo>
                  <a:lnTo>
                    <a:pt x="4233" y="883"/>
                  </a:lnTo>
                  <a:lnTo>
                    <a:pt x="4223" y="883"/>
                  </a:lnTo>
                  <a:lnTo>
                    <a:pt x="4210" y="887"/>
                  </a:lnTo>
                  <a:lnTo>
                    <a:pt x="4198" y="894"/>
                  </a:lnTo>
                  <a:lnTo>
                    <a:pt x="4186" y="897"/>
                  </a:lnTo>
                  <a:lnTo>
                    <a:pt x="4174" y="890"/>
                  </a:lnTo>
                  <a:lnTo>
                    <a:pt x="4162" y="887"/>
                  </a:lnTo>
                  <a:lnTo>
                    <a:pt x="4149" y="885"/>
                  </a:lnTo>
                  <a:lnTo>
                    <a:pt x="4132" y="887"/>
                  </a:lnTo>
                  <a:lnTo>
                    <a:pt x="4134" y="880"/>
                  </a:lnTo>
                  <a:lnTo>
                    <a:pt x="4135" y="874"/>
                  </a:lnTo>
                  <a:lnTo>
                    <a:pt x="4137" y="871"/>
                  </a:lnTo>
                  <a:lnTo>
                    <a:pt x="4139" y="867"/>
                  </a:lnTo>
                  <a:lnTo>
                    <a:pt x="4141" y="864"/>
                  </a:lnTo>
                  <a:lnTo>
                    <a:pt x="4139" y="860"/>
                  </a:lnTo>
                  <a:lnTo>
                    <a:pt x="4130" y="845"/>
                  </a:lnTo>
                  <a:lnTo>
                    <a:pt x="4118" y="836"/>
                  </a:lnTo>
                  <a:lnTo>
                    <a:pt x="4104" y="832"/>
                  </a:lnTo>
                  <a:lnTo>
                    <a:pt x="4088" y="827"/>
                  </a:lnTo>
                  <a:lnTo>
                    <a:pt x="4073" y="824"/>
                  </a:lnTo>
                  <a:lnTo>
                    <a:pt x="4060" y="817"/>
                  </a:lnTo>
                  <a:lnTo>
                    <a:pt x="4052" y="806"/>
                  </a:lnTo>
                  <a:lnTo>
                    <a:pt x="4055" y="805"/>
                  </a:lnTo>
                  <a:lnTo>
                    <a:pt x="4057" y="805"/>
                  </a:lnTo>
                  <a:lnTo>
                    <a:pt x="4059" y="803"/>
                  </a:lnTo>
                  <a:lnTo>
                    <a:pt x="4059" y="803"/>
                  </a:lnTo>
                  <a:lnTo>
                    <a:pt x="4060" y="801"/>
                  </a:lnTo>
                  <a:lnTo>
                    <a:pt x="4062" y="798"/>
                  </a:lnTo>
                  <a:lnTo>
                    <a:pt x="4052" y="796"/>
                  </a:lnTo>
                  <a:lnTo>
                    <a:pt x="4041" y="791"/>
                  </a:lnTo>
                  <a:lnTo>
                    <a:pt x="4032" y="787"/>
                  </a:lnTo>
                  <a:lnTo>
                    <a:pt x="4032" y="778"/>
                  </a:lnTo>
                  <a:lnTo>
                    <a:pt x="4046" y="777"/>
                  </a:lnTo>
                  <a:lnTo>
                    <a:pt x="4057" y="777"/>
                  </a:lnTo>
                  <a:close/>
                  <a:moveTo>
                    <a:pt x="1543" y="756"/>
                  </a:moveTo>
                  <a:lnTo>
                    <a:pt x="1536" y="768"/>
                  </a:lnTo>
                  <a:lnTo>
                    <a:pt x="1531" y="768"/>
                  </a:lnTo>
                  <a:lnTo>
                    <a:pt x="1531" y="771"/>
                  </a:lnTo>
                  <a:lnTo>
                    <a:pt x="1542" y="775"/>
                  </a:lnTo>
                  <a:lnTo>
                    <a:pt x="1552" y="780"/>
                  </a:lnTo>
                  <a:lnTo>
                    <a:pt x="1559" y="785"/>
                  </a:lnTo>
                  <a:lnTo>
                    <a:pt x="1563" y="787"/>
                  </a:lnTo>
                  <a:lnTo>
                    <a:pt x="1564" y="785"/>
                  </a:lnTo>
                  <a:lnTo>
                    <a:pt x="1564" y="784"/>
                  </a:lnTo>
                  <a:lnTo>
                    <a:pt x="1564" y="784"/>
                  </a:lnTo>
                  <a:lnTo>
                    <a:pt x="1566" y="782"/>
                  </a:lnTo>
                  <a:lnTo>
                    <a:pt x="1566" y="778"/>
                  </a:lnTo>
                  <a:lnTo>
                    <a:pt x="1559" y="778"/>
                  </a:lnTo>
                  <a:lnTo>
                    <a:pt x="1557" y="778"/>
                  </a:lnTo>
                  <a:lnTo>
                    <a:pt x="1556" y="777"/>
                  </a:lnTo>
                  <a:lnTo>
                    <a:pt x="1554" y="777"/>
                  </a:lnTo>
                  <a:lnTo>
                    <a:pt x="1550" y="777"/>
                  </a:lnTo>
                  <a:lnTo>
                    <a:pt x="1547" y="775"/>
                  </a:lnTo>
                  <a:lnTo>
                    <a:pt x="1547" y="756"/>
                  </a:lnTo>
                  <a:lnTo>
                    <a:pt x="1543" y="756"/>
                  </a:lnTo>
                  <a:close/>
                  <a:moveTo>
                    <a:pt x="3952" y="743"/>
                  </a:moveTo>
                  <a:lnTo>
                    <a:pt x="3954" y="743"/>
                  </a:lnTo>
                  <a:lnTo>
                    <a:pt x="3954" y="745"/>
                  </a:lnTo>
                  <a:lnTo>
                    <a:pt x="3954" y="747"/>
                  </a:lnTo>
                  <a:lnTo>
                    <a:pt x="3956" y="747"/>
                  </a:lnTo>
                  <a:lnTo>
                    <a:pt x="3956" y="749"/>
                  </a:lnTo>
                  <a:lnTo>
                    <a:pt x="3959" y="749"/>
                  </a:lnTo>
                  <a:lnTo>
                    <a:pt x="3957" y="750"/>
                  </a:lnTo>
                  <a:lnTo>
                    <a:pt x="3957" y="750"/>
                  </a:lnTo>
                  <a:lnTo>
                    <a:pt x="3957" y="750"/>
                  </a:lnTo>
                  <a:lnTo>
                    <a:pt x="3957" y="750"/>
                  </a:lnTo>
                  <a:lnTo>
                    <a:pt x="3956" y="750"/>
                  </a:lnTo>
                  <a:lnTo>
                    <a:pt x="3956" y="752"/>
                  </a:lnTo>
                  <a:lnTo>
                    <a:pt x="3950" y="757"/>
                  </a:lnTo>
                  <a:lnTo>
                    <a:pt x="3945" y="763"/>
                  </a:lnTo>
                  <a:lnTo>
                    <a:pt x="3940" y="768"/>
                  </a:lnTo>
                  <a:lnTo>
                    <a:pt x="3921" y="766"/>
                  </a:lnTo>
                  <a:lnTo>
                    <a:pt x="3905" y="766"/>
                  </a:lnTo>
                  <a:lnTo>
                    <a:pt x="3886" y="768"/>
                  </a:lnTo>
                  <a:lnTo>
                    <a:pt x="3886" y="778"/>
                  </a:lnTo>
                  <a:lnTo>
                    <a:pt x="3889" y="780"/>
                  </a:lnTo>
                  <a:lnTo>
                    <a:pt x="3889" y="782"/>
                  </a:lnTo>
                  <a:lnTo>
                    <a:pt x="3891" y="784"/>
                  </a:lnTo>
                  <a:lnTo>
                    <a:pt x="3893" y="787"/>
                  </a:lnTo>
                  <a:lnTo>
                    <a:pt x="3912" y="780"/>
                  </a:lnTo>
                  <a:lnTo>
                    <a:pt x="3931" y="775"/>
                  </a:lnTo>
                  <a:lnTo>
                    <a:pt x="3931" y="784"/>
                  </a:lnTo>
                  <a:lnTo>
                    <a:pt x="3928" y="784"/>
                  </a:lnTo>
                  <a:lnTo>
                    <a:pt x="3922" y="787"/>
                  </a:lnTo>
                  <a:lnTo>
                    <a:pt x="3915" y="791"/>
                  </a:lnTo>
                  <a:lnTo>
                    <a:pt x="3908" y="794"/>
                  </a:lnTo>
                  <a:lnTo>
                    <a:pt x="3914" y="806"/>
                  </a:lnTo>
                  <a:lnTo>
                    <a:pt x="3921" y="817"/>
                  </a:lnTo>
                  <a:lnTo>
                    <a:pt x="3924" y="827"/>
                  </a:lnTo>
                  <a:lnTo>
                    <a:pt x="3928" y="845"/>
                  </a:lnTo>
                  <a:lnTo>
                    <a:pt x="3924" y="845"/>
                  </a:lnTo>
                  <a:lnTo>
                    <a:pt x="3924" y="848"/>
                  </a:lnTo>
                  <a:lnTo>
                    <a:pt x="3921" y="846"/>
                  </a:lnTo>
                  <a:lnTo>
                    <a:pt x="3919" y="846"/>
                  </a:lnTo>
                  <a:lnTo>
                    <a:pt x="3919" y="846"/>
                  </a:lnTo>
                  <a:lnTo>
                    <a:pt x="3919" y="845"/>
                  </a:lnTo>
                  <a:lnTo>
                    <a:pt x="3917" y="845"/>
                  </a:lnTo>
                  <a:lnTo>
                    <a:pt x="3907" y="834"/>
                  </a:lnTo>
                  <a:lnTo>
                    <a:pt x="3898" y="822"/>
                  </a:lnTo>
                  <a:lnTo>
                    <a:pt x="3889" y="810"/>
                  </a:lnTo>
                  <a:lnTo>
                    <a:pt x="3889" y="848"/>
                  </a:lnTo>
                  <a:lnTo>
                    <a:pt x="3874" y="848"/>
                  </a:lnTo>
                  <a:lnTo>
                    <a:pt x="3874" y="846"/>
                  </a:lnTo>
                  <a:lnTo>
                    <a:pt x="3872" y="846"/>
                  </a:lnTo>
                  <a:lnTo>
                    <a:pt x="3872" y="846"/>
                  </a:lnTo>
                  <a:lnTo>
                    <a:pt x="3872" y="846"/>
                  </a:lnTo>
                  <a:lnTo>
                    <a:pt x="3872" y="845"/>
                  </a:lnTo>
                  <a:lnTo>
                    <a:pt x="3870" y="845"/>
                  </a:lnTo>
                  <a:lnTo>
                    <a:pt x="3872" y="832"/>
                  </a:lnTo>
                  <a:lnTo>
                    <a:pt x="3870" y="825"/>
                  </a:lnTo>
                  <a:lnTo>
                    <a:pt x="3867" y="819"/>
                  </a:lnTo>
                  <a:lnTo>
                    <a:pt x="3863" y="810"/>
                  </a:lnTo>
                  <a:lnTo>
                    <a:pt x="3863" y="801"/>
                  </a:lnTo>
                  <a:lnTo>
                    <a:pt x="3868" y="791"/>
                  </a:lnTo>
                  <a:lnTo>
                    <a:pt x="3875" y="777"/>
                  </a:lnTo>
                  <a:lnTo>
                    <a:pt x="3882" y="764"/>
                  </a:lnTo>
                  <a:lnTo>
                    <a:pt x="3889" y="754"/>
                  </a:lnTo>
                  <a:lnTo>
                    <a:pt x="3893" y="749"/>
                  </a:lnTo>
                  <a:lnTo>
                    <a:pt x="3910" y="754"/>
                  </a:lnTo>
                  <a:lnTo>
                    <a:pt x="3921" y="754"/>
                  </a:lnTo>
                  <a:lnTo>
                    <a:pt x="3929" y="752"/>
                  </a:lnTo>
                  <a:lnTo>
                    <a:pt x="3940" y="749"/>
                  </a:lnTo>
                  <a:lnTo>
                    <a:pt x="3950" y="743"/>
                  </a:lnTo>
                  <a:lnTo>
                    <a:pt x="3952" y="743"/>
                  </a:lnTo>
                  <a:close/>
                  <a:moveTo>
                    <a:pt x="3989" y="740"/>
                  </a:moveTo>
                  <a:lnTo>
                    <a:pt x="3996" y="743"/>
                  </a:lnTo>
                  <a:lnTo>
                    <a:pt x="3999" y="745"/>
                  </a:lnTo>
                  <a:lnTo>
                    <a:pt x="4003" y="749"/>
                  </a:lnTo>
                  <a:lnTo>
                    <a:pt x="4004" y="752"/>
                  </a:lnTo>
                  <a:lnTo>
                    <a:pt x="4004" y="759"/>
                  </a:lnTo>
                  <a:lnTo>
                    <a:pt x="4004" y="768"/>
                  </a:lnTo>
                  <a:lnTo>
                    <a:pt x="4001" y="770"/>
                  </a:lnTo>
                  <a:lnTo>
                    <a:pt x="3999" y="771"/>
                  </a:lnTo>
                  <a:lnTo>
                    <a:pt x="3999" y="773"/>
                  </a:lnTo>
                  <a:lnTo>
                    <a:pt x="3999" y="775"/>
                  </a:lnTo>
                  <a:lnTo>
                    <a:pt x="3999" y="777"/>
                  </a:lnTo>
                  <a:lnTo>
                    <a:pt x="3999" y="778"/>
                  </a:lnTo>
                  <a:lnTo>
                    <a:pt x="3998" y="780"/>
                  </a:lnTo>
                  <a:lnTo>
                    <a:pt x="3994" y="784"/>
                  </a:lnTo>
                  <a:lnTo>
                    <a:pt x="3994" y="775"/>
                  </a:lnTo>
                  <a:lnTo>
                    <a:pt x="3987" y="764"/>
                  </a:lnTo>
                  <a:lnTo>
                    <a:pt x="3987" y="752"/>
                  </a:lnTo>
                  <a:lnTo>
                    <a:pt x="3989" y="740"/>
                  </a:lnTo>
                  <a:close/>
                  <a:moveTo>
                    <a:pt x="3533" y="691"/>
                  </a:moveTo>
                  <a:lnTo>
                    <a:pt x="3566" y="695"/>
                  </a:lnTo>
                  <a:lnTo>
                    <a:pt x="3579" y="710"/>
                  </a:lnTo>
                  <a:lnTo>
                    <a:pt x="3593" y="719"/>
                  </a:lnTo>
                  <a:lnTo>
                    <a:pt x="3607" y="728"/>
                  </a:lnTo>
                  <a:lnTo>
                    <a:pt x="3624" y="736"/>
                  </a:lnTo>
                  <a:lnTo>
                    <a:pt x="3629" y="740"/>
                  </a:lnTo>
                  <a:lnTo>
                    <a:pt x="3629" y="742"/>
                  </a:lnTo>
                  <a:lnTo>
                    <a:pt x="3631" y="742"/>
                  </a:lnTo>
                  <a:lnTo>
                    <a:pt x="3638" y="749"/>
                  </a:lnTo>
                  <a:lnTo>
                    <a:pt x="3650" y="763"/>
                  </a:lnTo>
                  <a:lnTo>
                    <a:pt x="3661" y="778"/>
                  </a:lnTo>
                  <a:lnTo>
                    <a:pt x="3673" y="796"/>
                  </a:lnTo>
                  <a:lnTo>
                    <a:pt x="3690" y="810"/>
                  </a:lnTo>
                  <a:lnTo>
                    <a:pt x="3687" y="827"/>
                  </a:lnTo>
                  <a:lnTo>
                    <a:pt x="3687" y="848"/>
                  </a:lnTo>
                  <a:lnTo>
                    <a:pt x="3701" y="850"/>
                  </a:lnTo>
                  <a:lnTo>
                    <a:pt x="3710" y="853"/>
                  </a:lnTo>
                  <a:lnTo>
                    <a:pt x="3716" y="859"/>
                  </a:lnTo>
                  <a:lnTo>
                    <a:pt x="3725" y="864"/>
                  </a:lnTo>
                  <a:lnTo>
                    <a:pt x="3736" y="864"/>
                  </a:lnTo>
                  <a:lnTo>
                    <a:pt x="3744" y="860"/>
                  </a:lnTo>
                  <a:lnTo>
                    <a:pt x="3751" y="857"/>
                  </a:lnTo>
                  <a:lnTo>
                    <a:pt x="3758" y="855"/>
                  </a:lnTo>
                  <a:lnTo>
                    <a:pt x="3774" y="860"/>
                  </a:lnTo>
                  <a:lnTo>
                    <a:pt x="3792" y="867"/>
                  </a:lnTo>
                  <a:lnTo>
                    <a:pt x="3809" y="876"/>
                  </a:lnTo>
                  <a:lnTo>
                    <a:pt x="3825" y="883"/>
                  </a:lnTo>
                  <a:lnTo>
                    <a:pt x="3823" y="883"/>
                  </a:lnTo>
                  <a:lnTo>
                    <a:pt x="3821" y="885"/>
                  </a:lnTo>
                  <a:lnTo>
                    <a:pt x="3821" y="885"/>
                  </a:lnTo>
                  <a:lnTo>
                    <a:pt x="3819" y="885"/>
                  </a:lnTo>
                  <a:lnTo>
                    <a:pt x="3816" y="887"/>
                  </a:lnTo>
                  <a:lnTo>
                    <a:pt x="3806" y="890"/>
                  </a:lnTo>
                  <a:lnTo>
                    <a:pt x="3786" y="890"/>
                  </a:lnTo>
                  <a:lnTo>
                    <a:pt x="3764" y="887"/>
                  </a:lnTo>
                  <a:lnTo>
                    <a:pt x="3741" y="881"/>
                  </a:lnTo>
                  <a:lnTo>
                    <a:pt x="3716" y="876"/>
                  </a:lnTo>
                  <a:lnTo>
                    <a:pt x="3697" y="871"/>
                  </a:lnTo>
                  <a:lnTo>
                    <a:pt x="3682" y="864"/>
                  </a:lnTo>
                  <a:lnTo>
                    <a:pt x="3675" y="860"/>
                  </a:lnTo>
                  <a:lnTo>
                    <a:pt x="3678" y="857"/>
                  </a:lnTo>
                  <a:lnTo>
                    <a:pt x="3678" y="857"/>
                  </a:lnTo>
                  <a:lnTo>
                    <a:pt x="3680" y="855"/>
                  </a:lnTo>
                  <a:lnTo>
                    <a:pt x="3682" y="852"/>
                  </a:lnTo>
                  <a:lnTo>
                    <a:pt x="3661" y="846"/>
                  </a:lnTo>
                  <a:lnTo>
                    <a:pt x="3643" y="836"/>
                  </a:lnTo>
                  <a:lnTo>
                    <a:pt x="3627" y="820"/>
                  </a:lnTo>
                  <a:lnTo>
                    <a:pt x="3615" y="803"/>
                  </a:lnTo>
                  <a:lnTo>
                    <a:pt x="3603" y="784"/>
                  </a:lnTo>
                  <a:lnTo>
                    <a:pt x="3593" y="764"/>
                  </a:lnTo>
                  <a:lnTo>
                    <a:pt x="3582" y="749"/>
                  </a:lnTo>
                  <a:lnTo>
                    <a:pt x="3572" y="736"/>
                  </a:lnTo>
                  <a:lnTo>
                    <a:pt x="3561" y="728"/>
                  </a:lnTo>
                  <a:lnTo>
                    <a:pt x="3549" y="717"/>
                  </a:lnTo>
                  <a:lnTo>
                    <a:pt x="3538" y="707"/>
                  </a:lnTo>
                  <a:lnTo>
                    <a:pt x="3533" y="691"/>
                  </a:lnTo>
                  <a:close/>
                  <a:moveTo>
                    <a:pt x="3832" y="672"/>
                  </a:moveTo>
                  <a:lnTo>
                    <a:pt x="3842" y="675"/>
                  </a:lnTo>
                  <a:lnTo>
                    <a:pt x="3854" y="682"/>
                  </a:lnTo>
                  <a:lnTo>
                    <a:pt x="3865" y="693"/>
                  </a:lnTo>
                  <a:lnTo>
                    <a:pt x="3870" y="702"/>
                  </a:lnTo>
                  <a:lnTo>
                    <a:pt x="3865" y="705"/>
                  </a:lnTo>
                  <a:lnTo>
                    <a:pt x="3860" y="710"/>
                  </a:lnTo>
                  <a:lnTo>
                    <a:pt x="3854" y="714"/>
                  </a:lnTo>
                  <a:lnTo>
                    <a:pt x="3847" y="717"/>
                  </a:lnTo>
                  <a:lnTo>
                    <a:pt x="3853" y="733"/>
                  </a:lnTo>
                  <a:lnTo>
                    <a:pt x="3860" y="745"/>
                  </a:lnTo>
                  <a:lnTo>
                    <a:pt x="3867" y="759"/>
                  </a:lnTo>
                  <a:lnTo>
                    <a:pt x="3861" y="761"/>
                  </a:lnTo>
                  <a:lnTo>
                    <a:pt x="3858" y="761"/>
                  </a:lnTo>
                  <a:lnTo>
                    <a:pt x="3856" y="761"/>
                  </a:lnTo>
                  <a:lnTo>
                    <a:pt x="3856" y="761"/>
                  </a:lnTo>
                  <a:lnTo>
                    <a:pt x="3854" y="763"/>
                  </a:lnTo>
                  <a:lnTo>
                    <a:pt x="3853" y="764"/>
                  </a:lnTo>
                  <a:lnTo>
                    <a:pt x="3851" y="768"/>
                  </a:lnTo>
                  <a:lnTo>
                    <a:pt x="3842" y="784"/>
                  </a:lnTo>
                  <a:lnTo>
                    <a:pt x="3837" y="803"/>
                  </a:lnTo>
                  <a:lnTo>
                    <a:pt x="3828" y="820"/>
                  </a:lnTo>
                  <a:lnTo>
                    <a:pt x="3823" y="824"/>
                  </a:lnTo>
                  <a:lnTo>
                    <a:pt x="3818" y="824"/>
                  </a:lnTo>
                  <a:lnTo>
                    <a:pt x="3812" y="825"/>
                  </a:lnTo>
                  <a:lnTo>
                    <a:pt x="3806" y="825"/>
                  </a:lnTo>
                  <a:lnTo>
                    <a:pt x="3795" y="819"/>
                  </a:lnTo>
                  <a:lnTo>
                    <a:pt x="3785" y="817"/>
                  </a:lnTo>
                  <a:lnTo>
                    <a:pt x="3772" y="817"/>
                  </a:lnTo>
                  <a:lnTo>
                    <a:pt x="3760" y="815"/>
                  </a:lnTo>
                  <a:lnTo>
                    <a:pt x="3748" y="810"/>
                  </a:lnTo>
                  <a:lnTo>
                    <a:pt x="3736" y="794"/>
                  </a:lnTo>
                  <a:lnTo>
                    <a:pt x="3727" y="773"/>
                  </a:lnTo>
                  <a:lnTo>
                    <a:pt x="3725" y="749"/>
                  </a:lnTo>
                  <a:lnTo>
                    <a:pt x="3734" y="745"/>
                  </a:lnTo>
                  <a:lnTo>
                    <a:pt x="3741" y="745"/>
                  </a:lnTo>
                  <a:lnTo>
                    <a:pt x="3748" y="747"/>
                  </a:lnTo>
                  <a:lnTo>
                    <a:pt x="3755" y="743"/>
                  </a:lnTo>
                  <a:lnTo>
                    <a:pt x="3764" y="729"/>
                  </a:lnTo>
                  <a:lnTo>
                    <a:pt x="3786" y="726"/>
                  </a:lnTo>
                  <a:lnTo>
                    <a:pt x="3790" y="723"/>
                  </a:lnTo>
                  <a:lnTo>
                    <a:pt x="3793" y="719"/>
                  </a:lnTo>
                  <a:lnTo>
                    <a:pt x="3793" y="717"/>
                  </a:lnTo>
                  <a:lnTo>
                    <a:pt x="3795" y="716"/>
                  </a:lnTo>
                  <a:lnTo>
                    <a:pt x="3795" y="714"/>
                  </a:lnTo>
                  <a:lnTo>
                    <a:pt x="3795" y="712"/>
                  </a:lnTo>
                  <a:lnTo>
                    <a:pt x="3797" y="710"/>
                  </a:lnTo>
                  <a:lnTo>
                    <a:pt x="3797" y="710"/>
                  </a:lnTo>
                  <a:lnTo>
                    <a:pt x="3800" y="710"/>
                  </a:lnTo>
                  <a:lnTo>
                    <a:pt x="3806" y="710"/>
                  </a:lnTo>
                  <a:lnTo>
                    <a:pt x="3812" y="710"/>
                  </a:lnTo>
                  <a:lnTo>
                    <a:pt x="3816" y="698"/>
                  </a:lnTo>
                  <a:lnTo>
                    <a:pt x="3821" y="689"/>
                  </a:lnTo>
                  <a:lnTo>
                    <a:pt x="3826" y="681"/>
                  </a:lnTo>
                  <a:lnTo>
                    <a:pt x="3832" y="672"/>
                  </a:lnTo>
                  <a:close/>
                  <a:moveTo>
                    <a:pt x="3329" y="649"/>
                  </a:moveTo>
                  <a:lnTo>
                    <a:pt x="3339" y="656"/>
                  </a:lnTo>
                  <a:lnTo>
                    <a:pt x="3345" y="668"/>
                  </a:lnTo>
                  <a:lnTo>
                    <a:pt x="3345" y="686"/>
                  </a:lnTo>
                  <a:lnTo>
                    <a:pt x="3345" y="688"/>
                  </a:lnTo>
                  <a:lnTo>
                    <a:pt x="3346" y="688"/>
                  </a:lnTo>
                  <a:lnTo>
                    <a:pt x="3348" y="689"/>
                  </a:lnTo>
                  <a:lnTo>
                    <a:pt x="3348" y="689"/>
                  </a:lnTo>
                  <a:lnTo>
                    <a:pt x="3348" y="691"/>
                  </a:lnTo>
                  <a:lnTo>
                    <a:pt x="3348" y="695"/>
                  </a:lnTo>
                  <a:lnTo>
                    <a:pt x="3345" y="695"/>
                  </a:lnTo>
                  <a:lnTo>
                    <a:pt x="3341" y="696"/>
                  </a:lnTo>
                  <a:lnTo>
                    <a:pt x="3339" y="700"/>
                  </a:lnTo>
                  <a:lnTo>
                    <a:pt x="3336" y="702"/>
                  </a:lnTo>
                  <a:lnTo>
                    <a:pt x="3334" y="702"/>
                  </a:lnTo>
                  <a:lnTo>
                    <a:pt x="3332" y="700"/>
                  </a:lnTo>
                  <a:lnTo>
                    <a:pt x="3331" y="700"/>
                  </a:lnTo>
                  <a:lnTo>
                    <a:pt x="3331" y="700"/>
                  </a:lnTo>
                  <a:lnTo>
                    <a:pt x="3329" y="698"/>
                  </a:lnTo>
                  <a:lnTo>
                    <a:pt x="3322" y="684"/>
                  </a:lnTo>
                  <a:lnTo>
                    <a:pt x="3322" y="663"/>
                  </a:lnTo>
                  <a:lnTo>
                    <a:pt x="3324" y="660"/>
                  </a:lnTo>
                  <a:lnTo>
                    <a:pt x="3326" y="658"/>
                  </a:lnTo>
                  <a:lnTo>
                    <a:pt x="3327" y="654"/>
                  </a:lnTo>
                  <a:lnTo>
                    <a:pt x="3329" y="649"/>
                  </a:lnTo>
                  <a:close/>
                  <a:moveTo>
                    <a:pt x="3956" y="628"/>
                  </a:moveTo>
                  <a:lnTo>
                    <a:pt x="3964" y="637"/>
                  </a:lnTo>
                  <a:lnTo>
                    <a:pt x="3970" y="647"/>
                  </a:lnTo>
                  <a:lnTo>
                    <a:pt x="3970" y="663"/>
                  </a:lnTo>
                  <a:lnTo>
                    <a:pt x="3971" y="667"/>
                  </a:lnTo>
                  <a:lnTo>
                    <a:pt x="3973" y="667"/>
                  </a:lnTo>
                  <a:lnTo>
                    <a:pt x="3973" y="668"/>
                  </a:lnTo>
                  <a:lnTo>
                    <a:pt x="3973" y="668"/>
                  </a:lnTo>
                  <a:lnTo>
                    <a:pt x="3971" y="668"/>
                  </a:lnTo>
                  <a:lnTo>
                    <a:pt x="3970" y="672"/>
                  </a:lnTo>
                  <a:lnTo>
                    <a:pt x="3970" y="675"/>
                  </a:lnTo>
                  <a:lnTo>
                    <a:pt x="3968" y="675"/>
                  </a:lnTo>
                  <a:lnTo>
                    <a:pt x="3968" y="677"/>
                  </a:lnTo>
                  <a:lnTo>
                    <a:pt x="3968" y="677"/>
                  </a:lnTo>
                  <a:lnTo>
                    <a:pt x="3968" y="677"/>
                  </a:lnTo>
                  <a:lnTo>
                    <a:pt x="3966" y="677"/>
                  </a:lnTo>
                  <a:lnTo>
                    <a:pt x="3963" y="679"/>
                  </a:lnTo>
                  <a:lnTo>
                    <a:pt x="3961" y="675"/>
                  </a:lnTo>
                  <a:lnTo>
                    <a:pt x="3961" y="674"/>
                  </a:lnTo>
                  <a:lnTo>
                    <a:pt x="3961" y="674"/>
                  </a:lnTo>
                  <a:lnTo>
                    <a:pt x="3961" y="674"/>
                  </a:lnTo>
                  <a:lnTo>
                    <a:pt x="3959" y="674"/>
                  </a:lnTo>
                  <a:lnTo>
                    <a:pt x="3957" y="674"/>
                  </a:lnTo>
                  <a:lnTo>
                    <a:pt x="3956" y="672"/>
                  </a:lnTo>
                  <a:lnTo>
                    <a:pt x="3956" y="675"/>
                  </a:lnTo>
                  <a:lnTo>
                    <a:pt x="3957" y="677"/>
                  </a:lnTo>
                  <a:lnTo>
                    <a:pt x="3959" y="679"/>
                  </a:lnTo>
                  <a:lnTo>
                    <a:pt x="3961" y="681"/>
                  </a:lnTo>
                  <a:lnTo>
                    <a:pt x="3961" y="681"/>
                  </a:lnTo>
                  <a:lnTo>
                    <a:pt x="3959" y="682"/>
                  </a:lnTo>
                  <a:lnTo>
                    <a:pt x="3959" y="684"/>
                  </a:lnTo>
                  <a:lnTo>
                    <a:pt x="3959" y="686"/>
                  </a:lnTo>
                  <a:lnTo>
                    <a:pt x="3959" y="691"/>
                  </a:lnTo>
                  <a:lnTo>
                    <a:pt x="3950" y="691"/>
                  </a:lnTo>
                  <a:lnTo>
                    <a:pt x="3950" y="686"/>
                  </a:lnTo>
                  <a:lnTo>
                    <a:pt x="3945" y="684"/>
                  </a:lnTo>
                  <a:lnTo>
                    <a:pt x="3940" y="681"/>
                  </a:lnTo>
                  <a:lnTo>
                    <a:pt x="3938" y="677"/>
                  </a:lnTo>
                  <a:lnTo>
                    <a:pt x="3936" y="672"/>
                  </a:lnTo>
                  <a:lnTo>
                    <a:pt x="3935" y="667"/>
                  </a:lnTo>
                  <a:lnTo>
                    <a:pt x="3931" y="660"/>
                  </a:lnTo>
                  <a:lnTo>
                    <a:pt x="3926" y="663"/>
                  </a:lnTo>
                  <a:lnTo>
                    <a:pt x="3919" y="667"/>
                  </a:lnTo>
                  <a:lnTo>
                    <a:pt x="3912" y="668"/>
                  </a:lnTo>
                  <a:lnTo>
                    <a:pt x="3905" y="672"/>
                  </a:lnTo>
                  <a:lnTo>
                    <a:pt x="3905" y="663"/>
                  </a:lnTo>
                  <a:lnTo>
                    <a:pt x="3907" y="661"/>
                  </a:lnTo>
                  <a:lnTo>
                    <a:pt x="3907" y="661"/>
                  </a:lnTo>
                  <a:lnTo>
                    <a:pt x="3907" y="660"/>
                  </a:lnTo>
                  <a:lnTo>
                    <a:pt x="3908" y="660"/>
                  </a:lnTo>
                  <a:lnTo>
                    <a:pt x="3908" y="656"/>
                  </a:lnTo>
                  <a:lnTo>
                    <a:pt x="3922" y="651"/>
                  </a:lnTo>
                  <a:lnTo>
                    <a:pt x="3935" y="647"/>
                  </a:lnTo>
                  <a:lnTo>
                    <a:pt x="3947" y="640"/>
                  </a:lnTo>
                  <a:lnTo>
                    <a:pt x="3956" y="628"/>
                  </a:lnTo>
                  <a:close/>
                  <a:moveTo>
                    <a:pt x="1243" y="628"/>
                  </a:moveTo>
                  <a:lnTo>
                    <a:pt x="1245" y="633"/>
                  </a:lnTo>
                  <a:lnTo>
                    <a:pt x="1245" y="635"/>
                  </a:lnTo>
                  <a:lnTo>
                    <a:pt x="1245" y="637"/>
                  </a:lnTo>
                  <a:lnTo>
                    <a:pt x="1245" y="637"/>
                  </a:lnTo>
                  <a:lnTo>
                    <a:pt x="1247" y="639"/>
                  </a:lnTo>
                  <a:lnTo>
                    <a:pt x="1248" y="639"/>
                  </a:lnTo>
                  <a:lnTo>
                    <a:pt x="1252" y="640"/>
                  </a:lnTo>
                  <a:lnTo>
                    <a:pt x="1252" y="633"/>
                  </a:lnTo>
                  <a:lnTo>
                    <a:pt x="1243" y="628"/>
                  </a:lnTo>
                  <a:close/>
                  <a:moveTo>
                    <a:pt x="3870" y="609"/>
                  </a:moveTo>
                  <a:lnTo>
                    <a:pt x="3874" y="613"/>
                  </a:lnTo>
                  <a:lnTo>
                    <a:pt x="3875" y="613"/>
                  </a:lnTo>
                  <a:lnTo>
                    <a:pt x="3877" y="613"/>
                  </a:lnTo>
                  <a:lnTo>
                    <a:pt x="3877" y="614"/>
                  </a:lnTo>
                  <a:lnTo>
                    <a:pt x="3877" y="614"/>
                  </a:lnTo>
                  <a:lnTo>
                    <a:pt x="3877" y="618"/>
                  </a:lnTo>
                  <a:lnTo>
                    <a:pt x="3879" y="621"/>
                  </a:lnTo>
                  <a:lnTo>
                    <a:pt x="3868" y="630"/>
                  </a:lnTo>
                  <a:lnTo>
                    <a:pt x="3861" y="639"/>
                  </a:lnTo>
                  <a:lnTo>
                    <a:pt x="3853" y="646"/>
                  </a:lnTo>
                  <a:lnTo>
                    <a:pt x="3840" y="653"/>
                  </a:lnTo>
                  <a:lnTo>
                    <a:pt x="3840" y="649"/>
                  </a:lnTo>
                  <a:lnTo>
                    <a:pt x="3851" y="637"/>
                  </a:lnTo>
                  <a:lnTo>
                    <a:pt x="3863" y="625"/>
                  </a:lnTo>
                  <a:lnTo>
                    <a:pt x="3870" y="609"/>
                  </a:lnTo>
                  <a:close/>
                  <a:moveTo>
                    <a:pt x="1371" y="517"/>
                  </a:moveTo>
                  <a:lnTo>
                    <a:pt x="1378" y="518"/>
                  </a:lnTo>
                  <a:lnTo>
                    <a:pt x="1386" y="522"/>
                  </a:lnTo>
                  <a:lnTo>
                    <a:pt x="1383" y="524"/>
                  </a:lnTo>
                  <a:lnTo>
                    <a:pt x="1381" y="527"/>
                  </a:lnTo>
                  <a:lnTo>
                    <a:pt x="1378" y="529"/>
                  </a:lnTo>
                  <a:lnTo>
                    <a:pt x="1372" y="529"/>
                  </a:lnTo>
                  <a:lnTo>
                    <a:pt x="1367" y="527"/>
                  </a:lnTo>
                  <a:lnTo>
                    <a:pt x="1362" y="527"/>
                  </a:lnTo>
                  <a:lnTo>
                    <a:pt x="1357" y="527"/>
                  </a:lnTo>
                  <a:lnTo>
                    <a:pt x="1351" y="529"/>
                  </a:lnTo>
                  <a:lnTo>
                    <a:pt x="1351" y="518"/>
                  </a:lnTo>
                  <a:lnTo>
                    <a:pt x="1364" y="517"/>
                  </a:lnTo>
                  <a:lnTo>
                    <a:pt x="1371" y="517"/>
                  </a:lnTo>
                  <a:close/>
                  <a:moveTo>
                    <a:pt x="3912" y="506"/>
                  </a:moveTo>
                  <a:lnTo>
                    <a:pt x="3912" y="524"/>
                  </a:lnTo>
                  <a:lnTo>
                    <a:pt x="3910" y="536"/>
                  </a:lnTo>
                  <a:lnTo>
                    <a:pt x="3907" y="546"/>
                  </a:lnTo>
                  <a:lnTo>
                    <a:pt x="3905" y="564"/>
                  </a:lnTo>
                  <a:lnTo>
                    <a:pt x="3908" y="564"/>
                  </a:lnTo>
                  <a:lnTo>
                    <a:pt x="3908" y="567"/>
                  </a:lnTo>
                  <a:lnTo>
                    <a:pt x="3915" y="567"/>
                  </a:lnTo>
                  <a:lnTo>
                    <a:pt x="3919" y="567"/>
                  </a:lnTo>
                  <a:lnTo>
                    <a:pt x="3922" y="567"/>
                  </a:lnTo>
                  <a:lnTo>
                    <a:pt x="3926" y="569"/>
                  </a:lnTo>
                  <a:lnTo>
                    <a:pt x="3929" y="571"/>
                  </a:lnTo>
                  <a:lnTo>
                    <a:pt x="3936" y="572"/>
                  </a:lnTo>
                  <a:lnTo>
                    <a:pt x="3940" y="585"/>
                  </a:lnTo>
                  <a:lnTo>
                    <a:pt x="3947" y="593"/>
                  </a:lnTo>
                  <a:lnTo>
                    <a:pt x="3956" y="602"/>
                  </a:lnTo>
                  <a:lnTo>
                    <a:pt x="3963" y="614"/>
                  </a:lnTo>
                  <a:lnTo>
                    <a:pt x="3957" y="616"/>
                  </a:lnTo>
                  <a:lnTo>
                    <a:pt x="3954" y="618"/>
                  </a:lnTo>
                  <a:lnTo>
                    <a:pt x="3952" y="618"/>
                  </a:lnTo>
                  <a:lnTo>
                    <a:pt x="3952" y="620"/>
                  </a:lnTo>
                  <a:lnTo>
                    <a:pt x="3952" y="621"/>
                  </a:lnTo>
                  <a:lnTo>
                    <a:pt x="3952" y="621"/>
                  </a:lnTo>
                  <a:lnTo>
                    <a:pt x="3952" y="623"/>
                  </a:lnTo>
                  <a:lnTo>
                    <a:pt x="3949" y="623"/>
                  </a:lnTo>
                  <a:lnTo>
                    <a:pt x="3943" y="625"/>
                  </a:lnTo>
                  <a:lnTo>
                    <a:pt x="3942" y="621"/>
                  </a:lnTo>
                  <a:lnTo>
                    <a:pt x="3942" y="621"/>
                  </a:lnTo>
                  <a:lnTo>
                    <a:pt x="3942" y="620"/>
                  </a:lnTo>
                  <a:lnTo>
                    <a:pt x="3942" y="620"/>
                  </a:lnTo>
                  <a:lnTo>
                    <a:pt x="3940" y="620"/>
                  </a:lnTo>
                  <a:lnTo>
                    <a:pt x="3938" y="620"/>
                  </a:lnTo>
                  <a:lnTo>
                    <a:pt x="3936" y="618"/>
                  </a:lnTo>
                  <a:lnTo>
                    <a:pt x="3933" y="625"/>
                  </a:lnTo>
                  <a:lnTo>
                    <a:pt x="3931" y="630"/>
                  </a:lnTo>
                  <a:lnTo>
                    <a:pt x="3928" y="635"/>
                  </a:lnTo>
                  <a:lnTo>
                    <a:pt x="3922" y="637"/>
                  </a:lnTo>
                  <a:lnTo>
                    <a:pt x="3917" y="640"/>
                  </a:lnTo>
                  <a:lnTo>
                    <a:pt x="3917" y="637"/>
                  </a:lnTo>
                  <a:lnTo>
                    <a:pt x="3914" y="633"/>
                  </a:lnTo>
                  <a:lnTo>
                    <a:pt x="3914" y="630"/>
                  </a:lnTo>
                  <a:lnTo>
                    <a:pt x="3914" y="628"/>
                  </a:lnTo>
                  <a:lnTo>
                    <a:pt x="3914" y="627"/>
                  </a:lnTo>
                  <a:lnTo>
                    <a:pt x="3914" y="627"/>
                  </a:lnTo>
                  <a:lnTo>
                    <a:pt x="3914" y="625"/>
                  </a:lnTo>
                  <a:lnTo>
                    <a:pt x="3912" y="623"/>
                  </a:lnTo>
                  <a:lnTo>
                    <a:pt x="3910" y="623"/>
                  </a:lnTo>
                  <a:lnTo>
                    <a:pt x="3905" y="621"/>
                  </a:lnTo>
                  <a:lnTo>
                    <a:pt x="3905" y="616"/>
                  </a:lnTo>
                  <a:lnTo>
                    <a:pt x="3905" y="611"/>
                  </a:lnTo>
                  <a:lnTo>
                    <a:pt x="3907" y="607"/>
                  </a:lnTo>
                  <a:lnTo>
                    <a:pt x="3907" y="606"/>
                  </a:lnTo>
                  <a:lnTo>
                    <a:pt x="3908" y="604"/>
                  </a:lnTo>
                  <a:lnTo>
                    <a:pt x="3912" y="604"/>
                  </a:lnTo>
                  <a:lnTo>
                    <a:pt x="3917" y="602"/>
                  </a:lnTo>
                  <a:lnTo>
                    <a:pt x="3924" y="602"/>
                  </a:lnTo>
                  <a:lnTo>
                    <a:pt x="3924" y="614"/>
                  </a:lnTo>
                  <a:lnTo>
                    <a:pt x="3936" y="614"/>
                  </a:lnTo>
                  <a:lnTo>
                    <a:pt x="3936" y="611"/>
                  </a:lnTo>
                  <a:lnTo>
                    <a:pt x="3938" y="607"/>
                  </a:lnTo>
                  <a:lnTo>
                    <a:pt x="3940" y="606"/>
                  </a:lnTo>
                  <a:lnTo>
                    <a:pt x="3940" y="604"/>
                  </a:lnTo>
                  <a:lnTo>
                    <a:pt x="3942" y="602"/>
                  </a:lnTo>
                  <a:lnTo>
                    <a:pt x="3943" y="599"/>
                  </a:lnTo>
                  <a:lnTo>
                    <a:pt x="3940" y="599"/>
                  </a:lnTo>
                  <a:lnTo>
                    <a:pt x="3922" y="585"/>
                  </a:lnTo>
                  <a:lnTo>
                    <a:pt x="3902" y="576"/>
                  </a:lnTo>
                  <a:lnTo>
                    <a:pt x="3902" y="583"/>
                  </a:lnTo>
                  <a:lnTo>
                    <a:pt x="3900" y="588"/>
                  </a:lnTo>
                  <a:lnTo>
                    <a:pt x="3898" y="593"/>
                  </a:lnTo>
                  <a:lnTo>
                    <a:pt x="3898" y="599"/>
                  </a:lnTo>
                  <a:lnTo>
                    <a:pt x="3896" y="597"/>
                  </a:lnTo>
                  <a:lnTo>
                    <a:pt x="3895" y="595"/>
                  </a:lnTo>
                  <a:lnTo>
                    <a:pt x="3895" y="595"/>
                  </a:lnTo>
                  <a:lnTo>
                    <a:pt x="3895" y="593"/>
                  </a:lnTo>
                  <a:lnTo>
                    <a:pt x="3893" y="592"/>
                  </a:lnTo>
                  <a:lnTo>
                    <a:pt x="3888" y="579"/>
                  </a:lnTo>
                  <a:lnTo>
                    <a:pt x="3882" y="564"/>
                  </a:lnTo>
                  <a:lnTo>
                    <a:pt x="3881" y="544"/>
                  </a:lnTo>
                  <a:lnTo>
                    <a:pt x="3882" y="527"/>
                  </a:lnTo>
                  <a:lnTo>
                    <a:pt x="3889" y="510"/>
                  </a:lnTo>
                  <a:lnTo>
                    <a:pt x="3895" y="508"/>
                  </a:lnTo>
                  <a:lnTo>
                    <a:pt x="3900" y="506"/>
                  </a:lnTo>
                  <a:lnTo>
                    <a:pt x="3905" y="506"/>
                  </a:lnTo>
                  <a:lnTo>
                    <a:pt x="3912" y="506"/>
                  </a:lnTo>
                  <a:close/>
                  <a:moveTo>
                    <a:pt x="1306" y="506"/>
                  </a:moveTo>
                  <a:lnTo>
                    <a:pt x="1313" y="506"/>
                  </a:lnTo>
                  <a:lnTo>
                    <a:pt x="1320" y="508"/>
                  </a:lnTo>
                  <a:lnTo>
                    <a:pt x="1327" y="508"/>
                  </a:lnTo>
                  <a:lnTo>
                    <a:pt x="1332" y="510"/>
                  </a:lnTo>
                  <a:lnTo>
                    <a:pt x="1332" y="518"/>
                  </a:lnTo>
                  <a:lnTo>
                    <a:pt x="1306" y="518"/>
                  </a:lnTo>
                  <a:lnTo>
                    <a:pt x="1306" y="506"/>
                  </a:lnTo>
                  <a:close/>
                  <a:moveTo>
                    <a:pt x="1159" y="506"/>
                  </a:moveTo>
                  <a:lnTo>
                    <a:pt x="1168" y="508"/>
                  </a:lnTo>
                  <a:lnTo>
                    <a:pt x="1173" y="511"/>
                  </a:lnTo>
                  <a:lnTo>
                    <a:pt x="1180" y="515"/>
                  </a:lnTo>
                  <a:lnTo>
                    <a:pt x="1186" y="518"/>
                  </a:lnTo>
                  <a:lnTo>
                    <a:pt x="1186" y="522"/>
                  </a:lnTo>
                  <a:lnTo>
                    <a:pt x="1179" y="522"/>
                  </a:lnTo>
                  <a:lnTo>
                    <a:pt x="1173" y="524"/>
                  </a:lnTo>
                  <a:lnTo>
                    <a:pt x="1168" y="525"/>
                  </a:lnTo>
                  <a:lnTo>
                    <a:pt x="1165" y="524"/>
                  </a:lnTo>
                  <a:lnTo>
                    <a:pt x="1158" y="524"/>
                  </a:lnTo>
                  <a:lnTo>
                    <a:pt x="1152" y="522"/>
                  </a:lnTo>
                  <a:lnTo>
                    <a:pt x="1152" y="510"/>
                  </a:lnTo>
                  <a:lnTo>
                    <a:pt x="1154" y="510"/>
                  </a:lnTo>
                  <a:lnTo>
                    <a:pt x="1156" y="508"/>
                  </a:lnTo>
                  <a:lnTo>
                    <a:pt x="1158" y="508"/>
                  </a:lnTo>
                  <a:lnTo>
                    <a:pt x="1158" y="508"/>
                  </a:lnTo>
                  <a:lnTo>
                    <a:pt x="1159" y="506"/>
                  </a:lnTo>
                  <a:close/>
                  <a:moveTo>
                    <a:pt x="1220" y="490"/>
                  </a:moveTo>
                  <a:lnTo>
                    <a:pt x="1241" y="492"/>
                  </a:lnTo>
                  <a:lnTo>
                    <a:pt x="1259" y="496"/>
                  </a:lnTo>
                  <a:lnTo>
                    <a:pt x="1273" y="501"/>
                  </a:lnTo>
                  <a:lnTo>
                    <a:pt x="1290" y="506"/>
                  </a:lnTo>
                  <a:lnTo>
                    <a:pt x="1290" y="515"/>
                  </a:lnTo>
                  <a:lnTo>
                    <a:pt x="1283" y="515"/>
                  </a:lnTo>
                  <a:lnTo>
                    <a:pt x="1280" y="517"/>
                  </a:lnTo>
                  <a:lnTo>
                    <a:pt x="1275" y="518"/>
                  </a:lnTo>
                  <a:lnTo>
                    <a:pt x="1271" y="520"/>
                  </a:lnTo>
                  <a:lnTo>
                    <a:pt x="1268" y="522"/>
                  </a:lnTo>
                  <a:lnTo>
                    <a:pt x="1262" y="522"/>
                  </a:lnTo>
                  <a:lnTo>
                    <a:pt x="1262" y="520"/>
                  </a:lnTo>
                  <a:lnTo>
                    <a:pt x="1262" y="518"/>
                  </a:lnTo>
                  <a:lnTo>
                    <a:pt x="1261" y="517"/>
                  </a:lnTo>
                  <a:lnTo>
                    <a:pt x="1259" y="515"/>
                  </a:lnTo>
                  <a:lnTo>
                    <a:pt x="1257" y="513"/>
                  </a:lnTo>
                  <a:lnTo>
                    <a:pt x="1255" y="515"/>
                  </a:lnTo>
                  <a:lnTo>
                    <a:pt x="1252" y="525"/>
                  </a:lnTo>
                  <a:lnTo>
                    <a:pt x="1247" y="525"/>
                  </a:lnTo>
                  <a:lnTo>
                    <a:pt x="1234" y="524"/>
                  </a:lnTo>
                  <a:lnTo>
                    <a:pt x="1220" y="522"/>
                  </a:lnTo>
                  <a:lnTo>
                    <a:pt x="1210" y="522"/>
                  </a:lnTo>
                  <a:lnTo>
                    <a:pt x="1205" y="510"/>
                  </a:lnTo>
                  <a:lnTo>
                    <a:pt x="1214" y="510"/>
                  </a:lnTo>
                  <a:lnTo>
                    <a:pt x="1220" y="510"/>
                  </a:lnTo>
                  <a:lnTo>
                    <a:pt x="1227" y="508"/>
                  </a:lnTo>
                  <a:lnTo>
                    <a:pt x="1233" y="506"/>
                  </a:lnTo>
                  <a:lnTo>
                    <a:pt x="1229" y="504"/>
                  </a:lnTo>
                  <a:lnTo>
                    <a:pt x="1226" y="501"/>
                  </a:lnTo>
                  <a:lnTo>
                    <a:pt x="1224" y="499"/>
                  </a:lnTo>
                  <a:lnTo>
                    <a:pt x="1222" y="496"/>
                  </a:lnTo>
                  <a:lnTo>
                    <a:pt x="1220" y="490"/>
                  </a:lnTo>
                  <a:close/>
                  <a:moveTo>
                    <a:pt x="100" y="452"/>
                  </a:moveTo>
                  <a:lnTo>
                    <a:pt x="116" y="457"/>
                  </a:lnTo>
                  <a:lnTo>
                    <a:pt x="128" y="464"/>
                  </a:lnTo>
                  <a:lnTo>
                    <a:pt x="142" y="471"/>
                  </a:lnTo>
                  <a:lnTo>
                    <a:pt x="142" y="475"/>
                  </a:lnTo>
                  <a:lnTo>
                    <a:pt x="138" y="475"/>
                  </a:lnTo>
                  <a:lnTo>
                    <a:pt x="126" y="483"/>
                  </a:lnTo>
                  <a:lnTo>
                    <a:pt x="114" y="485"/>
                  </a:lnTo>
                  <a:lnTo>
                    <a:pt x="103" y="487"/>
                  </a:lnTo>
                  <a:lnTo>
                    <a:pt x="91" y="490"/>
                  </a:lnTo>
                  <a:lnTo>
                    <a:pt x="91" y="487"/>
                  </a:lnTo>
                  <a:lnTo>
                    <a:pt x="88" y="487"/>
                  </a:lnTo>
                  <a:lnTo>
                    <a:pt x="91" y="478"/>
                  </a:lnTo>
                  <a:lnTo>
                    <a:pt x="91" y="469"/>
                  </a:lnTo>
                  <a:lnTo>
                    <a:pt x="91" y="457"/>
                  </a:lnTo>
                  <a:lnTo>
                    <a:pt x="95" y="455"/>
                  </a:lnTo>
                  <a:lnTo>
                    <a:pt x="96" y="455"/>
                  </a:lnTo>
                  <a:lnTo>
                    <a:pt x="96" y="454"/>
                  </a:lnTo>
                  <a:lnTo>
                    <a:pt x="98" y="454"/>
                  </a:lnTo>
                  <a:lnTo>
                    <a:pt x="100" y="452"/>
                  </a:lnTo>
                  <a:close/>
                  <a:moveTo>
                    <a:pt x="1098" y="441"/>
                  </a:moveTo>
                  <a:lnTo>
                    <a:pt x="1126" y="447"/>
                  </a:lnTo>
                  <a:lnTo>
                    <a:pt x="1151" y="455"/>
                  </a:lnTo>
                  <a:lnTo>
                    <a:pt x="1170" y="464"/>
                  </a:lnTo>
                  <a:lnTo>
                    <a:pt x="1189" y="473"/>
                  </a:lnTo>
                  <a:lnTo>
                    <a:pt x="1210" y="483"/>
                  </a:lnTo>
                  <a:lnTo>
                    <a:pt x="1210" y="490"/>
                  </a:lnTo>
                  <a:lnTo>
                    <a:pt x="1201" y="490"/>
                  </a:lnTo>
                  <a:lnTo>
                    <a:pt x="1191" y="494"/>
                  </a:lnTo>
                  <a:lnTo>
                    <a:pt x="1179" y="497"/>
                  </a:lnTo>
                  <a:lnTo>
                    <a:pt x="1166" y="499"/>
                  </a:lnTo>
                  <a:lnTo>
                    <a:pt x="1168" y="496"/>
                  </a:lnTo>
                  <a:lnTo>
                    <a:pt x="1168" y="492"/>
                  </a:lnTo>
                  <a:lnTo>
                    <a:pt x="1168" y="490"/>
                  </a:lnTo>
                  <a:lnTo>
                    <a:pt x="1168" y="489"/>
                  </a:lnTo>
                  <a:lnTo>
                    <a:pt x="1168" y="487"/>
                  </a:lnTo>
                  <a:lnTo>
                    <a:pt x="1166" y="483"/>
                  </a:lnTo>
                  <a:lnTo>
                    <a:pt x="1140" y="476"/>
                  </a:lnTo>
                  <a:lnTo>
                    <a:pt x="1116" y="464"/>
                  </a:lnTo>
                  <a:lnTo>
                    <a:pt x="1090" y="452"/>
                  </a:lnTo>
                  <a:lnTo>
                    <a:pt x="1084" y="457"/>
                  </a:lnTo>
                  <a:lnTo>
                    <a:pt x="1081" y="462"/>
                  </a:lnTo>
                  <a:lnTo>
                    <a:pt x="1076" y="468"/>
                  </a:lnTo>
                  <a:lnTo>
                    <a:pt x="1070" y="466"/>
                  </a:lnTo>
                  <a:lnTo>
                    <a:pt x="1063" y="462"/>
                  </a:lnTo>
                  <a:lnTo>
                    <a:pt x="1060" y="461"/>
                  </a:lnTo>
                  <a:lnTo>
                    <a:pt x="1067" y="461"/>
                  </a:lnTo>
                  <a:lnTo>
                    <a:pt x="1072" y="454"/>
                  </a:lnTo>
                  <a:lnTo>
                    <a:pt x="1077" y="450"/>
                  </a:lnTo>
                  <a:lnTo>
                    <a:pt x="1083" y="445"/>
                  </a:lnTo>
                  <a:lnTo>
                    <a:pt x="1088" y="445"/>
                  </a:lnTo>
                  <a:lnTo>
                    <a:pt x="1091" y="443"/>
                  </a:lnTo>
                  <a:lnTo>
                    <a:pt x="1095" y="443"/>
                  </a:lnTo>
                  <a:lnTo>
                    <a:pt x="1098" y="441"/>
                  </a:lnTo>
                  <a:close/>
                  <a:moveTo>
                    <a:pt x="77" y="433"/>
                  </a:moveTo>
                  <a:lnTo>
                    <a:pt x="91" y="438"/>
                  </a:lnTo>
                  <a:lnTo>
                    <a:pt x="91" y="441"/>
                  </a:lnTo>
                  <a:lnTo>
                    <a:pt x="88" y="441"/>
                  </a:lnTo>
                  <a:lnTo>
                    <a:pt x="77" y="445"/>
                  </a:lnTo>
                  <a:lnTo>
                    <a:pt x="67" y="445"/>
                  </a:lnTo>
                  <a:lnTo>
                    <a:pt x="58" y="445"/>
                  </a:lnTo>
                  <a:lnTo>
                    <a:pt x="58" y="438"/>
                  </a:lnTo>
                  <a:lnTo>
                    <a:pt x="63" y="436"/>
                  </a:lnTo>
                  <a:lnTo>
                    <a:pt x="68" y="436"/>
                  </a:lnTo>
                  <a:lnTo>
                    <a:pt x="72" y="435"/>
                  </a:lnTo>
                  <a:lnTo>
                    <a:pt x="77" y="433"/>
                  </a:lnTo>
                  <a:close/>
                  <a:moveTo>
                    <a:pt x="0" y="417"/>
                  </a:moveTo>
                  <a:lnTo>
                    <a:pt x="6" y="419"/>
                  </a:lnTo>
                  <a:lnTo>
                    <a:pt x="13" y="419"/>
                  </a:lnTo>
                  <a:lnTo>
                    <a:pt x="16" y="419"/>
                  </a:lnTo>
                  <a:lnTo>
                    <a:pt x="21" y="421"/>
                  </a:lnTo>
                  <a:lnTo>
                    <a:pt x="27" y="422"/>
                  </a:lnTo>
                  <a:lnTo>
                    <a:pt x="27" y="429"/>
                  </a:lnTo>
                  <a:lnTo>
                    <a:pt x="23" y="429"/>
                  </a:lnTo>
                  <a:lnTo>
                    <a:pt x="18" y="431"/>
                  </a:lnTo>
                  <a:lnTo>
                    <a:pt x="13" y="433"/>
                  </a:lnTo>
                  <a:lnTo>
                    <a:pt x="7" y="433"/>
                  </a:lnTo>
                  <a:lnTo>
                    <a:pt x="0" y="433"/>
                  </a:lnTo>
                  <a:lnTo>
                    <a:pt x="0" y="417"/>
                  </a:lnTo>
                  <a:close/>
                  <a:moveTo>
                    <a:pt x="1152" y="414"/>
                  </a:moveTo>
                  <a:lnTo>
                    <a:pt x="1158" y="417"/>
                  </a:lnTo>
                  <a:lnTo>
                    <a:pt x="1161" y="421"/>
                  </a:lnTo>
                  <a:lnTo>
                    <a:pt x="1165" y="424"/>
                  </a:lnTo>
                  <a:lnTo>
                    <a:pt x="1166" y="429"/>
                  </a:lnTo>
                  <a:lnTo>
                    <a:pt x="1166" y="438"/>
                  </a:lnTo>
                  <a:lnTo>
                    <a:pt x="1159" y="438"/>
                  </a:lnTo>
                  <a:lnTo>
                    <a:pt x="1158" y="433"/>
                  </a:lnTo>
                  <a:lnTo>
                    <a:pt x="1156" y="431"/>
                  </a:lnTo>
                  <a:lnTo>
                    <a:pt x="1154" y="428"/>
                  </a:lnTo>
                  <a:lnTo>
                    <a:pt x="1152" y="424"/>
                  </a:lnTo>
                  <a:lnTo>
                    <a:pt x="1152" y="421"/>
                  </a:lnTo>
                  <a:lnTo>
                    <a:pt x="1152" y="414"/>
                  </a:lnTo>
                  <a:close/>
                  <a:moveTo>
                    <a:pt x="3905" y="407"/>
                  </a:moveTo>
                  <a:lnTo>
                    <a:pt x="3908" y="410"/>
                  </a:lnTo>
                  <a:lnTo>
                    <a:pt x="3910" y="414"/>
                  </a:lnTo>
                  <a:lnTo>
                    <a:pt x="3912" y="417"/>
                  </a:lnTo>
                  <a:lnTo>
                    <a:pt x="3912" y="422"/>
                  </a:lnTo>
                  <a:lnTo>
                    <a:pt x="3912" y="429"/>
                  </a:lnTo>
                  <a:lnTo>
                    <a:pt x="3898" y="464"/>
                  </a:lnTo>
                  <a:lnTo>
                    <a:pt x="3891" y="455"/>
                  </a:lnTo>
                  <a:lnTo>
                    <a:pt x="3888" y="447"/>
                  </a:lnTo>
                  <a:lnTo>
                    <a:pt x="3886" y="433"/>
                  </a:lnTo>
                  <a:lnTo>
                    <a:pt x="3905" y="407"/>
                  </a:lnTo>
                  <a:close/>
                  <a:moveTo>
                    <a:pt x="1144" y="391"/>
                  </a:moveTo>
                  <a:lnTo>
                    <a:pt x="1166" y="391"/>
                  </a:lnTo>
                  <a:lnTo>
                    <a:pt x="1168" y="394"/>
                  </a:lnTo>
                  <a:lnTo>
                    <a:pt x="1172" y="396"/>
                  </a:lnTo>
                  <a:lnTo>
                    <a:pt x="1172" y="398"/>
                  </a:lnTo>
                  <a:lnTo>
                    <a:pt x="1173" y="400"/>
                  </a:lnTo>
                  <a:lnTo>
                    <a:pt x="1173" y="401"/>
                  </a:lnTo>
                  <a:lnTo>
                    <a:pt x="1172" y="403"/>
                  </a:lnTo>
                  <a:lnTo>
                    <a:pt x="1172" y="407"/>
                  </a:lnTo>
                  <a:lnTo>
                    <a:pt x="1166" y="403"/>
                  </a:lnTo>
                  <a:lnTo>
                    <a:pt x="1161" y="401"/>
                  </a:lnTo>
                  <a:lnTo>
                    <a:pt x="1156" y="401"/>
                  </a:lnTo>
                  <a:lnTo>
                    <a:pt x="1152" y="400"/>
                  </a:lnTo>
                  <a:lnTo>
                    <a:pt x="1149" y="400"/>
                  </a:lnTo>
                  <a:lnTo>
                    <a:pt x="1145" y="398"/>
                  </a:lnTo>
                  <a:lnTo>
                    <a:pt x="1144" y="394"/>
                  </a:lnTo>
                  <a:lnTo>
                    <a:pt x="1144" y="391"/>
                  </a:lnTo>
                  <a:close/>
                  <a:moveTo>
                    <a:pt x="4017" y="326"/>
                  </a:moveTo>
                  <a:lnTo>
                    <a:pt x="4020" y="328"/>
                  </a:lnTo>
                  <a:lnTo>
                    <a:pt x="4022" y="328"/>
                  </a:lnTo>
                  <a:lnTo>
                    <a:pt x="4022" y="328"/>
                  </a:lnTo>
                  <a:lnTo>
                    <a:pt x="4022" y="330"/>
                  </a:lnTo>
                  <a:lnTo>
                    <a:pt x="4022" y="330"/>
                  </a:lnTo>
                  <a:lnTo>
                    <a:pt x="4024" y="333"/>
                  </a:lnTo>
                  <a:lnTo>
                    <a:pt x="4024" y="337"/>
                  </a:lnTo>
                  <a:lnTo>
                    <a:pt x="4022" y="342"/>
                  </a:lnTo>
                  <a:lnTo>
                    <a:pt x="4018" y="347"/>
                  </a:lnTo>
                  <a:lnTo>
                    <a:pt x="4017" y="352"/>
                  </a:lnTo>
                  <a:lnTo>
                    <a:pt x="4008" y="352"/>
                  </a:lnTo>
                  <a:lnTo>
                    <a:pt x="4008" y="340"/>
                  </a:lnTo>
                  <a:lnTo>
                    <a:pt x="4011" y="339"/>
                  </a:lnTo>
                  <a:lnTo>
                    <a:pt x="4013" y="335"/>
                  </a:lnTo>
                  <a:lnTo>
                    <a:pt x="4015" y="332"/>
                  </a:lnTo>
                  <a:lnTo>
                    <a:pt x="4017" y="326"/>
                  </a:lnTo>
                  <a:close/>
                  <a:moveTo>
                    <a:pt x="3970" y="279"/>
                  </a:moveTo>
                  <a:lnTo>
                    <a:pt x="3982" y="279"/>
                  </a:lnTo>
                  <a:lnTo>
                    <a:pt x="3982" y="291"/>
                  </a:lnTo>
                  <a:lnTo>
                    <a:pt x="3966" y="291"/>
                  </a:lnTo>
                  <a:lnTo>
                    <a:pt x="3966" y="283"/>
                  </a:lnTo>
                  <a:lnTo>
                    <a:pt x="3970" y="283"/>
                  </a:lnTo>
                  <a:lnTo>
                    <a:pt x="3970" y="279"/>
                  </a:lnTo>
                  <a:close/>
                  <a:moveTo>
                    <a:pt x="2699" y="246"/>
                  </a:moveTo>
                  <a:lnTo>
                    <a:pt x="2708" y="246"/>
                  </a:lnTo>
                  <a:lnTo>
                    <a:pt x="2704" y="251"/>
                  </a:lnTo>
                  <a:lnTo>
                    <a:pt x="2701" y="255"/>
                  </a:lnTo>
                  <a:lnTo>
                    <a:pt x="2697" y="258"/>
                  </a:lnTo>
                  <a:lnTo>
                    <a:pt x="2694" y="262"/>
                  </a:lnTo>
                  <a:lnTo>
                    <a:pt x="2688" y="265"/>
                  </a:lnTo>
                  <a:lnTo>
                    <a:pt x="2685" y="265"/>
                  </a:lnTo>
                  <a:lnTo>
                    <a:pt x="2685" y="267"/>
                  </a:lnTo>
                  <a:lnTo>
                    <a:pt x="2683" y="267"/>
                  </a:lnTo>
                  <a:lnTo>
                    <a:pt x="2680" y="267"/>
                  </a:lnTo>
                  <a:lnTo>
                    <a:pt x="2676" y="269"/>
                  </a:lnTo>
                  <a:lnTo>
                    <a:pt x="2673" y="256"/>
                  </a:lnTo>
                  <a:lnTo>
                    <a:pt x="2680" y="255"/>
                  </a:lnTo>
                  <a:lnTo>
                    <a:pt x="2687" y="251"/>
                  </a:lnTo>
                  <a:lnTo>
                    <a:pt x="2694" y="249"/>
                  </a:lnTo>
                  <a:lnTo>
                    <a:pt x="2699" y="246"/>
                  </a:lnTo>
                  <a:close/>
                  <a:moveTo>
                    <a:pt x="2554" y="241"/>
                  </a:moveTo>
                  <a:lnTo>
                    <a:pt x="2563" y="244"/>
                  </a:lnTo>
                  <a:lnTo>
                    <a:pt x="2573" y="248"/>
                  </a:lnTo>
                  <a:lnTo>
                    <a:pt x="2585" y="251"/>
                  </a:lnTo>
                  <a:lnTo>
                    <a:pt x="2592" y="256"/>
                  </a:lnTo>
                  <a:lnTo>
                    <a:pt x="2564" y="256"/>
                  </a:lnTo>
                  <a:lnTo>
                    <a:pt x="2561" y="255"/>
                  </a:lnTo>
                  <a:lnTo>
                    <a:pt x="2559" y="255"/>
                  </a:lnTo>
                  <a:lnTo>
                    <a:pt x="2556" y="253"/>
                  </a:lnTo>
                  <a:lnTo>
                    <a:pt x="2549" y="253"/>
                  </a:lnTo>
                  <a:lnTo>
                    <a:pt x="2549" y="249"/>
                  </a:lnTo>
                  <a:lnTo>
                    <a:pt x="2551" y="248"/>
                  </a:lnTo>
                  <a:lnTo>
                    <a:pt x="2552" y="246"/>
                  </a:lnTo>
                  <a:lnTo>
                    <a:pt x="2552" y="246"/>
                  </a:lnTo>
                  <a:lnTo>
                    <a:pt x="2552" y="244"/>
                  </a:lnTo>
                  <a:lnTo>
                    <a:pt x="2554" y="241"/>
                  </a:lnTo>
                  <a:close/>
                  <a:moveTo>
                    <a:pt x="2242" y="173"/>
                  </a:moveTo>
                  <a:lnTo>
                    <a:pt x="2266" y="173"/>
                  </a:lnTo>
                  <a:lnTo>
                    <a:pt x="2266" y="176"/>
                  </a:lnTo>
                  <a:lnTo>
                    <a:pt x="2261" y="178"/>
                  </a:lnTo>
                  <a:lnTo>
                    <a:pt x="2259" y="180"/>
                  </a:lnTo>
                  <a:lnTo>
                    <a:pt x="2256" y="181"/>
                  </a:lnTo>
                  <a:lnTo>
                    <a:pt x="2252" y="183"/>
                  </a:lnTo>
                  <a:lnTo>
                    <a:pt x="2247" y="183"/>
                  </a:lnTo>
                  <a:lnTo>
                    <a:pt x="2242" y="173"/>
                  </a:lnTo>
                  <a:close/>
                  <a:moveTo>
                    <a:pt x="2612" y="153"/>
                  </a:moveTo>
                  <a:lnTo>
                    <a:pt x="2610" y="155"/>
                  </a:lnTo>
                  <a:lnTo>
                    <a:pt x="2608" y="157"/>
                  </a:lnTo>
                  <a:lnTo>
                    <a:pt x="2606" y="157"/>
                  </a:lnTo>
                  <a:lnTo>
                    <a:pt x="2606" y="159"/>
                  </a:lnTo>
                  <a:lnTo>
                    <a:pt x="2605" y="160"/>
                  </a:lnTo>
                  <a:lnTo>
                    <a:pt x="2603" y="164"/>
                  </a:lnTo>
                  <a:lnTo>
                    <a:pt x="2606" y="164"/>
                  </a:lnTo>
                  <a:lnTo>
                    <a:pt x="2612" y="162"/>
                  </a:lnTo>
                  <a:lnTo>
                    <a:pt x="2615" y="160"/>
                  </a:lnTo>
                  <a:lnTo>
                    <a:pt x="2619" y="159"/>
                  </a:lnTo>
                  <a:lnTo>
                    <a:pt x="2622" y="157"/>
                  </a:lnTo>
                  <a:lnTo>
                    <a:pt x="2626" y="153"/>
                  </a:lnTo>
                  <a:lnTo>
                    <a:pt x="2612" y="153"/>
                  </a:lnTo>
                  <a:close/>
                  <a:moveTo>
                    <a:pt x="2362" y="153"/>
                  </a:moveTo>
                  <a:lnTo>
                    <a:pt x="2364" y="169"/>
                  </a:lnTo>
                  <a:lnTo>
                    <a:pt x="2366" y="188"/>
                  </a:lnTo>
                  <a:lnTo>
                    <a:pt x="2357" y="188"/>
                  </a:lnTo>
                  <a:lnTo>
                    <a:pt x="2355" y="190"/>
                  </a:lnTo>
                  <a:lnTo>
                    <a:pt x="2352" y="190"/>
                  </a:lnTo>
                  <a:lnTo>
                    <a:pt x="2348" y="190"/>
                  </a:lnTo>
                  <a:lnTo>
                    <a:pt x="2343" y="192"/>
                  </a:lnTo>
                  <a:lnTo>
                    <a:pt x="2341" y="178"/>
                  </a:lnTo>
                  <a:lnTo>
                    <a:pt x="2341" y="164"/>
                  </a:lnTo>
                  <a:lnTo>
                    <a:pt x="2343" y="157"/>
                  </a:lnTo>
                  <a:lnTo>
                    <a:pt x="2346" y="155"/>
                  </a:lnTo>
                  <a:lnTo>
                    <a:pt x="2350" y="153"/>
                  </a:lnTo>
                  <a:lnTo>
                    <a:pt x="2355" y="153"/>
                  </a:lnTo>
                  <a:lnTo>
                    <a:pt x="2362" y="153"/>
                  </a:lnTo>
                  <a:close/>
                  <a:moveTo>
                    <a:pt x="2353" y="119"/>
                  </a:moveTo>
                  <a:lnTo>
                    <a:pt x="2362" y="119"/>
                  </a:lnTo>
                  <a:lnTo>
                    <a:pt x="2360" y="126"/>
                  </a:lnTo>
                  <a:lnTo>
                    <a:pt x="2360" y="131"/>
                  </a:lnTo>
                  <a:lnTo>
                    <a:pt x="2360" y="136"/>
                  </a:lnTo>
                  <a:lnTo>
                    <a:pt x="2359" y="140"/>
                  </a:lnTo>
                  <a:lnTo>
                    <a:pt x="2357" y="145"/>
                  </a:lnTo>
                  <a:lnTo>
                    <a:pt x="2350" y="145"/>
                  </a:lnTo>
                  <a:lnTo>
                    <a:pt x="2350" y="138"/>
                  </a:lnTo>
                  <a:lnTo>
                    <a:pt x="2352" y="131"/>
                  </a:lnTo>
                  <a:lnTo>
                    <a:pt x="2352" y="124"/>
                  </a:lnTo>
                  <a:lnTo>
                    <a:pt x="2353" y="119"/>
                  </a:lnTo>
                  <a:close/>
                  <a:moveTo>
                    <a:pt x="4193" y="71"/>
                  </a:moveTo>
                  <a:lnTo>
                    <a:pt x="4202" y="84"/>
                  </a:lnTo>
                  <a:lnTo>
                    <a:pt x="4210" y="91"/>
                  </a:lnTo>
                  <a:lnTo>
                    <a:pt x="4221" y="94"/>
                  </a:lnTo>
                  <a:lnTo>
                    <a:pt x="4228" y="98"/>
                  </a:lnTo>
                  <a:lnTo>
                    <a:pt x="4235" y="103"/>
                  </a:lnTo>
                  <a:lnTo>
                    <a:pt x="4237" y="106"/>
                  </a:lnTo>
                  <a:lnTo>
                    <a:pt x="4238" y="110"/>
                  </a:lnTo>
                  <a:lnTo>
                    <a:pt x="4238" y="113"/>
                  </a:lnTo>
                  <a:lnTo>
                    <a:pt x="4238" y="119"/>
                  </a:lnTo>
                  <a:lnTo>
                    <a:pt x="4226" y="122"/>
                  </a:lnTo>
                  <a:lnTo>
                    <a:pt x="4217" y="129"/>
                  </a:lnTo>
                  <a:lnTo>
                    <a:pt x="4210" y="136"/>
                  </a:lnTo>
                  <a:lnTo>
                    <a:pt x="4200" y="141"/>
                  </a:lnTo>
                  <a:lnTo>
                    <a:pt x="4196" y="136"/>
                  </a:lnTo>
                  <a:lnTo>
                    <a:pt x="4193" y="134"/>
                  </a:lnTo>
                  <a:lnTo>
                    <a:pt x="4190" y="133"/>
                  </a:lnTo>
                  <a:lnTo>
                    <a:pt x="4186" y="134"/>
                  </a:lnTo>
                  <a:lnTo>
                    <a:pt x="4183" y="136"/>
                  </a:lnTo>
                  <a:lnTo>
                    <a:pt x="4181" y="140"/>
                  </a:lnTo>
                  <a:lnTo>
                    <a:pt x="4177" y="141"/>
                  </a:lnTo>
                  <a:lnTo>
                    <a:pt x="4183" y="162"/>
                  </a:lnTo>
                  <a:lnTo>
                    <a:pt x="4184" y="178"/>
                  </a:lnTo>
                  <a:lnTo>
                    <a:pt x="4184" y="190"/>
                  </a:lnTo>
                  <a:lnTo>
                    <a:pt x="4183" y="202"/>
                  </a:lnTo>
                  <a:lnTo>
                    <a:pt x="4179" y="215"/>
                  </a:lnTo>
                  <a:lnTo>
                    <a:pt x="4176" y="232"/>
                  </a:lnTo>
                  <a:lnTo>
                    <a:pt x="4174" y="253"/>
                  </a:lnTo>
                  <a:lnTo>
                    <a:pt x="4151" y="265"/>
                  </a:lnTo>
                  <a:lnTo>
                    <a:pt x="4125" y="277"/>
                  </a:lnTo>
                  <a:lnTo>
                    <a:pt x="4100" y="288"/>
                  </a:lnTo>
                  <a:lnTo>
                    <a:pt x="4095" y="279"/>
                  </a:lnTo>
                  <a:lnTo>
                    <a:pt x="4090" y="272"/>
                  </a:lnTo>
                  <a:lnTo>
                    <a:pt x="4088" y="279"/>
                  </a:lnTo>
                  <a:lnTo>
                    <a:pt x="4088" y="283"/>
                  </a:lnTo>
                  <a:lnTo>
                    <a:pt x="4087" y="288"/>
                  </a:lnTo>
                  <a:lnTo>
                    <a:pt x="4085" y="291"/>
                  </a:lnTo>
                  <a:lnTo>
                    <a:pt x="4080" y="291"/>
                  </a:lnTo>
                  <a:lnTo>
                    <a:pt x="4076" y="291"/>
                  </a:lnTo>
                  <a:lnTo>
                    <a:pt x="4074" y="293"/>
                  </a:lnTo>
                  <a:lnTo>
                    <a:pt x="4073" y="293"/>
                  </a:lnTo>
                  <a:lnTo>
                    <a:pt x="4071" y="295"/>
                  </a:lnTo>
                  <a:lnTo>
                    <a:pt x="4069" y="297"/>
                  </a:lnTo>
                  <a:lnTo>
                    <a:pt x="4064" y="297"/>
                  </a:lnTo>
                  <a:lnTo>
                    <a:pt x="4059" y="298"/>
                  </a:lnTo>
                  <a:lnTo>
                    <a:pt x="4057" y="295"/>
                  </a:lnTo>
                  <a:lnTo>
                    <a:pt x="4057" y="290"/>
                  </a:lnTo>
                  <a:lnTo>
                    <a:pt x="4057" y="288"/>
                  </a:lnTo>
                  <a:lnTo>
                    <a:pt x="4057" y="284"/>
                  </a:lnTo>
                  <a:lnTo>
                    <a:pt x="4057" y="283"/>
                  </a:lnTo>
                  <a:lnTo>
                    <a:pt x="4053" y="283"/>
                  </a:lnTo>
                  <a:lnTo>
                    <a:pt x="4050" y="281"/>
                  </a:lnTo>
                  <a:lnTo>
                    <a:pt x="4043" y="279"/>
                  </a:lnTo>
                  <a:lnTo>
                    <a:pt x="4043" y="283"/>
                  </a:lnTo>
                  <a:lnTo>
                    <a:pt x="4046" y="288"/>
                  </a:lnTo>
                  <a:lnTo>
                    <a:pt x="4050" y="290"/>
                  </a:lnTo>
                  <a:lnTo>
                    <a:pt x="4050" y="293"/>
                  </a:lnTo>
                  <a:lnTo>
                    <a:pt x="4050" y="298"/>
                  </a:lnTo>
                  <a:lnTo>
                    <a:pt x="4052" y="307"/>
                  </a:lnTo>
                  <a:lnTo>
                    <a:pt x="4046" y="312"/>
                  </a:lnTo>
                  <a:lnTo>
                    <a:pt x="4043" y="319"/>
                  </a:lnTo>
                  <a:lnTo>
                    <a:pt x="4039" y="326"/>
                  </a:lnTo>
                  <a:lnTo>
                    <a:pt x="4027" y="326"/>
                  </a:lnTo>
                  <a:lnTo>
                    <a:pt x="4025" y="312"/>
                  </a:lnTo>
                  <a:lnTo>
                    <a:pt x="4024" y="305"/>
                  </a:lnTo>
                  <a:lnTo>
                    <a:pt x="4020" y="298"/>
                  </a:lnTo>
                  <a:lnTo>
                    <a:pt x="4017" y="288"/>
                  </a:lnTo>
                  <a:lnTo>
                    <a:pt x="4027" y="288"/>
                  </a:lnTo>
                  <a:lnTo>
                    <a:pt x="4039" y="272"/>
                  </a:lnTo>
                  <a:lnTo>
                    <a:pt x="4055" y="258"/>
                  </a:lnTo>
                  <a:lnTo>
                    <a:pt x="4074" y="249"/>
                  </a:lnTo>
                  <a:lnTo>
                    <a:pt x="4081" y="248"/>
                  </a:lnTo>
                  <a:lnTo>
                    <a:pt x="4088" y="248"/>
                  </a:lnTo>
                  <a:lnTo>
                    <a:pt x="4094" y="249"/>
                  </a:lnTo>
                  <a:lnTo>
                    <a:pt x="4097" y="249"/>
                  </a:lnTo>
                  <a:lnTo>
                    <a:pt x="4100" y="249"/>
                  </a:lnTo>
                  <a:lnTo>
                    <a:pt x="4104" y="244"/>
                  </a:lnTo>
                  <a:lnTo>
                    <a:pt x="4107" y="239"/>
                  </a:lnTo>
                  <a:lnTo>
                    <a:pt x="4109" y="234"/>
                  </a:lnTo>
                  <a:lnTo>
                    <a:pt x="4111" y="230"/>
                  </a:lnTo>
                  <a:lnTo>
                    <a:pt x="4114" y="225"/>
                  </a:lnTo>
                  <a:lnTo>
                    <a:pt x="4120" y="222"/>
                  </a:lnTo>
                  <a:lnTo>
                    <a:pt x="4121" y="225"/>
                  </a:lnTo>
                  <a:lnTo>
                    <a:pt x="4123" y="227"/>
                  </a:lnTo>
                  <a:lnTo>
                    <a:pt x="4125" y="227"/>
                  </a:lnTo>
                  <a:lnTo>
                    <a:pt x="4125" y="227"/>
                  </a:lnTo>
                  <a:lnTo>
                    <a:pt x="4127" y="227"/>
                  </a:lnTo>
                  <a:lnTo>
                    <a:pt x="4128" y="225"/>
                  </a:lnTo>
                  <a:lnTo>
                    <a:pt x="4142" y="213"/>
                  </a:lnTo>
                  <a:lnTo>
                    <a:pt x="4151" y="202"/>
                  </a:lnTo>
                  <a:lnTo>
                    <a:pt x="4155" y="190"/>
                  </a:lnTo>
                  <a:lnTo>
                    <a:pt x="4158" y="176"/>
                  </a:lnTo>
                  <a:lnTo>
                    <a:pt x="4163" y="164"/>
                  </a:lnTo>
                  <a:lnTo>
                    <a:pt x="4174" y="148"/>
                  </a:lnTo>
                  <a:lnTo>
                    <a:pt x="4167" y="148"/>
                  </a:lnTo>
                  <a:lnTo>
                    <a:pt x="4162" y="145"/>
                  </a:lnTo>
                  <a:lnTo>
                    <a:pt x="4160" y="141"/>
                  </a:lnTo>
                  <a:lnTo>
                    <a:pt x="4158" y="138"/>
                  </a:lnTo>
                  <a:lnTo>
                    <a:pt x="4158" y="131"/>
                  </a:lnTo>
                  <a:lnTo>
                    <a:pt x="4158" y="122"/>
                  </a:lnTo>
                  <a:lnTo>
                    <a:pt x="4160" y="120"/>
                  </a:lnTo>
                  <a:lnTo>
                    <a:pt x="4160" y="120"/>
                  </a:lnTo>
                  <a:lnTo>
                    <a:pt x="4162" y="119"/>
                  </a:lnTo>
                  <a:lnTo>
                    <a:pt x="4162" y="117"/>
                  </a:lnTo>
                  <a:lnTo>
                    <a:pt x="4162" y="115"/>
                  </a:lnTo>
                  <a:lnTo>
                    <a:pt x="4169" y="113"/>
                  </a:lnTo>
                  <a:lnTo>
                    <a:pt x="4174" y="113"/>
                  </a:lnTo>
                  <a:lnTo>
                    <a:pt x="4177" y="112"/>
                  </a:lnTo>
                  <a:lnTo>
                    <a:pt x="4181" y="112"/>
                  </a:lnTo>
                  <a:lnTo>
                    <a:pt x="4181" y="94"/>
                  </a:lnTo>
                  <a:lnTo>
                    <a:pt x="4184" y="80"/>
                  </a:lnTo>
                  <a:lnTo>
                    <a:pt x="4193" y="71"/>
                  </a:lnTo>
                  <a:close/>
                  <a:moveTo>
                    <a:pt x="2414" y="68"/>
                  </a:moveTo>
                  <a:lnTo>
                    <a:pt x="2413" y="70"/>
                  </a:lnTo>
                  <a:lnTo>
                    <a:pt x="2411" y="70"/>
                  </a:lnTo>
                  <a:lnTo>
                    <a:pt x="2409" y="70"/>
                  </a:lnTo>
                  <a:lnTo>
                    <a:pt x="2409" y="71"/>
                  </a:lnTo>
                  <a:lnTo>
                    <a:pt x="2407" y="71"/>
                  </a:lnTo>
                  <a:lnTo>
                    <a:pt x="2404" y="75"/>
                  </a:lnTo>
                  <a:lnTo>
                    <a:pt x="2400" y="77"/>
                  </a:lnTo>
                  <a:lnTo>
                    <a:pt x="2400" y="78"/>
                  </a:lnTo>
                  <a:lnTo>
                    <a:pt x="2400" y="82"/>
                  </a:lnTo>
                  <a:lnTo>
                    <a:pt x="2400" y="85"/>
                  </a:lnTo>
                  <a:lnTo>
                    <a:pt x="2400" y="91"/>
                  </a:lnTo>
                  <a:lnTo>
                    <a:pt x="2414" y="105"/>
                  </a:lnTo>
                  <a:lnTo>
                    <a:pt x="2427" y="120"/>
                  </a:lnTo>
                  <a:lnTo>
                    <a:pt x="2439" y="138"/>
                  </a:lnTo>
                  <a:lnTo>
                    <a:pt x="2453" y="138"/>
                  </a:lnTo>
                  <a:lnTo>
                    <a:pt x="2453" y="148"/>
                  </a:lnTo>
                  <a:lnTo>
                    <a:pt x="2467" y="153"/>
                  </a:lnTo>
                  <a:lnTo>
                    <a:pt x="2477" y="160"/>
                  </a:lnTo>
                  <a:lnTo>
                    <a:pt x="2488" y="169"/>
                  </a:lnTo>
                  <a:lnTo>
                    <a:pt x="2488" y="173"/>
                  </a:lnTo>
                  <a:lnTo>
                    <a:pt x="2484" y="173"/>
                  </a:lnTo>
                  <a:lnTo>
                    <a:pt x="2481" y="173"/>
                  </a:lnTo>
                  <a:lnTo>
                    <a:pt x="2477" y="173"/>
                  </a:lnTo>
                  <a:lnTo>
                    <a:pt x="2475" y="173"/>
                  </a:lnTo>
                  <a:lnTo>
                    <a:pt x="2472" y="171"/>
                  </a:lnTo>
                  <a:lnTo>
                    <a:pt x="2467" y="169"/>
                  </a:lnTo>
                  <a:lnTo>
                    <a:pt x="2462" y="169"/>
                  </a:lnTo>
                  <a:lnTo>
                    <a:pt x="2462" y="174"/>
                  </a:lnTo>
                  <a:lnTo>
                    <a:pt x="2463" y="178"/>
                  </a:lnTo>
                  <a:lnTo>
                    <a:pt x="2465" y="181"/>
                  </a:lnTo>
                  <a:lnTo>
                    <a:pt x="2465" y="183"/>
                  </a:lnTo>
                  <a:lnTo>
                    <a:pt x="2467" y="187"/>
                  </a:lnTo>
                  <a:lnTo>
                    <a:pt x="2468" y="192"/>
                  </a:lnTo>
                  <a:lnTo>
                    <a:pt x="2463" y="195"/>
                  </a:lnTo>
                  <a:lnTo>
                    <a:pt x="2460" y="199"/>
                  </a:lnTo>
                  <a:lnTo>
                    <a:pt x="2456" y="204"/>
                  </a:lnTo>
                  <a:lnTo>
                    <a:pt x="2453" y="211"/>
                  </a:lnTo>
                  <a:lnTo>
                    <a:pt x="2442" y="211"/>
                  </a:lnTo>
                  <a:lnTo>
                    <a:pt x="2442" y="234"/>
                  </a:lnTo>
                  <a:lnTo>
                    <a:pt x="2434" y="234"/>
                  </a:lnTo>
                  <a:lnTo>
                    <a:pt x="2425" y="227"/>
                  </a:lnTo>
                  <a:lnTo>
                    <a:pt x="2414" y="223"/>
                  </a:lnTo>
                  <a:lnTo>
                    <a:pt x="2406" y="218"/>
                  </a:lnTo>
                  <a:lnTo>
                    <a:pt x="2400" y="206"/>
                  </a:lnTo>
                  <a:lnTo>
                    <a:pt x="2414" y="208"/>
                  </a:lnTo>
                  <a:lnTo>
                    <a:pt x="2428" y="206"/>
                  </a:lnTo>
                  <a:lnTo>
                    <a:pt x="2439" y="202"/>
                  </a:lnTo>
                  <a:lnTo>
                    <a:pt x="2446" y="195"/>
                  </a:lnTo>
                  <a:lnTo>
                    <a:pt x="2448" y="194"/>
                  </a:lnTo>
                  <a:lnTo>
                    <a:pt x="2448" y="192"/>
                  </a:lnTo>
                  <a:lnTo>
                    <a:pt x="2449" y="190"/>
                  </a:lnTo>
                  <a:lnTo>
                    <a:pt x="2449" y="187"/>
                  </a:lnTo>
                  <a:lnTo>
                    <a:pt x="2449" y="183"/>
                  </a:lnTo>
                  <a:lnTo>
                    <a:pt x="2423" y="164"/>
                  </a:lnTo>
                  <a:lnTo>
                    <a:pt x="2395" y="145"/>
                  </a:lnTo>
                  <a:lnTo>
                    <a:pt x="2386" y="134"/>
                  </a:lnTo>
                  <a:lnTo>
                    <a:pt x="2378" y="124"/>
                  </a:lnTo>
                  <a:lnTo>
                    <a:pt x="2371" y="112"/>
                  </a:lnTo>
                  <a:lnTo>
                    <a:pt x="2360" y="101"/>
                  </a:lnTo>
                  <a:lnTo>
                    <a:pt x="2346" y="96"/>
                  </a:lnTo>
                  <a:lnTo>
                    <a:pt x="2334" y="106"/>
                  </a:lnTo>
                  <a:lnTo>
                    <a:pt x="2318" y="115"/>
                  </a:lnTo>
                  <a:lnTo>
                    <a:pt x="2299" y="119"/>
                  </a:lnTo>
                  <a:lnTo>
                    <a:pt x="2297" y="115"/>
                  </a:lnTo>
                  <a:lnTo>
                    <a:pt x="2296" y="112"/>
                  </a:lnTo>
                  <a:lnTo>
                    <a:pt x="2294" y="110"/>
                  </a:lnTo>
                  <a:lnTo>
                    <a:pt x="2290" y="110"/>
                  </a:lnTo>
                  <a:lnTo>
                    <a:pt x="2289" y="110"/>
                  </a:lnTo>
                  <a:lnTo>
                    <a:pt x="2285" y="112"/>
                  </a:lnTo>
                  <a:lnTo>
                    <a:pt x="2276" y="119"/>
                  </a:lnTo>
                  <a:lnTo>
                    <a:pt x="2273" y="129"/>
                  </a:lnTo>
                  <a:lnTo>
                    <a:pt x="2271" y="140"/>
                  </a:lnTo>
                  <a:lnTo>
                    <a:pt x="2266" y="148"/>
                  </a:lnTo>
                  <a:lnTo>
                    <a:pt x="2247" y="148"/>
                  </a:lnTo>
                  <a:lnTo>
                    <a:pt x="2240" y="157"/>
                  </a:lnTo>
                  <a:lnTo>
                    <a:pt x="2235" y="167"/>
                  </a:lnTo>
                  <a:lnTo>
                    <a:pt x="2231" y="180"/>
                  </a:lnTo>
                  <a:lnTo>
                    <a:pt x="2229" y="181"/>
                  </a:lnTo>
                  <a:lnTo>
                    <a:pt x="2229" y="185"/>
                  </a:lnTo>
                  <a:lnTo>
                    <a:pt x="2231" y="187"/>
                  </a:lnTo>
                  <a:lnTo>
                    <a:pt x="2233" y="188"/>
                  </a:lnTo>
                  <a:lnTo>
                    <a:pt x="2236" y="192"/>
                  </a:lnTo>
                  <a:lnTo>
                    <a:pt x="2238" y="195"/>
                  </a:lnTo>
                  <a:lnTo>
                    <a:pt x="2233" y="195"/>
                  </a:lnTo>
                  <a:lnTo>
                    <a:pt x="2231" y="197"/>
                  </a:lnTo>
                  <a:lnTo>
                    <a:pt x="2229" y="197"/>
                  </a:lnTo>
                  <a:lnTo>
                    <a:pt x="2228" y="199"/>
                  </a:lnTo>
                  <a:lnTo>
                    <a:pt x="2226" y="201"/>
                  </a:lnTo>
                  <a:lnTo>
                    <a:pt x="2222" y="202"/>
                  </a:lnTo>
                  <a:lnTo>
                    <a:pt x="2222" y="206"/>
                  </a:lnTo>
                  <a:lnTo>
                    <a:pt x="2222" y="206"/>
                  </a:lnTo>
                  <a:lnTo>
                    <a:pt x="2222" y="208"/>
                  </a:lnTo>
                  <a:lnTo>
                    <a:pt x="2222" y="208"/>
                  </a:lnTo>
                  <a:lnTo>
                    <a:pt x="2222" y="209"/>
                  </a:lnTo>
                  <a:lnTo>
                    <a:pt x="2222" y="215"/>
                  </a:lnTo>
                  <a:lnTo>
                    <a:pt x="2210" y="216"/>
                  </a:lnTo>
                  <a:lnTo>
                    <a:pt x="2205" y="220"/>
                  </a:lnTo>
                  <a:lnTo>
                    <a:pt x="2201" y="223"/>
                  </a:lnTo>
                  <a:lnTo>
                    <a:pt x="2198" y="229"/>
                  </a:lnTo>
                  <a:lnTo>
                    <a:pt x="2193" y="234"/>
                  </a:lnTo>
                  <a:lnTo>
                    <a:pt x="2187" y="236"/>
                  </a:lnTo>
                  <a:lnTo>
                    <a:pt x="2184" y="236"/>
                  </a:lnTo>
                  <a:lnTo>
                    <a:pt x="2179" y="234"/>
                  </a:lnTo>
                  <a:lnTo>
                    <a:pt x="2175" y="232"/>
                  </a:lnTo>
                  <a:lnTo>
                    <a:pt x="2172" y="230"/>
                  </a:lnTo>
                  <a:lnTo>
                    <a:pt x="2170" y="230"/>
                  </a:lnTo>
                  <a:lnTo>
                    <a:pt x="2167" y="232"/>
                  </a:lnTo>
                  <a:lnTo>
                    <a:pt x="2163" y="234"/>
                  </a:lnTo>
                  <a:lnTo>
                    <a:pt x="2160" y="236"/>
                  </a:lnTo>
                  <a:lnTo>
                    <a:pt x="2154" y="237"/>
                  </a:lnTo>
                  <a:lnTo>
                    <a:pt x="2154" y="246"/>
                  </a:lnTo>
                  <a:lnTo>
                    <a:pt x="2203" y="253"/>
                  </a:lnTo>
                  <a:lnTo>
                    <a:pt x="2217" y="246"/>
                  </a:lnTo>
                  <a:lnTo>
                    <a:pt x="2231" y="237"/>
                  </a:lnTo>
                  <a:lnTo>
                    <a:pt x="2242" y="230"/>
                  </a:lnTo>
                  <a:lnTo>
                    <a:pt x="2257" y="227"/>
                  </a:lnTo>
                  <a:lnTo>
                    <a:pt x="2280" y="223"/>
                  </a:lnTo>
                  <a:lnTo>
                    <a:pt x="2304" y="222"/>
                  </a:lnTo>
                  <a:lnTo>
                    <a:pt x="2331" y="222"/>
                  </a:lnTo>
                  <a:lnTo>
                    <a:pt x="2353" y="222"/>
                  </a:lnTo>
                  <a:lnTo>
                    <a:pt x="2372" y="223"/>
                  </a:lnTo>
                  <a:lnTo>
                    <a:pt x="2381" y="225"/>
                  </a:lnTo>
                  <a:lnTo>
                    <a:pt x="2385" y="225"/>
                  </a:lnTo>
                  <a:lnTo>
                    <a:pt x="2379" y="241"/>
                  </a:lnTo>
                  <a:lnTo>
                    <a:pt x="2376" y="258"/>
                  </a:lnTo>
                  <a:lnTo>
                    <a:pt x="2372" y="276"/>
                  </a:lnTo>
                  <a:lnTo>
                    <a:pt x="2378" y="279"/>
                  </a:lnTo>
                  <a:lnTo>
                    <a:pt x="2379" y="283"/>
                  </a:lnTo>
                  <a:lnTo>
                    <a:pt x="2383" y="286"/>
                  </a:lnTo>
                  <a:lnTo>
                    <a:pt x="2385" y="288"/>
                  </a:lnTo>
                  <a:lnTo>
                    <a:pt x="2388" y="291"/>
                  </a:lnTo>
                  <a:lnTo>
                    <a:pt x="2400" y="295"/>
                  </a:lnTo>
                  <a:lnTo>
                    <a:pt x="2414" y="295"/>
                  </a:lnTo>
                  <a:lnTo>
                    <a:pt x="2428" y="297"/>
                  </a:lnTo>
                  <a:lnTo>
                    <a:pt x="2442" y="304"/>
                  </a:lnTo>
                  <a:lnTo>
                    <a:pt x="2446" y="318"/>
                  </a:lnTo>
                  <a:lnTo>
                    <a:pt x="2453" y="321"/>
                  </a:lnTo>
                  <a:lnTo>
                    <a:pt x="2463" y="325"/>
                  </a:lnTo>
                  <a:lnTo>
                    <a:pt x="2477" y="328"/>
                  </a:lnTo>
                  <a:lnTo>
                    <a:pt x="2489" y="332"/>
                  </a:lnTo>
                  <a:lnTo>
                    <a:pt x="2496" y="333"/>
                  </a:lnTo>
                  <a:lnTo>
                    <a:pt x="2498" y="323"/>
                  </a:lnTo>
                  <a:lnTo>
                    <a:pt x="2502" y="314"/>
                  </a:lnTo>
                  <a:lnTo>
                    <a:pt x="2505" y="305"/>
                  </a:lnTo>
                  <a:lnTo>
                    <a:pt x="2516" y="298"/>
                  </a:lnTo>
                  <a:lnTo>
                    <a:pt x="2531" y="295"/>
                  </a:lnTo>
                  <a:lnTo>
                    <a:pt x="2545" y="298"/>
                  </a:lnTo>
                  <a:lnTo>
                    <a:pt x="2559" y="305"/>
                  </a:lnTo>
                  <a:lnTo>
                    <a:pt x="2573" y="311"/>
                  </a:lnTo>
                  <a:lnTo>
                    <a:pt x="2580" y="312"/>
                  </a:lnTo>
                  <a:lnTo>
                    <a:pt x="2594" y="314"/>
                  </a:lnTo>
                  <a:lnTo>
                    <a:pt x="2608" y="318"/>
                  </a:lnTo>
                  <a:lnTo>
                    <a:pt x="2622" y="319"/>
                  </a:lnTo>
                  <a:lnTo>
                    <a:pt x="2633" y="321"/>
                  </a:lnTo>
                  <a:lnTo>
                    <a:pt x="2638" y="323"/>
                  </a:lnTo>
                  <a:lnTo>
                    <a:pt x="2641" y="321"/>
                  </a:lnTo>
                  <a:lnTo>
                    <a:pt x="2643" y="318"/>
                  </a:lnTo>
                  <a:lnTo>
                    <a:pt x="2645" y="316"/>
                  </a:lnTo>
                  <a:lnTo>
                    <a:pt x="2648" y="312"/>
                  </a:lnTo>
                  <a:lnTo>
                    <a:pt x="2652" y="311"/>
                  </a:lnTo>
                  <a:lnTo>
                    <a:pt x="2655" y="311"/>
                  </a:lnTo>
                  <a:lnTo>
                    <a:pt x="2660" y="311"/>
                  </a:lnTo>
                  <a:lnTo>
                    <a:pt x="2673" y="314"/>
                  </a:lnTo>
                  <a:lnTo>
                    <a:pt x="2683" y="319"/>
                  </a:lnTo>
                  <a:lnTo>
                    <a:pt x="2695" y="318"/>
                  </a:lnTo>
                  <a:lnTo>
                    <a:pt x="2708" y="314"/>
                  </a:lnTo>
                  <a:lnTo>
                    <a:pt x="2709" y="300"/>
                  </a:lnTo>
                  <a:lnTo>
                    <a:pt x="2716" y="283"/>
                  </a:lnTo>
                  <a:lnTo>
                    <a:pt x="2722" y="267"/>
                  </a:lnTo>
                  <a:lnTo>
                    <a:pt x="2725" y="253"/>
                  </a:lnTo>
                  <a:lnTo>
                    <a:pt x="2722" y="241"/>
                  </a:lnTo>
                  <a:lnTo>
                    <a:pt x="2720" y="237"/>
                  </a:lnTo>
                  <a:lnTo>
                    <a:pt x="2720" y="234"/>
                  </a:lnTo>
                  <a:lnTo>
                    <a:pt x="2718" y="232"/>
                  </a:lnTo>
                  <a:lnTo>
                    <a:pt x="2716" y="230"/>
                  </a:lnTo>
                  <a:lnTo>
                    <a:pt x="2713" y="230"/>
                  </a:lnTo>
                  <a:lnTo>
                    <a:pt x="2709" y="230"/>
                  </a:lnTo>
                  <a:lnTo>
                    <a:pt x="2702" y="230"/>
                  </a:lnTo>
                  <a:lnTo>
                    <a:pt x="2694" y="237"/>
                  </a:lnTo>
                  <a:lnTo>
                    <a:pt x="2687" y="239"/>
                  </a:lnTo>
                  <a:lnTo>
                    <a:pt x="2680" y="237"/>
                  </a:lnTo>
                  <a:lnTo>
                    <a:pt x="2673" y="234"/>
                  </a:lnTo>
                  <a:lnTo>
                    <a:pt x="2664" y="230"/>
                  </a:lnTo>
                  <a:lnTo>
                    <a:pt x="2659" y="229"/>
                  </a:lnTo>
                  <a:lnTo>
                    <a:pt x="2655" y="230"/>
                  </a:lnTo>
                  <a:lnTo>
                    <a:pt x="2650" y="232"/>
                  </a:lnTo>
                  <a:lnTo>
                    <a:pt x="2648" y="236"/>
                  </a:lnTo>
                  <a:lnTo>
                    <a:pt x="2645" y="239"/>
                  </a:lnTo>
                  <a:lnTo>
                    <a:pt x="2641" y="241"/>
                  </a:lnTo>
                  <a:lnTo>
                    <a:pt x="2626" y="237"/>
                  </a:lnTo>
                  <a:lnTo>
                    <a:pt x="2610" y="227"/>
                  </a:lnTo>
                  <a:lnTo>
                    <a:pt x="2598" y="211"/>
                  </a:lnTo>
                  <a:lnTo>
                    <a:pt x="2592" y="195"/>
                  </a:lnTo>
                  <a:lnTo>
                    <a:pt x="2592" y="192"/>
                  </a:lnTo>
                  <a:lnTo>
                    <a:pt x="2592" y="188"/>
                  </a:lnTo>
                  <a:lnTo>
                    <a:pt x="2592" y="185"/>
                  </a:lnTo>
                  <a:lnTo>
                    <a:pt x="2592" y="181"/>
                  </a:lnTo>
                  <a:lnTo>
                    <a:pt x="2592" y="178"/>
                  </a:lnTo>
                  <a:lnTo>
                    <a:pt x="2594" y="174"/>
                  </a:lnTo>
                  <a:lnTo>
                    <a:pt x="2596" y="169"/>
                  </a:lnTo>
                  <a:lnTo>
                    <a:pt x="2592" y="166"/>
                  </a:lnTo>
                  <a:lnTo>
                    <a:pt x="2589" y="164"/>
                  </a:lnTo>
                  <a:lnTo>
                    <a:pt x="2587" y="162"/>
                  </a:lnTo>
                  <a:lnTo>
                    <a:pt x="2585" y="160"/>
                  </a:lnTo>
                  <a:lnTo>
                    <a:pt x="2582" y="159"/>
                  </a:lnTo>
                  <a:lnTo>
                    <a:pt x="2577" y="157"/>
                  </a:lnTo>
                  <a:lnTo>
                    <a:pt x="2575" y="155"/>
                  </a:lnTo>
                  <a:lnTo>
                    <a:pt x="2573" y="155"/>
                  </a:lnTo>
                  <a:lnTo>
                    <a:pt x="2571" y="153"/>
                  </a:lnTo>
                  <a:lnTo>
                    <a:pt x="2568" y="153"/>
                  </a:lnTo>
                  <a:lnTo>
                    <a:pt x="2564" y="153"/>
                  </a:lnTo>
                  <a:lnTo>
                    <a:pt x="2564" y="157"/>
                  </a:lnTo>
                  <a:lnTo>
                    <a:pt x="2561" y="157"/>
                  </a:lnTo>
                  <a:lnTo>
                    <a:pt x="2561" y="162"/>
                  </a:lnTo>
                  <a:lnTo>
                    <a:pt x="2563" y="166"/>
                  </a:lnTo>
                  <a:lnTo>
                    <a:pt x="2563" y="167"/>
                  </a:lnTo>
                  <a:lnTo>
                    <a:pt x="2563" y="169"/>
                  </a:lnTo>
                  <a:lnTo>
                    <a:pt x="2561" y="171"/>
                  </a:lnTo>
                  <a:lnTo>
                    <a:pt x="2559" y="171"/>
                  </a:lnTo>
                  <a:lnTo>
                    <a:pt x="2556" y="171"/>
                  </a:lnTo>
                  <a:lnTo>
                    <a:pt x="2549" y="173"/>
                  </a:lnTo>
                  <a:lnTo>
                    <a:pt x="2547" y="169"/>
                  </a:lnTo>
                  <a:lnTo>
                    <a:pt x="2545" y="167"/>
                  </a:lnTo>
                  <a:lnTo>
                    <a:pt x="2545" y="166"/>
                  </a:lnTo>
                  <a:lnTo>
                    <a:pt x="2542" y="164"/>
                  </a:lnTo>
                  <a:lnTo>
                    <a:pt x="2542" y="169"/>
                  </a:lnTo>
                  <a:lnTo>
                    <a:pt x="2551" y="180"/>
                  </a:lnTo>
                  <a:lnTo>
                    <a:pt x="2558" y="195"/>
                  </a:lnTo>
                  <a:lnTo>
                    <a:pt x="2561" y="211"/>
                  </a:lnTo>
                  <a:lnTo>
                    <a:pt x="2556" y="215"/>
                  </a:lnTo>
                  <a:lnTo>
                    <a:pt x="2552" y="216"/>
                  </a:lnTo>
                  <a:lnTo>
                    <a:pt x="2551" y="220"/>
                  </a:lnTo>
                  <a:lnTo>
                    <a:pt x="2549" y="223"/>
                  </a:lnTo>
                  <a:lnTo>
                    <a:pt x="2549" y="225"/>
                  </a:lnTo>
                  <a:lnTo>
                    <a:pt x="2547" y="229"/>
                  </a:lnTo>
                  <a:lnTo>
                    <a:pt x="2545" y="230"/>
                  </a:lnTo>
                  <a:lnTo>
                    <a:pt x="2540" y="232"/>
                  </a:lnTo>
                  <a:lnTo>
                    <a:pt x="2535" y="234"/>
                  </a:lnTo>
                  <a:lnTo>
                    <a:pt x="2533" y="232"/>
                  </a:lnTo>
                  <a:lnTo>
                    <a:pt x="2531" y="232"/>
                  </a:lnTo>
                  <a:lnTo>
                    <a:pt x="2531" y="232"/>
                  </a:lnTo>
                  <a:lnTo>
                    <a:pt x="2530" y="230"/>
                  </a:lnTo>
                  <a:lnTo>
                    <a:pt x="2526" y="230"/>
                  </a:lnTo>
                  <a:lnTo>
                    <a:pt x="2510" y="183"/>
                  </a:lnTo>
                  <a:lnTo>
                    <a:pt x="2507" y="181"/>
                  </a:lnTo>
                  <a:lnTo>
                    <a:pt x="2503" y="178"/>
                  </a:lnTo>
                  <a:lnTo>
                    <a:pt x="2498" y="174"/>
                  </a:lnTo>
                  <a:lnTo>
                    <a:pt x="2495" y="173"/>
                  </a:lnTo>
                  <a:lnTo>
                    <a:pt x="2491" y="169"/>
                  </a:lnTo>
                  <a:lnTo>
                    <a:pt x="2489" y="159"/>
                  </a:lnTo>
                  <a:lnTo>
                    <a:pt x="2491" y="150"/>
                  </a:lnTo>
                  <a:lnTo>
                    <a:pt x="2493" y="143"/>
                  </a:lnTo>
                  <a:lnTo>
                    <a:pt x="2493" y="136"/>
                  </a:lnTo>
                  <a:lnTo>
                    <a:pt x="2488" y="131"/>
                  </a:lnTo>
                  <a:lnTo>
                    <a:pt x="2475" y="122"/>
                  </a:lnTo>
                  <a:lnTo>
                    <a:pt x="2465" y="117"/>
                  </a:lnTo>
                  <a:lnTo>
                    <a:pt x="2456" y="115"/>
                  </a:lnTo>
                  <a:lnTo>
                    <a:pt x="2448" y="110"/>
                  </a:lnTo>
                  <a:lnTo>
                    <a:pt x="2441" y="99"/>
                  </a:lnTo>
                  <a:lnTo>
                    <a:pt x="2434" y="80"/>
                  </a:lnTo>
                  <a:lnTo>
                    <a:pt x="2420" y="84"/>
                  </a:lnTo>
                  <a:lnTo>
                    <a:pt x="2418" y="78"/>
                  </a:lnTo>
                  <a:lnTo>
                    <a:pt x="2418" y="75"/>
                  </a:lnTo>
                  <a:lnTo>
                    <a:pt x="2416" y="71"/>
                  </a:lnTo>
                  <a:lnTo>
                    <a:pt x="2414" y="68"/>
                  </a:lnTo>
                  <a:close/>
                  <a:moveTo>
                    <a:pt x="1217" y="64"/>
                  </a:moveTo>
                  <a:lnTo>
                    <a:pt x="1215" y="68"/>
                  </a:lnTo>
                  <a:lnTo>
                    <a:pt x="1212" y="71"/>
                  </a:lnTo>
                  <a:lnTo>
                    <a:pt x="1210" y="73"/>
                  </a:lnTo>
                  <a:lnTo>
                    <a:pt x="1208" y="75"/>
                  </a:lnTo>
                  <a:lnTo>
                    <a:pt x="1208" y="77"/>
                  </a:lnTo>
                  <a:lnTo>
                    <a:pt x="1210" y="78"/>
                  </a:lnTo>
                  <a:lnTo>
                    <a:pt x="1214" y="80"/>
                  </a:lnTo>
                  <a:lnTo>
                    <a:pt x="1215" y="75"/>
                  </a:lnTo>
                  <a:lnTo>
                    <a:pt x="1215" y="73"/>
                  </a:lnTo>
                  <a:lnTo>
                    <a:pt x="1217" y="70"/>
                  </a:lnTo>
                  <a:lnTo>
                    <a:pt x="1219" y="68"/>
                  </a:lnTo>
                  <a:lnTo>
                    <a:pt x="1220" y="64"/>
                  </a:lnTo>
                  <a:lnTo>
                    <a:pt x="1217" y="64"/>
                  </a:lnTo>
                  <a:close/>
                  <a:moveTo>
                    <a:pt x="2654" y="49"/>
                  </a:moveTo>
                  <a:lnTo>
                    <a:pt x="2650" y="57"/>
                  </a:lnTo>
                  <a:lnTo>
                    <a:pt x="2643" y="70"/>
                  </a:lnTo>
                  <a:lnTo>
                    <a:pt x="2634" y="84"/>
                  </a:lnTo>
                  <a:lnTo>
                    <a:pt x="2626" y="98"/>
                  </a:lnTo>
                  <a:lnTo>
                    <a:pt x="2619" y="110"/>
                  </a:lnTo>
                  <a:lnTo>
                    <a:pt x="2615" y="120"/>
                  </a:lnTo>
                  <a:lnTo>
                    <a:pt x="2615" y="126"/>
                  </a:lnTo>
                  <a:lnTo>
                    <a:pt x="2617" y="133"/>
                  </a:lnTo>
                  <a:lnTo>
                    <a:pt x="2617" y="136"/>
                  </a:lnTo>
                  <a:lnTo>
                    <a:pt x="2619" y="140"/>
                  </a:lnTo>
                  <a:lnTo>
                    <a:pt x="2622" y="141"/>
                  </a:lnTo>
                  <a:lnTo>
                    <a:pt x="2626" y="143"/>
                  </a:lnTo>
                  <a:lnTo>
                    <a:pt x="2631" y="145"/>
                  </a:lnTo>
                  <a:lnTo>
                    <a:pt x="2645" y="150"/>
                  </a:lnTo>
                  <a:lnTo>
                    <a:pt x="2659" y="148"/>
                  </a:lnTo>
                  <a:lnTo>
                    <a:pt x="2671" y="143"/>
                  </a:lnTo>
                  <a:lnTo>
                    <a:pt x="2685" y="136"/>
                  </a:lnTo>
                  <a:lnTo>
                    <a:pt x="2699" y="134"/>
                  </a:lnTo>
                  <a:lnTo>
                    <a:pt x="2713" y="134"/>
                  </a:lnTo>
                  <a:lnTo>
                    <a:pt x="2722" y="140"/>
                  </a:lnTo>
                  <a:lnTo>
                    <a:pt x="2729" y="145"/>
                  </a:lnTo>
                  <a:lnTo>
                    <a:pt x="2737" y="148"/>
                  </a:lnTo>
                  <a:lnTo>
                    <a:pt x="2758" y="152"/>
                  </a:lnTo>
                  <a:lnTo>
                    <a:pt x="2779" y="150"/>
                  </a:lnTo>
                  <a:lnTo>
                    <a:pt x="2798" y="145"/>
                  </a:lnTo>
                  <a:lnTo>
                    <a:pt x="2804" y="134"/>
                  </a:lnTo>
                  <a:lnTo>
                    <a:pt x="2798" y="134"/>
                  </a:lnTo>
                  <a:lnTo>
                    <a:pt x="2790" y="120"/>
                  </a:lnTo>
                  <a:lnTo>
                    <a:pt x="2776" y="108"/>
                  </a:lnTo>
                  <a:lnTo>
                    <a:pt x="2756" y="96"/>
                  </a:lnTo>
                  <a:lnTo>
                    <a:pt x="2737" y="85"/>
                  </a:lnTo>
                  <a:lnTo>
                    <a:pt x="2722" y="80"/>
                  </a:lnTo>
                  <a:lnTo>
                    <a:pt x="2713" y="87"/>
                  </a:lnTo>
                  <a:lnTo>
                    <a:pt x="2701" y="92"/>
                  </a:lnTo>
                  <a:lnTo>
                    <a:pt x="2692" y="91"/>
                  </a:lnTo>
                  <a:lnTo>
                    <a:pt x="2687" y="84"/>
                  </a:lnTo>
                  <a:lnTo>
                    <a:pt x="2680" y="77"/>
                  </a:lnTo>
                  <a:lnTo>
                    <a:pt x="2676" y="68"/>
                  </a:lnTo>
                  <a:lnTo>
                    <a:pt x="2688" y="64"/>
                  </a:lnTo>
                  <a:lnTo>
                    <a:pt x="2687" y="63"/>
                  </a:lnTo>
                  <a:lnTo>
                    <a:pt x="2685" y="63"/>
                  </a:lnTo>
                  <a:lnTo>
                    <a:pt x="2685" y="63"/>
                  </a:lnTo>
                  <a:lnTo>
                    <a:pt x="2683" y="63"/>
                  </a:lnTo>
                  <a:lnTo>
                    <a:pt x="2680" y="61"/>
                  </a:lnTo>
                  <a:lnTo>
                    <a:pt x="2674" y="56"/>
                  </a:lnTo>
                  <a:lnTo>
                    <a:pt x="2669" y="54"/>
                  </a:lnTo>
                  <a:lnTo>
                    <a:pt x="2662" y="51"/>
                  </a:lnTo>
                  <a:lnTo>
                    <a:pt x="2654" y="49"/>
                  </a:lnTo>
                  <a:close/>
                  <a:moveTo>
                    <a:pt x="2933" y="45"/>
                  </a:moveTo>
                  <a:lnTo>
                    <a:pt x="2922" y="54"/>
                  </a:lnTo>
                  <a:lnTo>
                    <a:pt x="2910" y="59"/>
                  </a:lnTo>
                  <a:lnTo>
                    <a:pt x="2898" y="64"/>
                  </a:lnTo>
                  <a:lnTo>
                    <a:pt x="2887" y="73"/>
                  </a:lnTo>
                  <a:lnTo>
                    <a:pt x="2880" y="84"/>
                  </a:lnTo>
                  <a:lnTo>
                    <a:pt x="2877" y="99"/>
                  </a:lnTo>
                  <a:lnTo>
                    <a:pt x="2882" y="115"/>
                  </a:lnTo>
                  <a:lnTo>
                    <a:pt x="2893" y="131"/>
                  </a:lnTo>
                  <a:lnTo>
                    <a:pt x="2903" y="147"/>
                  </a:lnTo>
                  <a:lnTo>
                    <a:pt x="2915" y="160"/>
                  </a:lnTo>
                  <a:lnTo>
                    <a:pt x="2922" y="173"/>
                  </a:lnTo>
                  <a:lnTo>
                    <a:pt x="2910" y="173"/>
                  </a:lnTo>
                  <a:lnTo>
                    <a:pt x="2910" y="195"/>
                  </a:lnTo>
                  <a:lnTo>
                    <a:pt x="2914" y="211"/>
                  </a:lnTo>
                  <a:lnTo>
                    <a:pt x="2924" y="220"/>
                  </a:lnTo>
                  <a:lnTo>
                    <a:pt x="2942" y="223"/>
                  </a:lnTo>
                  <a:lnTo>
                    <a:pt x="2968" y="222"/>
                  </a:lnTo>
                  <a:lnTo>
                    <a:pt x="2966" y="202"/>
                  </a:lnTo>
                  <a:lnTo>
                    <a:pt x="2962" y="190"/>
                  </a:lnTo>
                  <a:lnTo>
                    <a:pt x="2957" y="180"/>
                  </a:lnTo>
                  <a:lnTo>
                    <a:pt x="2955" y="169"/>
                  </a:lnTo>
                  <a:lnTo>
                    <a:pt x="2957" y="153"/>
                  </a:lnTo>
                  <a:lnTo>
                    <a:pt x="2961" y="155"/>
                  </a:lnTo>
                  <a:lnTo>
                    <a:pt x="2964" y="155"/>
                  </a:lnTo>
                  <a:lnTo>
                    <a:pt x="2968" y="155"/>
                  </a:lnTo>
                  <a:lnTo>
                    <a:pt x="2971" y="155"/>
                  </a:lnTo>
                  <a:lnTo>
                    <a:pt x="2976" y="153"/>
                  </a:lnTo>
                  <a:lnTo>
                    <a:pt x="2973" y="150"/>
                  </a:lnTo>
                  <a:lnTo>
                    <a:pt x="2969" y="148"/>
                  </a:lnTo>
                  <a:lnTo>
                    <a:pt x="2968" y="147"/>
                  </a:lnTo>
                  <a:lnTo>
                    <a:pt x="2964" y="143"/>
                  </a:lnTo>
                  <a:lnTo>
                    <a:pt x="2961" y="141"/>
                  </a:lnTo>
                  <a:lnTo>
                    <a:pt x="2959" y="143"/>
                  </a:lnTo>
                  <a:lnTo>
                    <a:pt x="2959" y="147"/>
                  </a:lnTo>
                  <a:lnTo>
                    <a:pt x="2957" y="150"/>
                  </a:lnTo>
                  <a:lnTo>
                    <a:pt x="2957" y="152"/>
                  </a:lnTo>
                  <a:lnTo>
                    <a:pt x="2955" y="153"/>
                  </a:lnTo>
                  <a:lnTo>
                    <a:pt x="2954" y="152"/>
                  </a:lnTo>
                  <a:lnTo>
                    <a:pt x="2952" y="148"/>
                  </a:lnTo>
                  <a:lnTo>
                    <a:pt x="2947" y="140"/>
                  </a:lnTo>
                  <a:lnTo>
                    <a:pt x="2942" y="131"/>
                  </a:lnTo>
                  <a:lnTo>
                    <a:pt x="2943" y="127"/>
                  </a:lnTo>
                  <a:lnTo>
                    <a:pt x="2945" y="127"/>
                  </a:lnTo>
                  <a:lnTo>
                    <a:pt x="2947" y="126"/>
                  </a:lnTo>
                  <a:lnTo>
                    <a:pt x="2948" y="122"/>
                  </a:lnTo>
                  <a:lnTo>
                    <a:pt x="2933" y="113"/>
                  </a:lnTo>
                  <a:lnTo>
                    <a:pt x="2921" y="99"/>
                  </a:lnTo>
                  <a:lnTo>
                    <a:pt x="2914" y="84"/>
                  </a:lnTo>
                  <a:lnTo>
                    <a:pt x="2933" y="82"/>
                  </a:lnTo>
                  <a:lnTo>
                    <a:pt x="2947" y="77"/>
                  </a:lnTo>
                  <a:lnTo>
                    <a:pt x="2954" y="64"/>
                  </a:lnTo>
                  <a:lnTo>
                    <a:pt x="2957" y="49"/>
                  </a:lnTo>
                  <a:lnTo>
                    <a:pt x="2952" y="47"/>
                  </a:lnTo>
                  <a:lnTo>
                    <a:pt x="2947" y="47"/>
                  </a:lnTo>
                  <a:lnTo>
                    <a:pt x="2942" y="45"/>
                  </a:lnTo>
                  <a:lnTo>
                    <a:pt x="2933" y="45"/>
                  </a:lnTo>
                  <a:close/>
                  <a:moveTo>
                    <a:pt x="2746" y="42"/>
                  </a:moveTo>
                  <a:lnTo>
                    <a:pt x="2732" y="49"/>
                  </a:lnTo>
                  <a:lnTo>
                    <a:pt x="2715" y="54"/>
                  </a:lnTo>
                  <a:lnTo>
                    <a:pt x="2715" y="68"/>
                  </a:lnTo>
                  <a:lnTo>
                    <a:pt x="2722" y="70"/>
                  </a:lnTo>
                  <a:lnTo>
                    <a:pt x="2730" y="71"/>
                  </a:lnTo>
                  <a:lnTo>
                    <a:pt x="2741" y="71"/>
                  </a:lnTo>
                  <a:lnTo>
                    <a:pt x="2741" y="64"/>
                  </a:lnTo>
                  <a:lnTo>
                    <a:pt x="2744" y="59"/>
                  </a:lnTo>
                  <a:lnTo>
                    <a:pt x="2746" y="54"/>
                  </a:lnTo>
                  <a:lnTo>
                    <a:pt x="2746" y="49"/>
                  </a:lnTo>
                  <a:lnTo>
                    <a:pt x="2746" y="45"/>
                  </a:lnTo>
                  <a:lnTo>
                    <a:pt x="2746" y="42"/>
                  </a:lnTo>
                  <a:close/>
                  <a:moveTo>
                    <a:pt x="1390" y="33"/>
                  </a:moveTo>
                  <a:lnTo>
                    <a:pt x="1393" y="42"/>
                  </a:lnTo>
                  <a:lnTo>
                    <a:pt x="1395" y="54"/>
                  </a:lnTo>
                  <a:lnTo>
                    <a:pt x="1397" y="64"/>
                  </a:lnTo>
                  <a:lnTo>
                    <a:pt x="1395" y="66"/>
                  </a:lnTo>
                  <a:lnTo>
                    <a:pt x="1393" y="66"/>
                  </a:lnTo>
                  <a:lnTo>
                    <a:pt x="1392" y="66"/>
                  </a:lnTo>
                  <a:lnTo>
                    <a:pt x="1392" y="68"/>
                  </a:lnTo>
                  <a:lnTo>
                    <a:pt x="1390" y="68"/>
                  </a:lnTo>
                  <a:lnTo>
                    <a:pt x="1383" y="68"/>
                  </a:lnTo>
                  <a:lnTo>
                    <a:pt x="1381" y="66"/>
                  </a:lnTo>
                  <a:lnTo>
                    <a:pt x="1381" y="64"/>
                  </a:lnTo>
                  <a:lnTo>
                    <a:pt x="1381" y="63"/>
                  </a:lnTo>
                  <a:lnTo>
                    <a:pt x="1379" y="63"/>
                  </a:lnTo>
                  <a:lnTo>
                    <a:pt x="1378" y="61"/>
                  </a:lnTo>
                  <a:lnTo>
                    <a:pt x="1390" y="33"/>
                  </a:lnTo>
                  <a:close/>
                  <a:moveTo>
                    <a:pt x="1002" y="0"/>
                  </a:moveTo>
                  <a:lnTo>
                    <a:pt x="994" y="12"/>
                  </a:lnTo>
                  <a:lnTo>
                    <a:pt x="985" y="23"/>
                  </a:lnTo>
                  <a:lnTo>
                    <a:pt x="980" y="38"/>
                  </a:lnTo>
                  <a:lnTo>
                    <a:pt x="990" y="37"/>
                  </a:lnTo>
                  <a:lnTo>
                    <a:pt x="997" y="40"/>
                  </a:lnTo>
                  <a:lnTo>
                    <a:pt x="1002" y="45"/>
                  </a:lnTo>
                  <a:lnTo>
                    <a:pt x="1009" y="54"/>
                  </a:lnTo>
                  <a:lnTo>
                    <a:pt x="1011" y="47"/>
                  </a:lnTo>
                  <a:lnTo>
                    <a:pt x="1011" y="42"/>
                  </a:lnTo>
                  <a:lnTo>
                    <a:pt x="1013" y="38"/>
                  </a:lnTo>
                  <a:lnTo>
                    <a:pt x="1013" y="33"/>
                  </a:lnTo>
                  <a:lnTo>
                    <a:pt x="1022" y="33"/>
                  </a:lnTo>
                  <a:lnTo>
                    <a:pt x="1027" y="45"/>
                  </a:lnTo>
                  <a:lnTo>
                    <a:pt x="1035" y="49"/>
                  </a:lnTo>
                  <a:lnTo>
                    <a:pt x="1042" y="52"/>
                  </a:lnTo>
                  <a:lnTo>
                    <a:pt x="1049" y="56"/>
                  </a:lnTo>
                  <a:lnTo>
                    <a:pt x="1056" y="64"/>
                  </a:lnTo>
                  <a:lnTo>
                    <a:pt x="1049" y="75"/>
                  </a:lnTo>
                  <a:lnTo>
                    <a:pt x="1041" y="87"/>
                  </a:lnTo>
                  <a:lnTo>
                    <a:pt x="1034" y="103"/>
                  </a:lnTo>
                  <a:lnTo>
                    <a:pt x="1028" y="117"/>
                  </a:lnTo>
                  <a:lnTo>
                    <a:pt x="1028" y="126"/>
                  </a:lnTo>
                  <a:lnTo>
                    <a:pt x="1030" y="131"/>
                  </a:lnTo>
                  <a:lnTo>
                    <a:pt x="1030" y="134"/>
                  </a:lnTo>
                  <a:lnTo>
                    <a:pt x="1032" y="136"/>
                  </a:lnTo>
                  <a:lnTo>
                    <a:pt x="1034" y="138"/>
                  </a:lnTo>
                  <a:lnTo>
                    <a:pt x="1035" y="140"/>
                  </a:lnTo>
                  <a:lnTo>
                    <a:pt x="1041" y="141"/>
                  </a:lnTo>
                  <a:lnTo>
                    <a:pt x="1041" y="138"/>
                  </a:lnTo>
                  <a:lnTo>
                    <a:pt x="1044" y="131"/>
                  </a:lnTo>
                  <a:lnTo>
                    <a:pt x="1049" y="120"/>
                  </a:lnTo>
                  <a:lnTo>
                    <a:pt x="1055" y="106"/>
                  </a:lnTo>
                  <a:lnTo>
                    <a:pt x="1060" y="94"/>
                  </a:lnTo>
                  <a:lnTo>
                    <a:pt x="1065" y="84"/>
                  </a:lnTo>
                  <a:lnTo>
                    <a:pt x="1067" y="77"/>
                  </a:lnTo>
                  <a:lnTo>
                    <a:pt x="1079" y="77"/>
                  </a:lnTo>
                  <a:lnTo>
                    <a:pt x="1081" y="96"/>
                  </a:lnTo>
                  <a:lnTo>
                    <a:pt x="1081" y="113"/>
                  </a:lnTo>
                  <a:lnTo>
                    <a:pt x="1081" y="134"/>
                  </a:lnTo>
                  <a:lnTo>
                    <a:pt x="1083" y="157"/>
                  </a:lnTo>
                  <a:lnTo>
                    <a:pt x="1105" y="160"/>
                  </a:lnTo>
                  <a:lnTo>
                    <a:pt x="1114" y="147"/>
                  </a:lnTo>
                  <a:lnTo>
                    <a:pt x="1130" y="138"/>
                  </a:lnTo>
                  <a:lnTo>
                    <a:pt x="1147" y="129"/>
                  </a:lnTo>
                  <a:lnTo>
                    <a:pt x="1165" y="122"/>
                  </a:lnTo>
                  <a:lnTo>
                    <a:pt x="1182" y="115"/>
                  </a:lnTo>
                  <a:lnTo>
                    <a:pt x="1198" y="106"/>
                  </a:lnTo>
                  <a:lnTo>
                    <a:pt x="1205" y="96"/>
                  </a:lnTo>
                  <a:lnTo>
                    <a:pt x="1201" y="96"/>
                  </a:lnTo>
                  <a:lnTo>
                    <a:pt x="1200" y="92"/>
                  </a:lnTo>
                  <a:lnTo>
                    <a:pt x="1200" y="91"/>
                  </a:lnTo>
                  <a:lnTo>
                    <a:pt x="1198" y="89"/>
                  </a:lnTo>
                  <a:lnTo>
                    <a:pt x="1198" y="89"/>
                  </a:lnTo>
                  <a:lnTo>
                    <a:pt x="1196" y="89"/>
                  </a:lnTo>
                  <a:lnTo>
                    <a:pt x="1194" y="89"/>
                  </a:lnTo>
                  <a:lnTo>
                    <a:pt x="1191" y="87"/>
                  </a:lnTo>
                  <a:lnTo>
                    <a:pt x="1184" y="92"/>
                  </a:lnTo>
                  <a:lnTo>
                    <a:pt x="1172" y="99"/>
                  </a:lnTo>
                  <a:lnTo>
                    <a:pt x="1158" y="110"/>
                  </a:lnTo>
                  <a:lnTo>
                    <a:pt x="1140" y="119"/>
                  </a:lnTo>
                  <a:lnTo>
                    <a:pt x="1124" y="129"/>
                  </a:lnTo>
                  <a:lnTo>
                    <a:pt x="1109" y="136"/>
                  </a:lnTo>
                  <a:lnTo>
                    <a:pt x="1098" y="140"/>
                  </a:lnTo>
                  <a:lnTo>
                    <a:pt x="1095" y="141"/>
                  </a:lnTo>
                  <a:lnTo>
                    <a:pt x="1093" y="140"/>
                  </a:lnTo>
                  <a:lnTo>
                    <a:pt x="1091" y="138"/>
                  </a:lnTo>
                  <a:lnTo>
                    <a:pt x="1091" y="136"/>
                  </a:lnTo>
                  <a:lnTo>
                    <a:pt x="1091" y="134"/>
                  </a:lnTo>
                  <a:lnTo>
                    <a:pt x="1090" y="131"/>
                  </a:lnTo>
                  <a:lnTo>
                    <a:pt x="1095" y="122"/>
                  </a:lnTo>
                  <a:lnTo>
                    <a:pt x="1095" y="115"/>
                  </a:lnTo>
                  <a:lnTo>
                    <a:pt x="1093" y="110"/>
                  </a:lnTo>
                  <a:lnTo>
                    <a:pt x="1091" y="101"/>
                  </a:lnTo>
                  <a:lnTo>
                    <a:pt x="1095" y="91"/>
                  </a:lnTo>
                  <a:lnTo>
                    <a:pt x="1097" y="89"/>
                  </a:lnTo>
                  <a:lnTo>
                    <a:pt x="1098" y="87"/>
                  </a:lnTo>
                  <a:lnTo>
                    <a:pt x="1100" y="85"/>
                  </a:lnTo>
                  <a:lnTo>
                    <a:pt x="1102" y="85"/>
                  </a:lnTo>
                  <a:lnTo>
                    <a:pt x="1104" y="85"/>
                  </a:lnTo>
                  <a:lnTo>
                    <a:pt x="1105" y="84"/>
                  </a:lnTo>
                  <a:lnTo>
                    <a:pt x="1107" y="82"/>
                  </a:lnTo>
                  <a:lnTo>
                    <a:pt x="1107" y="78"/>
                  </a:lnTo>
                  <a:lnTo>
                    <a:pt x="1109" y="73"/>
                  </a:lnTo>
                  <a:lnTo>
                    <a:pt x="1109" y="64"/>
                  </a:lnTo>
                  <a:lnTo>
                    <a:pt x="1100" y="59"/>
                  </a:lnTo>
                  <a:lnTo>
                    <a:pt x="1091" y="57"/>
                  </a:lnTo>
                  <a:lnTo>
                    <a:pt x="1084" y="57"/>
                  </a:lnTo>
                  <a:lnTo>
                    <a:pt x="1076" y="54"/>
                  </a:lnTo>
                  <a:lnTo>
                    <a:pt x="1063" y="45"/>
                  </a:lnTo>
                  <a:lnTo>
                    <a:pt x="1055" y="37"/>
                  </a:lnTo>
                  <a:lnTo>
                    <a:pt x="1049" y="26"/>
                  </a:lnTo>
                  <a:lnTo>
                    <a:pt x="1042" y="16"/>
                  </a:lnTo>
                  <a:lnTo>
                    <a:pt x="1034" y="9"/>
                  </a:lnTo>
                  <a:lnTo>
                    <a:pt x="1020" y="2"/>
                  </a:lnTo>
                  <a:lnTo>
                    <a:pt x="1002"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5" name="Freeform 9">
              <a:extLst>
                <a:ext uri="{FF2B5EF4-FFF2-40B4-BE49-F238E27FC236}">
                  <a16:creationId xmlns:a16="http://schemas.microsoft.com/office/drawing/2014/main" id="{FD948238-AAAA-40C3-9AA0-3F0100100BFD}"/>
                </a:ext>
              </a:extLst>
            </p:cNvPr>
            <p:cNvSpPr>
              <a:spLocks noEditPoints="1"/>
            </p:cNvSpPr>
            <p:nvPr/>
          </p:nvSpPr>
          <p:spPr bwMode="auto">
            <a:xfrm>
              <a:off x="635000" y="2108200"/>
              <a:ext cx="7697788" cy="3846513"/>
            </a:xfrm>
            <a:custGeom>
              <a:avLst/>
              <a:gdLst>
                <a:gd name="T0" fmla="*/ 1599 w 4849"/>
                <a:gd name="T1" fmla="*/ 786 h 2423"/>
                <a:gd name="T2" fmla="*/ 1536 w 4849"/>
                <a:gd name="T3" fmla="*/ 779 h 2423"/>
                <a:gd name="T4" fmla="*/ 529 w 4849"/>
                <a:gd name="T5" fmla="*/ 651 h 2423"/>
                <a:gd name="T6" fmla="*/ 4301 w 4849"/>
                <a:gd name="T7" fmla="*/ 791 h 2423"/>
                <a:gd name="T8" fmla="*/ 2510 w 4849"/>
                <a:gd name="T9" fmla="*/ 575 h 2423"/>
                <a:gd name="T10" fmla="*/ 2579 w 4849"/>
                <a:gd name="T11" fmla="*/ 552 h 2423"/>
                <a:gd name="T12" fmla="*/ 2649 w 4849"/>
                <a:gd name="T13" fmla="*/ 522 h 2423"/>
                <a:gd name="T14" fmla="*/ 2347 w 4849"/>
                <a:gd name="T15" fmla="*/ 611 h 2423"/>
                <a:gd name="T16" fmla="*/ 2304 w 4849"/>
                <a:gd name="T17" fmla="*/ 615 h 2423"/>
                <a:gd name="T18" fmla="*/ 2269 w 4849"/>
                <a:gd name="T19" fmla="*/ 580 h 2423"/>
                <a:gd name="T20" fmla="*/ 1234 w 4849"/>
                <a:gd name="T21" fmla="*/ 424 h 2423"/>
                <a:gd name="T22" fmla="*/ 1297 w 4849"/>
                <a:gd name="T23" fmla="*/ 367 h 2423"/>
                <a:gd name="T24" fmla="*/ 1178 w 4849"/>
                <a:gd name="T25" fmla="*/ 307 h 2423"/>
                <a:gd name="T26" fmla="*/ 1171 w 4849"/>
                <a:gd name="T27" fmla="*/ 369 h 2423"/>
                <a:gd name="T28" fmla="*/ 2044 w 4849"/>
                <a:gd name="T29" fmla="*/ 365 h 2423"/>
                <a:gd name="T30" fmla="*/ 2082 w 4849"/>
                <a:gd name="T31" fmla="*/ 288 h 2423"/>
                <a:gd name="T32" fmla="*/ 1297 w 4849"/>
                <a:gd name="T33" fmla="*/ 215 h 2423"/>
                <a:gd name="T34" fmla="*/ 2979 w 4849"/>
                <a:gd name="T35" fmla="*/ 177 h 2423"/>
                <a:gd name="T36" fmla="*/ 4833 w 4849"/>
                <a:gd name="T37" fmla="*/ 109 h 2423"/>
                <a:gd name="T38" fmla="*/ 1082 w 4849"/>
                <a:gd name="T39" fmla="*/ 131 h 2423"/>
                <a:gd name="T40" fmla="*/ 1167 w 4849"/>
                <a:gd name="T41" fmla="*/ 154 h 2423"/>
                <a:gd name="T42" fmla="*/ 1197 w 4849"/>
                <a:gd name="T43" fmla="*/ 273 h 2423"/>
                <a:gd name="T44" fmla="*/ 1078 w 4849"/>
                <a:gd name="T45" fmla="*/ 379 h 2423"/>
                <a:gd name="T46" fmla="*/ 1164 w 4849"/>
                <a:gd name="T47" fmla="*/ 582 h 2423"/>
                <a:gd name="T48" fmla="*/ 1281 w 4849"/>
                <a:gd name="T49" fmla="*/ 575 h 2423"/>
                <a:gd name="T50" fmla="*/ 1386 w 4849"/>
                <a:gd name="T51" fmla="*/ 484 h 2423"/>
                <a:gd name="T52" fmla="*/ 1501 w 4849"/>
                <a:gd name="T53" fmla="*/ 564 h 2423"/>
                <a:gd name="T54" fmla="*/ 1396 w 4849"/>
                <a:gd name="T55" fmla="*/ 721 h 2423"/>
                <a:gd name="T56" fmla="*/ 1459 w 4849"/>
                <a:gd name="T57" fmla="*/ 798 h 2423"/>
                <a:gd name="T58" fmla="*/ 1298 w 4849"/>
                <a:gd name="T59" fmla="*/ 955 h 2423"/>
                <a:gd name="T60" fmla="*/ 1124 w 4849"/>
                <a:gd name="T61" fmla="*/ 1077 h 2423"/>
                <a:gd name="T62" fmla="*/ 1085 w 4849"/>
                <a:gd name="T63" fmla="*/ 1234 h 2423"/>
                <a:gd name="T64" fmla="*/ 1194 w 4849"/>
                <a:gd name="T65" fmla="*/ 1320 h 2423"/>
                <a:gd name="T66" fmla="*/ 1361 w 4849"/>
                <a:gd name="T67" fmla="*/ 1344 h 2423"/>
                <a:gd name="T68" fmla="*/ 1616 w 4849"/>
                <a:gd name="T69" fmla="*/ 1421 h 2423"/>
                <a:gd name="T70" fmla="*/ 1866 w 4849"/>
                <a:gd name="T71" fmla="*/ 1604 h 2423"/>
                <a:gd name="T72" fmla="*/ 1647 w 4849"/>
                <a:gd name="T73" fmla="*/ 1966 h 2423"/>
                <a:gd name="T74" fmla="*/ 1496 w 4849"/>
                <a:gd name="T75" fmla="*/ 2105 h 2423"/>
                <a:gd name="T76" fmla="*/ 1431 w 4849"/>
                <a:gd name="T77" fmla="*/ 2215 h 2423"/>
                <a:gd name="T78" fmla="*/ 1396 w 4849"/>
                <a:gd name="T79" fmla="*/ 2371 h 2423"/>
                <a:gd name="T80" fmla="*/ 1302 w 4849"/>
                <a:gd name="T81" fmla="*/ 2315 h 2423"/>
                <a:gd name="T82" fmla="*/ 1270 w 4849"/>
                <a:gd name="T83" fmla="*/ 1667 h 2423"/>
                <a:gd name="T84" fmla="*/ 1269 w 4849"/>
                <a:gd name="T85" fmla="*/ 1400 h 2423"/>
                <a:gd name="T86" fmla="*/ 1056 w 4849"/>
                <a:gd name="T87" fmla="*/ 1288 h 2423"/>
                <a:gd name="T88" fmla="*/ 813 w 4849"/>
                <a:gd name="T89" fmla="*/ 1102 h 2423"/>
                <a:gd name="T90" fmla="*/ 818 w 4849"/>
                <a:gd name="T91" fmla="*/ 1171 h 2423"/>
                <a:gd name="T92" fmla="*/ 642 w 4849"/>
                <a:gd name="T93" fmla="*/ 939 h 2423"/>
                <a:gd name="T94" fmla="*/ 639 w 4849"/>
                <a:gd name="T95" fmla="*/ 739 h 2423"/>
                <a:gd name="T96" fmla="*/ 490 w 4849"/>
                <a:gd name="T97" fmla="*/ 522 h 2423"/>
                <a:gd name="T98" fmla="*/ 141 w 4849"/>
                <a:gd name="T99" fmla="*/ 576 h 2423"/>
                <a:gd name="T100" fmla="*/ 115 w 4849"/>
                <a:gd name="T101" fmla="*/ 482 h 2423"/>
                <a:gd name="T102" fmla="*/ 85 w 4849"/>
                <a:gd name="T103" fmla="*/ 334 h 2423"/>
                <a:gd name="T104" fmla="*/ 110 w 4849"/>
                <a:gd name="T105" fmla="*/ 255 h 2423"/>
                <a:gd name="T106" fmla="*/ 234 w 4849"/>
                <a:gd name="T107" fmla="*/ 107 h 2423"/>
                <a:gd name="T108" fmla="*/ 499 w 4849"/>
                <a:gd name="T109" fmla="*/ 136 h 2423"/>
                <a:gd name="T110" fmla="*/ 632 w 4849"/>
                <a:gd name="T111" fmla="*/ 149 h 2423"/>
                <a:gd name="T112" fmla="*/ 771 w 4849"/>
                <a:gd name="T113" fmla="*/ 218 h 2423"/>
                <a:gd name="T114" fmla="*/ 979 w 4849"/>
                <a:gd name="T115" fmla="*/ 222 h 2423"/>
                <a:gd name="T116" fmla="*/ 918 w 4849"/>
                <a:gd name="T117" fmla="*/ 131 h 2423"/>
                <a:gd name="T118" fmla="*/ 733 w 4849"/>
                <a:gd name="T119" fmla="*/ 157 h 2423"/>
                <a:gd name="T120" fmla="*/ 776 w 4849"/>
                <a:gd name="T121" fmla="*/ 42 h 2423"/>
                <a:gd name="T122" fmla="*/ 902 w 4849"/>
                <a:gd name="T123" fmla="*/ 28 h 24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849" h="2423">
                  <a:moveTo>
                    <a:pt x="1469" y="711"/>
                  </a:moveTo>
                  <a:lnTo>
                    <a:pt x="1482" y="712"/>
                  </a:lnTo>
                  <a:lnTo>
                    <a:pt x="1490" y="714"/>
                  </a:lnTo>
                  <a:lnTo>
                    <a:pt x="1501" y="718"/>
                  </a:lnTo>
                  <a:lnTo>
                    <a:pt x="1501" y="726"/>
                  </a:lnTo>
                  <a:lnTo>
                    <a:pt x="1497" y="726"/>
                  </a:lnTo>
                  <a:lnTo>
                    <a:pt x="1494" y="728"/>
                  </a:lnTo>
                  <a:lnTo>
                    <a:pt x="1490" y="728"/>
                  </a:lnTo>
                  <a:lnTo>
                    <a:pt x="1487" y="728"/>
                  </a:lnTo>
                  <a:lnTo>
                    <a:pt x="1482" y="730"/>
                  </a:lnTo>
                  <a:lnTo>
                    <a:pt x="1478" y="725"/>
                  </a:lnTo>
                  <a:lnTo>
                    <a:pt x="1476" y="723"/>
                  </a:lnTo>
                  <a:lnTo>
                    <a:pt x="1475" y="719"/>
                  </a:lnTo>
                  <a:lnTo>
                    <a:pt x="1473" y="716"/>
                  </a:lnTo>
                  <a:lnTo>
                    <a:pt x="1469" y="711"/>
                  </a:lnTo>
                  <a:close/>
                  <a:moveTo>
                    <a:pt x="1551" y="691"/>
                  </a:moveTo>
                  <a:lnTo>
                    <a:pt x="1562" y="691"/>
                  </a:lnTo>
                  <a:lnTo>
                    <a:pt x="1562" y="705"/>
                  </a:lnTo>
                  <a:lnTo>
                    <a:pt x="1562" y="718"/>
                  </a:lnTo>
                  <a:lnTo>
                    <a:pt x="1564" y="728"/>
                  </a:lnTo>
                  <a:lnTo>
                    <a:pt x="1565" y="740"/>
                  </a:lnTo>
                  <a:lnTo>
                    <a:pt x="1585" y="740"/>
                  </a:lnTo>
                  <a:lnTo>
                    <a:pt x="1585" y="760"/>
                  </a:lnTo>
                  <a:lnTo>
                    <a:pt x="1593" y="760"/>
                  </a:lnTo>
                  <a:lnTo>
                    <a:pt x="1595" y="761"/>
                  </a:lnTo>
                  <a:lnTo>
                    <a:pt x="1597" y="761"/>
                  </a:lnTo>
                  <a:lnTo>
                    <a:pt x="1599" y="761"/>
                  </a:lnTo>
                  <a:lnTo>
                    <a:pt x="1600" y="761"/>
                  </a:lnTo>
                  <a:lnTo>
                    <a:pt x="1602" y="761"/>
                  </a:lnTo>
                  <a:lnTo>
                    <a:pt x="1604" y="763"/>
                  </a:lnTo>
                  <a:lnTo>
                    <a:pt x="1602" y="774"/>
                  </a:lnTo>
                  <a:lnTo>
                    <a:pt x="1599" y="786"/>
                  </a:lnTo>
                  <a:lnTo>
                    <a:pt x="1597" y="798"/>
                  </a:lnTo>
                  <a:lnTo>
                    <a:pt x="1593" y="798"/>
                  </a:lnTo>
                  <a:lnTo>
                    <a:pt x="1592" y="794"/>
                  </a:lnTo>
                  <a:lnTo>
                    <a:pt x="1592" y="793"/>
                  </a:lnTo>
                  <a:lnTo>
                    <a:pt x="1592" y="791"/>
                  </a:lnTo>
                  <a:lnTo>
                    <a:pt x="1590" y="789"/>
                  </a:lnTo>
                  <a:lnTo>
                    <a:pt x="1590" y="787"/>
                  </a:lnTo>
                  <a:lnTo>
                    <a:pt x="1588" y="791"/>
                  </a:lnTo>
                  <a:lnTo>
                    <a:pt x="1586" y="791"/>
                  </a:lnTo>
                  <a:lnTo>
                    <a:pt x="1586" y="793"/>
                  </a:lnTo>
                  <a:lnTo>
                    <a:pt x="1586" y="793"/>
                  </a:lnTo>
                  <a:lnTo>
                    <a:pt x="1586" y="793"/>
                  </a:lnTo>
                  <a:lnTo>
                    <a:pt x="1585" y="793"/>
                  </a:lnTo>
                  <a:lnTo>
                    <a:pt x="1581" y="794"/>
                  </a:lnTo>
                  <a:lnTo>
                    <a:pt x="1581" y="787"/>
                  </a:lnTo>
                  <a:lnTo>
                    <a:pt x="1583" y="786"/>
                  </a:lnTo>
                  <a:lnTo>
                    <a:pt x="1583" y="784"/>
                  </a:lnTo>
                  <a:lnTo>
                    <a:pt x="1585" y="782"/>
                  </a:lnTo>
                  <a:lnTo>
                    <a:pt x="1585" y="779"/>
                  </a:lnTo>
                  <a:lnTo>
                    <a:pt x="1585" y="775"/>
                  </a:lnTo>
                  <a:lnTo>
                    <a:pt x="1581" y="775"/>
                  </a:lnTo>
                  <a:lnTo>
                    <a:pt x="1574" y="782"/>
                  </a:lnTo>
                  <a:lnTo>
                    <a:pt x="1567" y="789"/>
                  </a:lnTo>
                  <a:lnTo>
                    <a:pt x="1558" y="794"/>
                  </a:lnTo>
                  <a:lnTo>
                    <a:pt x="1558" y="789"/>
                  </a:lnTo>
                  <a:lnTo>
                    <a:pt x="1558" y="784"/>
                  </a:lnTo>
                  <a:lnTo>
                    <a:pt x="1558" y="782"/>
                  </a:lnTo>
                  <a:lnTo>
                    <a:pt x="1557" y="781"/>
                  </a:lnTo>
                  <a:lnTo>
                    <a:pt x="1553" y="779"/>
                  </a:lnTo>
                  <a:lnTo>
                    <a:pt x="1548" y="779"/>
                  </a:lnTo>
                  <a:lnTo>
                    <a:pt x="1539" y="779"/>
                  </a:lnTo>
                  <a:lnTo>
                    <a:pt x="1536" y="779"/>
                  </a:lnTo>
                  <a:lnTo>
                    <a:pt x="1532" y="779"/>
                  </a:lnTo>
                  <a:lnTo>
                    <a:pt x="1527" y="777"/>
                  </a:lnTo>
                  <a:lnTo>
                    <a:pt x="1522" y="777"/>
                  </a:lnTo>
                  <a:lnTo>
                    <a:pt x="1517" y="775"/>
                  </a:lnTo>
                  <a:lnTo>
                    <a:pt x="1513" y="772"/>
                  </a:lnTo>
                  <a:lnTo>
                    <a:pt x="1523" y="758"/>
                  </a:lnTo>
                  <a:lnTo>
                    <a:pt x="1534" y="737"/>
                  </a:lnTo>
                  <a:lnTo>
                    <a:pt x="1541" y="714"/>
                  </a:lnTo>
                  <a:lnTo>
                    <a:pt x="1551" y="691"/>
                  </a:lnTo>
                  <a:close/>
                  <a:moveTo>
                    <a:pt x="1220" y="630"/>
                  </a:moveTo>
                  <a:lnTo>
                    <a:pt x="1235" y="630"/>
                  </a:lnTo>
                  <a:lnTo>
                    <a:pt x="1235" y="637"/>
                  </a:lnTo>
                  <a:lnTo>
                    <a:pt x="1232" y="637"/>
                  </a:lnTo>
                  <a:lnTo>
                    <a:pt x="1230" y="639"/>
                  </a:lnTo>
                  <a:lnTo>
                    <a:pt x="1229" y="639"/>
                  </a:lnTo>
                  <a:lnTo>
                    <a:pt x="1227" y="639"/>
                  </a:lnTo>
                  <a:lnTo>
                    <a:pt x="1225" y="641"/>
                  </a:lnTo>
                  <a:lnTo>
                    <a:pt x="1220" y="641"/>
                  </a:lnTo>
                  <a:lnTo>
                    <a:pt x="1220" y="630"/>
                  </a:lnTo>
                  <a:close/>
                  <a:moveTo>
                    <a:pt x="515" y="622"/>
                  </a:moveTo>
                  <a:lnTo>
                    <a:pt x="522" y="622"/>
                  </a:lnTo>
                  <a:lnTo>
                    <a:pt x="525" y="623"/>
                  </a:lnTo>
                  <a:lnTo>
                    <a:pt x="529" y="625"/>
                  </a:lnTo>
                  <a:lnTo>
                    <a:pt x="534" y="625"/>
                  </a:lnTo>
                  <a:lnTo>
                    <a:pt x="541" y="625"/>
                  </a:lnTo>
                  <a:lnTo>
                    <a:pt x="543" y="639"/>
                  </a:lnTo>
                  <a:lnTo>
                    <a:pt x="546" y="650"/>
                  </a:lnTo>
                  <a:lnTo>
                    <a:pt x="548" y="664"/>
                  </a:lnTo>
                  <a:lnTo>
                    <a:pt x="541" y="664"/>
                  </a:lnTo>
                  <a:lnTo>
                    <a:pt x="537" y="658"/>
                  </a:lnTo>
                  <a:lnTo>
                    <a:pt x="534" y="655"/>
                  </a:lnTo>
                  <a:lnTo>
                    <a:pt x="529" y="651"/>
                  </a:lnTo>
                  <a:lnTo>
                    <a:pt x="525" y="648"/>
                  </a:lnTo>
                  <a:lnTo>
                    <a:pt x="522" y="643"/>
                  </a:lnTo>
                  <a:lnTo>
                    <a:pt x="518" y="637"/>
                  </a:lnTo>
                  <a:lnTo>
                    <a:pt x="516" y="634"/>
                  </a:lnTo>
                  <a:lnTo>
                    <a:pt x="515" y="630"/>
                  </a:lnTo>
                  <a:lnTo>
                    <a:pt x="515" y="627"/>
                  </a:lnTo>
                  <a:lnTo>
                    <a:pt x="515" y="622"/>
                  </a:lnTo>
                  <a:close/>
                  <a:moveTo>
                    <a:pt x="4304" y="609"/>
                  </a:moveTo>
                  <a:lnTo>
                    <a:pt x="4306" y="611"/>
                  </a:lnTo>
                  <a:lnTo>
                    <a:pt x="4306" y="611"/>
                  </a:lnTo>
                  <a:lnTo>
                    <a:pt x="4306" y="611"/>
                  </a:lnTo>
                  <a:lnTo>
                    <a:pt x="4306" y="613"/>
                  </a:lnTo>
                  <a:lnTo>
                    <a:pt x="4307" y="613"/>
                  </a:lnTo>
                  <a:lnTo>
                    <a:pt x="4307" y="615"/>
                  </a:lnTo>
                  <a:lnTo>
                    <a:pt x="4313" y="627"/>
                  </a:lnTo>
                  <a:lnTo>
                    <a:pt x="4313" y="643"/>
                  </a:lnTo>
                  <a:lnTo>
                    <a:pt x="4313" y="658"/>
                  </a:lnTo>
                  <a:lnTo>
                    <a:pt x="4316" y="676"/>
                  </a:lnTo>
                  <a:lnTo>
                    <a:pt x="4321" y="693"/>
                  </a:lnTo>
                  <a:lnTo>
                    <a:pt x="4330" y="712"/>
                  </a:lnTo>
                  <a:lnTo>
                    <a:pt x="4335" y="733"/>
                  </a:lnTo>
                  <a:lnTo>
                    <a:pt x="4311" y="730"/>
                  </a:lnTo>
                  <a:lnTo>
                    <a:pt x="4311" y="746"/>
                  </a:lnTo>
                  <a:lnTo>
                    <a:pt x="4314" y="758"/>
                  </a:lnTo>
                  <a:lnTo>
                    <a:pt x="4316" y="770"/>
                  </a:lnTo>
                  <a:lnTo>
                    <a:pt x="4320" y="787"/>
                  </a:lnTo>
                  <a:lnTo>
                    <a:pt x="4314" y="787"/>
                  </a:lnTo>
                  <a:lnTo>
                    <a:pt x="4311" y="787"/>
                  </a:lnTo>
                  <a:lnTo>
                    <a:pt x="4306" y="789"/>
                  </a:lnTo>
                  <a:lnTo>
                    <a:pt x="4304" y="789"/>
                  </a:lnTo>
                  <a:lnTo>
                    <a:pt x="4301" y="791"/>
                  </a:lnTo>
                  <a:lnTo>
                    <a:pt x="4301" y="791"/>
                  </a:lnTo>
                  <a:lnTo>
                    <a:pt x="4297" y="781"/>
                  </a:lnTo>
                  <a:lnTo>
                    <a:pt x="4295" y="761"/>
                  </a:lnTo>
                  <a:lnTo>
                    <a:pt x="4295" y="739"/>
                  </a:lnTo>
                  <a:lnTo>
                    <a:pt x="4295" y="714"/>
                  </a:lnTo>
                  <a:lnTo>
                    <a:pt x="4295" y="691"/>
                  </a:lnTo>
                  <a:lnTo>
                    <a:pt x="4292" y="676"/>
                  </a:lnTo>
                  <a:lnTo>
                    <a:pt x="4292" y="637"/>
                  </a:lnTo>
                  <a:lnTo>
                    <a:pt x="4295" y="632"/>
                  </a:lnTo>
                  <a:lnTo>
                    <a:pt x="4297" y="629"/>
                  </a:lnTo>
                  <a:lnTo>
                    <a:pt x="4299" y="625"/>
                  </a:lnTo>
                  <a:lnTo>
                    <a:pt x="4301" y="622"/>
                  </a:lnTo>
                  <a:lnTo>
                    <a:pt x="4302" y="616"/>
                  </a:lnTo>
                  <a:lnTo>
                    <a:pt x="4304" y="609"/>
                  </a:lnTo>
                  <a:close/>
                  <a:moveTo>
                    <a:pt x="2253" y="595"/>
                  </a:moveTo>
                  <a:lnTo>
                    <a:pt x="2257" y="616"/>
                  </a:lnTo>
                  <a:lnTo>
                    <a:pt x="2255" y="637"/>
                  </a:lnTo>
                  <a:lnTo>
                    <a:pt x="2250" y="660"/>
                  </a:lnTo>
                  <a:lnTo>
                    <a:pt x="2236" y="667"/>
                  </a:lnTo>
                  <a:lnTo>
                    <a:pt x="2223" y="671"/>
                  </a:lnTo>
                  <a:lnTo>
                    <a:pt x="2204" y="672"/>
                  </a:lnTo>
                  <a:lnTo>
                    <a:pt x="2204" y="664"/>
                  </a:lnTo>
                  <a:lnTo>
                    <a:pt x="2209" y="651"/>
                  </a:lnTo>
                  <a:lnTo>
                    <a:pt x="2209" y="636"/>
                  </a:lnTo>
                  <a:lnTo>
                    <a:pt x="2208" y="618"/>
                  </a:lnTo>
                  <a:lnTo>
                    <a:pt x="2218" y="609"/>
                  </a:lnTo>
                  <a:lnTo>
                    <a:pt x="2227" y="602"/>
                  </a:lnTo>
                  <a:lnTo>
                    <a:pt x="2237" y="597"/>
                  </a:lnTo>
                  <a:lnTo>
                    <a:pt x="2253" y="595"/>
                  </a:lnTo>
                  <a:close/>
                  <a:moveTo>
                    <a:pt x="2503" y="568"/>
                  </a:moveTo>
                  <a:lnTo>
                    <a:pt x="2506" y="571"/>
                  </a:lnTo>
                  <a:lnTo>
                    <a:pt x="2508" y="573"/>
                  </a:lnTo>
                  <a:lnTo>
                    <a:pt x="2510" y="575"/>
                  </a:lnTo>
                  <a:lnTo>
                    <a:pt x="2510" y="578"/>
                  </a:lnTo>
                  <a:lnTo>
                    <a:pt x="2510" y="582"/>
                  </a:lnTo>
                  <a:lnTo>
                    <a:pt x="2511" y="587"/>
                  </a:lnTo>
                  <a:lnTo>
                    <a:pt x="2510" y="590"/>
                  </a:lnTo>
                  <a:lnTo>
                    <a:pt x="2508" y="592"/>
                  </a:lnTo>
                  <a:lnTo>
                    <a:pt x="2508" y="594"/>
                  </a:lnTo>
                  <a:lnTo>
                    <a:pt x="2508" y="595"/>
                  </a:lnTo>
                  <a:lnTo>
                    <a:pt x="2508" y="597"/>
                  </a:lnTo>
                  <a:lnTo>
                    <a:pt x="2506" y="599"/>
                  </a:lnTo>
                  <a:lnTo>
                    <a:pt x="2504" y="601"/>
                  </a:lnTo>
                  <a:lnTo>
                    <a:pt x="2503" y="601"/>
                  </a:lnTo>
                  <a:lnTo>
                    <a:pt x="2501" y="601"/>
                  </a:lnTo>
                  <a:lnTo>
                    <a:pt x="2499" y="602"/>
                  </a:lnTo>
                  <a:lnTo>
                    <a:pt x="2496" y="602"/>
                  </a:lnTo>
                  <a:lnTo>
                    <a:pt x="2490" y="590"/>
                  </a:lnTo>
                  <a:lnTo>
                    <a:pt x="2487" y="585"/>
                  </a:lnTo>
                  <a:lnTo>
                    <a:pt x="2487" y="583"/>
                  </a:lnTo>
                  <a:lnTo>
                    <a:pt x="2489" y="582"/>
                  </a:lnTo>
                  <a:lnTo>
                    <a:pt x="2496" y="578"/>
                  </a:lnTo>
                  <a:lnTo>
                    <a:pt x="2503" y="568"/>
                  </a:lnTo>
                  <a:close/>
                  <a:moveTo>
                    <a:pt x="2583" y="529"/>
                  </a:moveTo>
                  <a:lnTo>
                    <a:pt x="2588" y="531"/>
                  </a:lnTo>
                  <a:lnTo>
                    <a:pt x="2590" y="531"/>
                  </a:lnTo>
                  <a:lnTo>
                    <a:pt x="2592" y="531"/>
                  </a:lnTo>
                  <a:lnTo>
                    <a:pt x="2593" y="533"/>
                  </a:lnTo>
                  <a:lnTo>
                    <a:pt x="2595" y="533"/>
                  </a:lnTo>
                  <a:lnTo>
                    <a:pt x="2592" y="538"/>
                  </a:lnTo>
                  <a:lnTo>
                    <a:pt x="2590" y="543"/>
                  </a:lnTo>
                  <a:lnTo>
                    <a:pt x="2588" y="548"/>
                  </a:lnTo>
                  <a:lnTo>
                    <a:pt x="2585" y="554"/>
                  </a:lnTo>
                  <a:lnTo>
                    <a:pt x="2579" y="557"/>
                  </a:lnTo>
                  <a:lnTo>
                    <a:pt x="2579" y="552"/>
                  </a:lnTo>
                  <a:lnTo>
                    <a:pt x="2578" y="552"/>
                  </a:lnTo>
                  <a:lnTo>
                    <a:pt x="2578" y="550"/>
                  </a:lnTo>
                  <a:lnTo>
                    <a:pt x="2578" y="550"/>
                  </a:lnTo>
                  <a:lnTo>
                    <a:pt x="2578" y="548"/>
                  </a:lnTo>
                  <a:lnTo>
                    <a:pt x="2576" y="545"/>
                  </a:lnTo>
                  <a:lnTo>
                    <a:pt x="2579" y="541"/>
                  </a:lnTo>
                  <a:lnTo>
                    <a:pt x="2581" y="538"/>
                  </a:lnTo>
                  <a:lnTo>
                    <a:pt x="2583" y="534"/>
                  </a:lnTo>
                  <a:lnTo>
                    <a:pt x="2583" y="529"/>
                  </a:lnTo>
                  <a:close/>
                  <a:moveTo>
                    <a:pt x="246" y="526"/>
                  </a:moveTo>
                  <a:lnTo>
                    <a:pt x="251" y="534"/>
                  </a:lnTo>
                  <a:lnTo>
                    <a:pt x="251" y="541"/>
                  </a:lnTo>
                  <a:lnTo>
                    <a:pt x="246" y="550"/>
                  </a:lnTo>
                  <a:lnTo>
                    <a:pt x="239" y="555"/>
                  </a:lnTo>
                  <a:lnTo>
                    <a:pt x="232" y="559"/>
                  </a:lnTo>
                  <a:lnTo>
                    <a:pt x="230" y="561"/>
                  </a:lnTo>
                  <a:lnTo>
                    <a:pt x="227" y="557"/>
                  </a:lnTo>
                  <a:lnTo>
                    <a:pt x="225" y="554"/>
                  </a:lnTo>
                  <a:lnTo>
                    <a:pt x="223" y="548"/>
                  </a:lnTo>
                  <a:lnTo>
                    <a:pt x="223" y="543"/>
                  </a:lnTo>
                  <a:lnTo>
                    <a:pt x="221" y="538"/>
                  </a:lnTo>
                  <a:lnTo>
                    <a:pt x="234" y="533"/>
                  </a:lnTo>
                  <a:lnTo>
                    <a:pt x="237" y="531"/>
                  </a:lnTo>
                  <a:lnTo>
                    <a:pt x="242" y="529"/>
                  </a:lnTo>
                  <a:lnTo>
                    <a:pt x="246" y="526"/>
                  </a:lnTo>
                  <a:close/>
                  <a:moveTo>
                    <a:pt x="2646" y="503"/>
                  </a:moveTo>
                  <a:lnTo>
                    <a:pt x="2660" y="510"/>
                  </a:lnTo>
                  <a:lnTo>
                    <a:pt x="2660" y="515"/>
                  </a:lnTo>
                  <a:lnTo>
                    <a:pt x="2656" y="515"/>
                  </a:lnTo>
                  <a:lnTo>
                    <a:pt x="2655" y="517"/>
                  </a:lnTo>
                  <a:lnTo>
                    <a:pt x="2651" y="519"/>
                  </a:lnTo>
                  <a:lnTo>
                    <a:pt x="2649" y="522"/>
                  </a:lnTo>
                  <a:lnTo>
                    <a:pt x="2646" y="520"/>
                  </a:lnTo>
                  <a:lnTo>
                    <a:pt x="2644" y="520"/>
                  </a:lnTo>
                  <a:lnTo>
                    <a:pt x="2644" y="520"/>
                  </a:lnTo>
                  <a:lnTo>
                    <a:pt x="2642" y="519"/>
                  </a:lnTo>
                  <a:lnTo>
                    <a:pt x="2641" y="519"/>
                  </a:lnTo>
                  <a:lnTo>
                    <a:pt x="2641" y="515"/>
                  </a:lnTo>
                  <a:lnTo>
                    <a:pt x="2641" y="512"/>
                  </a:lnTo>
                  <a:lnTo>
                    <a:pt x="2641" y="510"/>
                  </a:lnTo>
                  <a:lnTo>
                    <a:pt x="2641" y="510"/>
                  </a:lnTo>
                  <a:lnTo>
                    <a:pt x="2642" y="506"/>
                  </a:lnTo>
                  <a:lnTo>
                    <a:pt x="2646" y="503"/>
                  </a:lnTo>
                  <a:close/>
                  <a:moveTo>
                    <a:pt x="2272" y="494"/>
                  </a:moveTo>
                  <a:lnTo>
                    <a:pt x="2290" y="496"/>
                  </a:lnTo>
                  <a:lnTo>
                    <a:pt x="2304" y="499"/>
                  </a:lnTo>
                  <a:lnTo>
                    <a:pt x="2300" y="506"/>
                  </a:lnTo>
                  <a:lnTo>
                    <a:pt x="2298" y="512"/>
                  </a:lnTo>
                  <a:lnTo>
                    <a:pt x="2295" y="517"/>
                  </a:lnTo>
                  <a:lnTo>
                    <a:pt x="2291" y="522"/>
                  </a:lnTo>
                  <a:lnTo>
                    <a:pt x="2300" y="522"/>
                  </a:lnTo>
                  <a:lnTo>
                    <a:pt x="2304" y="519"/>
                  </a:lnTo>
                  <a:lnTo>
                    <a:pt x="2305" y="517"/>
                  </a:lnTo>
                  <a:lnTo>
                    <a:pt x="2309" y="515"/>
                  </a:lnTo>
                  <a:lnTo>
                    <a:pt x="2314" y="515"/>
                  </a:lnTo>
                  <a:lnTo>
                    <a:pt x="2314" y="522"/>
                  </a:lnTo>
                  <a:lnTo>
                    <a:pt x="2319" y="534"/>
                  </a:lnTo>
                  <a:lnTo>
                    <a:pt x="2316" y="545"/>
                  </a:lnTo>
                  <a:lnTo>
                    <a:pt x="2311" y="554"/>
                  </a:lnTo>
                  <a:lnTo>
                    <a:pt x="2307" y="561"/>
                  </a:lnTo>
                  <a:lnTo>
                    <a:pt x="2316" y="569"/>
                  </a:lnTo>
                  <a:lnTo>
                    <a:pt x="2325" y="582"/>
                  </a:lnTo>
                  <a:lnTo>
                    <a:pt x="2337" y="595"/>
                  </a:lnTo>
                  <a:lnTo>
                    <a:pt x="2347" y="611"/>
                  </a:lnTo>
                  <a:lnTo>
                    <a:pt x="2356" y="629"/>
                  </a:lnTo>
                  <a:lnTo>
                    <a:pt x="2363" y="644"/>
                  </a:lnTo>
                  <a:lnTo>
                    <a:pt x="2365" y="657"/>
                  </a:lnTo>
                  <a:lnTo>
                    <a:pt x="2361" y="669"/>
                  </a:lnTo>
                  <a:lnTo>
                    <a:pt x="2353" y="676"/>
                  </a:lnTo>
                  <a:lnTo>
                    <a:pt x="2342" y="683"/>
                  </a:lnTo>
                  <a:lnTo>
                    <a:pt x="2325" y="690"/>
                  </a:lnTo>
                  <a:lnTo>
                    <a:pt x="2304" y="695"/>
                  </a:lnTo>
                  <a:lnTo>
                    <a:pt x="2285" y="700"/>
                  </a:lnTo>
                  <a:lnTo>
                    <a:pt x="2269" y="702"/>
                  </a:lnTo>
                  <a:lnTo>
                    <a:pt x="2269" y="698"/>
                  </a:lnTo>
                  <a:lnTo>
                    <a:pt x="2279" y="683"/>
                  </a:lnTo>
                  <a:lnTo>
                    <a:pt x="2288" y="667"/>
                  </a:lnTo>
                  <a:lnTo>
                    <a:pt x="2283" y="667"/>
                  </a:lnTo>
                  <a:lnTo>
                    <a:pt x="2279" y="667"/>
                  </a:lnTo>
                  <a:lnTo>
                    <a:pt x="2276" y="665"/>
                  </a:lnTo>
                  <a:lnTo>
                    <a:pt x="2276" y="664"/>
                  </a:lnTo>
                  <a:lnTo>
                    <a:pt x="2274" y="662"/>
                  </a:lnTo>
                  <a:lnTo>
                    <a:pt x="2274" y="658"/>
                  </a:lnTo>
                  <a:lnTo>
                    <a:pt x="2272" y="653"/>
                  </a:lnTo>
                  <a:lnTo>
                    <a:pt x="2285" y="650"/>
                  </a:lnTo>
                  <a:lnTo>
                    <a:pt x="2281" y="646"/>
                  </a:lnTo>
                  <a:lnTo>
                    <a:pt x="2281" y="644"/>
                  </a:lnTo>
                  <a:lnTo>
                    <a:pt x="2279" y="643"/>
                  </a:lnTo>
                  <a:lnTo>
                    <a:pt x="2279" y="643"/>
                  </a:lnTo>
                  <a:lnTo>
                    <a:pt x="2279" y="641"/>
                  </a:lnTo>
                  <a:lnTo>
                    <a:pt x="2281" y="637"/>
                  </a:lnTo>
                  <a:lnTo>
                    <a:pt x="2283" y="630"/>
                  </a:lnTo>
                  <a:lnTo>
                    <a:pt x="2288" y="625"/>
                  </a:lnTo>
                  <a:lnTo>
                    <a:pt x="2291" y="622"/>
                  </a:lnTo>
                  <a:lnTo>
                    <a:pt x="2298" y="618"/>
                  </a:lnTo>
                  <a:lnTo>
                    <a:pt x="2304" y="615"/>
                  </a:lnTo>
                  <a:lnTo>
                    <a:pt x="2302" y="611"/>
                  </a:lnTo>
                  <a:lnTo>
                    <a:pt x="2302" y="609"/>
                  </a:lnTo>
                  <a:lnTo>
                    <a:pt x="2302" y="609"/>
                  </a:lnTo>
                  <a:lnTo>
                    <a:pt x="2300" y="608"/>
                  </a:lnTo>
                  <a:lnTo>
                    <a:pt x="2300" y="606"/>
                  </a:lnTo>
                  <a:lnTo>
                    <a:pt x="2298" y="602"/>
                  </a:lnTo>
                  <a:lnTo>
                    <a:pt x="2297" y="602"/>
                  </a:lnTo>
                  <a:lnTo>
                    <a:pt x="2297" y="601"/>
                  </a:lnTo>
                  <a:lnTo>
                    <a:pt x="2297" y="601"/>
                  </a:lnTo>
                  <a:lnTo>
                    <a:pt x="2297" y="601"/>
                  </a:lnTo>
                  <a:lnTo>
                    <a:pt x="2295" y="601"/>
                  </a:lnTo>
                  <a:lnTo>
                    <a:pt x="2291" y="599"/>
                  </a:lnTo>
                  <a:lnTo>
                    <a:pt x="2288" y="597"/>
                  </a:lnTo>
                  <a:lnTo>
                    <a:pt x="2286" y="597"/>
                  </a:lnTo>
                  <a:lnTo>
                    <a:pt x="2283" y="597"/>
                  </a:lnTo>
                  <a:lnTo>
                    <a:pt x="2279" y="595"/>
                  </a:lnTo>
                  <a:lnTo>
                    <a:pt x="2276" y="595"/>
                  </a:lnTo>
                  <a:lnTo>
                    <a:pt x="2276" y="594"/>
                  </a:lnTo>
                  <a:lnTo>
                    <a:pt x="2274" y="592"/>
                  </a:lnTo>
                  <a:lnTo>
                    <a:pt x="2274" y="590"/>
                  </a:lnTo>
                  <a:lnTo>
                    <a:pt x="2274" y="587"/>
                  </a:lnTo>
                  <a:lnTo>
                    <a:pt x="2272" y="583"/>
                  </a:lnTo>
                  <a:lnTo>
                    <a:pt x="2274" y="582"/>
                  </a:lnTo>
                  <a:lnTo>
                    <a:pt x="2274" y="580"/>
                  </a:lnTo>
                  <a:lnTo>
                    <a:pt x="2276" y="578"/>
                  </a:lnTo>
                  <a:lnTo>
                    <a:pt x="2276" y="576"/>
                  </a:lnTo>
                  <a:lnTo>
                    <a:pt x="2276" y="573"/>
                  </a:lnTo>
                  <a:lnTo>
                    <a:pt x="2272" y="573"/>
                  </a:lnTo>
                  <a:lnTo>
                    <a:pt x="2271" y="576"/>
                  </a:lnTo>
                  <a:lnTo>
                    <a:pt x="2271" y="578"/>
                  </a:lnTo>
                  <a:lnTo>
                    <a:pt x="2271" y="580"/>
                  </a:lnTo>
                  <a:lnTo>
                    <a:pt x="2269" y="580"/>
                  </a:lnTo>
                  <a:lnTo>
                    <a:pt x="2267" y="582"/>
                  </a:lnTo>
                  <a:lnTo>
                    <a:pt x="2265" y="583"/>
                  </a:lnTo>
                  <a:lnTo>
                    <a:pt x="2262" y="566"/>
                  </a:lnTo>
                  <a:lnTo>
                    <a:pt x="2258" y="550"/>
                  </a:lnTo>
                  <a:lnTo>
                    <a:pt x="2257" y="538"/>
                  </a:lnTo>
                  <a:lnTo>
                    <a:pt x="2260" y="529"/>
                  </a:lnTo>
                  <a:lnTo>
                    <a:pt x="2265" y="520"/>
                  </a:lnTo>
                  <a:lnTo>
                    <a:pt x="2271" y="510"/>
                  </a:lnTo>
                  <a:lnTo>
                    <a:pt x="2272" y="494"/>
                  </a:lnTo>
                  <a:close/>
                  <a:moveTo>
                    <a:pt x="29" y="458"/>
                  </a:moveTo>
                  <a:lnTo>
                    <a:pt x="49" y="458"/>
                  </a:lnTo>
                  <a:lnTo>
                    <a:pt x="49" y="465"/>
                  </a:lnTo>
                  <a:lnTo>
                    <a:pt x="45" y="465"/>
                  </a:lnTo>
                  <a:lnTo>
                    <a:pt x="45" y="468"/>
                  </a:lnTo>
                  <a:lnTo>
                    <a:pt x="40" y="466"/>
                  </a:lnTo>
                  <a:lnTo>
                    <a:pt x="36" y="463"/>
                  </a:lnTo>
                  <a:lnTo>
                    <a:pt x="33" y="461"/>
                  </a:lnTo>
                  <a:lnTo>
                    <a:pt x="29" y="458"/>
                  </a:lnTo>
                  <a:close/>
                  <a:moveTo>
                    <a:pt x="1239" y="403"/>
                  </a:moveTo>
                  <a:lnTo>
                    <a:pt x="1244" y="407"/>
                  </a:lnTo>
                  <a:lnTo>
                    <a:pt x="1249" y="412"/>
                  </a:lnTo>
                  <a:lnTo>
                    <a:pt x="1253" y="419"/>
                  </a:lnTo>
                  <a:lnTo>
                    <a:pt x="1255" y="426"/>
                  </a:lnTo>
                  <a:lnTo>
                    <a:pt x="1251" y="426"/>
                  </a:lnTo>
                  <a:lnTo>
                    <a:pt x="1248" y="428"/>
                  </a:lnTo>
                  <a:lnTo>
                    <a:pt x="1246" y="428"/>
                  </a:lnTo>
                  <a:lnTo>
                    <a:pt x="1241" y="430"/>
                  </a:lnTo>
                  <a:lnTo>
                    <a:pt x="1235" y="430"/>
                  </a:lnTo>
                  <a:lnTo>
                    <a:pt x="1235" y="426"/>
                  </a:lnTo>
                  <a:lnTo>
                    <a:pt x="1234" y="426"/>
                  </a:lnTo>
                  <a:lnTo>
                    <a:pt x="1234" y="424"/>
                  </a:lnTo>
                  <a:lnTo>
                    <a:pt x="1234" y="424"/>
                  </a:lnTo>
                  <a:lnTo>
                    <a:pt x="1232" y="423"/>
                  </a:lnTo>
                  <a:lnTo>
                    <a:pt x="1234" y="419"/>
                  </a:lnTo>
                  <a:lnTo>
                    <a:pt x="1234" y="417"/>
                  </a:lnTo>
                  <a:lnTo>
                    <a:pt x="1234" y="417"/>
                  </a:lnTo>
                  <a:lnTo>
                    <a:pt x="1234" y="416"/>
                  </a:lnTo>
                  <a:lnTo>
                    <a:pt x="1235" y="414"/>
                  </a:lnTo>
                  <a:lnTo>
                    <a:pt x="1239" y="403"/>
                  </a:lnTo>
                  <a:close/>
                  <a:moveTo>
                    <a:pt x="1209" y="391"/>
                  </a:moveTo>
                  <a:lnTo>
                    <a:pt x="1213" y="395"/>
                  </a:lnTo>
                  <a:lnTo>
                    <a:pt x="1215" y="397"/>
                  </a:lnTo>
                  <a:lnTo>
                    <a:pt x="1215" y="398"/>
                  </a:lnTo>
                  <a:lnTo>
                    <a:pt x="1216" y="402"/>
                  </a:lnTo>
                  <a:lnTo>
                    <a:pt x="1216" y="405"/>
                  </a:lnTo>
                  <a:lnTo>
                    <a:pt x="1216" y="410"/>
                  </a:lnTo>
                  <a:lnTo>
                    <a:pt x="1213" y="410"/>
                  </a:lnTo>
                  <a:lnTo>
                    <a:pt x="1213" y="414"/>
                  </a:lnTo>
                  <a:lnTo>
                    <a:pt x="1206" y="412"/>
                  </a:lnTo>
                  <a:lnTo>
                    <a:pt x="1199" y="410"/>
                  </a:lnTo>
                  <a:lnTo>
                    <a:pt x="1194" y="407"/>
                  </a:lnTo>
                  <a:lnTo>
                    <a:pt x="1190" y="407"/>
                  </a:lnTo>
                  <a:lnTo>
                    <a:pt x="1190" y="403"/>
                  </a:lnTo>
                  <a:lnTo>
                    <a:pt x="1197" y="400"/>
                  </a:lnTo>
                  <a:lnTo>
                    <a:pt x="1204" y="397"/>
                  </a:lnTo>
                  <a:lnTo>
                    <a:pt x="1209" y="391"/>
                  </a:lnTo>
                  <a:close/>
                  <a:moveTo>
                    <a:pt x="1286" y="360"/>
                  </a:moveTo>
                  <a:lnTo>
                    <a:pt x="1290" y="362"/>
                  </a:lnTo>
                  <a:lnTo>
                    <a:pt x="1290" y="362"/>
                  </a:lnTo>
                  <a:lnTo>
                    <a:pt x="1291" y="363"/>
                  </a:lnTo>
                  <a:lnTo>
                    <a:pt x="1291" y="363"/>
                  </a:lnTo>
                  <a:lnTo>
                    <a:pt x="1293" y="365"/>
                  </a:lnTo>
                  <a:lnTo>
                    <a:pt x="1297" y="365"/>
                  </a:lnTo>
                  <a:lnTo>
                    <a:pt x="1297" y="367"/>
                  </a:lnTo>
                  <a:lnTo>
                    <a:pt x="1297" y="369"/>
                  </a:lnTo>
                  <a:lnTo>
                    <a:pt x="1295" y="370"/>
                  </a:lnTo>
                  <a:lnTo>
                    <a:pt x="1295" y="370"/>
                  </a:lnTo>
                  <a:lnTo>
                    <a:pt x="1293" y="372"/>
                  </a:lnTo>
                  <a:lnTo>
                    <a:pt x="1291" y="374"/>
                  </a:lnTo>
                  <a:lnTo>
                    <a:pt x="1290" y="374"/>
                  </a:lnTo>
                  <a:lnTo>
                    <a:pt x="1288" y="376"/>
                  </a:lnTo>
                  <a:lnTo>
                    <a:pt x="1286" y="376"/>
                  </a:lnTo>
                  <a:lnTo>
                    <a:pt x="1283" y="376"/>
                  </a:lnTo>
                  <a:lnTo>
                    <a:pt x="1283" y="370"/>
                  </a:lnTo>
                  <a:lnTo>
                    <a:pt x="1283" y="367"/>
                  </a:lnTo>
                  <a:lnTo>
                    <a:pt x="1284" y="365"/>
                  </a:lnTo>
                  <a:lnTo>
                    <a:pt x="1286" y="360"/>
                  </a:lnTo>
                  <a:close/>
                  <a:moveTo>
                    <a:pt x="0" y="341"/>
                  </a:moveTo>
                  <a:lnTo>
                    <a:pt x="17" y="344"/>
                  </a:lnTo>
                  <a:lnTo>
                    <a:pt x="29" y="349"/>
                  </a:lnTo>
                  <a:lnTo>
                    <a:pt x="38" y="360"/>
                  </a:lnTo>
                  <a:lnTo>
                    <a:pt x="35" y="363"/>
                  </a:lnTo>
                  <a:lnTo>
                    <a:pt x="31" y="363"/>
                  </a:lnTo>
                  <a:lnTo>
                    <a:pt x="29" y="365"/>
                  </a:lnTo>
                  <a:lnTo>
                    <a:pt x="28" y="367"/>
                  </a:lnTo>
                  <a:lnTo>
                    <a:pt x="22" y="369"/>
                  </a:lnTo>
                  <a:lnTo>
                    <a:pt x="19" y="365"/>
                  </a:lnTo>
                  <a:lnTo>
                    <a:pt x="14" y="362"/>
                  </a:lnTo>
                  <a:lnTo>
                    <a:pt x="10" y="358"/>
                  </a:lnTo>
                  <a:lnTo>
                    <a:pt x="5" y="356"/>
                  </a:lnTo>
                  <a:lnTo>
                    <a:pt x="3" y="355"/>
                  </a:lnTo>
                  <a:lnTo>
                    <a:pt x="0" y="351"/>
                  </a:lnTo>
                  <a:lnTo>
                    <a:pt x="0" y="348"/>
                  </a:lnTo>
                  <a:lnTo>
                    <a:pt x="0" y="341"/>
                  </a:lnTo>
                  <a:close/>
                  <a:moveTo>
                    <a:pt x="1178" y="299"/>
                  </a:moveTo>
                  <a:lnTo>
                    <a:pt x="1178" y="307"/>
                  </a:lnTo>
                  <a:lnTo>
                    <a:pt x="1180" y="311"/>
                  </a:lnTo>
                  <a:lnTo>
                    <a:pt x="1181" y="314"/>
                  </a:lnTo>
                  <a:lnTo>
                    <a:pt x="1181" y="320"/>
                  </a:lnTo>
                  <a:lnTo>
                    <a:pt x="1181" y="327"/>
                  </a:lnTo>
                  <a:lnTo>
                    <a:pt x="1201" y="327"/>
                  </a:lnTo>
                  <a:lnTo>
                    <a:pt x="1218" y="346"/>
                  </a:lnTo>
                  <a:lnTo>
                    <a:pt x="1235" y="365"/>
                  </a:lnTo>
                  <a:lnTo>
                    <a:pt x="1235" y="367"/>
                  </a:lnTo>
                  <a:lnTo>
                    <a:pt x="1234" y="369"/>
                  </a:lnTo>
                  <a:lnTo>
                    <a:pt x="1234" y="370"/>
                  </a:lnTo>
                  <a:lnTo>
                    <a:pt x="1234" y="370"/>
                  </a:lnTo>
                  <a:lnTo>
                    <a:pt x="1232" y="372"/>
                  </a:lnTo>
                  <a:lnTo>
                    <a:pt x="1229" y="376"/>
                  </a:lnTo>
                  <a:lnTo>
                    <a:pt x="1227" y="377"/>
                  </a:lnTo>
                  <a:lnTo>
                    <a:pt x="1225" y="379"/>
                  </a:lnTo>
                  <a:lnTo>
                    <a:pt x="1223" y="379"/>
                  </a:lnTo>
                  <a:lnTo>
                    <a:pt x="1218" y="379"/>
                  </a:lnTo>
                  <a:lnTo>
                    <a:pt x="1213" y="381"/>
                  </a:lnTo>
                  <a:lnTo>
                    <a:pt x="1213" y="376"/>
                  </a:lnTo>
                  <a:lnTo>
                    <a:pt x="1213" y="370"/>
                  </a:lnTo>
                  <a:lnTo>
                    <a:pt x="1213" y="367"/>
                  </a:lnTo>
                  <a:lnTo>
                    <a:pt x="1213" y="365"/>
                  </a:lnTo>
                  <a:lnTo>
                    <a:pt x="1209" y="362"/>
                  </a:lnTo>
                  <a:lnTo>
                    <a:pt x="1206" y="360"/>
                  </a:lnTo>
                  <a:lnTo>
                    <a:pt x="1201" y="356"/>
                  </a:lnTo>
                  <a:lnTo>
                    <a:pt x="1195" y="370"/>
                  </a:lnTo>
                  <a:lnTo>
                    <a:pt x="1185" y="379"/>
                  </a:lnTo>
                  <a:lnTo>
                    <a:pt x="1171" y="384"/>
                  </a:lnTo>
                  <a:lnTo>
                    <a:pt x="1171" y="379"/>
                  </a:lnTo>
                  <a:lnTo>
                    <a:pt x="1171" y="376"/>
                  </a:lnTo>
                  <a:lnTo>
                    <a:pt x="1173" y="372"/>
                  </a:lnTo>
                  <a:lnTo>
                    <a:pt x="1171" y="369"/>
                  </a:lnTo>
                  <a:lnTo>
                    <a:pt x="1169" y="365"/>
                  </a:lnTo>
                  <a:lnTo>
                    <a:pt x="1167" y="360"/>
                  </a:lnTo>
                  <a:lnTo>
                    <a:pt x="1162" y="358"/>
                  </a:lnTo>
                  <a:lnTo>
                    <a:pt x="1159" y="356"/>
                  </a:lnTo>
                  <a:lnTo>
                    <a:pt x="1155" y="356"/>
                  </a:lnTo>
                  <a:lnTo>
                    <a:pt x="1152" y="355"/>
                  </a:lnTo>
                  <a:lnTo>
                    <a:pt x="1150" y="355"/>
                  </a:lnTo>
                  <a:lnTo>
                    <a:pt x="1146" y="353"/>
                  </a:lnTo>
                  <a:lnTo>
                    <a:pt x="1143" y="349"/>
                  </a:lnTo>
                  <a:lnTo>
                    <a:pt x="1153" y="337"/>
                  </a:lnTo>
                  <a:lnTo>
                    <a:pt x="1160" y="323"/>
                  </a:lnTo>
                  <a:lnTo>
                    <a:pt x="1167" y="309"/>
                  </a:lnTo>
                  <a:lnTo>
                    <a:pt x="1178" y="299"/>
                  </a:lnTo>
                  <a:close/>
                  <a:moveTo>
                    <a:pt x="2150" y="269"/>
                  </a:moveTo>
                  <a:lnTo>
                    <a:pt x="2152" y="273"/>
                  </a:lnTo>
                  <a:lnTo>
                    <a:pt x="2154" y="276"/>
                  </a:lnTo>
                  <a:lnTo>
                    <a:pt x="2155" y="278"/>
                  </a:lnTo>
                  <a:lnTo>
                    <a:pt x="2155" y="281"/>
                  </a:lnTo>
                  <a:lnTo>
                    <a:pt x="2157" y="285"/>
                  </a:lnTo>
                  <a:lnTo>
                    <a:pt x="2157" y="292"/>
                  </a:lnTo>
                  <a:lnTo>
                    <a:pt x="2157" y="297"/>
                  </a:lnTo>
                  <a:lnTo>
                    <a:pt x="2159" y="311"/>
                  </a:lnTo>
                  <a:lnTo>
                    <a:pt x="2161" y="327"/>
                  </a:lnTo>
                  <a:lnTo>
                    <a:pt x="2161" y="341"/>
                  </a:lnTo>
                  <a:lnTo>
                    <a:pt x="2141" y="351"/>
                  </a:lnTo>
                  <a:lnTo>
                    <a:pt x="2119" y="360"/>
                  </a:lnTo>
                  <a:lnTo>
                    <a:pt x="2098" y="370"/>
                  </a:lnTo>
                  <a:lnTo>
                    <a:pt x="2080" y="384"/>
                  </a:lnTo>
                  <a:lnTo>
                    <a:pt x="2075" y="381"/>
                  </a:lnTo>
                  <a:lnTo>
                    <a:pt x="2066" y="377"/>
                  </a:lnTo>
                  <a:lnTo>
                    <a:pt x="2054" y="370"/>
                  </a:lnTo>
                  <a:lnTo>
                    <a:pt x="2044" y="365"/>
                  </a:lnTo>
                  <a:lnTo>
                    <a:pt x="2035" y="360"/>
                  </a:lnTo>
                  <a:lnTo>
                    <a:pt x="2031" y="356"/>
                  </a:lnTo>
                  <a:lnTo>
                    <a:pt x="2033" y="355"/>
                  </a:lnTo>
                  <a:lnTo>
                    <a:pt x="2035" y="353"/>
                  </a:lnTo>
                  <a:lnTo>
                    <a:pt x="2035" y="353"/>
                  </a:lnTo>
                  <a:lnTo>
                    <a:pt x="2037" y="351"/>
                  </a:lnTo>
                  <a:lnTo>
                    <a:pt x="2037" y="349"/>
                  </a:lnTo>
                  <a:lnTo>
                    <a:pt x="2038" y="346"/>
                  </a:lnTo>
                  <a:lnTo>
                    <a:pt x="2033" y="342"/>
                  </a:lnTo>
                  <a:lnTo>
                    <a:pt x="2026" y="341"/>
                  </a:lnTo>
                  <a:lnTo>
                    <a:pt x="2021" y="337"/>
                  </a:lnTo>
                  <a:lnTo>
                    <a:pt x="2016" y="334"/>
                  </a:lnTo>
                  <a:lnTo>
                    <a:pt x="2019" y="334"/>
                  </a:lnTo>
                  <a:lnTo>
                    <a:pt x="2023" y="330"/>
                  </a:lnTo>
                  <a:lnTo>
                    <a:pt x="2024" y="328"/>
                  </a:lnTo>
                  <a:lnTo>
                    <a:pt x="2026" y="328"/>
                  </a:lnTo>
                  <a:lnTo>
                    <a:pt x="2028" y="327"/>
                  </a:lnTo>
                  <a:lnTo>
                    <a:pt x="2033" y="327"/>
                  </a:lnTo>
                  <a:lnTo>
                    <a:pt x="2038" y="327"/>
                  </a:lnTo>
                  <a:lnTo>
                    <a:pt x="2038" y="314"/>
                  </a:lnTo>
                  <a:lnTo>
                    <a:pt x="2012" y="314"/>
                  </a:lnTo>
                  <a:lnTo>
                    <a:pt x="2007" y="304"/>
                  </a:lnTo>
                  <a:lnTo>
                    <a:pt x="2016" y="297"/>
                  </a:lnTo>
                  <a:lnTo>
                    <a:pt x="2023" y="290"/>
                  </a:lnTo>
                  <a:lnTo>
                    <a:pt x="2031" y="287"/>
                  </a:lnTo>
                  <a:lnTo>
                    <a:pt x="2045" y="283"/>
                  </a:lnTo>
                  <a:lnTo>
                    <a:pt x="2051" y="288"/>
                  </a:lnTo>
                  <a:lnTo>
                    <a:pt x="2054" y="294"/>
                  </a:lnTo>
                  <a:lnTo>
                    <a:pt x="2058" y="297"/>
                  </a:lnTo>
                  <a:lnTo>
                    <a:pt x="2061" y="304"/>
                  </a:lnTo>
                  <a:lnTo>
                    <a:pt x="2072" y="295"/>
                  </a:lnTo>
                  <a:lnTo>
                    <a:pt x="2082" y="288"/>
                  </a:lnTo>
                  <a:lnTo>
                    <a:pt x="2096" y="283"/>
                  </a:lnTo>
                  <a:lnTo>
                    <a:pt x="2098" y="288"/>
                  </a:lnTo>
                  <a:lnTo>
                    <a:pt x="2101" y="290"/>
                  </a:lnTo>
                  <a:lnTo>
                    <a:pt x="2101" y="292"/>
                  </a:lnTo>
                  <a:lnTo>
                    <a:pt x="2103" y="292"/>
                  </a:lnTo>
                  <a:lnTo>
                    <a:pt x="2105" y="292"/>
                  </a:lnTo>
                  <a:lnTo>
                    <a:pt x="2108" y="292"/>
                  </a:lnTo>
                  <a:lnTo>
                    <a:pt x="2117" y="287"/>
                  </a:lnTo>
                  <a:lnTo>
                    <a:pt x="2122" y="281"/>
                  </a:lnTo>
                  <a:lnTo>
                    <a:pt x="2129" y="276"/>
                  </a:lnTo>
                  <a:lnTo>
                    <a:pt x="2136" y="271"/>
                  </a:lnTo>
                  <a:lnTo>
                    <a:pt x="2150" y="269"/>
                  </a:lnTo>
                  <a:close/>
                  <a:moveTo>
                    <a:pt x="1302" y="206"/>
                  </a:moveTo>
                  <a:lnTo>
                    <a:pt x="1305" y="208"/>
                  </a:lnTo>
                  <a:lnTo>
                    <a:pt x="1307" y="210"/>
                  </a:lnTo>
                  <a:lnTo>
                    <a:pt x="1309" y="210"/>
                  </a:lnTo>
                  <a:lnTo>
                    <a:pt x="1311" y="211"/>
                  </a:lnTo>
                  <a:lnTo>
                    <a:pt x="1311" y="213"/>
                  </a:lnTo>
                  <a:lnTo>
                    <a:pt x="1311" y="215"/>
                  </a:lnTo>
                  <a:lnTo>
                    <a:pt x="1312" y="218"/>
                  </a:lnTo>
                  <a:lnTo>
                    <a:pt x="1316" y="224"/>
                  </a:lnTo>
                  <a:lnTo>
                    <a:pt x="1318" y="229"/>
                  </a:lnTo>
                  <a:lnTo>
                    <a:pt x="1319" y="234"/>
                  </a:lnTo>
                  <a:lnTo>
                    <a:pt x="1321" y="241"/>
                  </a:lnTo>
                  <a:lnTo>
                    <a:pt x="1316" y="243"/>
                  </a:lnTo>
                  <a:lnTo>
                    <a:pt x="1311" y="245"/>
                  </a:lnTo>
                  <a:lnTo>
                    <a:pt x="1305" y="245"/>
                  </a:lnTo>
                  <a:lnTo>
                    <a:pt x="1297" y="246"/>
                  </a:lnTo>
                  <a:lnTo>
                    <a:pt x="1295" y="238"/>
                  </a:lnTo>
                  <a:lnTo>
                    <a:pt x="1293" y="229"/>
                  </a:lnTo>
                  <a:lnTo>
                    <a:pt x="1293" y="218"/>
                  </a:lnTo>
                  <a:lnTo>
                    <a:pt x="1297" y="215"/>
                  </a:lnTo>
                  <a:lnTo>
                    <a:pt x="1298" y="211"/>
                  </a:lnTo>
                  <a:lnTo>
                    <a:pt x="1302" y="206"/>
                  </a:lnTo>
                  <a:close/>
                  <a:moveTo>
                    <a:pt x="1604" y="177"/>
                  </a:moveTo>
                  <a:lnTo>
                    <a:pt x="1611" y="180"/>
                  </a:lnTo>
                  <a:lnTo>
                    <a:pt x="1618" y="184"/>
                  </a:lnTo>
                  <a:lnTo>
                    <a:pt x="1621" y="187"/>
                  </a:lnTo>
                  <a:lnTo>
                    <a:pt x="1626" y="191"/>
                  </a:lnTo>
                  <a:lnTo>
                    <a:pt x="1632" y="196"/>
                  </a:lnTo>
                  <a:lnTo>
                    <a:pt x="1630" y="199"/>
                  </a:lnTo>
                  <a:lnTo>
                    <a:pt x="1630" y="199"/>
                  </a:lnTo>
                  <a:lnTo>
                    <a:pt x="1630" y="201"/>
                  </a:lnTo>
                  <a:lnTo>
                    <a:pt x="1628" y="201"/>
                  </a:lnTo>
                  <a:lnTo>
                    <a:pt x="1628" y="203"/>
                  </a:lnTo>
                  <a:lnTo>
                    <a:pt x="1625" y="206"/>
                  </a:lnTo>
                  <a:lnTo>
                    <a:pt x="1625" y="208"/>
                  </a:lnTo>
                  <a:lnTo>
                    <a:pt x="1623" y="208"/>
                  </a:lnTo>
                  <a:lnTo>
                    <a:pt x="1621" y="208"/>
                  </a:lnTo>
                  <a:lnTo>
                    <a:pt x="1619" y="210"/>
                  </a:lnTo>
                  <a:lnTo>
                    <a:pt x="1616" y="211"/>
                  </a:lnTo>
                  <a:lnTo>
                    <a:pt x="1611" y="206"/>
                  </a:lnTo>
                  <a:lnTo>
                    <a:pt x="1606" y="201"/>
                  </a:lnTo>
                  <a:lnTo>
                    <a:pt x="1599" y="196"/>
                  </a:lnTo>
                  <a:lnTo>
                    <a:pt x="1593" y="192"/>
                  </a:lnTo>
                  <a:lnTo>
                    <a:pt x="1597" y="180"/>
                  </a:lnTo>
                  <a:lnTo>
                    <a:pt x="1600" y="180"/>
                  </a:lnTo>
                  <a:lnTo>
                    <a:pt x="1602" y="178"/>
                  </a:lnTo>
                  <a:lnTo>
                    <a:pt x="1602" y="178"/>
                  </a:lnTo>
                  <a:lnTo>
                    <a:pt x="1602" y="178"/>
                  </a:lnTo>
                  <a:lnTo>
                    <a:pt x="1604" y="177"/>
                  </a:lnTo>
                  <a:close/>
                  <a:moveTo>
                    <a:pt x="2963" y="170"/>
                  </a:moveTo>
                  <a:lnTo>
                    <a:pt x="2979" y="170"/>
                  </a:lnTo>
                  <a:lnTo>
                    <a:pt x="2979" y="177"/>
                  </a:lnTo>
                  <a:lnTo>
                    <a:pt x="2976" y="177"/>
                  </a:lnTo>
                  <a:lnTo>
                    <a:pt x="2972" y="180"/>
                  </a:lnTo>
                  <a:lnTo>
                    <a:pt x="2970" y="180"/>
                  </a:lnTo>
                  <a:lnTo>
                    <a:pt x="2967" y="180"/>
                  </a:lnTo>
                  <a:lnTo>
                    <a:pt x="2967" y="178"/>
                  </a:lnTo>
                  <a:lnTo>
                    <a:pt x="2965" y="175"/>
                  </a:lnTo>
                  <a:lnTo>
                    <a:pt x="2965" y="173"/>
                  </a:lnTo>
                  <a:lnTo>
                    <a:pt x="2963" y="171"/>
                  </a:lnTo>
                  <a:lnTo>
                    <a:pt x="2963" y="170"/>
                  </a:lnTo>
                  <a:close/>
                  <a:moveTo>
                    <a:pt x="989" y="149"/>
                  </a:moveTo>
                  <a:lnTo>
                    <a:pt x="1005" y="159"/>
                  </a:lnTo>
                  <a:lnTo>
                    <a:pt x="1019" y="171"/>
                  </a:lnTo>
                  <a:lnTo>
                    <a:pt x="1033" y="184"/>
                  </a:lnTo>
                  <a:lnTo>
                    <a:pt x="1028" y="184"/>
                  </a:lnTo>
                  <a:lnTo>
                    <a:pt x="1024" y="189"/>
                  </a:lnTo>
                  <a:lnTo>
                    <a:pt x="1021" y="191"/>
                  </a:lnTo>
                  <a:lnTo>
                    <a:pt x="1016" y="191"/>
                  </a:lnTo>
                  <a:lnTo>
                    <a:pt x="1010" y="192"/>
                  </a:lnTo>
                  <a:lnTo>
                    <a:pt x="1002" y="192"/>
                  </a:lnTo>
                  <a:lnTo>
                    <a:pt x="995" y="185"/>
                  </a:lnTo>
                  <a:lnTo>
                    <a:pt x="988" y="180"/>
                  </a:lnTo>
                  <a:lnTo>
                    <a:pt x="979" y="177"/>
                  </a:lnTo>
                  <a:lnTo>
                    <a:pt x="979" y="173"/>
                  </a:lnTo>
                  <a:lnTo>
                    <a:pt x="995" y="164"/>
                  </a:lnTo>
                  <a:lnTo>
                    <a:pt x="993" y="161"/>
                  </a:lnTo>
                  <a:lnTo>
                    <a:pt x="991" y="159"/>
                  </a:lnTo>
                  <a:lnTo>
                    <a:pt x="991" y="156"/>
                  </a:lnTo>
                  <a:lnTo>
                    <a:pt x="989" y="149"/>
                  </a:lnTo>
                  <a:close/>
                  <a:moveTo>
                    <a:pt x="4822" y="100"/>
                  </a:moveTo>
                  <a:lnTo>
                    <a:pt x="4826" y="105"/>
                  </a:lnTo>
                  <a:lnTo>
                    <a:pt x="4829" y="109"/>
                  </a:lnTo>
                  <a:lnTo>
                    <a:pt x="4833" y="109"/>
                  </a:lnTo>
                  <a:lnTo>
                    <a:pt x="4835" y="110"/>
                  </a:lnTo>
                  <a:lnTo>
                    <a:pt x="4836" y="110"/>
                  </a:lnTo>
                  <a:lnTo>
                    <a:pt x="4840" y="110"/>
                  </a:lnTo>
                  <a:lnTo>
                    <a:pt x="4842" y="110"/>
                  </a:lnTo>
                  <a:lnTo>
                    <a:pt x="4843" y="110"/>
                  </a:lnTo>
                  <a:lnTo>
                    <a:pt x="4847" y="112"/>
                  </a:lnTo>
                  <a:lnTo>
                    <a:pt x="4849" y="115"/>
                  </a:lnTo>
                  <a:lnTo>
                    <a:pt x="4842" y="121"/>
                  </a:lnTo>
                  <a:lnTo>
                    <a:pt x="4835" y="126"/>
                  </a:lnTo>
                  <a:lnTo>
                    <a:pt x="4800" y="129"/>
                  </a:lnTo>
                  <a:lnTo>
                    <a:pt x="4800" y="115"/>
                  </a:lnTo>
                  <a:lnTo>
                    <a:pt x="4805" y="110"/>
                  </a:lnTo>
                  <a:lnTo>
                    <a:pt x="4810" y="107"/>
                  </a:lnTo>
                  <a:lnTo>
                    <a:pt x="4815" y="103"/>
                  </a:lnTo>
                  <a:lnTo>
                    <a:pt x="4822" y="100"/>
                  </a:lnTo>
                  <a:close/>
                  <a:moveTo>
                    <a:pt x="1063" y="72"/>
                  </a:moveTo>
                  <a:lnTo>
                    <a:pt x="1064" y="79"/>
                  </a:lnTo>
                  <a:lnTo>
                    <a:pt x="1064" y="84"/>
                  </a:lnTo>
                  <a:lnTo>
                    <a:pt x="1066" y="86"/>
                  </a:lnTo>
                  <a:lnTo>
                    <a:pt x="1068" y="88"/>
                  </a:lnTo>
                  <a:lnTo>
                    <a:pt x="1070" y="89"/>
                  </a:lnTo>
                  <a:lnTo>
                    <a:pt x="1073" y="93"/>
                  </a:lnTo>
                  <a:lnTo>
                    <a:pt x="1075" y="96"/>
                  </a:lnTo>
                  <a:lnTo>
                    <a:pt x="1073" y="100"/>
                  </a:lnTo>
                  <a:lnTo>
                    <a:pt x="1071" y="105"/>
                  </a:lnTo>
                  <a:lnTo>
                    <a:pt x="1070" y="109"/>
                  </a:lnTo>
                  <a:lnTo>
                    <a:pt x="1068" y="112"/>
                  </a:lnTo>
                  <a:lnTo>
                    <a:pt x="1066" y="119"/>
                  </a:lnTo>
                  <a:lnTo>
                    <a:pt x="1073" y="121"/>
                  </a:lnTo>
                  <a:lnTo>
                    <a:pt x="1077" y="124"/>
                  </a:lnTo>
                  <a:lnTo>
                    <a:pt x="1080" y="128"/>
                  </a:lnTo>
                  <a:lnTo>
                    <a:pt x="1082" y="131"/>
                  </a:lnTo>
                  <a:lnTo>
                    <a:pt x="1082" y="138"/>
                  </a:lnTo>
                  <a:lnTo>
                    <a:pt x="1082" y="145"/>
                  </a:lnTo>
                  <a:lnTo>
                    <a:pt x="1077" y="149"/>
                  </a:lnTo>
                  <a:lnTo>
                    <a:pt x="1073" y="152"/>
                  </a:lnTo>
                  <a:lnTo>
                    <a:pt x="1071" y="157"/>
                  </a:lnTo>
                  <a:lnTo>
                    <a:pt x="1070" y="163"/>
                  </a:lnTo>
                  <a:lnTo>
                    <a:pt x="1066" y="170"/>
                  </a:lnTo>
                  <a:lnTo>
                    <a:pt x="1091" y="170"/>
                  </a:lnTo>
                  <a:lnTo>
                    <a:pt x="1091" y="185"/>
                  </a:lnTo>
                  <a:lnTo>
                    <a:pt x="1094" y="199"/>
                  </a:lnTo>
                  <a:lnTo>
                    <a:pt x="1105" y="199"/>
                  </a:lnTo>
                  <a:lnTo>
                    <a:pt x="1110" y="194"/>
                  </a:lnTo>
                  <a:lnTo>
                    <a:pt x="1115" y="189"/>
                  </a:lnTo>
                  <a:lnTo>
                    <a:pt x="1120" y="184"/>
                  </a:lnTo>
                  <a:lnTo>
                    <a:pt x="1129" y="180"/>
                  </a:lnTo>
                  <a:lnTo>
                    <a:pt x="1129" y="191"/>
                  </a:lnTo>
                  <a:lnTo>
                    <a:pt x="1127" y="205"/>
                  </a:lnTo>
                  <a:lnTo>
                    <a:pt x="1126" y="217"/>
                  </a:lnTo>
                  <a:lnTo>
                    <a:pt x="1126" y="225"/>
                  </a:lnTo>
                  <a:lnTo>
                    <a:pt x="1124" y="231"/>
                  </a:lnTo>
                  <a:lnTo>
                    <a:pt x="1127" y="234"/>
                  </a:lnTo>
                  <a:lnTo>
                    <a:pt x="1129" y="236"/>
                  </a:lnTo>
                  <a:lnTo>
                    <a:pt x="1131" y="238"/>
                  </a:lnTo>
                  <a:lnTo>
                    <a:pt x="1134" y="239"/>
                  </a:lnTo>
                  <a:lnTo>
                    <a:pt x="1139" y="241"/>
                  </a:lnTo>
                  <a:lnTo>
                    <a:pt x="1148" y="227"/>
                  </a:lnTo>
                  <a:lnTo>
                    <a:pt x="1155" y="211"/>
                  </a:lnTo>
                  <a:lnTo>
                    <a:pt x="1155" y="199"/>
                  </a:lnTo>
                  <a:lnTo>
                    <a:pt x="1153" y="187"/>
                  </a:lnTo>
                  <a:lnTo>
                    <a:pt x="1153" y="175"/>
                  </a:lnTo>
                  <a:lnTo>
                    <a:pt x="1157" y="163"/>
                  </a:lnTo>
                  <a:lnTo>
                    <a:pt x="1167" y="154"/>
                  </a:lnTo>
                  <a:lnTo>
                    <a:pt x="1171" y="150"/>
                  </a:lnTo>
                  <a:lnTo>
                    <a:pt x="1174" y="150"/>
                  </a:lnTo>
                  <a:lnTo>
                    <a:pt x="1178" y="152"/>
                  </a:lnTo>
                  <a:lnTo>
                    <a:pt x="1181" y="154"/>
                  </a:lnTo>
                  <a:lnTo>
                    <a:pt x="1183" y="157"/>
                  </a:lnTo>
                  <a:lnTo>
                    <a:pt x="1187" y="161"/>
                  </a:lnTo>
                  <a:lnTo>
                    <a:pt x="1188" y="164"/>
                  </a:lnTo>
                  <a:lnTo>
                    <a:pt x="1192" y="166"/>
                  </a:lnTo>
                  <a:lnTo>
                    <a:pt x="1194" y="170"/>
                  </a:lnTo>
                  <a:lnTo>
                    <a:pt x="1201" y="170"/>
                  </a:lnTo>
                  <a:lnTo>
                    <a:pt x="1209" y="166"/>
                  </a:lnTo>
                  <a:lnTo>
                    <a:pt x="1218" y="164"/>
                  </a:lnTo>
                  <a:lnTo>
                    <a:pt x="1225" y="170"/>
                  </a:lnTo>
                  <a:lnTo>
                    <a:pt x="1225" y="184"/>
                  </a:lnTo>
                  <a:lnTo>
                    <a:pt x="1225" y="191"/>
                  </a:lnTo>
                  <a:lnTo>
                    <a:pt x="1223" y="203"/>
                  </a:lnTo>
                  <a:lnTo>
                    <a:pt x="1222" y="218"/>
                  </a:lnTo>
                  <a:lnTo>
                    <a:pt x="1218" y="236"/>
                  </a:lnTo>
                  <a:lnTo>
                    <a:pt x="1215" y="250"/>
                  </a:lnTo>
                  <a:lnTo>
                    <a:pt x="1213" y="260"/>
                  </a:lnTo>
                  <a:lnTo>
                    <a:pt x="1206" y="260"/>
                  </a:lnTo>
                  <a:lnTo>
                    <a:pt x="1202" y="259"/>
                  </a:lnTo>
                  <a:lnTo>
                    <a:pt x="1199" y="257"/>
                  </a:lnTo>
                  <a:lnTo>
                    <a:pt x="1195" y="255"/>
                  </a:lnTo>
                  <a:lnTo>
                    <a:pt x="1190" y="253"/>
                  </a:lnTo>
                  <a:lnTo>
                    <a:pt x="1190" y="257"/>
                  </a:lnTo>
                  <a:lnTo>
                    <a:pt x="1192" y="259"/>
                  </a:lnTo>
                  <a:lnTo>
                    <a:pt x="1194" y="260"/>
                  </a:lnTo>
                  <a:lnTo>
                    <a:pt x="1195" y="262"/>
                  </a:lnTo>
                  <a:lnTo>
                    <a:pt x="1195" y="264"/>
                  </a:lnTo>
                  <a:lnTo>
                    <a:pt x="1197" y="267"/>
                  </a:lnTo>
                  <a:lnTo>
                    <a:pt x="1197" y="273"/>
                  </a:lnTo>
                  <a:lnTo>
                    <a:pt x="1148" y="276"/>
                  </a:lnTo>
                  <a:lnTo>
                    <a:pt x="1148" y="280"/>
                  </a:lnTo>
                  <a:lnTo>
                    <a:pt x="1152" y="290"/>
                  </a:lnTo>
                  <a:lnTo>
                    <a:pt x="1150" y="301"/>
                  </a:lnTo>
                  <a:lnTo>
                    <a:pt x="1148" y="318"/>
                  </a:lnTo>
                  <a:lnTo>
                    <a:pt x="1139" y="318"/>
                  </a:lnTo>
                  <a:lnTo>
                    <a:pt x="1127" y="311"/>
                  </a:lnTo>
                  <a:lnTo>
                    <a:pt x="1110" y="307"/>
                  </a:lnTo>
                  <a:lnTo>
                    <a:pt x="1110" y="311"/>
                  </a:lnTo>
                  <a:lnTo>
                    <a:pt x="1113" y="311"/>
                  </a:lnTo>
                  <a:lnTo>
                    <a:pt x="1117" y="314"/>
                  </a:lnTo>
                  <a:lnTo>
                    <a:pt x="1119" y="316"/>
                  </a:lnTo>
                  <a:lnTo>
                    <a:pt x="1120" y="318"/>
                  </a:lnTo>
                  <a:lnTo>
                    <a:pt x="1122" y="320"/>
                  </a:lnTo>
                  <a:lnTo>
                    <a:pt x="1124" y="325"/>
                  </a:lnTo>
                  <a:lnTo>
                    <a:pt x="1124" y="330"/>
                  </a:lnTo>
                  <a:lnTo>
                    <a:pt x="1122" y="334"/>
                  </a:lnTo>
                  <a:lnTo>
                    <a:pt x="1119" y="337"/>
                  </a:lnTo>
                  <a:lnTo>
                    <a:pt x="1117" y="341"/>
                  </a:lnTo>
                  <a:lnTo>
                    <a:pt x="1108" y="348"/>
                  </a:lnTo>
                  <a:lnTo>
                    <a:pt x="1101" y="355"/>
                  </a:lnTo>
                  <a:lnTo>
                    <a:pt x="1098" y="363"/>
                  </a:lnTo>
                  <a:lnTo>
                    <a:pt x="1094" y="376"/>
                  </a:lnTo>
                  <a:lnTo>
                    <a:pt x="1087" y="376"/>
                  </a:lnTo>
                  <a:lnTo>
                    <a:pt x="1082" y="374"/>
                  </a:lnTo>
                  <a:lnTo>
                    <a:pt x="1077" y="372"/>
                  </a:lnTo>
                  <a:lnTo>
                    <a:pt x="1073" y="370"/>
                  </a:lnTo>
                  <a:lnTo>
                    <a:pt x="1066" y="369"/>
                  </a:lnTo>
                  <a:lnTo>
                    <a:pt x="1066" y="372"/>
                  </a:lnTo>
                  <a:lnTo>
                    <a:pt x="1075" y="372"/>
                  </a:lnTo>
                  <a:lnTo>
                    <a:pt x="1077" y="376"/>
                  </a:lnTo>
                  <a:lnTo>
                    <a:pt x="1078" y="379"/>
                  </a:lnTo>
                  <a:lnTo>
                    <a:pt x="1080" y="381"/>
                  </a:lnTo>
                  <a:lnTo>
                    <a:pt x="1080" y="384"/>
                  </a:lnTo>
                  <a:lnTo>
                    <a:pt x="1082" y="390"/>
                  </a:lnTo>
                  <a:lnTo>
                    <a:pt x="1082" y="395"/>
                  </a:lnTo>
                  <a:lnTo>
                    <a:pt x="1066" y="400"/>
                  </a:lnTo>
                  <a:lnTo>
                    <a:pt x="1052" y="409"/>
                  </a:lnTo>
                  <a:lnTo>
                    <a:pt x="1043" y="419"/>
                  </a:lnTo>
                  <a:lnTo>
                    <a:pt x="1037" y="435"/>
                  </a:lnTo>
                  <a:lnTo>
                    <a:pt x="1037" y="458"/>
                  </a:lnTo>
                  <a:lnTo>
                    <a:pt x="1043" y="472"/>
                  </a:lnTo>
                  <a:lnTo>
                    <a:pt x="1047" y="491"/>
                  </a:lnTo>
                  <a:lnTo>
                    <a:pt x="1047" y="510"/>
                  </a:lnTo>
                  <a:lnTo>
                    <a:pt x="1066" y="510"/>
                  </a:lnTo>
                  <a:lnTo>
                    <a:pt x="1066" y="519"/>
                  </a:lnTo>
                  <a:lnTo>
                    <a:pt x="1070" y="522"/>
                  </a:lnTo>
                  <a:lnTo>
                    <a:pt x="1070" y="526"/>
                  </a:lnTo>
                  <a:lnTo>
                    <a:pt x="1070" y="529"/>
                  </a:lnTo>
                  <a:lnTo>
                    <a:pt x="1070" y="531"/>
                  </a:lnTo>
                  <a:lnTo>
                    <a:pt x="1070" y="533"/>
                  </a:lnTo>
                  <a:lnTo>
                    <a:pt x="1070" y="534"/>
                  </a:lnTo>
                  <a:lnTo>
                    <a:pt x="1071" y="536"/>
                  </a:lnTo>
                  <a:lnTo>
                    <a:pt x="1077" y="536"/>
                  </a:lnTo>
                  <a:lnTo>
                    <a:pt x="1082" y="538"/>
                  </a:lnTo>
                  <a:lnTo>
                    <a:pt x="1094" y="536"/>
                  </a:lnTo>
                  <a:lnTo>
                    <a:pt x="1106" y="541"/>
                  </a:lnTo>
                  <a:lnTo>
                    <a:pt x="1119" y="550"/>
                  </a:lnTo>
                  <a:lnTo>
                    <a:pt x="1131" y="562"/>
                  </a:lnTo>
                  <a:lnTo>
                    <a:pt x="1141" y="573"/>
                  </a:lnTo>
                  <a:lnTo>
                    <a:pt x="1152" y="580"/>
                  </a:lnTo>
                  <a:lnTo>
                    <a:pt x="1157" y="582"/>
                  </a:lnTo>
                  <a:lnTo>
                    <a:pt x="1160" y="583"/>
                  </a:lnTo>
                  <a:lnTo>
                    <a:pt x="1164" y="582"/>
                  </a:lnTo>
                  <a:lnTo>
                    <a:pt x="1167" y="582"/>
                  </a:lnTo>
                  <a:lnTo>
                    <a:pt x="1169" y="580"/>
                  </a:lnTo>
                  <a:lnTo>
                    <a:pt x="1173" y="578"/>
                  </a:lnTo>
                  <a:lnTo>
                    <a:pt x="1174" y="576"/>
                  </a:lnTo>
                  <a:lnTo>
                    <a:pt x="1178" y="576"/>
                  </a:lnTo>
                  <a:lnTo>
                    <a:pt x="1206" y="583"/>
                  </a:lnTo>
                  <a:lnTo>
                    <a:pt x="1209" y="602"/>
                  </a:lnTo>
                  <a:lnTo>
                    <a:pt x="1213" y="616"/>
                  </a:lnTo>
                  <a:lnTo>
                    <a:pt x="1215" y="627"/>
                  </a:lnTo>
                  <a:lnTo>
                    <a:pt x="1216" y="637"/>
                  </a:lnTo>
                  <a:lnTo>
                    <a:pt x="1220" y="648"/>
                  </a:lnTo>
                  <a:lnTo>
                    <a:pt x="1229" y="660"/>
                  </a:lnTo>
                  <a:lnTo>
                    <a:pt x="1239" y="676"/>
                  </a:lnTo>
                  <a:lnTo>
                    <a:pt x="1242" y="674"/>
                  </a:lnTo>
                  <a:lnTo>
                    <a:pt x="1244" y="674"/>
                  </a:lnTo>
                  <a:lnTo>
                    <a:pt x="1244" y="674"/>
                  </a:lnTo>
                  <a:lnTo>
                    <a:pt x="1246" y="672"/>
                  </a:lnTo>
                  <a:lnTo>
                    <a:pt x="1248" y="672"/>
                  </a:lnTo>
                  <a:lnTo>
                    <a:pt x="1251" y="671"/>
                  </a:lnTo>
                  <a:lnTo>
                    <a:pt x="1253" y="671"/>
                  </a:lnTo>
                  <a:lnTo>
                    <a:pt x="1253" y="669"/>
                  </a:lnTo>
                  <a:lnTo>
                    <a:pt x="1253" y="669"/>
                  </a:lnTo>
                  <a:lnTo>
                    <a:pt x="1253" y="669"/>
                  </a:lnTo>
                  <a:lnTo>
                    <a:pt x="1253" y="667"/>
                  </a:lnTo>
                  <a:lnTo>
                    <a:pt x="1255" y="664"/>
                  </a:lnTo>
                  <a:lnTo>
                    <a:pt x="1255" y="653"/>
                  </a:lnTo>
                  <a:lnTo>
                    <a:pt x="1253" y="639"/>
                  </a:lnTo>
                  <a:lnTo>
                    <a:pt x="1249" y="622"/>
                  </a:lnTo>
                  <a:lnTo>
                    <a:pt x="1244" y="606"/>
                  </a:lnTo>
                  <a:lnTo>
                    <a:pt x="1258" y="599"/>
                  </a:lnTo>
                  <a:lnTo>
                    <a:pt x="1272" y="589"/>
                  </a:lnTo>
                  <a:lnTo>
                    <a:pt x="1281" y="575"/>
                  </a:lnTo>
                  <a:lnTo>
                    <a:pt x="1286" y="557"/>
                  </a:lnTo>
                  <a:lnTo>
                    <a:pt x="1288" y="547"/>
                  </a:lnTo>
                  <a:lnTo>
                    <a:pt x="1286" y="531"/>
                  </a:lnTo>
                  <a:lnTo>
                    <a:pt x="1286" y="515"/>
                  </a:lnTo>
                  <a:lnTo>
                    <a:pt x="1279" y="512"/>
                  </a:lnTo>
                  <a:lnTo>
                    <a:pt x="1276" y="510"/>
                  </a:lnTo>
                  <a:lnTo>
                    <a:pt x="1272" y="508"/>
                  </a:lnTo>
                  <a:lnTo>
                    <a:pt x="1269" y="505"/>
                  </a:lnTo>
                  <a:lnTo>
                    <a:pt x="1267" y="499"/>
                  </a:lnTo>
                  <a:lnTo>
                    <a:pt x="1274" y="487"/>
                  </a:lnTo>
                  <a:lnTo>
                    <a:pt x="1277" y="473"/>
                  </a:lnTo>
                  <a:lnTo>
                    <a:pt x="1274" y="458"/>
                  </a:lnTo>
                  <a:lnTo>
                    <a:pt x="1270" y="442"/>
                  </a:lnTo>
                  <a:lnTo>
                    <a:pt x="1265" y="424"/>
                  </a:lnTo>
                  <a:lnTo>
                    <a:pt x="1263" y="407"/>
                  </a:lnTo>
                  <a:lnTo>
                    <a:pt x="1267" y="407"/>
                  </a:lnTo>
                  <a:lnTo>
                    <a:pt x="1267" y="403"/>
                  </a:lnTo>
                  <a:lnTo>
                    <a:pt x="1291" y="407"/>
                  </a:lnTo>
                  <a:lnTo>
                    <a:pt x="1312" y="407"/>
                  </a:lnTo>
                  <a:lnTo>
                    <a:pt x="1335" y="403"/>
                  </a:lnTo>
                  <a:lnTo>
                    <a:pt x="1340" y="412"/>
                  </a:lnTo>
                  <a:lnTo>
                    <a:pt x="1345" y="424"/>
                  </a:lnTo>
                  <a:lnTo>
                    <a:pt x="1351" y="433"/>
                  </a:lnTo>
                  <a:lnTo>
                    <a:pt x="1356" y="437"/>
                  </a:lnTo>
                  <a:lnTo>
                    <a:pt x="1359" y="438"/>
                  </a:lnTo>
                  <a:lnTo>
                    <a:pt x="1365" y="438"/>
                  </a:lnTo>
                  <a:lnTo>
                    <a:pt x="1370" y="440"/>
                  </a:lnTo>
                  <a:lnTo>
                    <a:pt x="1375" y="442"/>
                  </a:lnTo>
                  <a:lnTo>
                    <a:pt x="1379" y="445"/>
                  </a:lnTo>
                  <a:lnTo>
                    <a:pt x="1380" y="454"/>
                  </a:lnTo>
                  <a:lnTo>
                    <a:pt x="1384" y="470"/>
                  </a:lnTo>
                  <a:lnTo>
                    <a:pt x="1386" y="484"/>
                  </a:lnTo>
                  <a:lnTo>
                    <a:pt x="1389" y="494"/>
                  </a:lnTo>
                  <a:lnTo>
                    <a:pt x="1391" y="496"/>
                  </a:lnTo>
                  <a:lnTo>
                    <a:pt x="1394" y="499"/>
                  </a:lnTo>
                  <a:lnTo>
                    <a:pt x="1398" y="501"/>
                  </a:lnTo>
                  <a:lnTo>
                    <a:pt x="1401" y="505"/>
                  </a:lnTo>
                  <a:lnTo>
                    <a:pt x="1407" y="506"/>
                  </a:lnTo>
                  <a:lnTo>
                    <a:pt x="1408" y="510"/>
                  </a:lnTo>
                  <a:lnTo>
                    <a:pt x="1422" y="499"/>
                  </a:lnTo>
                  <a:lnTo>
                    <a:pt x="1433" y="486"/>
                  </a:lnTo>
                  <a:lnTo>
                    <a:pt x="1441" y="472"/>
                  </a:lnTo>
                  <a:lnTo>
                    <a:pt x="1455" y="461"/>
                  </a:lnTo>
                  <a:lnTo>
                    <a:pt x="1457" y="473"/>
                  </a:lnTo>
                  <a:lnTo>
                    <a:pt x="1462" y="480"/>
                  </a:lnTo>
                  <a:lnTo>
                    <a:pt x="1469" y="487"/>
                  </a:lnTo>
                  <a:lnTo>
                    <a:pt x="1476" y="494"/>
                  </a:lnTo>
                  <a:lnTo>
                    <a:pt x="1482" y="503"/>
                  </a:lnTo>
                  <a:lnTo>
                    <a:pt x="1482" y="506"/>
                  </a:lnTo>
                  <a:lnTo>
                    <a:pt x="1482" y="510"/>
                  </a:lnTo>
                  <a:lnTo>
                    <a:pt x="1480" y="512"/>
                  </a:lnTo>
                  <a:lnTo>
                    <a:pt x="1480" y="515"/>
                  </a:lnTo>
                  <a:lnTo>
                    <a:pt x="1478" y="519"/>
                  </a:lnTo>
                  <a:lnTo>
                    <a:pt x="1480" y="522"/>
                  </a:lnTo>
                  <a:lnTo>
                    <a:pt x="1482" y="526"/>
                  </a:lnTo>
                  <a:lnTo>
                    <a:pt x="1483" y="527"/>
                  </a:lnTo>
                  <a:lnTo>
                    <a:pt x="1487" y="527"/>
                  </a:lnTo>
                  <a:lnTo>
                    <a:pt x="1490" y="527"/>
                  </a:lnTo>
                  <a:lnTo>
                    <a:pt x="1492" y="527"/>
                  </a:lnTo>
                  <a:lnTo>
                    <a:pt x="1496" y="527"/>
                  </a:lnTo>
                  <a:lnTo>
                    <a:pt x="1497" y="529"/>
                  </a:lnTo>
                  <a:lnTo>
                    <a:pt x="1503" y="543"/>
                  </a:lnTo>
                  <a:lnTo>
                    <a:pt x="1503" y="554"/>
                  </a:lnTo>
                  <a:lnTo>
                    <a:pt x="1501" y="564"/>
                  </a:lnTo>
                  <a:lnTo>
                    <a:pt x="1504" y="573"/>
                  </a:lnTo>
                  <a:lnTo>
                    <a:pt x="1517" y="583"/>
                  </a:lnTo>
                  <a:lnTo>
                    <a:pt x="1506" y="604"/>
                  </a:lnTo>
                  <a:lnTo>
                    <a:pt x="1494" y="622"/>
                  </a:lnTo>
                  <a:lnTo>
                    <a:pt x="1497" y="622"/>
                  </a:lnTo>
                  <a:lnTo>
                    <a:pt x="1508" y="611"/>
                  </a:lnTo>
                  <a:lnTo>
                    <a:pt x="1518" y="602"/>
                  </a:lnTo>
                  <a:lnTo>
                    <a:pt x="1527" y="592"/>
                  </a:lnTo>
                  <a:lnTo>
                    <a:pt x="1539" y="595"/>
                  </a:lnTo>
                  <a:lnTo>
                    <a:pt x="1546" y="602"/>
                  </a:lnTo>
                  <a:lnTo>
                    <a:pt x="1553" y="611"/>
                  </a:lnTo>
                  <a:lnTo>
                    <a:pt x="1555" y="625"/>
                  </a:lnTo>
                  <a:lnTo>
                    <a:pt x="1571" y="625"/>
                  </a:lnTo>
                  <a:lnTo>
                    <a:pt x="1571" y="630"/>
                  </a:lnTo>
                  <a:lnTo>
                    <a:pt x="1572" y="634"/>
                  </a:lnTo>
                  <a:lnTo>
                    <a:pt x="1572" y="639"/>
                  </a:lnTo>
                  <a:lnTo>
                    <a:pt x="1574" y="644"/>
                  </a:lnTo>
                  <a:lnTo>
                    <a:pt x="1572" y="650"/>
                  </a:lnTo>
                  <a:lnTo>
                    <a:pt x="1572" y="653"/>
                  </a:lnTo>
                  <a:lnTo>
                    <a:pt x="1572" y="657"/>
                  </a:lnTo>
                  <a:lnTo>
                    <a:pt x="1574" y="658"/>
                  </a:lnTo>
                  <a:lnTo>
                    <a:pt x="1574" y="662"/>
                  </a:lnTo>
                  <a:lnTo>
                    <a:pt x="1574" y="664"/>
                  </a:lnTo>
                  <a:lnTo>
                    <a:pt x="1574" y="667"/>
                  </a:lnTo>
                  <a:lnTo>
                    <a:pt x="1555" y="681"/>
                  </a:lnTo>
                  <a:lnTo>
                    <a:pt x="1534" y="690"/>
                  </a:lnTo>
                  <a:lnTo>
                    <a:pt x="1510" y="695"/>
                  </a:lnTo>
                  <a:lnTo>
                    <a:pt x="1485" y="698"/>
                  </a:lnTo>
                  <a:lnTo>
                    <a:pt x="1461" y="702"/>
                  </a:lnTo>
                  <a:lnTo>
                    <a:pt x="1436" y="705"/>
                  </a:lnTo>
                  <a:lnTo>
                    <a:pt x="1415" y="712"/>
                  </a:lnTo>
                  <a:lnTo>
                    <a:pt x="1396" y="721"/>
                  </a:lnTo>
                  <a:lnTo>
                    <a:pt x="1382" y="737"/>
                  </a:lnTo>
                  <a:lnTo>
                    <a:pt x="1386" y="737"/>
                  </a:lnTo>
                  <a:lnTo>
                    <a:pt x="1403" y="725"/>
                  </a:lnTo>
                  <a:lnTo>
                    <a:pt x="1424" y="716"/>
                  </a:lnTo>
                  <a:lnTo>
                    <a:pt x="1447" y="711"/>
                  </a:lnTo>
                  <a:lnTo>
                    <a:pt x="1448" y="714"/>
                  </a:lnTo>
                  <a:lnTo>
                    <a:pt x="1450" y="718"/>
                  </a:lnTo>
                  <a:lnTo>
                    <a:pt x="1452" y="719"/>
                  </a:lnTo>
                  <a:lnTo>
                    <a:pt x="1455" y="721"/>
                  </a:lnTo>
                  <a:lnTo>
                    <a:pt x="1459" y="723"/>
                  </a:lnTo>
                  <a:lnTo>
                    <a:pt x="1462" y="726"/>
                  </a:lnTo>
                  <a:lnTo>
                    <a:pt x="1457" y="735"/>
                  </a:lnTo>
                  <a:lnTo>
                    <a:pt x="1454" y="742"/>
                  </a:lnTo>
                  <a:lnTo>
                    <a:pt x="1452" y="749"/>
                  </a:lnTo>
                  <a:lnTo>
                    <a:pt x="1450" y="760"/>
                  </a:lnTo>
                  <a:lnTo>
                    <a:pt x="1464" y="767"/>
                  </a:lnTo>
                  <a:lnTo>
                    <a:pt x="1473" y="777"/>
                  </a:lnTo>
                  <a:lnTo>
                    <a:pt x="1480" y="787"/>
                  </a:lnTo>
                  <a:lnTo>
                    <a:pt x="1489" y="798"/>
                  </a:lnTo>
                  <a:lnTo>
                    <a:pt x="1489" y="801"/>
                  </a:lnTo>
                  <a:lnTo>
                    <a:pt x="1489" y="803"/>
                  </a:lnTo>
                  <a:lnTo>
                    <a:pt x="1487" y="803"/>
                  </a:lnTo>
                  <a:lnTo>
                    <a:pt x="1487" y="805"/>
                  </a:lnTo>
                  <a:lnTo>
                    <a:pt x="1485" y="807"/>
                  </a:lnTo>
                  <a:lnTo>
                    <a:pt x="1475" y="819"/>
                  </a:lnTo>
                  <a:lnTo>
                    <a:pt x="1461" y="829"/>
                  </a:lnTo>
                  <a:lnTo>
                    <a:pt x="1443" y="836"/>
                  </a:lnTo>
                  <a:lnTo>
                    <a:pt x="1443" y="821"/>
                  </a:lnTo>
                  <a:lnTo>
                    <a:pt x="1452" y="815"/>
                  </a:lnTo>
                  <a:lnTo>
                    <a:pt x="1459" y="810"/>
                  </a:lnTo>
                  <a:lnTo>
                    <a:pt x="1466" y="801"/>
                  </a:lnTo>
                  <a:lnTo>
                    <a:pt x="1459" y="798"/>
                  </a:lnTo>
                  <a:lnTo>
                    <a:pt x="1459" y="794"/>
                  </a:lnTo>
                  <a:lnTo>
                    <a:pt x="1457" y="794"/>
                  </a:lnTo>
                  <a:lnTo>
                    <a:pt x="1455" y="794"/>
                  </a:lnTo>
                  <a:lnTo>
                    <a:pt x="1455" y="794"/>
                  </a:lnTo>
                  <a:lnTo>
                    <a:pt x="1455" y="796"/>
                  </a:lnTo>
                  <a:lnTo>
                    <a:pt x="1455" y="798"/>
                  </a:lnTo>
                  <a:lnTo>
                    <a:pt x="1455" y="798"/>
                  </a:lnTo>
                  <a:lnTo>
                    <a:pt x="1443" y="807"/>
                  </a:lnTo>
                  <a:lnTo>
                    <a:pt x="1427" y="814"/>
                  </a:lnTo>
                  <a:lnTo>
                    <a:pt x="1414" y="819"/>
                  </a:lnTo>
                  <a:lnTo>
                    <a:pt x="1400" y="826"/>
                  </a:lnTo>
                  <a:lnTo>
                    <a:pt x="1387" y="835"/>
                  </a:lnTo>
                  <a:lnTo>
                    <a:pt x="1379" y="847"/>
                  </a:lnTo>
                  <a:lnTo>
                    <a:pt x="1373" y="864"/>
                  </a:lnTo>
                  <a:lnTo>
                    <a:pt x="1379" y="866"/>
                  </a:lnTo>
                  <a:lnTo>
                    <a:pt x="1386" y="868"/>
                  </a:lnTo>
                  <a:lnTo>
                    <a:pt x="1389" y="871"/>
                  </a:lnTo>
                  <a:lnTo>
                    <a:pt x="1382" y="871"/>
                  </a:lnTo>
                  <a:lnTo>
                    <a:pt x="1372" y="880"/>
                  </a:lnTo>
                  <a:lnTo>
                    <a:pt x="1358" y="883"/>
                  </a:lnTo>
                  <a:lnTo>
                    <a:pt x="1345" y="885"/>
                  </a:lnTo>
                  <a:lnTo>
                    <a:pt x="1331" y="887"/>
                  </a:lnTo>
                  <a:lnTo>
                    <a:pt x="1321" y="915"/>
                  </a:lnTo>
                  <a:lnTo>
                    <a:pt x="1309" y="945"/>
                  </a:lnTo>
                  <a:lnTo>
                    <a:pt x="1305" y="941"/>
                  </a:lnTo>
                  <a:lnTo>
                    <a:pt x="1304" y="939"/>
                  </a:lnTo>
                  <a:lnTo>
                    <a:pt x="1300" y="938"/>
                  </a:lnTo>
                  <a:lnTo>
                    <a:pt x="1298" y="936"/>
                  </a:lnTo>
                  <a:lnTo>
                    <a:pt x="1293" y="932"/>
                  </a:lnTo>
                  <a:lnTo>
                    <a:pt x="1293" y="941"/>
                  </a:lnTo>
                  <a:lnTo>
                    <a:pt x="1295" y="945"/>
                  </a:lnTo>
                  <a:lnTo>
                    <a:pt x="1298" y="955"/>
                  </a:lnTo>
                  <a:lnTo>
                    <a:pt x="1302" y="967"/>
                  </a:lnTo>
                  <a:lnTo>
                    <a:pt x="1305" y="978"/>
                  </a:lnTo>
                  <a:lnTo>
                    <a:pt x="1305" y="983"/>
                  </a:lnTo>
                  <a:lnTo>
                    <a:pt x="1291" y="992"/>
                  </a:lnTo>
                  <a:lnTo>
                    <a:pt x="1276" y="1000"/>
                  </a:lnTo>
                  <a:lnTo>
                    <a:pt x="1260" y="1011"/>
                  </a:lnTo>
                  <a:lnTo>
                    <a:pt x="1244" y="1021"/>
                  </a:lnTo>
                  <a:lnTo>
                    <a:pt x="1234" y="1035"/>
                  </a:lnTo>
                  <a:lnTo>
                    <a:pt x="1229" y="1053"/>
                  </a:lnTo>
                  <a:lnTo>
                    <a:pt x="1223" y="1067"/>
                  </a:lnTo>
                  <a:lnTo>
                    <a:pt x="1225" y="1084"/>
                  </a:lnTo>
                  <a:lnTo>
                    <a:pt x="1230" y="1103"/>
                  </a:lnTo>
                  <a:lnTo>
                    <a:pt x="1237" y="1123"/>
                  </a:lnTo>
                  <a:lnTo>
                    <a:pt x="1244" y="1142"/>
                  </a:lnTo>
                  <a:lnTo>
                    <a:pt x="1248" y="1159"/>
                  </a:lnTo>
                  <a:lnTo>
                    <a:pt x="1244" y="1159"/>
                  </a:lnTo>
                  <a:lnTo>
                    <a:pt x="1244" y="1163"/>
                  </a:lnTo>
                  <a:lnTo>
                    <a:pt x="1232" y="1159"/>
                  </a:lnTo>
                  <a:lnTo>
                    <a:pt x="1227" y="1144"/>
                  </a:lnTo>
                  <a:lnTo>
                    <a:pt x="1218" y="1124"/>
                  </a:lnTo>
                  <a:lnTo>
                    <a:pt x="1208" y="1103"/>
                  </a:lnTo>
                  <a:lnTo>
                    <a:pt x="1197" y="1088"/>
                  </a:lnTo>
                  <a:lnTo>
                    <a:pt x="1187" y="1079"/>
                  </a:lnTo>
                  <a:lnTo>
                    <a:pt x="1174" y="1077"/>
                  </a:lnTo>
                  <a:lnTo>
                    <a:pt x="1159" y="1070"/>
                  </a:lnTo>
                  <a:lnTo>
                    <a:pt x="1141" y="1063"/>
                  </a:lnTo>
                  <a:lnTo>
                    <a:pt x="1120" y="1060"/>
                  </a:lnTo>
                  <a:lnTo>
                    <a:pt x="1120" y="1063"/>
                  </a:lnTo>
                  <a:lnTo>
                    <a:pt x="1117" y="1063"/>
                  </a:lnTo>
                  <a:lnTo>
                    <a:pt x="1119" y="1069"/>
                  </a:lnTo>
                  <a:lnTo>
                    <a:pt x="1122" y="1074"/>
                  </a:lnTo>
                  <a:lnTo>
                    <a:pt x="1124" y="1077"/>
                  </a:lnTo>
                  <a:lnTo>
                    <a:pt x="1126" y="1081"/>
                  </a:lnTo>
                  <a:lnTo>
                    <a:pt x="1129" y="1086"/>
                  </a:lnTo>
                  <a:lnTo>
                    <a:pt x="1113" y="1086"/>
                  </a:lnTo>
                  <a:lnTo>
                    <a:pt x="1101" y="1081"/>
                  </a:lnTo>
                  <a:lnTo>
                    <a:pt x="1085" y="1077"/>
                  </a:lnTo>
                  <a:lnTo>
                    <a:pt x="1070" y="1077"/>
                  </a:lnTo>
                  <a:lnTo>
                    <a:pt x="1054" y="1079"/>
                  </a:lnTo>
                  <a:lnTo>
                    <a:pt x="1043" y="1082"/>
                  </a:lnTo>
                  <a:lnTo>
                    <a:pt x="1031" y="1088"/>
                  </a:lnTo>
                  <a:lnTo>
                    <a:pt x="1021" y="1095"/>
                  </a:lnTo>
                  <a:lnTo>
                    <a:pt x="1014" y="1105"/>
                  </a:lnTo>
                  <a:lnTo>
                    <a:pt x="1010" y="1114"/>
                  </a:lnTo>
                  <a:lnTo>
                    <a:pt x="1012" y="1121"/>
                  </a:lnTo>
                  <a:lnTo>
                    <a:pt x="1012" y="1130"/>
                  </a:lnTo>
                  <a:lnTo>
                    <a:pt x="1009" y="1140"/>
                  </a:lnTo>
                  <a:lnTo>
                    <a:pt x="1002" y="1163"/>
                  </a:lnTo>
                  <a:lnTo>
                    <a:pt x="1002" y="1180"/>
                  </a:lnTo>
                  <a:lnTo>
                    <a:pt x="1003" y="1198"/>
                  </a:lnTo>
                  <a:lnTo>
                    <a:pt x="1010" y="1215"/>
                  </a:lnTo>
                  <a:lnTo>
                    <a:pt x="1021" y="1236"/>
                  </a:lnTo>
                  <a:lnTo>
                    <a:pt x="1033" y="1238"/>
                  </a:lnTo>
                  <a:lnTo>
                    <a:pt x="1040" y="1240"/>
                  </a:lnTo>
                  <a:lnTo>
                    <a:pt x="1043" y="1243"/>
                  </a:lnTo>
                  <a:lnTo>
                    <a:pt x="1047" y="1245"/>
                  </a:lnTo>
                  <a:lnTo>
                    <a:pt x="1052" y="1247"/>
                  </a:lnTo>
                  <a:lnTo>
                    <a:pt x="1061" y="1243"/>
                  </a:lnTo>
                  <a:lnTo>
                    <a:pt x="1075" y="1236"/>
                  </a:lnTo>
                  <a:lnTo>
                    <a:pt x="1078" y="1234"/>
                  </a:lnTo>
                  <a:lnTo>
                    <a:pt x="1080" y="1234"/>
                  </a:lnTo>
                  <a:lnTo>
                    <a:pt x="1084" y="1234"/>
                  </a:lnTo>
                  <a:lnTo>
                    <a:pt x="1084" y="1234"/>
                  </a:lnTo>
                  <a:lnTo>
                    <a:pt x="1085" y="1234"/>
                  </a:lnTo>
                  <a:lnTo>
                    <a:pt x="1087" y="1234"/>
                  </a:lnTo>
                  <a:lnTo>
                    <a:pt x="1087" y="1233"/>
                  </a:lnTo>
                  <a:lnTo>
                    <a:pt x="1091" y="1229"/>
                  </a:lnTo>
                  <a:lnTo>
                    <a:pt x="1092" y="1224"/>
                  </a:lnTo>
                  <a:lnTo>
                    <a:pt x="1094" y="1219"/>
                  </a:lnTo>
                  <a:lnTo>
                    <a:pt x="1096" y="1213"/>
                  </a:lnTo>
                  <a:lnTo>
                    <a:pt x="1098" y="1210"/>
                  </a:lnTo>
                  <a:lnTo>
                    <a:pt x="1106" y="1201"/>
                  </a:lnTo>
                  <a:lnTo>
                    <a:pt x="1117" y="1196"/>
                  </a:lnTo>
                  <a:lnTo>
                    <a:pt x="1133" y="1194"/>
                  </a:lnTo>
                  <a:lnTo>
                    <a:pt x="1134" y="1198"/>
                  </a:lnTo>
                  <a:lnTo>
                    <a:pt x="1136" y="1199"/>
                  </a:lnTo>
                  <a:lnTo>
                    <a:pt x="1136" y="1201"/>
                  </a:lnTo>
                  <a:lnTo>
                    <a:pt x="1138" y="1201"/>
                  </a:lnTo>
                  <a:lnTo>
                    <a:pt x="1138" y="1199"/>
                  </a:lnTo>
                  <a:lnTo>
                    <a:pt x="1139" y="1199"/>
                  </a:lnTo>
                  <a:lnTo>
                    <a:pt x="1143" y="1199"/>
                  </a:lnTo>
                  <a:lnTo>
                    <a:pt x="1148" y="1198"/>
                  </a:lnTo>
                  <a:lnTo>
                    <a:pt x="1148" y="1213"/>
                  </a:lnTo>
                  <a:lnTo>
                    <a:pt x="1141" y="1220"/>
                  </a:lnTo>
                  <a:lnTo>
                    <a:pt x="1136" y="1233"/>
                  </a:lnTo>
                  <a:lnTo>
                    <a:pt x="1131" y="1250"/>
                  </a:lnTo>
                  <a:lnTo>
                    <a:pt x="1126" y="1266"/>
                  </a:lnTo>
                  <a:lnTo>
                    <a:pt x="1120" y="1278"/>
                  </a:lnTo>
                  <a:lnTo>
                    <a:pt x="1138" y="1278"/>
                  </a:lnTo>
                  <a:lnTo>
                    <a:pt x="1153" y="1276"/>
                  </a:lnTo>
                  <a:lnTo>
                    <a:pt x="1167" y="1276"/>
                  </a:lnTo>
                  <a:lnTo>
                    <a:pt x="1180" y="1278"/>
                  </a:lnTo>
                  <a:lnTo>
                    <a:pt x="1188" y="1283"/>
                  </a:lnTo>
                  <a:lnTo>
                    <a:pt x="1195" y="1294"/>
                  </a:lnTo>
                  <a:lnTo>
                    <a:pt x="1197" y="1309"/>
                  </a:lnTo>
                  <a:lnTo>
                    <a:pt x="1194" y="1320"/>
                  </a:lnTo>
                  <a:lnTo>
                    <a:pt x="1190" y="1334"/>
                  </a:lnTo>
                  <a:lnTo>
                    <a:pt x="1190" y="1348"/>
                  </a:lnTo>
                  <a:lnTo>
                    <a:pt x="1199" y="1357"/>
                  </a:lnTo>
                  <a:lnTo>
                    <a:pt x="1204" y="1363"/>
                  </a:lnTo>
                  <a:lnTo>
                    <a:pt x="1211" y="1370"/>
                  </a:lnTo>
                  <a:lnTo>
                    <a:pt x="1222" y="1376"/>
                  </a:lnTo>
                  <a:lnTo>
                    <a:pt x="1235" y="1379"/>
                  </a:lnTo>
                  <a:lnTo>
                    <a:pt x="1242" y="1370"/>
                  </a:lnTo>
                  <a:lnTo>
                    <a:pt x="1251" y="1367"/>
                  </a:lnTo>
                  <a:lnTo>
                    <a:pt x="1267" y="1367"/>
                  </a:lnTo>
                  <a:lnTo>
                    <a:pt x="1269" y="1370"/>
                  </a:lnTo>
                  <a:lnTo>
                    <a:pt x="1272" y="1374"/>
                  </a:lnTo>
                  <a:lnTo>
                    <a:pt x="1274" y="1376"/>
                  </a:lnTo>
                  <a:lnTo>
                    <a:pt x="1276" y="1376"/>
                  </a:lnTo>
                  <a:lnTo>
                    <a:pt x="1281" y="1377"/>
                  </a:lnTo>
                  <a:lnTo>
                    <a:pt x="1286" y="1379"/>
                  </a:lnTo>
                  <a:lnTo>
                    <a:pt x="1293" y="1365"/>
                  </a:lnTo>
                  <a:lnTo>
                    <a:pt x="1302" y="1355"/>
                  </a:lnTo>
                  <a:lnTo>
                    <a:pt x="1312" y="1346"/>
                  </a:lnTo>
                  <a:lnTo>
                    <a:pt x="1325" y="1339"/>
                  </a:lnTo>
                  <a:lnTo>
                    <a:pt x="1344" y="1336"/>
                  </a:lnTo>
                  <a:lnTo>
                    <a:pt x="1347" y="1334"/>
                  </a:lnTo>
                  <a:lnTo>
                    <a:pt x="1349" y="1334"/>
                  </a:lnTo>
                  <a:lnTo>
                    <a:pt x="1352" y="1334"/>
                  </a:lnTo>
                  <a:lnTo>
                    <a:pt x="1354" y="1334"/>
                  </a:lnTo>
                  <a:lnTo>
                    <a:pt x="1358" y="1336"/>
                  </a:lnTo>
                  <a:lnTo>
                    <a:pt x="1363" y="1336"/>
                  </a:lnTo>
                  <a:lnTo>
                    <a:pt x="1361" y="1339"/>
                  </a:lnTo>
                  <a:lnTo>
                    <a:pt x="1361" y="1343"/>
                  </a:lnTo>
                  <a:lnTo>
                    <a:pt x="1359" y="1343"/>
                  </a:lnTo>
                  <a:lnTo>
                    <a:pt x="1359" y="1344"/>
                  </a:lnTo>
                  <a:lnTo>
                    <a:pt x="1361" y="1344"/>
                  </a:lnTo>
                  <a:lnTo>
                    <a:pt x="1363" y="1346"/>
                  </a:lnTo>
                  <a:lnTo>
                    <a:pt x="1366" y="1348"/>
                  </a:lnTo>
                  <a:lnTo>
                    <a:pt x="1366" y="1344"/>
                  </a:lnTo>
                  <a:lnTo>
                    <a:pt x="1370" y="1341"/>
                  </a:lnTo>
                  <a:lnTo>
                    <a:pt x="1372" y="1339"/>
                  </a:lnTo>
                  <a:lnTo>
                    <a:pt x="1373" y="1337"/>
                  </a:lnTo>
                  <a:lnTo>
                    <a:pt x="1375" y="1336"/>
                  </a:lnTo>
                  <a:lnTo>
                    <a:pt x="1379" y="1334"/>
                  </a:lnTo>
                  <a:lnTo>
                    <a:pt x="1382" y="1332"/>
                  </a:lnTo>
                  <a:lnTo>
                    <a:pt x="1398" y="1346"/>
                  </a:lnTo>
                  <a:lnTo>
                    <a:pt x="1419" y="1353"/>
                  </a:lnTo>
                  <a:lnTo>
                    <a:pt x="1440" y="1355"/>
                  </a:lnTo>
                  <a:lnTo>
                    <a:pt x="1464" y="1353"/>
                  </a:lnTo>
                  <a:lnTo>
                    <a:pt x="1489" y="1351"/>
                  </a:lnTo>
                  <a:lnTo>
                    <a:pt x="1489" y="1355"/>
                  </a:lnTo>
                  <a:lnTo>
                    <a:pt x="1489" y="1357"/>
                  </a:lnTo>
                  <a:lnTo>
                    <a:pt x="1487" y="1358"/>
                  </a:lnTo>
                  <a:lnTo>
                    <a:pt x="1487" y="1358"/>
                  </a:lnTo>
                  <a:lnTo>
                    <a:pt x="1487" y="1360"/>
                  </a:lnTo>
                  <a:lnTo>
                    <a:pt x="1485" y="1363"/>
                  </a:lnTo>
                  <a:lnTo>
                    <a:pt x="1497" y="1367"/>
                  </a:lnTo>
                  <a:lnTo>
                    <a:pt x="1504" y="1372"/>
                  </a:lnTo>
                  <a:lnTo>
                    <a:pt x="1511" y="1377"/>
                  </a:lnTo>
                  <a:lnTo>
                    <a:pt x="1523" y="1383"/>
                  </a:lnTo>
                  <a:lnTo>
                    <a:pt x="1523" y="1393"/>
                  </a:lnTo>
                  <a:lnTo>
                    <a:pt x="1536" y="1397"/>
                  </a:lnTo>
                  <a:lnTo>
                    <a:pt x="1544" y="1398"/>
                  </a:lnTo>
                  <a:lnTo>
                    <a:pt x="1551" y="1405"/>
                  </a:lnTo>
                  <a:lnTo>
                    <a:pt x="1555" y="1416"/>
                  </a:lnTo>
                  <a:lnTo>
                    <a:pt x="1576" y="1418"/>
                  </a:lnTo>
                  <a:lnTo>
                    <a:pt x="1593" y="1419"/>
                  </a:lnTo>
                  <a:lnTo>
                    <a:pt x="1616" y="1421"/>
                  </a:lnTo>
                  <a:lnTo>
                    <a:pt x="1632" y="1442"/>
                  </a:lnTo>
                  <a:lnTo>
                    <a:pt x="1651" y="1461"/>
                  </a:lnTo>
                  <a:lnTo>
                    <a:pt x="1672" y="1477"/>
                  </a:lnTo>
                  <a:lnTo>
                    <a:pt x="1696" y="1489"/>
                  </a:lnTo>
                  <a:lnTo>
                    <a:pt x="1695" y="1496"/>
                  </a:lnTo>
                  <a:lnTo>
                    <a:pt x="1691" y="1500"/>
                  </a:lnTo>
                  <a:lnTo>
                    <a:pt x="1688" y="1505"/>
                  </a:lnTo>
                  <a:lnTo>
                    <a:pt x="1684" y="1508"/>
                  </a:lnTo>
                  <a:lnTo>
                    <a:pt x="1681" y="1514"/>
                  </a:lnTo>
                  <a:lnTo>
                    <a:pt x="1703" y="1514"/>
                  </a:lnTo>
                  <a:lnTo>
                    <a:pt x="1724" y="1521"/>
                  </a:lnTo>
                  <a:lnTo>
                    <a:pt x="1728" y="1533"/>
                  </a:lnTo>
                  <a:lnTo>
                    <a:pt x="1733" y="1531"/>
                  </a:lnTo>
                  <a:lnTo>
                    <a:pt x="1736" y="1529"/>
                  </a:lnTo>
                  <a:lnTo>
                    <a:pt x="1742" y="1531"/>
                  </a:lnTo>
                  <a:lnTo>
                    <a:pt x="1743" y="1531"/>
                  </a:lnTo>
                  <a:lnTo>
                    <a:pt x="1747" y="1533"/>
                  </a:lnTo>
                  <a:lnTo>
                    <a:pt x="1750" y="1535"/>
                  </a:lnTo>
                  <a:lnTo>
                    <a:pt x="1754" y="1536"/>
                  </a:lnTo>
                  <a:lnTo>
                    <a:pt x="1808" y="1540"/>
                  </a:lnTo>
                  <a:lnTo>
                    <a:pt x="1813" y="1545"/>
                  </a:lnTo>
                  <a:lnTo>
                    <a:pt x="1817" y="1555"/>
                  </a:lnTo>
                  <a:lnTo>
                    <a:pt x="1818" y="1564"/>
                  </a:lnTo>
                  <a:lnTo>
                    <a:pt x="1824" y="1571"/>
                  </a:lnTo>
                  <a:lnTo>
                    <a:pt x="1832" y="1573"/>
                  </a:lnTo>
                  <a:lnTo>
                    <a:pt x="1841" y="1573"/>
                  </a:lnTo>
                  <a:lnTo>
                    <a:pt x="1848" y="1571"/>
                  </a:lnTo>
                  <a:lnTo>
                    <a:pt x="1853" y="1578"/>
                  </a:lnTo>
                  <a:lnTo>
                    <a:pt x="1859" y="1583"/>
                  </a:lnTo>
                  <a:lnTo>
                    <a:pt x="1862" y="1589"/>
                  </a:lnTo>
                  <a:lnTo>
                    <a:pt x="1864" y="1596"/>
                  </a:lnTo>
                  <a:lnTo>
                    <a:pt x="1866" y="1604"/>
                  </a:lnTo>
                  <a:lnTo>
                    <a:pt x="1853" y="1620"/>
                  </a:lnTo>
                  <a:lnTo>
                    <a:pt x="1839" y="1639"/>
                  </a:lnTo>
                  <a:lnTo>
                    <a:pt x="1825" y="1660"/>
                  </a:lnTo>
                  <a:lnTo>
                    <a:pt x="1813" y="1681"/>
                  </a:lnTo>
                  <a:lnTo>
                    <a:pt x="1805" y="1697"/>
                  </a:lnTo>
                  <a:lnTo>
                    <a:pt x="1805" y="1707"/>
                  </a:lnTo>
                  <a:lnTo>
                    <a:pt x="1806" y="1721"/>
                  </a:lnTo>
                  <a:lnTo>
                    <a:pt x="1810" y="1737"/>
                  </a:lnTo>
                  <a:lnTo>
                    <a:pt x="1808" y="1751"/>
                  </a:lnTo>
                  <a:lnTo>
                    <a:pt x="1805" y="1760"/>
                  </a:lnTo>
                  <a:lnTo>
                    <a:pt x="1798" y="1774"/>
                  </a:lnTo>
                  <a:lnTo>
                    <a:pt x="1789" y="1789"/>
                  </a:lnTo>
                  <a:lnTo>
                    <a:pt x="1780" y="1805"/>
                  </a:lnTo>
                  <a:lnTo>
                    <a:pt x="1771" y="1817"/>
                  </a:lnTo>
                  <a:lnTo>
                    <a:pt x="1766" y="1824"/>
                  </a:lnTo>
                  <a:lnTo>
                    <a:pt x="1756" y="1828"/>
                  </a:lnTo>
                  <a:lnTo>
                    <a:pt x="1740" y="1830"/>
                  </a:lnTo>
                  <a:lnTo>
                    <a:pt x="1724" y="1831"/>
                  </a:lnTo>
                  <a:lnTo>
                    <a:pt x="1709" y="1835"/>
                  </a:lnTo>
                  <a:lnTo>
                    <a:pt x="1695" y="1840"/>
                  </a:lnTo>
                  <a:lnTo>
                    <a:pt x="1686" y="1850"/>
                  </a:lnTo>
                  <a:lnTo>
                    <a:pt x="1682" y="1856"/>
                  </a:lnTo>
                  <a:lnTo>
                    <a:pt x="1682" y="1859"/>
                  </a:lnTo>
                  <a:lnTo>
                    <a:pt x="1682" y="1863"/>
                  </a:lnTo>
                  <a:lnTo>
                    <a:pt x="1684" y="1868"/>
                  </a:lnTo>
                  <a:lnTo>
                    <a:pt x="1686" y="1873"/>
                  </a:lnTo>
                  <a:lnTo>
                    <a:pt x="1674" y="1873"/>
                  </a:lnTo>
                  <a:lnTo>
                    <a:pt x="1672" y="1896"/>
                  </a:lnTo>
                  <a:lnTo>
                    <a:pt x="1668" y="1915"/>
                  </a:lnTo>
                  <a:lnTo>
                    <a:pt x="1661" y="1931"/>
                  </a:lnTo>
                  <a:lnTo>
                    <a:pt x="1654" y="1946"/>
                  </a:lnTo>
                  <a:lnTo>
                    <a:pt x="1647" y="1966"/>
                  </a:lnTo>
                  <a:lnTo>
                    <a:pt x="1642" y="1966"/>
                  </a:lnTo>
                  <a:lnTo>
                    <a:pt x="1642" y="1959"/>
                  </a:lnTo>
                  <a:lnTo>
                    <a:pt x="1642" y="1955"/>
                  </a:lnTo>
                  <a:lnTo>
                    <a:pt x="1640" y="1950"/>
                  </a:lnTo>
                  <a:lnTo>
                    <a:pt x="1639" y="1946"/>
                  </a:lnTo>
                  <a:lnTo>
                    <a:pt x="1637" y="1948"/>
                  </a:lnTo>
                  <a:lnTo>
                    <a:pt x="1637" y="1948"/>
                  </a:lnTo>
                  <a:lnTo>
                    <a:pt x="1635" y="1948"/>
                  </a:lnTo>
                  <a:lnTo>
                    <a:pt x="1633" y="1950"/>
                  </a:lnTo>
                  <a:lnTo>
                    <a:pt x="1632" y="1950"/>
                  </a:lnTo>
                  <a:lnTo>
                    <a:pt x="1623" y="1971"/>
                  </a:lnTo>
                  <a:lnTo>
                    <a:pt x="1613" y="1985"/>
                  </a:lnTo>
                  <a:lnTo>
                    <a:pt x="1602" y="1997"/>
                  </a:lnTo>
                  <a:lnTo>
                    <a:pt x="1590" y="2011"/>
                  </a:lnTo>
                  <a:lnTo>
                    <a:pt x="1565" y="2006"/>
                  </a:lnTo>
                  <a:lnTo>
                    <a:pt x="1543" y="2001"/>
                  </a:lnTo>
                  <a:lnTo>
                    <a:pt x="1543" y="2008"/>
                  </a:lnTo>
                  <a:lnTo>
                    <a:pt x="1555" y="2015"/>
                  </a:lnTo>
                  <a:lnTo>
                    <a:pt x="1560" y="2025"/>
                  </a:lnTo>
                  <a:lnTo>
                    <a:pt x="1562" y="2035"/>
                  </a:lnTo>
                  <a:lnTo>
                    <a:pt x="1560" y="2048"/>
                  </a:lnTo>
                  <a:lnTo>
                    <a:pt x="1558" y="2062"/>
                  </a:lnTo>
                  <a:lnTo>
                    <a:pt x="1527" y="2063"/>
                  </a:lnTo>
                  <a:lnTo>
                    <a:pt x="1501" y="2070"/>
                  </a:lnTo>
                  <a:lnTo>
                    <a:pt x="1499" y="2074"/>
                  </a:lnTo>
                  <a:lnTo>
                    <a:pt x="1497" y="2079"/>
                  </a:lnTo>
                  <a:lnTo>
                    <a:pt x="1497" y="2086"/>
                  </a:lnTo>
                  <a:lnTo>
                    <a:pt x="1497" y="2093"/>
                  </a:lnTo>
                  <a:lnTo>
                    <a:pt x="1496" y="2097"/>
                  </a:lnTo>
                  <a:lnTo>
                    <a:pt x="1496" y="2098"/>
                  </a:lnTo>
                  <a:lnTo>
                    <a:pt x="1496" y="2102"/>
                  </a:lnTo>
                  <a:lnTo>
                    <a:pt x="1496" y="2105"/>
                  </a:lnTo>
                  <a:lnTo>
                    <a:pt x="1497" y="2112"/>
                  </a:lnTo>
                  <a:lnTo>
                    <a:pt x="1489" y="2112"/>
                  </a:lnTo>
                  <a:lnTo>
                    <a:pt x="1478" y="2114"/>
                  </a:lnTo>
                  <a:lnTo>
                    <a:pt x="1464" y="2114"/>
                  </a:lnTo>
                  <a:lnTo>
                    <a:pt x="1450" y="2116"/>
                  </a:lnTo>
                  <a:lnTo>
                    <a:pt x="1450" y="2123"/>
                  </a:lnTo>
                  <a:lnTo>
                    <a:pt x="1457" y="2126"/>
                  </a:lnTo>
                  <a:lnTo>
                    <a:pt x="1462" y="2130"/>
                  </a:lnTo>
                  <a:lnTo>
                    <a:pt x="1466" y="2131"/>
                  </a:lnTo>
                  <a:lnTo>
                    <a:pt x="1469" y="2133"/>
                  </a:lnTo>
                  <a:lnTo>
                    <a:pt x="1473" y="2137"/>
                  </a:lnTo>
                  <a:lnTo>
                    <a:pt x="1475" y="2140"/>
                  </a:lnTo>
                  <a:lnTo>
                    <a:pt x="1478" y="2145"/>
                  </a:lnTo>
                  <a:lnTo>
                    <a:pt x="1471" y="2147"/>
                  </a:lnTo>
                  <a:lnTo>
                    <a:pt x="1466" y="2149"/>
                  </a:lnTo>
                  <a:lnTo>
                    <a:pt x="1461" y="2151"/>
                  </a:lnTo>
                  <a:lnTo>
                    <a:pt x="1457" y="2152"/>
                  </a:lnTo>
                  <a:lnTo>
                    <a:pt x="1455" y="2158"/>
                  </a:lnTo>
                  <a:lnTo>
                    <a:pt x="1450" y="2168"/>
                  </a:lnTo>
                  <a:lnTo>
                    <a:pt x="1447" y="2179"/>
                  </a:lnTo>
                  <a:lnTo>
                    <a:pt x="1443" y="2189"/>
                  </a:lnTo>
                  <a:lnTo>
                    <a:pt x="1440" y="2191"/>
                  </a:lnTo>
                  <a:lnTo>
                    <a:pt x="1438" y="2191"/>
                  </a:lnTo>
                  <a:lnTo>
                    <a:pt x="1433" y="2193"/>
                  </a:lnTo>
                  <a:lnTo>
                    <a:pt x="1427" y="2193"/>
                  </a:lnTo>
                  <a:lnTo>
                    <a:pt x="1427" y="2198"/>
                  </a:lnTo>
                  <a:lnTo>
                    <a:pt x="1427" y="2201"/>
                  </a:lnTo>
                  <a:lnTo>
                    <a:pt x="1427" y="2203"/>
                  </a:lnTo>
                  <a:lnTo>
                    <a:pt x="1426" y="2205"/>
                  </a:lnTo>
                  <a:lnTo>
                    <a:pt x="1427" y="2207"/>
                  </a:lnTo>
                  <a:lnTo>
                    <a:pt x="1427" y="2208"/>
                  </a:lnTo>
                  <a:lnTo>
                    <a:pt x="1431" y="2215"/>
                  </a:lnTo>
                  <a:lnTo>
                    <a:pt x="1434" y="2221"/>
                  </a:lnTo>
                  <a:lnTo>
                    <a:pt x="1440" y="2224"/>
                  </a:lnTo>
                  <a:lnTo>
                    <a:pt x="1445" y="2227"/>
                  </a:lnTo>
                  <a:lnTo>
                    <a:pt x="1450" y="2231"/>
                  </a:lnTo>
                  <a:lnTo>
                    <a:pt x="1447" y="2243"/>
                  </a:lnTo>
                  <a:lnTo>
                    <a:pt x="1433" y="2250"/>
                  </a:lnTo>
                  <a:lnTo>
                    <a:pt x="1419" y="2264"/>
                  </a:lnTo>
                  <a:lnTo>
                    <a:pt x="1407" y="2282"/>
                  </a:lnTo>
                  <a:lnTo>
                    <a:pt x="1398" y="2299"/>
                  </a:lnTo>
                  <a:lnTo>
                    <a:pt x="1393" y="2315"/>
                  </a:lnTo>
                  <a:lnTo>
                    <a:pt x="1398" y="2320"/>
                  </a:lnTo>
                  <a:lnTo>
                    <a:pt x="1403" y="2325"/>
                  </a:lnTo>
                  <a:lnTo>
                    <a:pt x="1407" y="2330"/>
                  </a:lnTo>
                  <a:lnTo>
                    <a:pt x="1408" y="2339"/>
                  </a:lnTo>
                  <a:lnTo>
                    <a:pt x="1400" y="2341"/>
                  </a:lnTo>
                  <a:lnTo>
                    <a:pt x="1387" y="2348"/>
                  </a:lnTo>
                  <a:lnTo>
                    <a:pt x="1375" y="2358"/>
                  </a:lnTo>
                  <a:lnTo>
                    <a:pt x="1366" y="2369"/>
                  </a:lnTo>
                  <a:lnTo>
                    <a:pt x="1365" y="2372"/>
                  </a:lnTo>
                  <a:lnTo>
                    <a:pt x="1363" y="2376"/>
                  </a:lnTo>
                  <a:lnTo>
                    <a:pt x="1363" y="2379"/>
                  </a:lnTo>
                  <a:lnTo>
                    <a:pt x="1363" y="2385"/>
                  </a:lnTo>
                  <a:lnTo>
                    <a:pt x="1366" y="2385"/>
                  </a:lnTo>
                  <a:lnTo>
                    <a:pt x="1366" y="2381"/>
                  </a:lnTo>
                  <a:lnTo>
                    <a:pt x="1377" y="2369"/>
                  </a:lnTo>
                  <a:lnTo>
                    <a:pt x="1386" y="2357"/>
                  </a:lnTo>
                  <a:lnTo>
                    <a:pt x="1389" y="2358"/>
                  </a:lnTo>
                  <a:lnTo>
                    <a:pt x="1391" y="2358"/>
                  </a:lnTo>
                  <a:lnTo>
                    <a:pt x="1391" y="2360"/>
                  </a:lnTo>
                  <a:lnTo>
                    <a:pt x="1391" y="2360"/>
                  </a:lnTo>
                  <a:lnTo>
                    <a:pt x="1393" y="2362"/>
                  </a:lnTo>
                  <a:lnTo>
                    <a:pt x="1396" y="2371"/>
                  </a:lnTo>
                  <a:lnTo>
                    <a:pt x="1398" y="2381"/>
                  </a:lnTo>
                  <a:lnTo>
                    <a:pt x="1400" y="2393"/>
                  </a:lnTo>
                  <a:lnTo>
                    <a:pt x="1401" y="2404"/>
                  </a:lnTo>
                  <a:lnTo>
                    <a:pt x="1407" y="2404"/>
                  </a:lnTo>
                  <a:lnTo>
                    <a:pt x="1408" y="2404"/>
                  </a:lnTo>
                  <a:lnTo>
                    <a:pt x="1412" y="2404"/>
                  </a:lnTo>
                  <a:lnTo>
                    <a:pt x="1412" y="2406"/>
                  </a:lnTo>
                  <a:lnTo>
                    <a:pt x="1414" y="2406"/>
                  </a:lnTo>
                  <a:lnTo>
                    <a:pt x="1414" y="2407"/>
                  </a:lnTo>
                  <a:lnTo>
                    <a:pt x="1417" y="2411"/>
                  </a:lnTo>
                  <a:lnTo>
                    <a:pt x="1414" y="2413"/>
                  </a:lnTo>
                  <a:lnTo>
                    <a:pt x="1412" y="2414"/>
                  </a:lnTo>
                  <a:lnTo>
                    <a:pt x="1412" y="2416"/>
                  </a:lnTo>
                  <a:lnTo>
                    <a:pt x="1410" y="2416"/>
                  </a:lnTo>
                  <a:lnTo>
                    <a:pt x="1408" y="2418"/>
                  </a:lnTo>
                  <a:lnTo>
                    <a:pt x="1405" y="2419"/>
                  </a:lnTo>
                  <a:lnTo>
                    <a:pt x="1389" y="2423"/>
                  </a:lnTo>
                  <a:lnTo>
                    <a:pt x="1373" y="2419"/>
                  </a:lnTo>
                  <a:lnTo>
                    <a:pt x="1358" y="2411"/>
                  </a:lnTo>
                  <a:lnTo>
                    <a:pt x="1342" y="2399"/>
                  </a:lnTo>
                  <a:lnTo>
                    <a:pt x="1328" y="2385"/>
                  </a:lnTo>
                  <a:lnTo>
                    <a:pt x="1318" y="2371"/>
                  </a:lnTo>
                  <a:lnTo>
                    <a:pt x="1312" y="2357"/>
                  </a:lnTo>
                  <a:lnTo>
                    <a:pt x="1316" y="2357"/>
                  </a:lnTo>
                  <a:lnTo>
                    <a:pt x="1328" y="2369"/>
                  </a:lnTo>
                  <a:lnTo>
                    <a:pt x="1340" y="2379"/>
                  </a:lnTo>
                  <a:lnTo>
                    <a:pt x="1354" y="2388"/>
                  </a:lnTo>
                  <a:lnTo>
                    <a:pt x="1354" y="2381"/>
                  </a:lnTo>
                  <a:lnTo>
                    <a:pt x="1335" y="2371"/>
                  </a:lnTo>
                  <a:lnTo>
                    <a:pt x="1319" y="2357"/>
                  </a:lnTo>
                  <a:lnTo>
                    <a:pt x="1309" y="2337"/>
                  </a:lnTo>
                  <a:lnTo>
                    <a:pt x="1302" y="2315"/>
                  </a:lnTo>
                  <a:lnTo>
                    <a:pt x="1298" y="2292"/>
                  </a:lnTo>
                  <a:lnTo>
                    <a:pt x="1300" y="2266"/>
                  </a:lnTo>
                  <a:lnTo>
                    <a:pt x="1302" y="2241"/>
                  </a:lnTo>
                  <a:lnTo>
                    <a:pt x="1307" y="2219"/>
                  </a:lnTo>
                  <a:lnTo>
                    <a:pt x="1314" y="2198"/>
                  </a:lnTo>
                  <a:lnTo>
                    <a:pt x="1321" y="2180"/>
                  </a:lnTo>
                  <a:lnTo>
                    <a:pt x="1331" y="2180"/>
                  </a:lnTo>
                  <a:lnTo>
                    <a:pt x="1340" y="2145"/>
                  </a:lnTo>
                  <a:lnTo>
                    <a:pt x="1335" y="2145"/>
                  </a:lnTo>
                  <a:lnTo>
                    <a:pt x="1335" y="2142"/>
                  </a:lnTo>
                  <a:lnTo>
                    <a:pt x="1331" y="2145"/>
                  </a:lnTo>
                  <a:lnTo>
                    <a:pt x="1328" y="2149"/>
                  </a:lnTo>
                  <a:lnTo>
                    <a:pt x="1326" y="2152"/>
                  </a:lnTo>
                  <a:lnTo>
                    <a:pt x="1323" y="2156"/>
                  </a:lnTo>
                  <a:lnTo>
                    <a:pt x="1316" y="2158"/>
                  </a:lnTo>
                  <a:lnTo>
                    <a:pt x="1316" y="2154"/>
                  </a:lnTo>
                  <a:lnTo>
                    <a:pt x="1328" y="2081"/>
                  </a:lnTo>
                  <a:lnTo>
                    <a:pt x="1326" y="2074"/>
                  </a:lnTo>
                  <a:lnTo>
                    <a:pt x="1323" y="2062"/>
                  </a:lnTo>
                  <a:lnTo>
                    <a:pt x="1325" y="2051"/>
                  </a:lnTo>
                  <a:lnTo>
                    <a:pt x="1337" y="2009"/>
                  </a:lnTo>
                  <a:lnTo>
                    <a:pt x="1347" y="1966"/>
                  </a:lnTo>
                  <a:lnTo>
                    <a:pt x="1356" y="1919"/>
                  </a:lnTo>
                  <a:lnTo>
                    <a:pt x="1366" y="1873"/>
                  </a:lnTo>
                  <a:lnTo>
                    <a:pt x="1372" y="1843"/>
                  </a:lnTo>
                  <a:lnTo>
                    <a:pt x="1373" y="1812"/>
                  </a:lnTo>
                  <a:lnTo>
                    <a:pt x="1375" y="1782"/>
                  </a:lnTo>
                  <a:lnTo>
                    <a:pt x="1379" y="1754"/>
                  </a:lnTo>
                  <a:lnTo>
                    <a:pt x="1344" y="1741"/>
                  </a:lnTo>
                  <a:lnTo>
                    <a:pt x="1314" y="1721"/>
                  </a:lnTo>
                  <a:lnTo>
                    <a:pt x="1290" y="1695"/>
                  </a:lnTo>
                  <a:lnTo>
                    <a:pt x="1270" y="1667"/>
                  </a:lnTo>
                  <a:lnTo>
                    <a:pt x="1263" y="1651"/>
                  </a:lnTo>
                  <a:lnTo>
                    <a:pt x="1258" y="1636"/>
                  </a:lnTo>
                  <a:lnTo>
                    <a:pt x="1253" y="1618"/>
                  </a:lnTo>
                  <a:lnTo>
                    <a:pt x="1246" y="1604"/>
                  </a:lnTo>
                  <a:lnTo>
                    <a:pt x="1235" y="1594"/>
                  </a:lnTo>
                  <a:lnTo>
                    <a:pt x="1232" y="1590"/>
                  </a:lnTo>
                  <a:lnTo>
                    <a:pt x="1227" y="1590"/>
                  </a:lnTo>
                  <a:lnTo>
                    <a:pt x="1223" y="1589"/>
                  </a:lnTo>
                  <a:lnTo>
                    <a:pt x="1220" y="1585"/>
                  </a:lnTo>
                  <a:lnTo>
                    <a:pt x="1216" y="1582"/>
                  </a:lnTo>
                  <a:lnTo>
                    <a:pt x="1220" y="1575"/>
                  </a:lnTo>
                  <a:lnTo>
                    <a:pt x="1220" y="1569"/>
                  </a:lnTo>
                  <a:lnTo>
                    <a:pt x="1220" y="1562"/>
                  </a:lnTo>
                  <a:lnTo>
                    <a:pt x="1220" y="1555"/>
                  </a:lnTo>
                  <a:lnTo>
                    <a:pt x="1229" y="1550"/>
                  </a:lnTo>
                  <a:lnTo>
                    <a:pt x="1235" y="1545"/>
                  </a:lnTo>
                  <a:lnTo>
                    <a:pt x="1244" y="1540"/>
                  </a:lnTo>
                  <a:lnTo>
                    <a:pt x="1244" y="1536"/>
                  </a:lnTo>
                  <a:lnTo>
                    <a:pt x="1235" y="1536"/>
                  </a:lnTo>
                  <a:lnTo>
                    <a:pt x="1230" y="1535"/>
                  </a:lnTo>
                  <a:lnTo>
                    <a:pt x="1225" y="1535"/>
                  </a:lnTo>
                  <a:lnTo>
                    <a:pt x="1220" y="1533"/>
                  </a:lnTo>
                  <a:lnTo>
                    <a:pt x="1227" y="1517"/>
                  </a:lnTo>
                  <a:lnTo>
                    <a:pt x="1232" y="1501"/>
                  </a:lnTo>
                  <a:lnTo>
                    <a:pt x="1239" y="1486"/>
                  </a:lnTo>
                  <a:lnTo>
                    <a:pt x="1251" y="1473"/>
                  </a:lnTo>
                  <a:lnTo>
                    <a:pt x="1265" y="1461"/>
                  </a:lnTo>
                  <a:lnTo>
                    <a:pt x="1277" y="1447"/>
                  </a:lnTo>
                  <a:lnTo>
                    <a:pt x="1276" y="1437"/>
                  </a:lnTo>
                  <a:lnTo>
                    <a:pt x="1276" y="1423"/>
                  </a:lnTo>
                  <a:lnTo>
                    <a:pt x="1274" y="1409"/>
                  </a:lnTo>
                  <a:lnTo>
                    <a:pt x="1269" y="1400"/>
                  </a:lnTo>
                  <a:lnTo>
                    <a:pt x="1262" y="1390"/>
                  </a:lnTo>
                  <a:lnTo>
                    <a:pt x="1255" y="1379"/>
                  </a:lnTo>
                  <a:lnTo>
                    <a:pt x="1248" y="1379"/>
                  </a:lnTo>
                  <a:lnTo>
                    <a:pt x="1246" y="1381"/>
                  </a:lnTo>
                  <a:lnTo>
                    <a:pt x="1244" y="1383"/>
                  </a:lnTo>
                  <a:lnTo>
                    <a:pt x="1242" y="1384"/>
                  </a:lnTo>
                  <a:lnTo>
                    <a:pt x="1239" y="1386"/>
                  </a:lnTo>
                  <a:lnTo>
                    <a:pt x="1241" y="1390"/>
                  </a:lnTo>
                  <a:lnTo>
                    <a:pt x="1241" y="1393"/>
                  </a:lnTo>
                  <a:lnTo>
                    <a:pt x="1241" y="1393"/>
                  </a:lnTo>
                  <a:lnTo>
                    <a:pt x="1241" y="1395"/>
                  </a:lnTo>
                  <a:lnTo>
                    <a:pt x="1241" y="1395"/>
                  </a:lnTo>
                  <a:lnTo>
                    <a:pt x="1239" y="1398"/>
                  </a:lnTo>
                  <a:lnTo>
                    <a:pt x="1237" y="1398"/>
                  </a:lnTo>
                  <a:lnTo>
                    <a:pt x="1235" y="1400"/>
                  </a:lnTo>
                  <a:lnTo>
                    <a:pt x="1234" y="1400"/>
                  </a:lnTo>
                  <a:lnTo>
                    <a:pt x="1232" y="1400"/>
                  </a:lnTo>
                  <a:lnTo>
                    <a:pt x="1229" y="1402"/>
                  </a:lnTo>
                  <a:lnTo>
                    <a:pt x="1220" y="1395"/>
                  </a:lnTo>
                  <a:lnTo>
                    <a:pt x="1204" y="1386"/>
                  </a:lnTo>
                  <a:lnTo>
                    <a:pt x="1188" y="1377"/>
                  </a:lnTo>
                  <a:lnTo>
                    <a:pt x="1173" y="1370"/>
                  </a:lnTo>
                  <a:lnTo>
                    <a:pt x="1162" y="1367"/>
                  </a:lnTo>
                  <a:lnTo>
                    <a:pt x="1153" y="1346"/>
                  </a:lnTo>
                  <a:lnTo>
                    <a:pt x="1145" y="1334"/>
                  </a:lnTo>
                  <a:lnTo>
                    <a:pt x="1136" y="1325"/>
                  </a:lnTo>
                  <a:lnTo>
                    <a:pt x="1127" y="1322"/>
                  </a:lnTo>
                  <a:lnTo>
                    <a:pt x="1113" y="1318"/>
                  </a:lnTo>
                  <a:lnTo>
                    <a:pt x="1098" y="1313"/>
                  </a:lnTo>
                  <a:lnTo>
                    <a:pt x="1078" y="1306"/>
                  </a:lnTo>
                  <a:lnTo>
                    <a:pt x="1066" y="1297"/>
                  </a:lnTo>
                  <a:lnTo>
                    <a:pt x="1056" y="1288"/>
                  </a:lnTo>
                  <a:lnTo>
                    <a:pt x="1040" y="1281"/>
                  </a:lnTo>
                  <a:lnTo>
                    <a:pt x="1030" y="1281"/>
                  </a:lnTo>
                  <a:lnTo>
                    <a:pt x="1023" y="1285"/>
                  </a:lnTo>
                  <a:lnTo>
                    <a:pt x="1017" y="1288"/>
                  </a:lnTo>
                  <a:lnTo>
                    <a:pt x="1010" y="1292"/>
                  </a:lnTo>
                  <a:lnTo>
                    <a:pt x="1002" y="1290"/>
                  </a:lnTo>
                  <a:lnTo>
                    <a:pt x="998" y="1288"/>
                  </a:lnTo>
                  <a:lnTo>
                    <a:pt x="995" y="1285"/>
                  </a:lnTo>
                  <a:lnTo>
                    <a:pt x="991" y="1281"/>
                  </a:lnTo>
                  <a:lnTo>
                    <a:pt x="986" y="1276"/>
                  </a:lnTo>
                  <a:lnTo>
                    <a:pt x="982" y="1273"/>
                  </a:lnTo>
                  <a:lnTo>
                    <a:pt x="979" y="1271"/>
                  </a:lnTo>
                  <a:lnTo>
                    <a:pt x="956" y="1267"/>
                  </a:lnTo>
                  <a:lnTo>
                    <a:pt x="953" y="1264"/>
                  </a:lnTo>
                  <a:lnTo>
                    <a:pt x="949" y="1261"/>
                  </a:lnTo>
                  <a:lnTo>
                    <a:pt x="946" y="1257"/>
                  </a:lnTo>
                  <a:lnTo>
                    <a:pt x="942" y="1254"/>
                  </a:lnTo>
                  <a:lnTo>
                    <a:pt x="941" y="1252"/>
                  </a:lnTo>
                  <a:lnTo>
                    <a:pt x="921" y="1255"/>
                  </a:lnTo>
                  <a:lnTo>
                    <a:pt x="918" y="1254"/>
                  </a:lnTo>
                  <a:lnTo>
                    <a:pt x="913" y="1247"/>
                  </a:lnTo>
                  <a:lnTo>
                    <a:pt x="904" y="1240"/>
                  </a:lnTo>
                  <a:lnTo>
                    <a:pt x="897" y="1231"/>
                  </a:lnTo>
                  <a:lnTo>
                    <a:pt x="890" y="1224"/>
                  </a:lnTo>
                  <a:lnTo>
                    <a:pt x="886" y="1220"/>
                  </a:lnTo>
                  <a:lnTo>
                    <a:pt x="893" y="1198"/>
                  </a:lnTo>
                  <a:lnTo>
                    <a:pt x="874" y="1177"/>
                  </a:lnTo>
                  <a:lnTo>
                    <a:pt x="857" y="1154"/>
                  </a:lnTo>
                  <a:lnTo>
                    <a:pt x="839" y="1130"/>
                  </a:lnTo>
                  <a:lnTo>
                    <a:pt x="822" y="1105"/>
                  </a:lnTo>
                  <a:lnTo>
                    <a:pt x="818" y="1103"/>
                  </a:lnTo>
                  <a:lnTo>
                    <a:pt x="813" y="1102"/>
                  </a:lnTo>
                  <a:lnTo>
                    <a:pt x="810" y="1102"/>
                  </a:lnTo>
                  <a:lnTo>
                    <a:pt x="804" y="1100"/>
                  </a:lnTo>
                  <a:lnTo>
                    <a:pt x="803" y="1098"/>
                  </a:lnTo>
                  <a:lnTo>
                    <a:pt x="796" y="1089"/>
                  </a:lnTo>
                  <a:lnTo>
                    <a:pt x="792" y="1079"/>
                  </a:lnTo>
                  <a:lnTo>
                    <a:pt x="789" y="1069"/>
                  </a:lnTo>
                  <a:lnTo>
                    <a:pt x="783" y="1058"/>
                  </a:lnTo>
                  <a:lnTo>
                    <a:pt x="775" y="1053"/>
                  </a:lnTo>
                  <a:lnTo>
                    <a:pt x="771" y="1049"/>
                  </a:lnTo>
                  <a:lnTo>
                    <a:pt x="768" y="1046"/>
                  </a:lnTo>
                  <a:lnTo>
                    <a:pt x="764" y="1044"/>
                  </a:lnTo>
                  <a:lnTo>
                    <a:pt x="764" y="1063"/>
                  </a:lnTo>
                  <a:lnTo>
                    <a:pt x="769" y="1070"/>
                  </a:lnTo>
                  <a:lnTo>
                    <a:pt x="780" y="1082"/>
                  </a:lnTo>
                  <a:lnTo>
                    <a:pt x="790" y="1096"/>
                  </a:lnTo>
                  <a:lnTo>
                    <a:pt x="803" y="1114"/>
                  </a:lnTo>
                  <a:lnTo>
                    <a:pt x="813" y="1131"/>
                  </a:lnTo>
                  <a:lnTo>
                    <a:pt x="824" y="1149"/>
                  </a:lnTo>
                  <a:lnTo>
                    <a:pt x="832" y="1165"/>
                  </a:lnTo>
                  <a:lnTo>
                    <a:pt x="836" y="1175"/>
                  </a:lnTo>
                  <a:lnTo>
                    <a:pt x="836" y="1182"/>
                  </a:lnTo>
                  <a:lnTo>
                    <a:pt x="834" y="1185"/>
                  </a:lnTo>
                  <a:lnTo>
                    <a:pt x="832" y="1187"/>
                  </a:lnTo>
                  <a:lnTo>
                    <a:pt x="832" y="1189"/>
                  </a:lnTo>
                  <a:lnTo>
                    <a:pt x="829" y="1191"/>
                  </a:lnTo>
                  <a:lnTo>
                    <a:pt x="829" y="1184"/>
                  </a:lnTo>
                  <a:lnTo>
                    <a:pt x="827" y="1178"/>
                  </a:lnTo>
                  <a:lnTo>
                    <a:pt x="827" y="1175"/>
                  </a:lnTo>
                  <a:lnTo>
                    <a:pt x="825" y="1171"/>
                  </a:lnTo>
                  <a:lnTo>
                    <a:pt x="822" y="1171"/>
                  </a:lnTo>
                  <a:lnTo>
                    <a:pt x="820" y="1171"/>
                  </a:lnTo>
                  <a:lnTo>
                    <a:pt x="818" y="1171"/>
                  </a:lnTo>
                  <a:lnTo>
                    <a:pt x="817" y="1171"/>
                  </a:lnTo>
                  <a:lnTo>
                    <a:pt x="815" y="1171"/>
                  </a:lnTo>
                  <a:lnTo>
                    <a:pt x="810" y="1171"/>
                  </a:lnTo>
                  <a:lnTo>
                    <a:pt x="806" y="1159"/>
                  </a:lnTo>
                  <a:lnTo>
                    <a:pt x="803" y="1147"/>
                  </a:lnTo>
                  <a:lnTo>
                    <a:pt x="797" y="1137"/>
                  </a:lnTo>
                  <a:lnTo>
                    <a:pt x="789" y="1128"/>
                  </a:lnTo>
                  <a:lnTo>
                    <a:pt x="778" y="1121"/>
                  </a:lnTo>
                  <a:lnTo>
                    <a:pt x="768" y="1114"/>
                  </a:lnTo>
                  <a:lnTo>
                    <a:pt x="759" y="1102"/>
                  </a:lnTo>
                  <a:lnTo>
                    <a:pt x="762" y="1100"/>
                  </a:lnTo>
                  <a:lnTo>
                    <a:pt x="764" y="1100"/>
                  </a:lnTo>
                  <a:lnTo>
                    <a:pt x="764" y="1100"/>
                  </a:lnTo>
                  <a:lnTo>
                    <a:pt x="766" y="1100"/>
                  </a:lnTo>
                  <a:lnTo>
                    <a:pt x="766" y="1098"/>
                  </a:lnTo>
                  <a:lnTo>
                    <a:pt x="766" y="1096"/>
                  </a:lnTo>
                  <a:lnTo>
                    <a:pt x="768" y="1095"/>
                  </a:lnTo>
                  <a:lnTo>
                    <a:pt x="755" y="1086"/>
                  </a:lnTo>
                  <a:lnTo>
                    <a:pt x="749" y="1075"/>
                  </a:lnTo>
                  <a:lnTo>
                    <a:pt x="743" y="1063"/>
                  </a:lnTo>
                  <a:lnTo>
                    <a:pt x="740" y="1049"/>
                  </a:lnTo>
                  <a:lnTo>
                    <a:pt x="733" y="1037"/>
                  </a:lnTo>
                  <a:lnTo>
                    <a:pt x="724" y="1027"/>
                  </a:lnTo>
                  <a:lnTo>
                    <a:pt x="714" y="1021"/>
                  </a:lnTo>
                  <a:lnTo>
                    <a:pt x="701" y="1016"/>
                  </a:lnTo>
                  <a:lnTo>
                    <a:pt x="691" y="1009"/>
                  </a:lnTo>
                  <a:lnTo>
                    <a:pt x="684" y="1000"/>
                  </a:lnTo>
                  <a:lnTo>
                    <a:pt x="680" y="990"/>
                  </a:lnTo>
                  <a:lnTo>
                    <a:pt x="675" y="979"/>
                  </a:lnTo>
                  <a:lnTo>
                    <a:pt x="663" y="962"/>
                  </a:lnTo>
                  <a:lnTo>
                    <a:pt x="653" y="950"/>
                  </a:lnTo>
                  <a:lnTo>
                    <a:pt x="642" y="939"/>
                  </a:lnTo>
                  <a:lnTo>
                    <a:pt x="635" y="927"/>
                  </a:lnTo>
                  <a:lnTo>
                    <a:pt x="630" y="911"/>
                  </a:lnTo>
                  <a:lnTo>
                    <a:pt x="626" y="890"/>
                  </a:lnTo>
                  <a:lnTo>
                    <a:pt x="625" y="861"/>
                  </a:lnTo>
                  <a:lnTo>
                    <a:pt x="625" y="854"/>
                  </a:lnTo>
                  <a:lnTo>
                    <a:pt x="626" y="840"/>
                  </a:lnTo>
                  <a:lnTo>
                    <a:pt x="626" y="821"/>
                  </a:lnTo>
                  <a:lnTo>
                    <a:pt x="626" y="798"/>
                  </a:lnTo>
                  <a:lnTo>
                    <a:pt x="626" y="777"/>
                  </a:lnTo>
                  <a:lnTo>
                    <a:pt x="628" y="760"/>
                  </a:lnTo>
                  <a:lnTo>
                    <a:pt x="630" y="749"/>
                  </a:lnTo>
                  <a:lnTo>
                    <a:pt x="635" y="747"/>
                  </a:lnTo>
                  <a:lnTo>
                    <a:pt x="639" y="747"/>
                  </a:lnTo>
                  <a:lnTo>
                    <a:pt x="642" y="747"/>
                  </a:lnTo>
                  <a:lnTo>
                    <a:pt x="646" y="747"/>
                  </a:lnTo>
                  <a:lnTo>
                    <a:pt x="649" y="749"/>
                  </a:lnTo>
                  <a:lnTo>
                    <a:pt x="651" y="753"/>
                  </a:lnTo>
                  <a:lnTo>
                    <a:pt x="654" y="756"/>
                  </a:lnTo>
                  <a:lnTo>
                    <a:pt x="656" y="760"/>
                  </a:lnTo>
                  <a:lnTo>
                    <a:pt x="656" y="740"/>
                  </a:lnTo>
                  <a:lnTo>
                    <a:pt x="644" y="726"/>
                  </a:lnTo>
                  <a:lnTo>
                    <a:pt x="630" y="712"/>
                  </a:lnTo>
                  <a:lnTo>
                    <a:pt x="614" y="702"/>
                  </a:lnTo>
                  <a:lnTo>
                    <a:pt x="614" y="711"/>
                  </a:lnTo>
                  <a:lnTo>
                    <a:pt x="621" y="716"/>
                  </a:lnTo>
                  <a:lnTo>
                    <a:pt x="628" y="721"/>
                  </a:lnTo>
                  <a:lnTo>
                    <a:pt x="635" y="726"/>
                  </a:lnTo>
                  <a:lnTo>
                    <a:pt x="640" y="733"/>
                  </a:lnTo>
                  <a:lnTo>
                    <a:pt x="640" y="737"/>
                  </a:lnTo>
                  <a:lnTo>
                    <a:pt x="639" y="737"/>
                  </a:lnTo>
                  <a:lnTo>
                    <a:pt x="639" y="739"/>
                  </a:lnTo>
                  <a:lnTo>
                    <a:pt x="639" y="739"/>
                  </a:lnTo>
                  <a:lnTo>
                    <a:pt x="637" y="740"/>
                  </a:lnTo>
                  <a:lnTo>
                    <a:pt x="633" y="742"/>
                  </a:lnTo>
                  <a:lnTo>
                    <a:pt x="632" y="744"/>
                  </a:lnTo>
                  <a:lnTo>
                    <a:pt x="626" y="744"/>
                  </a:lnTo>
                  <a:lnTo>
                    <a:pt x="621" y="744"/>
                  </a:lnTo>
                  <a:lnTo>
                    <a:pt x="619" y="744"/>
                  </a:lnTo>
                  <a:lnTo>
                    <a:pt x="619" y="742"/>
                  </a:lnTo>
                  <a:lnTo>
                    <a:pt x="618" y="742"/>
                  </a:lnTo>
                  <a:lnTo>
                    <a:pt x="618" y="742"/>
                  </a:lnTo>
                  <a:lnTo>
                    <a:pt x="614" y="740"/>
                  </a:lnTo>
                  <a:lnTo>
                    <a:pt x="602" y="725"/>
                  </a:lnTo>
                  <a:lnTo>
                    <a:pt x="591" y="709"/>
                  </a:lnTo>
                  <a:lnTo>
                    <a:pt x="583" y="691"/>
                  </a:lnTo>
                  <a:lnTo>
                    <a:pt x="591" y="691"/>
                  </a:lnTo>
                  <a:lnTo>
                    <a:pt x="595" y="693"/>
                  </a:lnTo>
                  <a:lnTo>
                    <a:pt x="598" y="693"/>
                  </a:lnTo>
                  <a:lnTo>
                    <a:pt x="602" y="693"/>
                  </a:lnTo>
                  <a:lnTo>
                    <a:pt x="605" y="691"/>
                  </a:lnTo>
                  <a:lnTo>
                    <a:pt x="591" y="686"/>
                  </a:lnTo>
                  <a:lnTo>
                    <a:pt x="583" y="678"/>
                  </a:lnTo>
                  <a:lnTo>
                    <a:pt x="576" y="667"/>
                  </a:lnTo>
                  <a:lnTo>
                    <a:pt x="570" y="655"/>
                  </a:lnTo>
                  <a:lnTo>
                    <a:pt x="567" y="643"/>
                  </a:lnTo>
                  <a:lnTo>
                    <a:pt x="562" y="632"/>
                  </a:lnTo>
                  <a:lnTo>
                    <a:pt x="555" y="623"/>
                  </a:lnTo>
                  <a:lnTo>
                    <a:pt x="544" y="618"/>
                  </a:lnTo>
                  <a:lnTo>
                    <a:pt x="548" y="595"/>
                  </a:lnTo>
                  <a:lnTo>
                    <a:pt x="536" y="582"/>
                  </a:lnTo>
                  <a:lnTo>
                    <a:pt x="525" y="566"/>
                  </a:lnTo>
                  <a:lnTo>
                    <a:pt x="516" y="550"/>
                  </a:lnTo>
                  <a:lnTo>
                    <a:pt x="504" y="534"/>
                  </a:lnTo>
                  <a:lnTo>
                    <a:pt x="490" y="522"/>
                  </a:lnTo>
                  <a:lnTo>
                    <a:pt x="471" y="513"/>
                  </a:lnTo>
                  <a:lnTo>
                    <a:pt x="448" y="508"/>
                  </a:lnTo>
                  <a:lnTo>
                    <a:pt x="429" y="499"/>
                  </a:lnTo>
                  <a:lnTo>
                    <a:pt x="415" y="487"/>
                  </a:lnTo>
                  <a:lnTo>
                    <a:pt x="399" y="473"/>
                  </a:lnTo>
                  <a:lnTo>
                    <a:pt x="384" y="465"/>
                  </a:lnTo>
                  <a:lnTo>
                    <a:pt x="352" y="465"/>
                  </a:lnTo>
                  <a:lnTo>
                    <a:pt x="342" y="459"/>
                  </a:lnTo>
                  <a:lnTo>
                    <a:pt x="333" y="452"/>
                  </a:lnTo>
                  <a:lnTo>
                    <a:pt x="323" y="447"/>
                  </a:lnTo>
                  <a:lnTo>
                    <a:pt x="307" y="445"/>
                  </a:lnTo>
                  <a:lnTo>
                    <a:pt x="307" y="468"/>
                  </a:lnTo>
                  <a:lnTo>
                    <a:pt x="289" y="477"/>
                  </a:lnTo>
                  <a:lnTo>
                    <a:pt x="274" y="486"/>
                  </a:lnTo>
                  <a:lnTo>
                    <a:pt x="253" y="491"/>
                  </a:lnTo>
                  <a:lnTo>
                    <a:pt x="258" y="475"/>
                  </a:lnTo>
                  <a:lnTo>
                    <a:pt x="265" y="459"/>
                  </a:lnTo>
                  <a:lnTo>
                    <a:pt x="275" y="445"/>
                  </a:lnTo>
                  <a:lnTo>
                    <a:pt x="284" y="430"/>
                  </a:lnTo>
                  <a:lnTo>
                    <a:pt x="275" y="430"/>
                  </a:lnTo>
                  <a:lnTo>
                    <a:pt x="275" y="433"/>
                  </a:lnTo>
                  <a:lnTo>
                    <a:pt x="262" y="444"/>
                  </a:lnTo>
                  <a:lnTo>
                    <a:pt x="251" y="458"/>
                  </a:lnTo>
                  <a:lnTo>
                    <a:pt x="244" y="473"/>
                  </a:lnTo>
                  <a:lnTo>
                    <a:pt x="239" y="489"/>
                  </a:lnTo>
                  <a:lnTo>
                    <a:pt x="232" y="506"/>
                  </a:lnTo>
                  <a:lnTo>
                    <a:pt x="221" y="522"/>
                  </a:lnTo>
                  <a:lnTo>
                    <a:pt x="214" y="529"/>
                  </a:lnTo>
                  <a:lnTo>
                    <a:pt x="200" y="540"/>
                  </a:lnTo>
                  <a:lnTo>
                    <a:pt x="183" y="550"/>
                  </a:lnTo>
                  <a:lnTo>
                    <a:pt x="162" y="562"/>
                  </a:lnTo>
                  <a:lnTo>
                    <a:pt x="141" y="576"/>
                  </a:lnTo>
                  <a:lnTo>
                    <a:pt x="120" y="589"/>
                  </a:lnTo>
                  <a:lnTo>
                    <a:pt x="99" y="599"/>
                  </a:lnTo>
                  <a:lnTo>
                    <a:pt x="83" y="606"/>
                  </a:lnTo>
                  <a:lnTo>
                    <a:pt x="73" y="609"/>
                  </a:lnTo>
                  <a:lnTo>
                    <a:pt x="73" y="606"/>
                  </a:lnTo>
                  <a:lnTo>
                    <a:pt x="77" y="606"/>
                  </a:lnTo>
                  <a:lnTo>
                    <a:pt x="89" y="594"/>
                  </a:lnTo>
                  <a:lnTo>
                    <a:pt x="104" y="583"/>
                  </a:lnTo>
                  <a:lnTo>
                    <a:pt x="122" y="573"/>
                  </a:lnTo>
                  <a:lnTo>
                    <a:pt x="139" y="562"/>
                  </a:lnTo>
                  <a:lnTo>
                    <a:pt x="155" y="550"/>
                  </a:lnTo>
                  <a:lnTo>
                    <a:pt x="167" y="536"/>
                  </a:lnTo>
                  <a:lnTo>
                    <a:pt x="176" y="520"/>
                  </a:lnTo>
                  <a:lnTo>
                    <a:pt x="179" y="499"/>
                  </a:lnTo>
                  <a:lnTo>
                    <a:pt x="166" y="503"/>
                  </a:lnTo>
                  <a:lnTo>
                    <a:pt x="157" y="506"/>
                  </a:lnTo>
                  <a:lnTo>
                    <a:pt x="145" y="510"/>
                  </a:lnTo>
                  <a:lnTo>
                    <a:pt x="145" y="506"/>
                  </a:lnTo>
                  <a:lnTo>
                    <a:pt x="145" y="503"/>
                  </a:lnTo>
                  <a:lnTo>
                    <a:pt x="145" y="503"/>
                  </a:lnTo>
                  <a:lnTo>
                    <a:pt x="143" y="501"/>
                  </a:lnTo>
                  <a:lnTo>
                    <a:pt x="143" y="501"/>
                  </a:lnTo>
                  <a:lnTo>
                    <a:pt x="141" y="501"/>
                  </a:lnTo>
                  <a:lnTo>
                    <a:pt x="138" y="499"/>
                  </a:lnTo>
                  <a:lnTo>
                    <a:pt x="136" y="501"/>
                  </a:lnTo>
                  <a:lnTo>
                    <a:pt x="134" y="503"/>
                  </a:lnTo>
                  <a:lnTo>
                    <a:pt x="132" y="505"/>
                  </a:lnTo>
                  <a:lnTo>
                    <a:pt x="131" y="505"/>
                  </a:lnTo>
                  <a:lnTo>
                    <a:pt x="127" y="506"/>
                  </a:lnTo>
                  <a:lnTo>
                    <a:pt x="122" y="506"/>
                  </a:lnTo>
                  <a:lnTo>
                    <a:pt x="120" y="496"/>
                  </a:lnTo>
                  <a:lnTo>
                    <a:pt x="115" y="482"/>
                  </a:lnTo>
                  <a:lnTo>
                    <a:pt x="111" y="472"/>
                  </a:lnTo>
                  <a:lnTo>
                    <a:pt x="108" y="475"/>
                  </a:lnTo>
                  <a:lnTo>
                    <a:pt x="106" y="477"/>
                  </a:lnTo>
                  <a:lnTo>
                    <a:pt x="104" y="477"/>
                  </a:lnTo>
                  <a:lnTo>
                    <a:pt x="101" y="477"/>
                  </a:lnTo>
                  <a:lnTo>
                    <a:pt x="99" y="475"/>
                  </a:lnTo>
                  <a:lnTo>
                    <a:pt x="82" y="463"/>
                  </a:lnTo>
                  <a:lnTo>
                    <a:pt x="68" y="445"/>
                  </a:lnTo>
                  <a:lnTo>
                    <a:pt x="57" y="426"/>
                  </a:lnTo>
                  <a:lnTo>
                    <a:pt x="63" y="416"/>
                  </a:lnTo>
                  <a:lnTo>
                    <a:pt x="68" y="403"/>
                  </a:lnTo>
                  <a:lnTo>
                    <a:pt x="73" y="393"/>
                  </a:lnTo>
                  <a:lnTo>
                    <a:pt x="80" y="384"/>
                  </a:lnTo>
                  <a:lnTo>
                    <a:pt x="92" y="377"/>
                  </a:lnTo>
                  <a:lnTo>
                    <a:pt x="103" y="374"/>
                  </a:lnTo>
                  <a:lnTo>
                    <a:pt x="113" y="369"/>
                  </a:lnTo>
                  <a:lnTo>
                    <a:pt x="120" y="362"/>
                  </a:lnTo>
                  <a:lnTo>
                    <a:pt x="125" y="351"/>
                  </a:lnTo>
                  <a:lnTo>
                    <a:pt x="125" y="334"/>
                  </a:lnTo>
                  <a:lnTo>
                    <a:pt x="127" y="332"/>
                  </a:lnTo>
                  <a:lnTo>
                    <a:pt x="129" y="332"/>
                  </a:lnTo>
                  <a:lnTo>
                    <a:pt x="129" y="330"/>
                  </a:lnTo>
                  <a:lnTo>
                    <a:pt x="129" y="328"/>
                  </a:lnTo>
                  <a:lnTo>
                    <a:pt x="131" y="327"/>
                  </a:lnTo>
                  <a:lnTo>
                    <a:pt x="115" y="327"/>
                  </a:lnTo>
                  <a:lnTo>
                    <a:pt x="111" y="330"/>
                  </a:lnTo>
                  <a:lnTo>
                    <a:pt x="110" y="332"/>
                  </a:lnTo>
                  <a:lnTo>
                    <a:pt x="108" y="334"/>
                  </a:lnTo>
                  <a:lnTo>
                    <a:pt x="104" y="335"/>
                  </a:lnTo>
                  <a:lnTo>
                    <a:pt x="101" y="337"/>
                  </a:lnTo>
                  <a:lnTo>
                    <a:pt x="96" y="337"/>
                  </a:lnTo>
                  <a:lnTo>
                    <a:pt x="85" y="334"/>
                  </a:lnTo>
                  <a:lnTo>
                    <a:pt x="70" y="328"/>
                  </a:lnTo>
                  <a:lnTo>
                    <a:pt x="52" y="325"/>
                  </a:lnTo>
                  <a:lnTo>
                    <a:pt x="38" y="318"/>
                  </a:lnTo>
                  <a:lnTo>
                    <a:pt x="35" y="292"/>
                  </a:lnTo>
                  <a:lnTo>
                    <a:pt x="42" y="292"/>
                  </a:lnTo>
                  <a:lnTo>
                    <a:pt x="45" y="290"/>
                  </a:lnTo>
                  <a:lnTo>
                    <a:pt x="50" y="288"/>
                  </a:lnTo>
                  <a:lnTo>
                    <a:pt x="54" y="287"/>
                  </a:lnTo>
                  <a:lnTo>
                    <a:pt x="57" y="287"/>
                  </a:lnTo>
                  <a:lnTo>
                    <a:pt x="61" y="283"/>
                  </a:lnTo>
                  <a:lnTo>
                    <a:pt x="64" y="280"/>
                  </a:lnTo>
                  <a:lnTo>
                    <a:pt x="63" y="278"/>
                  </a:lnTo>
                  <a:lnTo>
                    <a:pt x="63" y="278"/>
                  </a:lnTo>
                  <a:lnTo>
                    <a:pt x="63" y="276"/>
                  </a:lnTo>
                  <a:lnTo>
                    <a:pt x="63" y="276"/>
                  </a:lnTo>
                  <a:lnTo>
                    <a:pt x="61" y="273"/>
                  </a:lnTo>
                  <a:lnTo>
                    <a:pt x="77" y="273"/>
                  </a:lnTo>
                  <a:lnTo>
                    <a:pt x="78" y="271"/>
                  </a:lnTo>
                  <a:lnTo>
                    <a:pt x="80" y="271"/>
                  </a:lnTo>
                  <a:lnTo>
                    <a:pt x="82" y="269"/>
                  </a:lnTo>
                  <a:lnTo>
                    <a:pt x="83" y="269"/>
                  </a:lnTo>
                  <a:lnTo>
                    <a:pt x="87" y="269"/>
                  </a:lnTo>
                  <a:lnTo>
                    <a:pt x="92" y="274"/>
                  </a:lnTo>
                  <a:lnTo>
                    <a:pt x="97" y="278"/>
                  </a:lnTo>
                  <a:lnTo>
                    <a:pt x="103" y="283"/>
                  </a:lnTo>
                  <a:lnTo>
                    <a:pt x="106" y="288"/>
                  </a:lnTo>
                  <a:lnTo>
                    <a:pt x="118" y="283"/>
                  </a:lnTo>
                  <a:lnTo>
                    <a:pt x="118" y="276"/>
                  </a:lnTo>
                  <a:lnTo>
                    <a:pt x="115" y="271"/>
                  </a:lnTo>
                  <a:lnTo>
                    <a:pt x="113" y="266"/>
                  </a:lnTo>
                  <a:lnTo>
                    <a:pt x="111" y="260"/>
                  </a:lnTo>
                  <a:lnTo>
                    <a:pt x="110" y="255"/>
                  </a:lnTo>
                  <a:lnTo>
                    <a:pt x="106" y="250"/>
                  </a:lnTo>
                  <a:lnTo>
                    <a:pt x="94" y="236"/>
                  </a:lnTo>
                  <a:lnTo>
                    <a:pt x="80" y="225"/>
                  </a:lnTo>
                  <a:lnTo>
                    <a:pt x="64" y="215"/>
                  </a:lnTo>
                  <a:lnTo>
                    <a:pt x="50" y="205"/>
                  </a:lnTo>
                  <a:lnTo>
                    <a:pt x="42" y="189"/>
                  </a:lnTo>
                  <a:lnTo>
                    <a:pt x="45" y="184"/>
                  </a:lnTo>
                  <a:lnTo>
                    <a:pt x="47" y="178"/>
                  </a:lnTo>
                  <a:lnTo>
                    <a:pt x="49" y="173"/>
                  </a:lnTo>
                  <a:lnTo>
                    <a:pt x="70" y="175"/>
                  </a:lnTo>
                  <a:lnTo>
                    <a:pt x="90" y="173"/>
                  </a:lnTo>
                  <a:lnTo>
                    <a:pt x="106" y="164"/>
                  </a:lnTo>
                  <a:lnTo>
                    <a:pt x="111" y="152"/>
                  </a:lnTo>
                  <a:lnTo>
                    <a:pt x="115" y="140"/>
                  </a:lnTo>
                  <a:lnTo>
                    <a:pt x="118" y="129"/>
                  </a:lnTo>
                  <a:lnTo>
                    <a:pt x="131" y="119"/>
                  </a:lnTo>
                  <a:lnTo>
                    <a:pt x="148" y="110"/>
                  </a:lnTo>
                  <a:lnTo>
                    <a:pt x="167" y="105"/>
                  </a:lnTo>
                  <a:lnTo>
                    <a:pt x="183" y="98"/>
                  </a:lnTo>
                  <a:lnTo>
                    <a:pt x="199" y="88"/>
                  </a:lnTo>
                  <a:lnTo>
                    <a:pt x="204" y="91"/>
                  </a:lnTo>
                  <a:lnTo>
                    <a:pt x="207" y="93"/>
                  </a:lnTo>
                  <a:lnTo>
                    <a:pt x="207" y="96"/>
                  </a:lnTo>
                  <a:lnTo>
                    <a:pt x="209" y="98"/>
                  </a:lnTo>
                  <a:lnTo>
                    <a:pt x="209" y="102"/>
                  </a:lnTo>
                  <a:lnTo>
                    <a:pt x="211" y="103"/>
                  </a:lnTo>
                  <a:lnTo>
                    <a:pt x="214" y="107"/>
                  </a:lnTo>
                  <a:lnTo>
                    <a:pt x="218" y="110"/>
                  </a:lnTo>
                  <a:lnTo>
                    <a:pt x="223" y="110"/>
                  </a:lnTo>
                  <a:lnTo>
                    <a:pt x="227" y="110"/>
                  </a:lnTo>
                  <a:lnTo>
                    <a:pt x="230" y="109"/>
                  </a:lnTo>
                  <a:lnTo>
                    <a:pt x="234" y="107"/>
                  </a:lnTo>
                  <a:lnTo>
                    <a:pt x="237" y="107"/>
                  </a:lnTo>
                  <a:lnTo>
                    <a:pt x="241" y="107"/>
                  </a:lnTo>
                  <a:lnTo>
                    <a:pt x="244" y="109"/>
                  </a:lnTo>
                  <a:lnTo>
                    <a:pt x="248" y="112"/>
                  </a:lnTo>
                  <a:lnTo>
                    <a:pt x="253" y="117"/>
                  </a:lnTo>
                  <a:lnTo>
                    <a:pt x="256" y="121"/>
                  </a:lnTo>
                  <a:lnTo>
                    <a:pt x="260" y="124"/>
                  </a:lnTo>
                  <a:lnTo>
                    <a:pt x="265" y="126"/>
                  </a:lnTo>
                  <a:lnTo>
                    <a:pt x="270" y="128"/>
                  </a:lnTo>
                  <a:lnTo>
                    <a:pt x="275" y="126"/>
                  </a:lnTo>
                  <a:lnTo>
                    <a:pt x="279" y="126"/>
                  </a:lnTo>
                  <a:lnTo>
                    <a:pt x="282" y="124"/>
                  </a:lnTo>
                  <a:lnTo>
                    <a:pt x="288" y="122"/>
                  </a:lnTo>
                  <a:lnTo>
                    <a:pt x="291" y="122"/>
                  </a:lnTo>
                  <a:lnTo>
                    <a:pt x="302" y="126"/>
                  </a:lnTo>
                  <a:lnTo>
                    <a:pt x="317" y="131"/>
                  </a:lnTo>
                  <a:lnTo>
                    <a:pt x="331" y="138"/>
                  </a:lnTo>
                  <a:lnTo>
                    <a:pt x="345" y="142"/>
                  </a:lnTo>
                  <a:lnTo>
                    <a:pt x="375" y="138"/>
                  </a:lnTo>
                  <a:lnTo>
                    <a:pt x="394" y="147"/>
                  </a:lnTo>
                  <a:lnTo>
                    <a:pt x="412" y="159"/>
                  </a:lnTo>
                  <a:lnTo>
                    <a:pt x="429" y="170"/>
                  </a:lnTo>
                  <a:lnTo>
                    <a:pt x="448" y="180"/>
                  </a:lnTo>
                  <a:lnTo>
                    <a:pt x="471" y="184"/>
                  </a:lnTo>
                  <a:lnTo>
                    <a:pt x="471" y="177"/>
                  </a:lnTo>
                  <a:lnTo>
                    <a:pt x="466" y="171"/>
                  </a:lnTo>
                  <a:lnTo>
                    <a:pt x="461" y="164"/>
                  </a:lnTo>
                  <a:lnTo>
                    <a:pt x="455" y="157"/>
                  </a:lnTo>
                  <a:lnTo>
                    <a:pt x="452" y="149"/>
                  </a:lnTo>
                  <a:lnTo>
                    <a:pt x="473" y="147"/>
                  </a:lnTo>
                  <a:lnTo>
                    <a:pt x="487" y="143"/>
                  </a:lnTo>
                  <a:lnTo>
                    <a:pt x="499" y="136"/>
                  </a:lnTo>
                  <a:lnTo>
                    <a:pt x="509" y="129"/>
                  </a:lnTo>
                  <a:lnTo>
                    <a:pt x="520" y="121"/>
                  </a:lnTo>
                  <a:lnTo>
                    <a:pt x="532" y="115"/>
                  </a:lnTo>
                  <a:lnTo>
                    <a:pt x="548" y="112"/>
                  </a:lnTo>
                  <a:lnTo>
                    <a:pt x="551" y="114"/>
                  </a:lnTo>
                  <a:lnTo>
                    <a:pt x="557" y="115"/>
                  </a:lnTo>
                  <a:lnTo>
                    <a:pt x="560" y="117"/>
                  </a:lnTo>
                  <a:lnTo>
                    <a:pt x="563" y="119"/>
                  </a:lnTo>
                  <a:lnTo>
                    <a:pt x="557" y="119"/>
                  </a:lnTo>
                  <a:lnTo>
                    <a:pt x="539" y="133"/>
                  </a:lnTo>
                  <a:lnTo>
                    <a:pt x="520" y="145"/>
                  </a:lnTo>
                  <a:lnTo>
                    <a:pt x="499" y="154"/>
                  </a:lnTo>
                  <a:lnTo>
                    <a:pt x="499" y="161"/>
                  </a:lnTo>
                  <a:lnTo>
                    <a:pt x="518" y="164"/>
                  </a:lnTo>
                  <a:lnTo>
                    <a:pt x="527" y="154"/>
                  </a:lnTo>
                  <a:lnTo>
                    <a:pt x="536" y="149"/>
                  </a:lnTo>
                  <a:lnTo>
                    <a:pt x="548" y="147"/>
                  </a:lnTo>
                  <a:lnTo>
                    <a:pt x="560" y="147"/>
                  </a:lnTo>
                  <a:lnTo>
                    <a:pt x="576" y="145"/>
                  </a:lnTo>
                  <a:lnTo>
                    <a:pt x="577" y="140"/>
                  </a:lnTo>
                  <a:lnTo>
                    <a:pt x="579" y="135"/>
                  </a:lnTo>
                  <a:lnTo>
                    <a:pt x="583" y="129"/>
                  </a:lnTo>
                  <a:lnTo>
                    <a:pt x="586" y="126"/>
                  </a:lnTo>
                  <a:lnTo>
                    <a:pt x="591" y="138"/>
                  </a:lnTo>
                  <a:lnTo>
                    <a:pt x="597" y="147"/>
                  </a:lnTo>
                  <a:lnTo>
                    <a:pt x="605" y="154"/>
                  </a:lnTo>
                  <a:lnTo>
                    <a:pt x="618" y="157"/>
                  </a:lnTo>
                  <a:lnTo>
                    <a:pt x="621" y="154"/>
                  </a:lnTo>
                  <a:lnTo>
                    <a:pt x="623" y="152"/>
                  </a:lnTo>
                  <a:lnTo>
                    <a:pt x="626" y="150"/>
                  </a:lnTo>
                  <a:lnTo>
                    <a:pt x="628" y="149"/>
                  </a:lnTo>
                  <a:lnTo>
                    <a:pt x="632" y="149"/>
                  </a:lnTo>
                  <a:lnTo>
                    <a:pt x="633" y="149"/>
                  </a:lnTo>
                  <a:lnTo>
                    <a:pt x="637" y="154"/>
                  </a:lnTo>
                  <a:lnTo>
                    <a:pt x="639" y="157"/>
                  </a:lnTo>
                  <a:lnTo>
                    <a:pt x="640" y="161"/>
                  </a:lnTo>
                  <a:lnTo>
                    <a:pt x="646" y="159"/>
                  </a:lnTo>
                  <a:lnTo>
                    <a:pt x="651" y="156"/>
                  </a:lnTo>
                  <a:lnTo>
                    <a:pt x="654" y="152"/>
                  </a:lnTo>
                  <a:lnTo>
                    <a:pt x="659" y="150"/>
                  </a:lnTo>
                  <a:lnTo>
                    <a:pt x="663" y="149"/>
                  </a:lnTo>
                  <a:lnTo>
                    <a:pt x="682" y="154"/>
                  </a:lnTo>
                  <a:lnTo>
                    <a:pt x="698" y="166"/>
                  </a:lnTo>
                  <a:lnTo>
                    <a:pt x="714" y="178"/>
                  </a:lnTo>
                  <a:lnTo>
                    <a:pt x="729" y="189"/>
                  </a:lnTo>
                  <a:lnTo>
                    <a:pt x="735" y="189"/>
                  </a:lnTo>
                  <a:lnTo>
                    <a:pt x="740" y="189"/>
                  </a:lnTo>
                  <a:lnTo>
                    <a:pt x="743" y="187"/>
                  </a:lnTo>
                  <a:lnTo>
                    <a:pt x="749" y="185"/>
                  </a:lnTo>
                  <a:lnTo>
                    <a:pt x="752" y="184"/>
                  </a:lnTo>
                  <a:lnTo>
                    <a:pt x="755" y="184"/>
                  </a:lnTo>
                  <a:lnTo>
                    <a:pt x="759" y="187"/>
                  </a:lnTo>
                  <a:lnTo>
                    <a:pt x="762" y="191"/>
                  </a:lnTo>
                  <a:lnTo>
                    <a:pt x="766" y="196"/>
                  </a:lnTo>
                  <a:lnTo>
                    <a:pt x="769" y="203"/>
                  </a:lnTo>
                  <a:lnTo>
                    <a:pt x="771" y="206"/>
                  </a:lnTo>
                  <a:lnTo>
                    <a:pt x="768" y="208"/>
                  </a:lnTo>
                  <a:lnTo>
                    <a:pt x="764" y="210"/>
                  </a:lnTo>
                  <a:lnTo>
                    <a:pt x="764" y="210"/>
                  </a:lnTo>
                  <a:lnTo>
                    <a:pt x="762" y="211"/>
                  </a:lnTo>
                  <a:lnTo>
                    <a:pt x="762" y="213"/>
                  </a:lnTo>
                  <a:lnTo>
                    <a:pt x="761" y="215"/>
                  </a:lnTo>
                  <a:lnTo>
                    <a:pt x="759" y="218"/>
                  </a:lnTo>
                  <a:lnTo>
                    <a:pt x="771" y="218"/>
                  </a:lnTo>
                  <a:lnTo>
                    <a:pt x="787" y="220"/>
                  </a:lnTo>
                  <a:lnTo>
                    <a:pt x="803" y="220"/>
                  </a:lnTo>
                  <a:lnTo>
                    <a:pt x="817" y="220"/>
                  </a:lnTo>
                  <a:lnTo>
                    <a:pt x="825" y="222"/>
                  </a:lnTo>
                  <a:lnTo>
                    <a:pt x="834" y="232"/>
                  </a:lnTo>
                  <a:lnTo>
                    <a:pt x="843" y="243"/>
                  </a:lnTo>
                  <a:lnTo>
                    <a:pt x="851" y="253"/>
                  </a:lnTo>
                  <a:lnTo>
                    <a:pt x="851" y="218"/>
                  </a:lnTo>
                  <a:lnTo>
                    <a:pt x="860" y="218"/>
                  </a:lnTo>
                  <a:lnTo>
                    <a:pt x="867" y="218"/>
                  </a:lnTo>
                  <a:lnTo>
                    <a:pt x="872" y="217"/>
                  </a:lnTo>
                  <a:lnTo>
                    <a:pt x="879" y="215"/>
                  </a:lnTo>
                  <a:lnTo>
                    <a:pt x="879" y="211"/>
                  </a:lnTo>
                  <a:lnTo>
                    <a:pt x="848" y="211"/>
                  </a:lnTo>
                  <a:lnTo>
                    <a:pt x="846" y="206"/>
                  </a:lnTo>
                  <a:lnTo>
                    <a:pt x="845" y="205"/>
                  </a:lnTo>
                  <a:lnTo>
                    <a:pt x="843" y="201"/>
                  </a:lnTo>
                  <a:lnTo>
                    <a:pt x="841" y="198"/>
                  </a:lnTo>
                  <a:lnTo>
                    <a:pt x="841" y="192"/>
                  </a:lnTo>
                  <a:lnTo>
                    <a:pt x="845" y="192"/>
                  </a:lnTo>
                  <a:lnTo>
                    <a:pt x="845" y="189"/>
                  </a:lnTo>
                  <a:lnTo>
                    <a:pt x="890" y="184"/>
                  </a:lnTo>
                  <a:lnTo>
                    <a:pt x="890" y="196"/>
                  </a:lnTo>
                  <a:lnTo>
                    <a:pt x="895" y="199"/>
                  </a:lnTo>
                  <a:lnTo>
                    <a:pt x="899" y="205"/>
                  </a:lnTo>
                  <a:lnTo>
                    <a:pt x="902" y="208"/>
                  </a:lnTo>
                  <a:lnTo>
                    <a:pt x="906" y="215"/>
                  </a:lnTo>
                  <a:lnTo>
                    <a:pt x="925" y="215"/>
                  </a:lnTo>
                  <a:lnTo>
                    <a:pt x="937" y="218"/>
                  </a:lnTo>
                  <a:lnTo>
                    <a:pt x="949" y="220"/>
                  </a:lnTo>
                  <a:lnTo>
                    <a:pt x="961" y="222"/>
                  </a:lnTo>
                  <a:lnTo>
                    <a:pt x="979" y="222"/>
                  </a:lnTo>
                  <a:lnTo>
                    <a:pt x="981" y="220"/>
                  </a:lnTo>
                  <a:lnTo>
                    <a:pt x="982" y="218"/>
                  </a:lnTo>
                  <a:lnTo>
                    <a:pt x="984" y="217"/>
                  </a:lnTo>
                  <a:lnTo>
                    <a:pt x="986" y="215"/>
                  </a:lnTo>
                  <a:lnTo>
                    <a:pt x="986" y="203"/>
                  </a:lnTo>
                  <a:lnTo>
                    <a:pt x="1009" y="203"/>
                  </a:lnTo>
                  <a:lnTo>
                    <a:pt x="1016" y="218"/>
                  </a:lnTo>
                  <a:lnTo>
                    <a:pt x="1024" y="234"/>
                  </a:lnTo>
                  <a:lnTo>
                    <a:pt x="1026" y="227"/>
                  </a:lnTo>
                  <a:lnTo>
                    <a:pt x="1026" y="224"/>
                  </a:lnTo>
                  <a:lnTo>
                    <a:pt x="1028" y="218"/>
                  </a:lnTo>
                  <a:lnTo>
                    <a:pt x="1028" y="215"/>
                  </a:lnTo>
                  <a:lnTo>
                    <a:pt x="1040" y="215"/>
                  </a:lnTo>
                  <a:lnTo>
                    <a:pt x="1040" y="201"/>
                  </a:lnTo>
                  <a:lnTo>
                    <a:pt x="1040" y="185"/>
                  </a:lnTo>
                  <a:lnTo>
                    <a:pt x="1042" y="171"/>
                  </a:lnTo>
                  <a:lnTo>
                    <a:pt x="1040" y="164"/>
                  </a:lnTo>
                  <a:lnTo>
                    <a:pt x="1028" y="150"/>
                  </a:lnTo>
                  <a:lnTo>
                    <a:pt x="1019" y="135"/>
                  </a:lnTo>
                  <a:lnTo>
                    <a:pt x="1017" y="117"/>
                  </a:lnTo>
                  <a:lnTo>
                    <a:pt x="1021" y="100"/>
                  </a:lnTo>
                  <a:lnTo>
                    <a:pt x="1033" y="81"/>
                  </a:lnTo>
                  <a:lnTo>
                    <a:pt x="1042" y="77"/>
                  </a:lnTo>
                  <a:lnTo>
                    <a:pt x="1052" y="74"/>
                  </a:lnTo>
                  <a:lnTo>
                    <a:pt x="1063" y="72"/>
                  </a:lnTo>
                  <a:close/>
                  <a:moveTo>
                    <a:pt x="851" y="23"/>
                  </a:moveTo>
                  <a:lnTo>
                    <a:pt x="872" y="37"/>
                  </a:lnTo>
                  <a:lnTo>
                    <a:pt x="885" y="54"/>
                  </a:lnTo>
                  <a:lnTo>
                    <a:pt x="892" y="75"/>
                  </a:lnTo>
                  <a:lnTo>
                    <a:pt x="897" y="102"/>
                  </a:lnTo>
                  <a:lnTo>
                    <a:pt x="902" y="129"/>
                  </a:lnTo>
                  <a:lnTo>
                    <a:pt x="918" y="131"/>
                  </a:lnTo>
                  <a:lnTo>
                    <a:pt x="928" y="133"/>
                  </a:lnTo>
                  <a:lnTo>
                    <a:pt x="937" y="140"/>
                  </a:lnTo>
                  <a:lnTo>
                    <a:pt x="942" y="149"/>
                  </a:lnTo>
                  <a:lnTo>
                    <a:pt x="944" y="164"/>
                  </a:lnTo>
                  <a:lnTo>
                    <a:pt x="941" y="164"/>
                  </a:lnTo>
                  <a:lnTo>
                    <a:pt x="939" y="163"/>
                  </a:lnTo>
                  <a:lnTo>
                    <a:pt x="937" y="161"/>
                  </a:lnTo>
                  <a:lnTo>
                    <a:pt x="935" y="159"/>
                  </a:lnTo>
                  <a:lnTo>
                    <a:pt x="932" y="157"/>
                  </a:lnTo>
                  <a:lnTo>
                    <a:pt x="932" y="164"/>
                  </a:lnTo>
                  <a:lnTo>
                    <a:pt x="935" y="168"/>
                  </a:lnTo>
                  <a:lnTo>
                    <a:pt x="937" y="170"/>
                  </a:lnTo>
                  <a:lnTo>
                    <a:pt x="939" y="170"/>
                  </a:lnTo>
                  <a:lnTo>
                    <a:pt x="939" y="173"/>
                  </a:lnTo>
                  <a:lnTo>
                    <a:pt x="939" y="175"/>
                  </a:lnTo>
                  <a:lnTo>
                    <a:pt x="941" y="180"/>
                  </a:lnTo>
                  <a:lnTo>
                    <a:pt x="932" y="182"/>
                  </a:lnTo>
                  <a:lnTo>
                    <a:pt x="923" y="184"/>
                  </a:lnTo>
                  <a:lnTo>
                    <a:pt x="913" y="184"/>
                  </a:lnTo>
                  <a:lnTo>
                    <a:pt x="895" y="177"/>
                  </a:lnTo>
                  <a:lnTo>
                    <a:pt x="878" y="175"/>
                  </a:lnTo>
                  <a:lnTo>
                    <a:pt x="858" y="178"/>
                  </a:lnTo>
                  <a:lnTo>
                    <a:pt x="839" y="184"/>
                  </a:lnTo>
                  <a:lnTo>
                    <a:pt x="820" y="187"/>
                  </a:lnTo>
                  <a:lnTo>
                    <a:pt x="799" y="187"/>
                  </a:lnTo>
                  <a:lnTo>
                    <a:pt x="775" y="180"/>
                  </a:lnTo>
                  <a:lnTo>
                    <a:pt x="762" y="177"/>
                  </a:lnTo>
                  <a:lnTo>
                    <a:pt x="752" y="175"/>
                  </a:lnTo>
                  <a:lnTo>
                    <a:pt x="743" y="173"/>
                  </a:lnTo>
                  <a:lnTo>
                    <a:pt x="735" y="168"/>
                  </a:lnTo>
                  <a:lnTo>
                    <a:pt x="729" y="157"/>
                  </a:lnTo>
                  <a:lnTo>
                    <a:pt x="733" y="157"/>
                  </a:lnTo>
                  <a:lnTo>
                    <a:pt x="742" y="149"/>
                  </a:lnTo>
                  <a:lnTo>
                    <a:pt x="755" y="145"/>
                  </a:lnTo>
                  <a:lnTo>
                    <a:pt x="771" y="143"/>
                  </a:lnTo>
                  <a:lnTo>
                    <a:pt x="787" y="142"/>
                  </a:lnTo>
                  <a:lnTo>
                    <a:pt x="787" y="138"/>
                  </a:lnTo>
                  <a:lnTo>
                    <a:pt x="780" y="133"/>
                  </a:lnTo>
                  <a:lnTo>
                    <a:pt x="775" y="129"/>
                  </a:lnTo>
                  <a:lnTo>
                    <a:pt x="768" y="128"/>
                  </a:lnTo>
                  <a:lnTo>
                    <a:pt x="755" y="126"/>
                  </a:lnTo>
                  <a:lnTo>
                    <a:pt x="749" y="126"/>
                  </a:lnTo>
                  <a:lnTo>
                    <a:pt x="736" y="126"/>
                  </a:lnTo>
                  <a:lnTo>
                    <a:pt x="721" y="126"/>
                  </a:lnTo>
                  <a:lnTo>
                    <a:pt x="719" y="115"/>
                  </a:lnTo>
                  <a:lnTo>
                    <a:pt x="714" y="105"/>
                  </a:lnTo>
                  <a:lnTo>
                    <a:pt x="710" y="96"/>
                  </a:lnTo>
                  <a:lnTo>
                    <a:pt x="707" y="86"/>
                  </a:lnTo>
                  <a:lnTo>
                    <a:pt x="707" y="68"/>
                  </a:lnTo>
                  <a:lnTo>
                    <a:pt x="714" y="58"/>
                  </a:lnTo>
                  <a:lnTo>
                    <a:pt x="721" y="46"/>
                  </a:lnTo>
                  <a:lnTo>
                    <a:pt x="729" y="35"/>
                  </a:lnTo>
                  <a:lnTo>
                    <a:pt x="740" y="28"/>
                  </a:lnTo>
                  <a:lnTo>
                    <a:pt x="752" y="30"/>
                  </a:lnTo>
                  <a:lnTo>
                    <a:pt x="755" y="30"/>
                  </a:lnTo>
                  <a:lnTo>
                    <a:pt x="755" y="33"/>
                  </a:lnTo>
                  <a:lnTo>
                    <a:pt x="755" y="35"/>
                  </a:lnTo>
                  <a:lnTo>
                    <a:pt x="754" y="35"/>
                  </a:lnTo>
                  <a:lnTo>
                    <a:pt x="754" y="37"/>
                  </a:lnTo>
                  <a:lnTo>
                    <a:pt x="754" y="37"/>
                  </a:lnTo>
                  <a:lnTo>
                    <a:pt x="755" y="39"/>
                  </a:lnTo>
                  <a:lnTo>
                    <a:pt x="755" y="42"/>
                  </a:lnTo>
                  <a:lnTo>
                    <a:pt x="764" y="42"/>
                  </a:lnTo>
                  <a:lnTo>
                    <a:pt x="776" y="42"/>
                  </a:lnTo>
                  <a:lnTo>
                    <a:pt x="787" y="42"/>
                  </a:lnTo>
                  <a:lnTo>
                    <a:pt x="794" y="42"/>
                  </a:lnTo>
                  <a:lnTo>
                    <a:pt x="797" y="44"/>
                  </a:lnTo>
                  <a:lnTo>
                    <a:pt x="799" y="46"/>
                  </a:lnTo>
                  <a:lnTo>
                    <a:pt x="801" y="49"/>
                  </a:lnTo>
                  <a:lnTo>
                    <a:pt x="803" y="53"/>
                  </a:lnTo>
                  <a:lnTo>
                    <a:pt x="806" y="54"/>
                  </a:lnTo>
                  <a:lnTo>
                    <a:pt x="810" y="58"/>
                  </a:lnTo>
                  <a:lnTo>
                    <a:pt x="811" y="53"/>
                  </a:lnTo>
                  <a:lnTo>
                    <a:pt x="813" y="51"/>
                  </a:lnTo>
                  <a:lnTo>
                    <a:pt x="817" y="49"/>
                  </a:lnTo>
                  <a:lnTo>
                    <a:pt x="818" y="47"/>
                  </a:lnTo>
                  <a:lnTo>
                    <a:pt x="824" y="47"/>
                  </a:lnTo>
                  <a:lnTo>
                    <a:pt x="829" y="46"/>
                  </a:lnTo>
                  <a:lnTo>
                    <a:pt x="836" y="60"/>
                  </a:lnTo>
                  <a:lnTo>
                    <a:pt x="843" y="70"/>
                  </a:lnTo>
                  <a:lnTo>
                    <a:pt x="848" y="77"/>
                  </a:lnTo>
                  <a:lnTo>
                    <a:pt x="850" y="72"/>
                  </a:lnTo>
                  <a:lnTo>
                    <a:pt x="851" y="67"/>
                  </a:lnTo>
                  <a:lnTo>
                    <a:pt x="851" y="61"/>
                  </a:lnTo>
                  <a:lnTo>
                    <a:pt x="851" y="54"/>
                  </a:lnTo>
                  <a:lnTo>
                    <a:pt x="845" y="44"/>
                  </a:lnTo>
                  <a:lnTo>
                    <a:pt x="846" y="33"/>
                  </a:lnTo>
                  <a:lnTo>
                    <a:pt x="851" y="23"/>
                  </a:lnTo>
                  <a:close/>
                  <a:moveTo>
                    <a:pt x="871" y="7"/>
                  </a:moveTo>
                  <a:lnTo>
                    <a:pt x="879" y="7"/>
                  </a:lnTo>
                  <a:lnTo>
                    <a:pt x="886" y="9"/>
                  </a:lnTo>
                  <a:lnTo>
                    <a:pt x="893" y="11"/>
                  </a:lnTo>
                  <a:lnTo>
                    <a:pt x="899" y="14"/>
                  </a:lnTo>
                  <a:lnTo>
                    <a:pt x="900" y="19"/>
                  </a:lnTo>
                  <a:lnTo>
                    <a:pt x="900" y="23"/>
                  </a:lnTo>
                  <a:lnTo>
                    <a:pt x="902" y="28"/>
                  </a:lnTo>
                  <a:lnTo>
                    <a:pt x="902" y="35"/>
                  </a:lnTo>
                  <a:lnTo>
                    <a:pt x="897" y="35"/>
                  </a:lnTo>
                  <a:lnTo>
                    <a:pt x="893" y="37"/>
                  </a:lnTo>
                  <a:lnTo>
                    <a:pt x="888" y="37"/>
                  </a:lnTo>
                  <a:lnTo>
                    <a:pt x="883" y="39"/>
                  </a:lnTo>
                  <a:lnTo>
                    <a:pt x="874" y="30"/>
                  </a:lnTo>
                  <a:lnTo>
                    <a:pt x="864" y="23"/>
                  </a:lnTo>
                  <a:lnTo>
                    <a:pt x="871" y="7"/>
                  </a:lnTo>
                  <a:close/>
                  <a:moveTo>
                    <a:pt x="4266" y="0"/>
                  </a:moveTo>
                  <a:lnTo>
                    <a:pt x="4285" y="0"/>
                  </a:lnTo>
                  <a:lnTo>
                    <a:pt x="4301" y="4"/>
                  </a:lnTo>
                  <a:lnTo>
                    <a:pt x="4316" y="7"/>
                  </a:lnTo>
                  <a:lnTo>
                    <a:pt x="4320" y="23"/>
                  </a:lnTo>
                  <a:lnTo>
                    <a:pt x="4269" y="23"/>
                  </a:lnTo>
                  <a:lnTo>
                    <a:pt x="4267" y="18"/>
                  </a:lnTo>
                  <a:lnTo>
                    <a:pt x="4267" y="13"/>
                  </a:lnTo>
                  <a:lnTo>
                    <a:pt x="4266" y="7"/>
                  </a:lnTo>
                  <a:lnTo>
                    <a:pt x="4266"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sp>
          <p:nvSpPr>
            <p:cNvPr id="6" name="Freeform 10">
              <a:extLst>
                <a:ext uri="{FF2B5EF4-FFF2-40B4-BE49-F238E27FC236}">
                  <a16:creationId xmlns:a16="http://schemas.microsoft.com/office/drawing/2014/main" id="{9E5E609A-E1A4-4DC8-BFC7-C01D928249E1}"/>
                </a:ext>
              </a:extLst>
            </p:cNvPr>
            <p:cNvSpPr>
              <a:spLocks noEditPoints="1"/>
            </p:cNvSpPr>
            <p:nvPr/>
          </p:nvSpPr>
          <p:spPr bwMode="auto">
            <a:xfrm>
              <a:off x="1595438" y="1790700"/>
              <a:ext cx="6908800" cy="3509963"/>
            </a:xfrm>
            <a:custGeom>
              <a:avLst/>
              <a:gdLst>
                <a:gd name="T0" fmla="*/ 660 w 4352"/>
                <a:gd name="T1" fmla="*/ 268 h 2211"/>
                <a:gd name="T2" fmla="*/ 761 w 4352"/>
                <a:gd name="T3" fmla="*/ 293 h 2211"/>
                <a:gd name="T4" fmla="*/ 891 w 4352"/>
                <a:gd name="T5" fmla="*/ 513 h 2211"/>
                <a:gd name="T6" fmla="*/ 763 w 4352"/>
                <a:gd name="T7" fmla="*/ 572 h 2211"/>
                <a:gd name="T8" fmla="*/ 541 w 4352"/>
                <a:gd name="T9" fmla="*/ 326 h 2211"/>
                <a:gd name="T10" fmla="*/ 381 w 4352"/>
                <a:gd name="T11" fmla="*/ 211 h 2211"/>
                <a:gd name="T12" fmla="*/ 442 w 4352"/>
                <a:gd name="T13" fmla="*/ 265 h 2211"/>
                <a:gd name="T14" fmla="*/ 20 w 4352"/>
                <a:gd name="T15" fmla="*/ 288 h 2211"/>
                <a:gd name="T16" fmla="*/ 452 w 4352"/>
                <a:gd name="T17" fmla="*/ 157 h 2211"/>
                <a:gd name="T18" fmla="*/ 3751 w 4352"/>
                <a:gd name="T19" fmla="*/ 141 h 2211"/>
                <a:gd name="T20" fmla="*/ 320 w 4352"/>
                <a:gd name="T21" fmla="*/ 123 h 2211"/>
                <a:gd name="T22" fmla="*/ 299 w 4352"/>
                <a:gd name="T23" fmla="*/ 143 h 2211"/>
                <a:gd name="T24" fmla="*/ 163 w 4352"/>
                <a:gd name="T25" fmla="*/ 127 h 2211"/>
                <a:gd name="T26" fmla="*/ 140 w 4352"/>
                <a:gd name="T27" fmla="*/ 101 h 2211"/>
                <a:gd name="T28" fmla="*/ 3675 w 4352"/>
                <a:gd name="T29" fmla="*/ 153 h 2211"/>
                <a:gd name="T30" fmla="*/ 639 w 4352"/>
                <a:gd name="T31" fmla="*/ 162 h 2211"/>
                <a:gd name="T32" fmla="*/ 508 w 4352"/>
                <a:gd name="T33" fmla="*/ 150 h 2211"/>
                <a:gd name="T34" fmla="*/ 404 w 4352"/>
                <a:gd name="T35" fmla="*/ 89 h 2211"/>
                <a:gd name="T36" fmla="*/ 180 w 4352"/>
                <a:gd name="T37" fmla="*/ 82 h 2211"/>
                <a:gd name="T38" fmla="*/ 2683 w 4352"/>
                <a:gd name="T39" fmla="*/ 75 h 2211"/>
                <a:gd name="T40" fmla="*/ 2475 w 4352"/>
                <a:gd name="T41" fmla="*/ 199 h 2211"/>
                <a:gd name="T42" fmla="*/ 407 w 4352"/>
                <a:gd name="T43" fmla="*/ 52 h 2211"/>
                <a:gd name="T44" fmla="*/ 3303 w 4352"/>
                <a:gd name="T45" fmla="*/ 117 h 2211"/>
                <a:gd name="T46" fmla="*/ 3357 w 4352"/>
                <a:gd name="T47" fmla="*/ 195 h 2211"/>
                <a:gd name="T48" fmla="*/ 3540 w 4352"/>
                <a:gd name="T49" fmla="*/ 305 h 2211"/>
                <a:gd name="T50" fmla="*/ 3767 w 4352"/>
                <a:gd name="T51" fmla="*/ 261 h 2211"/>
                <a:gd name="T52" fmla="*/ 4073 w 4352"/>
                <a:gd name="T53" fmla="*/ 364 h 2211"/>
                <a:gd name="T54" fmla="*/ 4312 w 4352"/>
                <a:gd name="T55" fmla="*/ 511 h 2211"/>
                <a:gd name="T56" fmla="*/ 4193 w 4352"/>
                <a:gd name="T57" fmla="*/ 539 h 2211"/>
                <a:gd name="T58" fmla="*/ 4015 w 4352"/>
                <a:gd name="T59" fmla="*/ 677 h 2211"/>
                <a:gd name="T60" fmla="*/ 3874 w 4352"/>
                <a:gd name="T61" fmla="*/ 780 h 2211"/>
                <a:gd name="T62" fmla="*/ 3928 w 4352"/>
                <a:gd name="T63" fmla="*/ 640 h 2211"/>
                <a:gd name="T64" fmla="*/ 3622 w 4352"/>
                <a:gd name="T65" fmla="*/ 768 h 2211"/>
                <a:gd name="T66" fmla="*/ 3591 w 4352"/>
                <a:gd name="T67" fmla="*/ 1045 h 2211"/>
                <a:gd name="T68" fmla="*/ 3456 w 4352"/>
                <a:gd name="T69" fmla="*/ 1122 h 2211"/>
                <a:gd name="T70" fmla="*/ 3402 w 4352"/>
                <a:gd name="T71" fmla="*/ 1218 h 2211"/>
                <a:gd name="T72" fmla="*/ 3245 w 4352"/>
                <a:gd name="T73" fmla="*/ 1413 h 2211"/>
                <a:gd name="T74" fmla="*/ 3168 w 4352"/>
                <a:gd name="T75" fmla="*/ 1686 h 2211"/>
                <a:gd name="T76" fmla="*/ 2987 w 4352"/>
                <a:gd name="T77" fmla="*/ 1387 h 2211"/>
                <a:gd name="T78" fmla="*/ 2720 w 4352"/>
                <a:gd name="T79" fmla="*/ 1406 h 2211"/>
                <a:gd name="T80" fmla="*/ 2434 w 4352"/>
                <a:gd name="T81" fmla="*/ 1335 h 2211"/>
                <a:gd name="T82" fmla="*/ 2339 w 4352"/>
                <a:gd name="T83" fmla="*/ 1523 h 2211"/>
                <a:gd name="T84" fmla="*/ 2231 w 4352"/>
                <a:gd name="T85" fmla="*/ 1378 h 2211"/>
                <a:gd name="T86" fmla="*/ 2310 w 4352"/>
                <a:gd name="T87" fmla="*/ 1714 h 2211"/>
                <a:gd name="T88" fmla="*/ 2001 w 4352"/>
                <a:gd name="T89" fmla="*/ 2208 h 2211"/>
                <a:gd name="T90" fmla="*/ 1920 w 4352"/>
                <a:gd name="T91" fmla="*/ 1862 h 2211"/>
                <a:gd name="T92" fmla="*/ 1625 w 4352"/>
                <a:gd name="T93" fmla="*/ 1644 h 2211"/>
                <a:gd name="T94" fmla="*/ 1636 w 4352"/>
                <a:gd name="T95" fmla="*/ 1195 h 2211"/>
                <a:gd name="T96" fmla="*/ 1709 w 4352"/>
                <a:gd name="T97" fmla="*/ 1028 h 2211"/>
                <a:gd name="T98" fmla="*/ 1793 w 4352"/>
                <a:gd name="T99" fmla="*/ 865 h 2211"/>
                <a:gd name="T100" fmla="*/ 1973 w 4352"/>
                <a:gd name="T101" fmla="*/ 801 h 2211"/>
                <a:gd name="T102" fmla="*/ 2118 w 4352"/>
                <a:gd name="T103" fmla="*/ 659 h 2211"/>
                <a:gd name="T104" fmla="*/ 1997 w 4352"/>
                <a:gd name="T105" fmla="*/ 686 h 2211"/>
                <a:gd name="T106" fmla="*/ 1831 w 4352"/>
                <a:gd name="T107" fmla="*/ 577 h 2211"/>
                <a:gd name="T108" fmla="*/ 2041 w 4352"/>
                <a:gd name="T109" fmla="*/ 342 h 2211"/>
                <a:gd name="T110" fmla="*/ 2259 w 4352"/>
                <a:gd name="T111" fmla="*/ 391 h 2211"/>
                <a:gd name="T112" fmla="*/ 2278 w 4352"/>
                <a:gd name="T113" fmla="*/ 499 h 2211"/>
                <a:gd name="T114" fmla="*/ 2439 w 4352"/>
                <a:gd name="T115" fmla="*/ 387 h 2211"/>
                <a:gd name="T116" fmla="*/ 2566 w 4352"/>
                <a:gd name="T117" fmla="*/ 382 h 2211"/>
                <a:gd name="T118" fmla="*/ 2667 w 4352"/>
                <a:gd name="T119" fmla="*/ 261 h 2211"/>
                <a:gd name="T120" fmla="*/ 2737 w 4352"/>
                <a:gd name="T121" fmla="*/ 467 h 2211"/>
                <a:gd name="T122" fmla="*/ 2861 w 4352"/>
                <a:gd name="T123" fmla="*/ 275 h 2211"/>
                <a:gd name="T124" fmla="*/ 3161 w 4352"/>
                <a:gd name="T125" fmla="*/ 17 h 2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352" h="2211">
                  <a:moveTo>
                    <a:pt x="2697" y="200"/>
                  </a:moveTo>
                  <a:lnTo>
                    <a:pt x="2708" y="204"/>
                  </a:lnTo>
                  <a:lnTo>
                    <a:pt x="2708" y="211"/>
                  </a:lnTo>
                  <a:lnTo>
                    <a:pt x="2704" y="211"/>
                  </a:lnTo>
                  <a:lnTo>
                    <a:pt x="2702" y="213"/>
                  </a:lnTo>
                  <a:lnTo>
                    <a:pt x="2701" y="214"/>
                  </a:lnTo>
                  <a:lnTo>
                    <a:pt x="2699" y="214"/>
                  </a:lnTo>
                  <a:lnTo>
                    <a:pt x="2697" y="214"/>
                  </a:lnTo>
                  <a:lnTo>
                    <a:pt x="2694" y="214"/>
                  </a:lnTo>
                  <a:lnTo>
                    <a:pt x="2694" y="209"/>
                  </a:lnTo>
                  <a:lnTo>
                    <a:pt x="2694" y="206"/>
                  </a:lnTo>
                  <a:lnTo>
                    <a:pt x="2695" y="204"/>
                  </a:lnTo>
                  <a:lnTo>
                    <a:pt x="2697" y="200"/>
                  </a:lnTo>
                  <a:close/>
                  <a:moveTo>
                    <a:pt x="562" y="192"/>
                  </a:moveTo>
                  <a:lnTo>
                    <a:pt x="562" y="195"/>
                  </a:lnTo>
                  <a:lnTo>
                    <a:pt x="566" y="195"/>
                  </a:lnTo>
                  <a:lnTo>
                    <a:pt x="564" y="213"/>
                  </a:lnTo>
                  <a:lnTo>
                    <a:pt x="566" y="228"/>
                  </a:lnTo>
                  <a:lnTo>
                    <a:pt x="573" y="242"/>
                  </a:lnTo>
                  <a:lnTo>
                    <a:pt x="576" y="244"/>
                  </a:lnTo>
                  <a:lnTo>
                    <a:pt x="580" y="244"/>
                  </a:lnTo>
                  <a:lnTo>
                    <a:pt x="583" y="246"/>
                  </a:lnTo>
                  <a:lnTo>
                    <a:pt x="589" y="246"/>
                  </a:lnTo>
                  <a:lnTo>
                    <a:pt x="589" y="204"/>
                  </a:lnTo>
                  <a:lnTo>
                    <a:pt x="615" y="204"/>
                  </a:lnTo>
                  <a:lnTo>
                    <a:pt x="620" y="216"/>
                  </a:lnTo>
                  <a:lnTo>
                    <a:pt x="627" y="228"/>
                  </a:lnTo>
                  <a:lnTo>
                    <a:pt x="634" y="239"/>
                  </a:lnTo>
                  <a:lnTo>
                    <a:pt x="646" y="242"/>
                  </a:lnTo>
                  <a:lnTo>
                    <a:pt x="646" y="247"/>
                  </a:lnTo>
                  <a:lnTo>
                    <a:pt x="648" y="258"/>
                  </a:lnTo>
                  <a:lnTo>
                    <a:pt x="650" y="270"/>
                  </a:lnTo>
                  <a:lnTo>
                    <a:pt x="650" y="277"/>
                  </a:lnTo>
                  <a:lnTo>
                    <a:pt x="653" y="275"/>
                  </a:lnTo>
                  <a:lnTo>
                    <a:pt x="655" y="275"/>
                  </a:lnTo>
                  <a:lnTo>
                    <a:pt x="655" y="275"/>
                  </a:lnTo>
                  <a:lnTo>
                    <a:pt x="657" y="274"/>
                  </a:lnTo>
                  <a:lnTo>
                    <a:pt x="658" y="272"/>
                  </a:lnTo>
                  <a:lnTo>
                    <a:pt x="660" y="268"/>
                  </a:lnTo>
                  <a:lnTo>
                    <a:pt x="662" y="263"/>
                  </a:lnTo>
                  <a:lnTo>
                    <a:pt x="664" y="258"/>
                  </a:lnTo>
                  <a:lnTo>
                    <a:pt x="665" y="254"/>
                  </a:lnTo>
                  <a:lnTo>
                    <a:pt x="669" y="251"/>
                  </a:lnTo>
                  <a:lnTo>
                    <a:pt x="672" y="249"/>
                  </a:lnTo>
                  <a:lnTo>
                    <a:pt x="678" y="247"/>
                  </a:lnTo>
                  <a:lnTo>
                    <a:pt x="681" y="244"/>
                  </a:lnTo>
                  <a:lnTo>
                    <a:pt x="685" y="242"/>
                  </a:lnTo>
                  <a:lnTo>
                    <a:pt x="681" y="242"/>
                  </a:lnTo>
                  <a:lnTo>
                    <a:pt x="681" y="239"/>
                  </a:lnTo>
                  <a:lnTo>
                    <a:pt x="672" y="242"/>
                  </a:lnTo>
                  <a:lnTo>
                    <a:pt x="667" y="246"/>
                  </a:lnTo>
                  <a:lnTo>
                    <a:pt x="660" y="251"/>
                  </a:lnTo>
                  <a:lnTo>
                    <a:pt x="650" y="254"/>
                  </a:lnTo>
                  <a:lnTo>
                    <a:pt x="648" y="239"/>
                  </a:lnTo>
                  <a:lnTo>
                    <a:pt x="646" y="228"/>
                  </a:lnTo>
                  <a:lnTo>
                    <a:pt x="643" y="219"/>
                  </a:lnTo>
                  <a:lnTo>
                    <a:pt x="639" y="207"/>
                  </a:lnTo>
                  <a:lnTo>
                    <a:pt x="643" y="206"/>
                  </a:lnTo>
                  <a:lnTo>
                    <a:pt x="644" y="206"/>
                  </a:lnTo>
                  <a:lnTo>
                    <a:pt x="648" y="204"/>
                  </a:lnTo>
                  <a:lnTo>
                    <a:pt x="653" y="204"/>
                  </a:lnTo>
                  <a:lnTo>
                    <a:pt x="658" y="207"/>
                  </a:lnTo>
                  <a:lnTo>
                    <a:pt x="662" y="209"/>
                  </a:lnTo>
                  <a:lnTo>
                    <a:pt x="667" y="211"/>
                  </a:lnTo>
                  <a:lnTo>
                    <a:pt x="672" y="213"/>
                  </a:lnTo>
                  <a:lnTo>
                    <a:pt x="678" y="214"/>
                  </a:lnTo>
                  <a:lnTo>
                    <a:pt x="685" y="226"/>
                  </a:lnTo>
                  <a:lnTo>
                    <a:pt x="692" y="240"/>
                  </a:lnTo>
                  <a:lnTo>
                    <a:pt x="697" y="253"/>
                  </a:lnTo>
                  <a:lnTo>
                    <a:pt x="704" y="261"/>
                  </a:lnTo>
                  <a:lnTo>
                    <a:pt x="707" y="263"/>
                  </a:lnTo>
                  <a:lnTo>
                    <a:pt x="713" y="263"/>
                  </a:lnTo>
                  <a:lnTo>
                    <a:pt x="718" y="263"/>
                  </a:lnTo>
                  <a:lnTo>
                    <a:pt x="723" y="263"/>
                  </a:lnTo>
                  <a:lnTo>
                    <a:pt x="726" y="263"/>
                  </a:lnTo>
                  <a:lnTo>
                    <a:pt x="730" y="265"/>
                  </a:lnTo>
                  <a:lnTo>
                    <a:pt x="747" y="277"/>
                  </a:lnTo>
                  <a:lnTo>
                    <a:pt x="761" y="293"/>
                  </a:lnTo>
                  <a:lnTo>
                    <a:pt x="777" y="307"/>
                  </a:lnTo>
                  <a:lnTo>
                    <a:pt x="777" y="319"/>
                  </a:lnTo>
                  <a:lnTo>
                    <a:pt x="791" y="324"/>
                  </a:lnTo>
                  <a:lnTo>
                    <a:pt x="803" y="331"/>
                  </a:lnTo>
                  <a:lnTo>
                    <a:pt x="810" y="342"/>
                  </a:lnTo>
                  <a:lnTo>
                    <a:pt x="819" y="354"/>
                  </a:lnTo>
                  <a:lnTo>
                    <a:pt x="826" y="366"/>
                  </a:lnTo>
                  <a:lnTo>
                    <a:pt x="835" y="377"/>
                  </a:lnTo>
                  <a:lnTo>
                    <a:pt x="829" y="384"/>
                  </a:lnTo>
                  <a:lnTo>
                    <a:pt x="826" y="387"/>
                  </a:lnTo>
                  <a:lnTo>
                    <a:pt x="824" y="392"/>
                  </a:lnTo>
                  <a:lnTo>
                    <a:pt x="822" y="396"/>
                  </a:lnTo>
                  <a:lnTo>
                    <a:pt x="829" y="408"/>
                  </a:lnTo>
                  <a:lnTo>
                    <a:pt x="840" y="417"/>
                  </a:lnTo>
                  <a:lnTo>
                    <a:pt x="854" y="422"/>
                  </a:lnTo>
                  <a:lnTo>
                    <a:pt x="854" y="427"/>
                  </a:lnTo>
                  <a:lnTo>
                    <a:pt x="854" y="429"/>
                  </a:lnTo>
                  <a:lnTo>
                    <a:pt x="856" y="431"/>
                  </a:lnTo>
                  <a:lnTo>
                    <a:pt x="856" y="432"/>
                  </a:lnTo>
                  <a:lnTo>
                    <a:pt x="857" y="434"/>
                  </a:lnTo>
                  <a:lnTo>
                    <a:pt x="861" y="436"/>
                  </a:lnTo>
                  <a:lnTo>
                    <a:pt x="864" y="439"/>
                  </a:lnTo>
                  <a:lnTo>
                    <a:pt x="870" y="441"/>
                  </a:lnTo>
                  <a:lnTo>
                    <a:pt x="873" y="443"/>
                  </a:lnTo>
                  <a:lnTo>
                    <a:pt x="877" y="446"/>
                  </a:lnTo>
                  <a:lnTo>
                    <a:pt x="878" y="448"/>
                  </a:lnTo>
                  <a:lnTo>
                    <a:pt x="880" y="452"/>
                  </a:lnTo>
                  <a:lnTo>
                    <a:pt x="878" y="453"/>
                  </a:lnTo>
                  <a:lnTo>
                    <a:pt x="878" y="455"/>
                  </a:lnTo>
                  <a:lnTo>
                    <a:pt x="878" y="455"/>
                  </a:lnTo>
                  <a:lnTo>
                    <a:pt x="878" y="457"/>
                  </a:lnTo>
                  <a:lnTo>
                    <a:pt x="880" y="459"/>
                  </a:lnTo>
                  <a:lnTo>
                    <a:pt x="884" y="460"/>
                  </a:lnTo>
                  <a:lnTo>
                    <a:pt x="889" y="462"/>
                  </a:lnTo>
                  <a:lnTo>
                    <a:pt x="892" y="464"/>
                  </a:lnTo>
                  <a:lnTo>
                    <a:pt x="898" y="464"/>
                  </a:lnTo>
                  <a:lnTo>
                    <a:pt x="903" y="464"/>
                  </a:lnTo>
                  <a:lnTo>
                    <a:pt x="896" y="511"/>
                  </a:lnTo>
                  <a:lnTo>
                    <a:pt x="891" y="513"/>
                  </a:lnTo>
                  <a:lnTo>
                    <a:pt x="885" y="513"/>
                  </a:lnTo>
                  <a:lnTo>
                    <a:pt x="880" y="514"/>
                  </a:lnTo>
                  <a:lnTo>
                    <a:pt x="873" y="514"/>
                  </a:lnTo>
                  <a:lnTo>
                    <a:pt x="866" y="506"/>
                  </a:lnTo>
                  <a:lnTo>
                    <a:pt x="857" y="497"/>
                  </a:lnTo>
                  <a:lnTo>
                    <a:pt x="850" y="488"/>
                  </a:lnTo>
                  <a:lnTo>
                    <a:pt x="845" y="476"/>
                  </a:lnTo>
                  <a:lnTo>
                    <a:pt x="838" y="476"/>
                  </a:lnTo>
                  <a:lnTo>
                    <a:pt x="833" y="478"/>
                  </a:lnTo>
                  <a:lnTo>
                    <a:pt x="828" y="478"/>
                  </a:lnTo>
                  <a:lnTo>
                    <a:pt x="822" y="480"/>
                  </a:lnTo>
                  <a:lnTo>
                    <a:pt x="831" y="507"/>
                  </a:lnTo>
                  <a:lnTo>
                    <a:pt x="838" y="537"/>
                  </a:lnTo>
                  <a:lnTo>
                    <a:pt x="850" y="537"/>
                  </a:lnTo>
                  <a:lnTo>
                    <a:pt x="857" y="551"/>
                  </a:lnTo>
                  <a:lnTo>
                    <a:pt x="863" y="565"/>
                  </a:lnTo>
                  <a:lnTo>
                    <a:pt x="864" y="584"/>
                  </a:lnTo>
                  <a:lnTo>
                    <a:pt x="863" y="586"/>
                  </a:lnTo>
                  <a:lnTo>
                    <a:pt x="861" y="588"/>
                  </a:lnTo>
                  <a:lnTo>
                    <a:pt x="861" y="590"/>
                  </a:lnTo>
                  <a:lnTo>
                    <a:pt x="859" y="591"/>
                  </a:lnTo>
                  <a:lnTo>
                    <a:pt x="857" y="593"/>
                  </a:lnTo>
                  <a:lnTo>
                    <a:pt x="854" y="595"/>
                  </a:lnTo>
                  <a:lnTo>
                    <a:pt x="847" y="591"/>
                  </a:lnTo>
                  <a:lnTo>
                    <a:pt x="838" y="586"/>
                  </a:lnTo>
                  <a:lnTo>
                    <a:pt x="829" y="581"/>
                  </a:lnTo>
                  <a:lnTo>
                    <a:pt x="822" y="577"/>
                  </a:lnTo>
                  <a:lnTo>
                    <a:pt x="819" y="576"/>
                  </a:lnTo>
                  <a:lnTo>
                    <a:pt x="816" y="576"/>
                  </a:lnTo>
                  <a:lnTo>
                    <a:pt x="826" y="590"/>
                  </a:lnTo>
                  <a:lnTo>
                    <a:pt x="835" y="602"/>
                  </a:lnTo>
                  <a:lnTo>
                    <a:pt x="842" y="617"/>
                  </a:lnTo>
                  <a:lnTo>
                    <a:pt x="838" y="617"/>
                  </a:lnTo>
                  <a:lnTo>
                    <a:pt x="826" y="612"/>
                  </a:lnTo>
                  <a:lnTo>
                    <a:pt x="810" y="609"/>
                  </a:lnTo>
                  <a:lnTo>
                    <a:pt x="793" y="605"/>
                  </a:lnTo>
                  <a:lnTo>
                    <a:pt x="781" y="598"/>
                  </a:lnTo>
                  <a:lnTo>
                    <a:pt x="770" y="588"/>
                  </a:lnTo>
                  <a:lnTo>
                    <a:pt x="763" y="572"/>
                  </a:lnTo>
                  <a:lnTo>
                    <a:pt x="756" y="558"/>
                  </a:lnTo>
                  <a:lnTo>
                    <a:pt x="746" y="544"/>
                  </a:lnTo>
                  <a:lnTo>
                    <a:pt x="735" y="534"/>
                  </a:lnTo>
                  <a:lnTo>
                    <a:pt x="720" y="542"/>
                  </a:lnTo>
                  <a:lnTo>
                    <a:pt x="702" y="548"/>
                  </a:lnTo>
                  <a:lnTo>
                    <a:pt x="681" y="549"/>
                  </a:lnTo>
                  <a:lnTo>
                    <a:pt x="679" y="544"/>
                  </a:lnTo>
                  <a:lnTo>
                    <a:pt x="678" y="539"/>
                  </a:lnTo>
                  <a:lnTo>
                    <a:pt x="678" y="534"/>
                  </a:lnTo>
                  <a:lnTo>
                    <a:pt x="678" y="527"/>
                  </a:lnTo>
                  <a:lnTo>
                    <a:pt x="693" y="521"/>
                  </a:lnTo>
                  <a:lnTo>
                    <a:pt x="713" y="516"/>
                  </a:lnTo>
                  <a:lnTo>
                    <a:pt x="730" y="511"/>
                  </a:lnTo>
                  <a:lnTo>
                    <a:pt x="735" y="501"/>
                  </a:lnTo>
                  <a:lnTo>
                    <a:pt x="740" y="487"/>
                  </a:lnTo>
                  <a:lnTo>
                    <a:pt x="746" y="471"/>
                  </a:lnTo>
                  <a:lnTo>
                    <a:pt x="749" y="455"/>
                  </a:lnTo>
                  <a:lnTo>
                    <a:pt x="751" y="443"/>
                  </a:lnTo>
                  <a:lnTo>
                    <a:pt x="749" y="434"/>
                  </a:lnTo>
                  <a:lnTo>
                    <a:pt x="742" y="422"/>
                  </a:lnTo>
                  <a:lnTo>
                    <a:pt x="733" y="415"/>
                  </a:lnTo>
                  <a:lnTo>
                    <a:pt x="723" y="408"/>
                  </a:lnTo>
                  <a:lnTo>
                    <a:pt x="716" y="399"/>
                  </a:lnTo>
                  <a:lnTo>
                    <a:pt x="707" y="357"/>
                  </a:lnTo>
                  <a:lnTo>
                    <a:pt x="693" y="354"/>
                  </a:lnTo>
                  <a:lnTo>
                    <a:pt x="683" y="347"/>
                  </a:lnTo>
                  <a:lnTo>
                    <a:pt x="674" y="340"/>
                  </a:lnTo>
                  <a:lnTo>
                    <a:pt x="665" y="338"/>
                  </a:lnTo>
                  <a:lnTo>
                    <a:pt x="657" y="342"/>
                  </a:lnTo>
                  <a:lnTo>
                    <a:pt x="651" y="347"/>
                  </a:lnTo>
                  <a:lnTo>
                    <a:pt x="646" y="352"/>
                  </a:lnTo>
                  <a:lnTo>
                    <a:pt x="639" y="357"/>
                  </a:lnTo>
                  <a:lnTo>
                    <a:pt x="627" y="361"/>
                  </a:lnTo>
                  <a:lnTo>
                    <a:pt x="615" y="354"/>
                  </a:lnTo>
                  <a:lnTo>
                    <a:pt x="599" y="349"/>
                  </a:lnTo>
                  <a:lnTo>
                    <a:pt x="582" y="345"/>
                  </a:lnTo>
                  <a:lnTo>
                    <a:pt x="566" y="340"/>
                  </a:lnTo>
                  <a:lnTo>
                    <a:pt x="552" y="335"/>
                  </a:lnTo>
                  <a:lnTo>
                    <a:pt x="541" y="326"/>
                  </a:lnTo>
                  <a:lnTo>
                    <a:pt x="534" y="312"/>
                  </a:lnTo>
                  <a:lnTo>
                    <a:pt x="536" y="310"/>
                  </a:lnTo>
                  <a:lnTo>
                    <a:pt x="536" y="309"/>
                  </a:lnTo>
                  <a:lnTo>
                    <a:pt x="538" y="309"/>
                  </a:lnTo>
                  <a:lnTo>
                    <a:pt x="538" y="307"/>
                  </a:lnTo>
                  <a:lnTo>
                    <a:pt x="538" y="303"/>
                  </a:lnTo>
                  <a:lnTo>
                    <a:pt x="531" y="302"/>
                  </a:lnTo>
                  <a:lnTo>
                    <a:pt x="524" y="300"/>
                  </a:lnTo>
                  <a:lnTo>
                    <a:pt x="519" y="296"/>
                  </a:lnTo>
                  <a:lnTo>
                    <a:pt x="515" y="291"/>
                  </a:lnTo>
                  <a:lnTo>
                    <a:pt x="512" y="284"/>
                  </a:lnTo>
                  <a:lnTo>
                    <a:pt x="521" y="267"/>
                  </a:lnTo>
                  <a:lnTo>
                    <a:pt x="528" y="244"/>
                  </a:lnTo>
                  <a:lnTo>
                    <a:pt x="531" y="219"/>
                  </a:lnTo>
                  <a:lnTo>
                    <a:pt x="534" y="195"/>
                  </a:lnTo>
                  <a:lnTo>
                    <a:pt x="562" y="192"/>
                  </a:lnTo>
                  <a:close/>
                  <a:moveTo>
                    <a:pt x="400" y="188"/>
                  </a:moveTo>
                  <a:lnTo>
                    <a:pt x="416" y="188"/>
                  </a:lnTo>
                  <a:lnTo>
                    <a:pt x="425" y="223"/>
                  </a:lnTo>
                  <a:lnTo>
                    <a:pt x="432" y="261"/>
                  </a:lnTo>
                  <a:lnTo>
                    <a:pt x="428" y="261"/>
                  </a:lnTo>
                  <a:lnTo>
                    <a:pt x="423" y="268"/>
                  </a:lnTo>
                  <a:lnTo>
                    <a:pt x="412" y="265"/>
                  </a:lnTo>
                  <a:lnTo>
                    <a:pt x="409" y="268"/>
                  </a:lnTo>
                  <a:lnTo>
                    <a:pt x="409" y="272"/>
                  </a:lnTo>
                  <a:lnTo>
                    <a:pt x="409" y="275"/>
                  </a:lnTo>
                  <a:lnTo>
                    <a:pt x="409" y="277"/>
                  </a:lnTo>
                  <a:lnTo>
                    <a:pt x="407" y="279"/>
                  </a:lnTo>
                  <a:lnTo>
                    <a:pt x="405" y="282"/>
                  </a:lnTo>
                  <a:lnTo>
                    <a:pt x="400" y="284"/>
                  </a:lnTo>
                  <a:lnTo>
                    <a:pt x="395" y="281"/>
                  </a:lnTo>
                  <a:lnTo>
                    <a:pt x="388" y="275"/>
                  </a:lnTo>
                  <a:lnTo>
                    <a:pt x="381" y="272"/>
                  </a:lnTo>
                  <a:lnTo>
                    <a:pt x="381" y="261"/>
                  </a:lnTo>
                  <a:lnTo>
                    <a:pt x="358" y="258"/>
                  </a:lnTo>
                  <a:lnTo>
                    <a:pt x="362" y="226"/>
                  </a:lnTo>
                  <a:lnTo>
                    <a:pt x="369" y="223"/>
                  </a:lnTo>
                  <a:lnTo>
                    <a:pt x="376" y="218"/>
                  </a:lnTo>
                  <a:lnTo>
                    <a:pt x="381" y="211"/>
                  </a:lnTo>
                  <a:lnTo>
                    <a:pt x="376" y="209"/>
                  </a:lnTo>
                  <a:lnTo>
                    <a:pt x="372" y="207"/>
                  </a:lnTo>
                  <a:lnTo>
                    <a:pt x="369" y="206"/>
                  </a:lnTo>
                  <a:lnTo>
                    <a:pt x="365" y="202"/>
                  </a:lnTo>
                  <a:lnTo>
                    <a:pt x="363" y="199"/>
                  </a:lnTo>
                  <a:lnTo>
                    <a:pt x="362" y="192"/>
                  </a:lnTo>
                  <a:lnTo>
                    <a:pt x="381" y="190"/>
                  </a:lnTo>
                  <a:lnTo>
                    <a:pt x="400" y="188"/>
                  </a:lnTo>
                  <a:close/>
                  <a:moveTo>
                    <a:pt x="3661" y="172"/>
                  </a:moveTo>
                  <a:lnTo>
                    <a:pt x="3673" y="178"/>
                  </a:lnTo>
                  <a:lnTo>
                    <a:pt x="3673" y="185"/>
                  </a:lnTo>
                  <a:lnTo>
                    <a:pt x="3657" y="185"/>
                  </a:lnTo>
                  <a:lnTo>
                    <a:pt x="3661" y="172"/>
                  </a:lnTo>
                  <a:close/>
                  <a:moveTo>
                    <a:pt x="438" y="172"/>
                  </a:moveTo>
                  <a:lnTo>
                    <a:pt x="451" y="174"/>
                  </a:lnTo>
                  <a:lnTo>
                    <a:pt x="465" y="176"/>
                  </a:lnTo>
                  <a:lnTo>
                    <a:pt x="477" y="178"/>
                  </a:lnTo>
                  <a:lnTo>
                    <a:pt x="486" y="181"/>
                  </a:lnTo>
                  <a:lnTo>
                    <a:pt x="487" y="185"/>
                  </a:lnTo>
                  <a:lnTo>
                    <a:pt x="487" y="190"/>
                  </a:lnTo>
                  <a:lnTo>
                    <a:pt x="489" y="197"/>
                  </a:lnTo>
                  <a:lnTo>
                    <a:pt x="489" y="204"/>
                  </a:lnTo>
                  <a:lnTo>
                    <a:pt x="487" y="207"/>
                  </a:lnTo>
                  <a:lnTo>
                    <a:pt x="486" y="211"/>
                  </a:lnTo>
                  <a:lnTo>
                    <a:pt x="484" y="216"/>
                  </a:lnTo>
                  <a:lnTo>
                    <a:pt x="480" y="219"/>
                  </a:lnTo>
                  <a:lnTo>
                    <a:pt x="477" y="221"/>
                  </a:lnTo>
                  <a:lnTo>
                    <a:pt x="473" y="223"/>
                  </a:lnTo>
                  <a:lnTo>
                    <a:pt x="472" y="225"/>
                  </a:lnTo>
                  <a:lnTo>
                    <a:pt x="468" y="226"/>
                  </a:lnTo>
                  <a:lnTo>
                    <a:pt x="466" y="230"/>
                  </a:lnTo>
                  <a:lnTo>
                    <a:pt x="468" y="239"/>
                  </a:lnTo>
                  <a:lnTo>
                    <a:pt x="466" y="249"/>
                  </a:lnTo>
                  <a:lnTo>
                    <a:pt x="465" y="256"/>
                  </a:lnTo>
                  <a:lnTo>
                    <a:pt x="461" y="261"/>
                  </a:lnTo>
                  <a:lnTo>
                    <a:pt x="458" y="263"/>
                  </a:lnTo>
                  <a:lnTo>
                    <a:pt x="454" y="265"/>
                  </a:lnTo>
                  <a:lnTo>
                    <a:pt x="449" y="265"/>
                  </a:lnTo>
                  <a:lnTo>
                    <a:pt x="442" y="265"/>
                  </a:lnTo>
                  <a:lnTo>
                    <a:pt x="438" y="254"/>
                  </a:lnTo>
                  <a:lnTo>
                    <a:pt x="442" y="244"/>
                  </a:lnTo>
                  <a:lnTo>
                    <a:pt x="442" y="232"/>
                  </a:lnTo>
                  <a:lnTo>
                    <a:pt x="438" y="218"/>
                  </a:lnTo>
                  <a:lnTo>
                    <a:pt x="437" y="202"/>
                  </a:lnTo>
                  <a:lnTo>
                    <a:pt x="435" y="188"/>
                  </a:lnTo>
                  <a:lnTo>
                    <a:pt x="438" y="172"/>
                  </a:lnTo>
                  <a:close/>
                  <a:moveTo>
                    <a:pt x="60" y="171"/>
                  </a:moveTo>
                  <a:lnTo>
                    <a:pt x="74" y="172"/>
                  </a:lnTo>
                  <a:lnTo>
                    <a:pt x="74" y="185"/>
                  </a:lnTo>
                  <a:lnTo>
                    <a:pt x="91" y="185"/>
                  </a:lnTo>
                  <a:lnTo>
                    <a:pt x="105" y="185"/>
                  </a:lnTo>
                  <a:lnTo>
                    <a:pt x="121" y="185"/>
                  </a:lnTo>
                  <a:lnTo>
                    <a:pt x="124" y="192"/>
                  </a:lnTo>
                  <a:lnTo>
                    <a:pt x="128" y="200"/>
                  </a:lnTo>
                  <a:lnTo>
                    <a:pt x="131" y="209"/>
                  </a:lnTo>
                  <a:lnTo>
                    <a:pt x="135" y="216"/>
                  </a:lnTo>
                  <a:lnTo>
                    <a:pt x="135" y="219"/>
                  </a:lnTo>
                  <a:lnTo>
                    <a:pt x="124" y="232"/>
                  </a:lnTo>
                  <a:lnTo>
                    <a:pt x="110" y="237"/>
                  </a:lnTo>
                  <a:lnTo>
                    <a:pt x="96" y="242"/>
                  </a:lnTo>
                  <a:lnTo>
                    <a:pt x="88" y="258"/>
                  </a:lnTo>
                  <a:lnTo>
                    <a:pt x="81" y="272"/>
                  </a:lnTo>
                  <a:lnTo>
                    <a:pt x="79" y="288"/>
                  </a:lnTo>
                  <a:lnTo>
                    <a:pt x="82" y="303"/>
                  </a:lnTo>
                  <a:lnTo>
                    <a:pt x="67" y="305"/>
                  </a:lnTo>
                  <a:lnTo>
                    <a:pt x="53" y="310"/>
                  </a:lnTo>
                  <a:lnTo>
                    <a:pt x="35" y="315"/>
                  </a:lnTo>
                  <a:lnTo>
                    <a:pt x="34" y="312"/>
                  </a:lnTo>
                  <a:lnTo>
                    <a:pt x="32" y="309"/>
                  </a:lnTo>
                  <a:lnTo>
                    <a:pt x="30" y="307"/>
                  </a:lnTo>
                  <a:lnTo>
                    <a:pt x="30" y="303"/>
                  </a:lnTo>
                  <a:lnTo>
                    <a:pt x="28" y="300"/>
                  </a:lnTo>
                  <a:lnTo>
                    <a:pt x="30" y="298"/>
                  </a:lnTo>
                  <a:lnTo>
                    <a:pt x="30" y="296"/>
                  </a:lnTo>
                  <a:lnTo>
                    <a:pt x="30" y="295"/>
                  </a:lnTo>
                  <a:lnTo>
                    <a:pt x="32" y="291"/>
                  </a:lnTo>
                  <a:lnTo>
                    <a:pt x="32" y="288"/>
                  </a:lnTo>
                  <a:lnTo>
                    <a:pt x="20" y="288"/>
                  </a:lnTo>
                  <a:lnTo>
                    <a:pt x="20" y="282"/>
                  </a:lnTo>
                  <a:lnTo>
                    <a:pt x="20" y="281"/>
                  </a:lnTo>
                  <a:lnTo>
                    <a:pt x="18" y="279"/>
                  </a:lnTo>
                  <a:lnTo>
                    <a:pt x="18" y="277"/>
                  </a:lnTo>
                  <a:lnTo>
                    <a:pt x="16" y="275"/>
                  </a:lnTo>
                  <a:lnTo>
                    <a:pt x="13" y="272"/>
                  </a:lnTo>
                  <a:lnTo>
                    <a:pt x="11" y="272"/>
                  </a:lnTo>
                  <a:lnTo>
                    <a:pt x="9" y="272"/>
                  </a:lnTo>
                  <a:lnTo>
                    <a:pt x="9" y="272"/>
                  </a:lnTo>
                  <a:lnTo>
                    <a:pt x="7" y="272"/>
                  </a:lnTo>
                  <a:lnTo>
                    <a:pt x="6" y="272"/>
                  </a:lnTo>
                  <a:lnTo>
                    <a:pt x="0" y="272"/>
                  </a:lnTo>
                  <a:lnTo>
                    <a:pt x="0" y="261"/>
                  </a:lnTo>
                  <a:lnTo>
                    <a:pt x="13" y="247"/>
                  </a:lnTo>
                  <a:lnTo>
                    <a:pt x="21" y="228"/>
                  </a:lnTo>
                  <a:lnTo>
                    <a:pt x="28" y="207"/>
                  </a:lnTo>
                  <a:lnTo>
                    <a:pt x="23" y="204"/>
                  </a:lnTo>
                  <a:lnTo>
                    <a:pt x="21" y="199"/>
                  </a:lnTo>
                  <a:lnTo>
                    <a:pt x="20" y="195"/>
                  </a:lnTo>
                  <a:lnTo>
                    <a:pt x="18" y="188"/>
                  </a:lnTo>
                  <a:lnTo>
                    <a:pt x="16" y="181"/>
                  </a:lnTo>
                  <a:lnTo>
                    <a:pt x="30" y="178"/>
                  </a:lnTo>
                  <a:lnTo>
                    <a:pt x="41" y="176"/>
                  </a:lnTo>
                  <a:lnTo>
                    <a:pt x="49" y="172"/>
                  </a:lnTo>
                  <a:lnTo>
                    <a:pt x="60" y="171"/>
                  </a:lnTo>
                  <a:close/>
                  <a:moveTo>
                    <a:pt x="1556" y="130"/>
                  </a:moveTo>
                  <a:lnTo>
                    <a:pt x="1571" y="130"/>
                  </a:lnTo>
                  <a:lnTo>
                    <a:pt x="1571" y="134"/>
                  </a:lnTo>
                  <a:lnTo>
                    <a:pt x="1568" y="134"/>
                  </a:lnTo>
                  <a:lnTo>
                    <a:pt x="1564" y="136"/>
                  </a:lnTo>
                  <a:lnTo>
                    <a:pt x="1563" y="136"/>
                  </a:lnTo>
                  <a:lnTo>
                    <a:pt x="1563" y="136"/>
                  </a:lnTo>
                  <a:lnTo>
                    <a:pt x="1561" y="136"/>
                  </a:lnTo>
                  <a:lnTo>
                    <a:pt x="1561" y="136"/>
                  </a:lnTo>
                  <a:lnTo>
                    <a:pt x="1559" y="134"/>
                  </a:lnTo>
                  <a:lnTo>
                    <a:pt x="1556" y="130"/>
                  </a:lnTo>
                  <a:close/>
                  <a:moveTo>
                    <a:pt x="454" y="130"/>
                  </a:moveTo>
                  <a:lnTo>
                    <a:pt x="458" y="153"/>
                  </a:lnTo>
                  <a:lnTo>
                    <a:pt x="452" y="157"/>
                  </a:lnTo>
                  <a:lnTo>
                    <a:pt x="449" y="158"/>
                  </a:lnTo>
                  <a:lnTo>
                    <a:pt x="445" y="160"/>
                  </a:lnTo>
                  <a:lnTo>
                    <a:pt x="440" y="164"/>
                  </a:lnTo>
                  <a:lnTo>
                    <a:pt x="435" y="165"/>
                  </a:lnTo>
                  <a:lnTo>
                    <a:pt x="433" y="164"/>
                  </a:lnTo>
                  <a:lnTo>
                    <a:pt x="432" y="164"/>
                  </a:lnTo>
                  <a:lnTo>
                    <a:pt x="430" y="162"/>
                  </a:lnTo>
                  <a:lnTo>
                    <a:pt x="428" y="162"/>
                  </a:lnTo>
                  <a:lnTo>
                    <a:pt x="423" y="162"/>
                  </a:lnTo>
                  <a:lnTo>
                    <a:pt x="423" y="158"/>
                  </a:lnTo>
                  <a:lnTo>
                    <a:pt x="423" y="157"/>
                  </a:lnTo>
                  <a:lnTo>
                    <a:pt x="421" y="157"/>
                  </a:lnTo>
                  <a:lnTo>
                    <a:pt x="421" y="155"/>
                  </a:lnTo>
                  <a:lnTo>
                    <a:pt x="419" y="153"/>
                  </a:lnTo>
                  <a:lnTo>
                    <a:pt x="419" y="146"/>
                  </a:lnTo>
                  <a:lnTo>
                    <a:pt x="428" y="141"/>
                  </a:lnTo>
                  <a:lnTo>
                    <a:pt x="435" y="136"/>
                  </a:lnTo>
                  <a:lnTo>
                    <a:pt x="442" y="132"/>
                  </a:lnTo>
                  <a:lnTo>
                    <a:pt x="454" y="130"/>
                  </a:lnTo>
                  <a:close/>
                  <a:moveTo>
                    <a:pt x="109" y="127"/>
                  </a:moveTo>
                  <a:lnTo>
                    <a:pt x="112" y="127"/>
                  </a:lnTo>
                  <a:lnTo>
                    <a:pt x="116" y="129"/>
                  </a:lnTo>
                  <a:lnTo>
                    <a:pt x="117" y="129"/>
                  </a:lnTo>
                  <a:lnTo>
                    <a:pt x="117" y="129"/>
                  </a:lnTo>
                  <a:lnTo>
                    <a:pt x="117" y="129"/>
                  </a:lnTo>
                  <a:lnTo>
                    <a:pt x="119" y="130"/>
                  </a:lnTo>
                  <a:lnTo>
                    <a:pt x="121" y="134"/>
                  </a:lnTo>
                  <a:lnTo>
                    <a:pt x="109" y="134"/>
                  </a:lnTo>
                  <a:lnTo>
                    <a:pt x="109" y="127"/>
                  </a:lnTo>
                  <a:close/>
                  <a:moveTo>
                    <a:pt x="3744" y="115"/>
                  </a:moveTo>
                  <a:lnTo>
                    <a:pt x="3760" y="117"/>
                  </a:lnTo>
                  <a:lnTo>
                    <a:pt x="3776" y="120"/>
                  </a:lnTo>
                  <a:lnTo>
                    <a:pt x="3790" y="125"/>
                  </a:lnTo>
                  <a:lnTo>
                    <a:pt x="3800" y="134"/>
                  </a:lnTo>
                  <a:lnTo>
                    <a:pt x="3807" y="146"/>
                  </a:lnTo>
                  <a:lnTo>
                    <a:pt x="3811" y="162"/>
                  </a:lnTo>
                  <a:lnTo>
                    <a:pt x="3788" y="158"/>
                  </a:lnTo>
                  <a:lnTo>
                    <a:pt x="3767" y="151"/>
                  </a:lnTo>
                  <a:lnTo>
                    <a:pt x="3751" y="141"/>
                  </a:lnTo>
                  <a:lnTo>
                    <a:pt x="3741" y="127"/>
                  </a:lnTo>
                  <a:lnTo>
                    <a:pt x="3743" y="125"/>
                  </a:lnTo>
                  <a:lnTo>
                    <a:pt x="3743" y="123"/>
                  </a:lnTo>
                  <a:lnTo>
                    <a:pt x="3744" y="122"/>
                  </a:lnTo>
                  <a:lnTo>
                    <a:pt x="3744" y="118"/>
                  </a:lnTo>
                  <a:lnTo>
                    <a:pt x="3744" y="115"/>
                  </a:lnTo>
                  <a:close/>
                  <a:moveTo>
                    <a:pt x="384" y="104"/>
                  </a:moveTo>
                  <a:lnTo>
                    <a:pt x="390" y="104"/>
                  </a:lnTo>
                  <a:lnTo>
                    <a:pt x="391" y="104"/>
                  </a:lnTo>
                  <a:lnTo>
                    <a:pt x="393" y="106"/>
                  </a:lnTo>
                  <a:lnTo>
                    <a:pt x="395" y="106"/>
                  </a:lnTo>
                  <a:lnTo>
                    <a:pt x="397" y="108"/>
                  </a:lnTo>
                  <a:lnTo>
                    <a:pt x="398" y="111"/>
                  </a:lnTo>
                  <a:lnTo>
                    <a:pt x="400" y="113"/>
                  </a:lnTo>
                  <a:lnTo>
                    <a:pt x="400" y="118"/>
                  </a:lnTo>
                  <a:lnTo>
                    <a:pt x="400" y="123"/>
                  </a:lnTo>
                  <a:lnTo>
                    <a:pt x="397" y="134"/>
                  </a:lnTo>
                  <a:lnTo>
                    <a:pt x="395" y="150"/>
                  </a:lnTo>
                  <a:lnTo>
                    <a:pt x="393" y="162"/>
                  </a:lnTo>
                  <a:lnTo>
                    <a:pt x="388" y="164"/>
                  </a:lnTo>
                  <a:lnTo>
                    <a:pt x="384" y="165"/>
                  </a:lnTo>
                  <a:lnTo>
                    <a:pt x="381" y="169"/>
                  </a:lnTo>
                  <a:lnTo>
                    <a:pt x="377" y="169"/>
                  </a:lnTo>
                  <a:lnTo>
                    <a:pt x="377" y="167"/>
                  </a:lnTo>
                  <a:lnTo>
                    <a:pt x="376" y="167"/>
                  </a:lnTo>
                  <a:lnTo>
                    <a:pt x="376" y="167"/>
                  </a:lnTo>
                  <a:lnTo>
                    <a:pt x="374" y="165"/>
                  </a:lnTo>
                  <a:lnTo>
                    <a:pt x="370" y="162"/>
                  </a:lnTo>
                  <a:lnTo>
                    <a:pt x="369" y="158"/>
                  </a:lnTo>
                  <a:lnTo>
                    <a:pt x="369" y="153"/>
                  </a:lnTo>
                  <a:lnTo>
                    <a:pt x="369" y="150"/>
                  </a:lnTo>
                  <a:lnTo>
                    <a:pt x="365" y="146"/>
                  </a:lnTo>
                  <a:lnTo>
                    <a:pt x="358" y="141"/>
                  </a:lnTo>
                  <a:lnTo>
                    <a:pt x="349" y="139"/>
                  </a:lnTo>
                  <a:lnTo>
                    <a:pt x="341" y="141"/>
                  </a:lnTo>
                  <a:lnTo>
                    <a:pt x="332" y="139"/>
                  </a:lnTo>
                  <a:lnTo>
                    <a:pt x="323" y="134"/>
                  </a:lnTo>
                  <a:lnTo>
                    <a:pt x="316" y="123"/>
                  </a:lnTo>
                  <a:lnTo>
                    <a:pt x="320" y="123"/>
                  </a:lnTo>
                  <a:lnTo>
                    <a:pt x="322" y="120"/>
                  </a:lnTo>
                  <a:lnTo>
                    <a:pt x="323" y="118"/>
                  </a:lnTo>
                  <a:lnTo>
                    <a:pt x="323" y="117"/>
                  </a:lnTo>
                  <a:lnTo>
                    <a:pt x="325" y="117"/>
                  </a:lnTo>
                  <a:lnTo>
                    <a:pt x="327" y="117"/>
                  </a:lnTo>
                  <a:lnTo>
                    <a:pt x="330" y="117"/>
                  </a:lnTo>
                  <a:lnTo>
                    <a:pt x="336" y="115"/>
                  </a:lnTo>
                  <a:lnTo>
                    <a:pt x="346" y="118"/>
                  </a:lnTo>
                  <a:lnTo>
                    <a:pt x="358" y="117"/>
                  </a:lnTo>
                  <a:lnTo>
                    <a:pt x="372" y="115"/>
                  </a:lnTo>
                  <a:lnTo>
                    <a:pt x="384" y="115"/>
                  </a:lnTo>
                  <a:lnTo>
                    <a:pt x="384" y="104"/>
                  </a:lnTo>
                  <a:close/>
                  <a:moveTo>
                    <a:pt x="255" y="101"/>
                  </a:moveTo>
                  <a:lnTo>
                    <a:pt x="257" y="104"/>
                  </a:lnTo>
                  <a:lnTo>
                    <a:pt x="259" y="106"/>
                  </a:lnTo>
                  <a:lnTo>
                    <a:pt x="260" y="110"/>
                  </a:lnTo>
                  <a:lnTo>
                    <a:pt x="260" y="113"/>
                  </a:lnTo>
                  <a:lnTo>
                    <a:pt x="262" y="117"/>
                  </a:lnTo>
                  <a:lnTo>
                    <a:pt x="262" y="123"/>
                  </a:lnTo>
                  <a:lnTo>
                    <a:pt x="259" y="123"/>
                  </a:lnTo>
                  <a:lnTo>
                    <a:pt x="259" y="127"/>
                  </a:lnTo>
                  <a:lnTo>
                    <a:pt x="262" y="127"/>
                  </a:lnTo>
                  <a:lnTo>
                    <a:pt x="267" y="129"/>
                  </a:lnTo>
                  <a:lnTo>
                    <a:pt x="273" y="130"/>
                  </a:lnTo>
                  <a:lnTo>
                    <a:pt x="278" y="130"/>
                  </a:lnTo>
                  <a:lnTo>
                    <a:pt x="285" y="130"/>
                  </a:lnTo>
                  <a:lnTo>
                    <a:pt x="288" y="127"/>
                  </a:lnTo>
                  <a:lnTo>
                    <a:pt x="290" y="125"/>
                  </a:lnTo>
                  <a:lnTo>
                    <a:pt x="290" y="125"/>
                  </a:lnTo>
                  <a:lnTo>
                    <a:pt x="292" y="125"/>
                  </a:lnTo>
                  <a:lnTo>
                    <a:pt x="294" y="125"/>
                  </a:lnTo>
                  <a:lnTo>
                    <a:pt x="297" y="127"/>
                  </a:lnTo>
                  <a:lnTo>
                    <a:pt x="299" y="129"/>
                  </a:lnTo>
                  <a:lnTo>
                    <a:pt x="299" y="130"/>
                  </a:lnTo>
                  <a:lnTo>
                    <a:pt x="299" y="132"/>
                  </a:lnTo>
                  <a:lnTo>
                    <a:pt x="301" y="134"/>
                  </a:lnTo>
                  <a:lnTo>
                    <a:pt x="301" y="137"/>
                  </a:lnTo>
                  <a:lnTo>
                    <a:pt x="299" y="141"/>
                  </a:lnTo>
                  <a:lnTo>
                    <a:pt x="299" y="143"/>
                  </a:lnTo>
                  <a:lnTo>
                    <a:pt x="299" y="143"/>
                  </a:lnTo>
                  <a:lnTo>
                    <a:pt x="299" y="144"/>
                  </a:lnTo>
                  <a:lnTo>
                    <a:pt x="299" y="146"/>
                  </a:lnTo>
                  <a:lnTo>
                    <a:pt x="297" y="150"/>
                  </a:lnTo>
                  <a:lnTo>
                    <a:pt x="287" y="155"/>
                  </a:lnTo>
                  <a:lnTo>
                    <a:pt x="274" y="155"/>
                  </a:lnTo>
                  <a:lnTo>
                    <a:pt x="260" y="155"/>
                  </a:lnTo>
                  <a:lnTo>
                    <a:pt x="246" y="158"/>
                  </a:lnTo>
                  <a:lnTo>
                    <a:pt x="236" y="165"/>
                  </a:lnTo>
                  <a:lnTo>
                    <a:pt x="224" y="174"/>
                  </a:lnTo>
                  <a:lnTo>
                    <a:pt x="213" y="183"/>
                  </a:lnTo>
                  <a:lnTo>
                    <a:pt x="198" y="188"/>
                  </a:lnTo>
                  <a:lnTo>
                    <a:pt x="196" y="185"/>
                  </a:lnTo>
                  <a:lnTo>
                    <a:pt x="194" y="181"/>
                  </a:lnTo>
                  <a:lnTo>
                    <a:pt x="194" y="178"/>
                  </a:lnTo>
                  <a:lnTo>
                    <a:pt x="192" y="172"/>
                  </a:lnTo>
                  <a:lnTo>
                    <a:pt x="198" y="169"/>
                  </a:lnTo>
                  <a:lnTo>
                    <a:pt x="203" y="165"/>
                  </a:lnTo>
                  <a:lnTo>
                    <a:pt x="206" y="160"/>
                  </a:lnTo>
                  <a:lnTo>
                    <a:pt x="210" y="155"/>
                  </a:lnTo>
                  <a:lnTo>
                    <a:pt x="212" y="150"/>
                  </a:lnTo>
                  <a:lnTo>
                    <a:pt x="192" y="150"/>
                  </a:lnTo>
                  <a:lnTo>
                    <a:pt x="180" y="155"/>
                  </a:lnTo>
                  <a:lnTo>
                    <a:pt x="166" y="157"/>
                  </a:lnTo>
                  <a:lnTo>
                    <a:pt x="150" y="155"/>
                  </a:lnTo>
                  <a:lnTo>
                    <a:pt x="140" y="150"/>
                  </a:lnTo>
                  <a:lnTo>
                    <a:pt x="135" y="150"/>
                  </a:lnTo>
                  <a:lnTo>
                    <a:pt x="135" y="146"/>
                  </a:lnTo>
                  <a:lnTo>
                    <a:pt x="140" y="144"/>
                  </a:lnTo>
                  <a:lnTo>
                    <a:pt x="144" y="143"/>
                  </a:lnTo>
                  <a:lnTo>
                    <a:pt x="145" y="141"/>
                  </a:lnTo>
                  <a:lnTo>
                    <a:pt x="149" y="139"/>
                  </a:lnTo>
                  <a:lnTo>
                    <a:pt x="150" y="134"/>
                  </a:lnTo>
                  <a:lnTo>
                    <a:pt x="147" y="134"/>
                  </a:lnTo>
                  <a:lnTo>
                    <a:pt x="147" y="130"/>
                  </a:lnTo>
                  <a:lnTo>
                    <a:pt x="152" y="130"/>
                  </a:lnTo>
                  <a:lnTo>
                    <a:pt x="156" y="129"/>
                  </a:lnTo>
                  <a:lnTo>
                    <a:pt x="159" y="129"/>
                  </a:lnTo>
                  <a:lnTo>
                    <a:pt x="163" y="127"/>
                  </a:lnTo>
                  <a:lnTo>
                    <a:pt x="161" y="125"/>
                  </a:lnTo>
                  <a:lnTo>
                    <a:pt x="159" y="123"/>
                  </a:lnTo>
                  <a:lnTo>
                    <a:pt x="157" y="122"/>
                  </a:lnTo>
                  <a:lnTo>
                    <a:pt x="157" y="120"/>
                  </a:lnTo>
                  <a:lnTo>
                    <a:pt x="156" y="118"/>
                  </a:lnTo>
                  <a:lnTo>
                    <a:pt x="154" y="115"/>
                  </a:lnTo>
                  <a:lnTo>
                    <a:pt x="157" y="115"/>
                  </a:lnTo>
                  <a:lnTo>
                    <a:pt x="159" y="113"/>
                  </a:lnTo>
                  <a:lnTo>
                    <a:pt x="159" y="113"/>
                  </a:lnTo>
                  <a:lnTo>
                    <a:pt x="161" y="113"/>
                  </a:lnTo>
                  <a:lnTo>
                    <a:pt x="163" y="111"/>
                  </a:lnTo>
                  <a:lnTo>
                    <a:pt x="182" y="117"/>
                  </a:lnTo>
                  <a:lnTo>
                    <a:pt x="198" y="123"/>
                  </a:lnTo>
                  <a:lnTo>
                    <a:pt x="212" y="130"/>
                  </a:lnTo>
                  <a:lnTo>
                    <a:pt x="227" y="136"/>
                  </a:lnTo>
                  <a:lnTo>
                    <a:pt x="246" y="137"/>
                  </a:lnTo>
                  <a:lnTo>
                    <a:pt x="243" y="129"/>
                  </a:lnTo>
                  <a:lnTo>
                    <a:pt x="240" y="122"/>
                  </a:lnTo>
                  <a:lnTo>
                    <a:pt x="238" y="117"/>
                  </a:lnTo>
                  <a:lnTo>
                    <a:pt x="236" y="104"/>
                  </a:lnTo>
                  <a:lnTo>
                    <a:pt x="240" y="103"/>
                  </a:lnTo>
                  <a:lnTo>
                    <a:pt x="243" y="101"/>
                  </a:lnTo>
                  <a:lnTo>
                    <a:pt x="248" y="101"/>
                  </a:lnTo>
                  <a:lnTo>
                    <a:pt x="255" y="101"/>
                  </a:lnTo>
                  <a:close/>
                  <a:moveTo>
                    <a:pt x="742" y="80"/>
                  </a:moveTo>
                  <a:lnTo>
                    <a:pt x="754" y="85"/>
                  </a:lnTo>
                  <a:lnTo>
                    <a:pt x="754" y="89"/>
                  </a:lnTo>
                  <a:lnTo>
                    <a:pt x="749" y="89"/>
                  </a:lnTo>
                  <a:lnTo>
                    <a:pt x="746" y="89"/>
                  </a:lnTo>
                  <a:lnTo>
                    <a:pt x="744" y="89"/>
                  </a:lnTo>
                  <a:lnTo>
                    <a:pt x="742" y="87"/>
                  </a:lnTo>
                  <a:lnTo>
                    <a:pt x="742" y="87"/>
                  </a:lnTo>
                  <a:lnTo>
                    <a:pt x="742" y="85"/>
                  </a:lnTo>
                  <a:lnTo>
                    <a:pt x="742" y="80"/>
                  </a:lnTo>
                  <a:close/>
                  <a:moveTo>
                    <a:pt x="140" y="80"/>
                  </a:moveTo>
                  <a:lnTo>
                    <a:pt x="140" y="87"/>
                  </a:lnTo>
                  <a:lnTo>
                    <a:pt x="140" y="92"/>
                  </a:lnTo>
                  <a:lnTo>
                    <a:pt x="142" y="97"/>
                  </a:lnTo>
                  <a:lnTo>
                    <a:pt x="140" y="101"/>
                  </a:lnTo>
                  <a:lnTo>
                    <a:pt x="140" y="104"/>
                  </a:lnTo>
                  <a:lnTo>
                    <a:pt x="135" y="108"/>
                  </a:lnTo>
                  <a:lnTo>
                    <a:pt x="130" y="111"/>
                  </a:lnTo>
                  <a:lnTo>
                    <a:pt x="124" y="115"/>
                  </a:lnTo>
                  <a:lnTo>
                    <a:pt x="121" y="120"/>
                  </a:lnTo>
                  <a:lnTo>
                    <a:pt x="114" y="117"/>
                  </a:lnTo>
                  <a:lnTo>
                    <a:pt x="110" y="115"/>
                  </a:lnTo>
                  <a:lnTo>
                    <a:pt x="107" y="113"/>
                  </a:lnTo>
                  <a:lnTo>
                    <a:pt x="105" y="111"/>
                  </a:lnTo>
                  <a:lnTo>
                    <a:pt x="102" y="108"/>
                  </a:lnTo>
                  <a:lnTo>
                    <a:pt x="100" y="125"/>
                  </a:lnTo>
                  <a:lnTo>
                    <a:pt x="95" y="134"/>
                  </a:lnTo>
                  <a:lnTo>
                    <a:pt x="82" y="137"/>
                  </a:lnTo>
                  <a:lnTo>
                    <a:pt x="72" y="137"/>
                  </a:lnTo>
                  <a:lnTo>
                    <a:pt x="61" y="137"/>
                  </a:lnTo>
                  <a:lnTo>
                    <a:pt x="48" y="137"/>
                  </a:lnTo>
                  <a:lnTo>
                    <a:pt x="48" y="123"/>
                  </a:lnTo>
                  <a:lnTo>
                    <a:pt x="67" y="110"/>
                  </a:lnTo>
                  <a:lnTo>
                    <a:pt x="88" y="97"/>
                  </a:lnTo>
                  <a:lnTo>
                    <a:pt x="112" y="87"/>
                  </a:lnTo>
                  <a:lnTo>
                    <a:pt x="140" y="80"/>
                  </a:lnTo>
                  <a:close/>
                  <a:moveTo>
                    <a:pt x="3671" y="80"/>
                  </a:moveTo>
                  <a:lnTo>
                    <a:pt x="3680" y="80"/>
                  </a:lnTo>
                  <a:lnTo>
                    <a:pt x="3683" y="89"/>
                  </a:lnTo>
                  <a:lnTo>
                    <a:pt x="3683" y="99"/>
                  </a:lnTo>
                  <a:lnTo>
                    <a:pt x="3683" y="111"/>
                  </a:lnTo>
                  <a:lnTo>
                    <a:pt x="3699" y="106"/>
                  </a:lnTo>
                  <a:lnTo>
                    <a:pt x="3711" y="99"/>
                  </a:lnTo>
                  <a:lnTo>
                    <a:pt x="3725" y="92"/>
                  </a:lnTo>
                  <a:lnTo>
                    <a:pt x="3725" y="146"/>
                  </a:lnTo>
                  <a:lnTo>
                    <a:pt x="3725" y="148"/>
                  </a:lnTo>
                  <a:lnTo>
                    <a:pt x="3723" y="148"/>
                  </a:lnTo>
                  <a:lnTo>
                    <a:pt x="3723" y="148"/>
                  </a:lnTo>
                  <a:lnTo>
                    <a:pt x="3723" y="148"/>
                  </a:lnTo>
                  <a:lnTo>
                    <a:pt x="3723" y="148"/>
                  </a:lnTo>
                  <a:lnTo>
                    <a:pt x="3722" y="150"/>
                  </a:lnTo>
                  <a:lnTo>
                    <a:pt x="3709" y="150"/>
                  </a:lnTo>
                  <a:lnTo>
                    <a:pt x="3692" y="151"/>
                  </a:lnTo>
                  <a:lnTo>
                    <a:pt x="3675" y="153"/>
                  </a:lnTo>
                  <a:lnTo>
                    <a:pt x="3661" y="155"/>
                  </a:lnTo>
                  <a:lnTo>
                    <a:pt x="3650" y="157"/>
                  </a:lnTo>
                  <a:lnTo>
                    <a:pt x="3645" y="158"/>
                  </a:lnTo>
                  <a:lnTo>
                    <a:pt x="3633" y="148"/>
                  </a:lnTo>
                  <a:lnTo>
                    <a:pt x="3624" y="134"/>
                  </a:lnTo>
                  <a:lnTo>
                    <a:pt x="3619" y="115"/>
                  </a:lnTo>
                  <a:lnTo>
                    <a:pt x="3620" y="110"/>
                  </a:lnTo>
                  <a:lnTo>
                    <a:pt x="3622" y="106"/>
                  </a:lnTo>
                  <a:lnTo>
                    <a:pt x="3624" y="103"/>
                  </a:lnTo>
                  <a:lnTo>
                    <a:pt x="3626" y="99"/>
                  </a:lnTo>
                  <a:lnTo>
                    <a:pt x="3627" y="96"/>
                  </a:lnTo>
                  <a:lnTo>
                    <a:pt x="3634" y="92"/>
                  </a:lnTo>
                  <a:lnTo>
                    <a:pt x="3643" y="87"/>
                  </a:lnTo>
                  <a:lnTo>
                    <a:pt x="3657" y="82"/>
                  </a:lnTo>
                  <a:lnTo>
                    <a:pt x="3671" y="80"/>
                  </a:lnTo>
                  <a:close/>
                  <a:moveTo>
                    <a:pt x="458" y="73"/>
                  </a:moveTo>
                  <a:lnTo>
                    <a:pt x="461" y="83"/>
                  </a:lnTo>
                  <a:lnTo>
                    <a:pt x="468" y="87"/>
                  </a:lnTo>
                  <a:lnTo>
                    <a:pt x="479" y="87"/>
                  </a:lnTo>
                  <a:lnTo>
                    <a:pt x="496" y="85"/>
                  </a:lnTo>
                  <a:lnTo>
                    <a:pt x="496" y="89"/>
                  </a:lnTo>
                  <a:lnTo>
                    <a:pt x="498" y="94"/>
                  </a:lnTo>
                  <a:lnTo>
                    <a:pt x="500" y="99"/>
                  </a:lnTo>
                  <a:lnTo>
                    <a:pt x="500" y="103"/>
                  </a:lnTo>
                  <a:lnTo>
                    <a:pt x="500" y="108"/>
                  </a:lnTo>
                  <a:lnTo>
                    <a:pt x="500" y="111"/>
                  </a:lnTo>
                  <a:lnTo>
                    <a:pt x="519" y="122"/>
                  </a:lnTo>
                  <a:lnTo>
                    <a:pt x="541" y="127"/>
                  </a:lnTo>
                  <a:lnTo>
                    <a:pt x="566" y="127"/>
                  </a:lnTo>
                  <a:lnTo>
                    <a:pt x="590" y="127"/>
                  </a:lnTo>
                  <a:lnTo>
                    <a:pt x="617" y="125"/>
                  </a:lnTo>
                  <a:lnTo>
                    <a:pt x="639" y="127"/>
                  </a:lnTo>
                  <a:lnTo>
                    <a:pt x="639" y="132"/>
                  </a:lnTo>
                  <a:lnTo>
                    <a:pt x="641" y="137"/>
                  </a:lnTo>
                  <a:lnTo>
                    <a:pt x="643" y="141"/>
                  </a:lnTo>
                  <a:lnTo>
                    <a:pt x="643" y="143"/>
                  </a:lnTo>
                  <a:lnTo>
                    <a:pt x="643" y="146"/>
                  </a:lnTo>
                  <a:lnTo>
                    <a:pt x="643" y="150"/>
                  </a:lnTo>
                  <a:lnTo>
                    <a:pt x="639" y="162"/>
                  </a:lnTo>
                  <a:lnTo>
                    <a:pt x="629" y="162"/>
                  </a:lnTo>
                  <a:lnTo>
                    <a:pt x="617" y="160"/>
                  </a:lnTo>
                  <a:lnTo>
                    <a:pt x="608" y="158"/>
                  </a:lnTo>
                  <a:lnTo>
                    <a:pt x="604" y="158"/>
                  </a:lnTo>
                  <a:lnTo>
                    <a:pt x="601" y="160"/>
                  </a:lnTo>
                  <a:lnTo>
                    <a:pt x="599" y="164"/>
                  </a:lnTo>
                  <a:lnTo>
                    <a:pt x="597" y="165"/>
                  </a:lnTo>
                  <a:lnTo>
                    <a:pt x="594" y="165"/>
                  </a:lnTo>
                  <a:lnTo>
                    <a:pt x="592" y="167"/>
                  </a:lnTo>
                  <a:lnTo>
                    <a:pt x="587" y="169"/>
                  </a:lnTo>
                  <a:lnTo>
                    <a:pt x="582" y="169"/>
                  </a:lnTo>
                  <a:lnTo>
                    <a:pt x="576" y="171"/>
                  </a:lnTo>
                  <a:lnTo>
                    <a:pt x="573" y="172"/>
                  </a:lnTo>
                  <a:lnTo>
                    <a:pt x="568" y="172"/>
                  </a:lnTo>
                  <a:lnTo>
                    <a:pt x="562" y="172"/>
                  </a:lnTo>
                  <a:lnTo>
                    <a:pt x="559" y="167"/>
                  </a:lnTo>
                  <a:lnTo>
                    <a:pt x="557" y="162"/>
                  </a:lnTo>
                  <a:lnTo>
                    <a:pt x="554" y="158"/>
                  </a:lnTo>
                  <a:lnTo>
                    <a:pt x="554" y="162"/>
                  </a:lnTo>
                  <a:lnTo>
                    <a:pt x="550" y="165"/>
                  </a:lnTo>
                  <a:lnTo>
                    <a:pt x="548" y="169"/>
                  </a:lnTo>
                  <a:lnTo>
                    <a:pt x="547" y="172"/>
                  </a:lnTo>
                  <a:lnTo>
                    <a:pt x="538" y="172"/>
                  </a:lnTo>
                  <a:lnTo>
                    <a:pt x="534" y="167"/>
                  </a:lnTo>
                  <a:lnTo>
                    <a:pt x="531" y="160"/>
                  </a:lnTo>
                  <a:lnTo>
                    <a:pt x="528" y="153"/>
                  </a:lnTo>
                  <a:lnTo>
                    <a:pt x="526" y="158"/>
                  </a:lnTo>
                  <a:lnTo>
                    <a:pt x="524" y="162"/>
                  </a:lnTo>
                  <a:lnTo>
                    <a:pt x="522" y="164"/>
                  </a:lnTo>
                  <a:lnTo>
                    <a:pt x="522" y="164"/>
                  </a:lnTo>
                  <a:lnTo>
                    <a:pt x="519" y="164"/>
                  </a:lnTo>
                  <a:lnTo>
                    <a:pt x="515" y="162"/>
                  </a:lnTo>
                  <a:lnTo>
                    <a:pt x="512" y="160"/>
                  </a:lnTo>
                  <a:lnTo>
                    <a:pt x="510" y="158"/>
                  </a:lnTo>
                  <a:lnTo>
                    <a:pt x="510" y="157"/>
                  </a:lnTo>
                  <a:lnTo>
                    <a:pt x="510" y="155"/>
                  </a:lnTo>
                  <a:lnTo>
                    <a:pt x="510" y="153"/>
                  </a:lnTo>
                  <a:lnTo>
                    <a:pt x="510" y="151"/>
                  </a:lnTo>
                  <a:lnTo>
                    <a:pt x="508" y="150"/>
                  </a:lnTo>
                  <a:lnTo>
                    <a:pt x="507" y="150"/>
                  </a:lnTo>
                  <a:lnTo>
                    <a:pt x="505" y="151"/>
                  </a:lnTo>
                  <a:lnTo>
                    <a:pt x="501" y="151"/>
                  </a:lnTo>
                  <a:lnTo>
                    <a:pt x="496" y="153"/>
                  </a:lnTo>
                  <a:lnTo>
                    <a:pt x="493" y="153"/>
                  </a:lnTo>
                  <a:lnTo>
                    <a:pt x="487" y="155"/>
                  </a:lnTo>
                  <a:lnTo>
                    <a:pt x="486" y="153"/>
                  </a:lnTo>
                  <a:lnTo>
                    <a:pt x="484" y="153"/>
                  </a:lnTo>
                  <a:lnTo>
                    <a:pt x="480" y="151"/>
                  </a:lnTo>
                  <a:lnTo>
                    <a:pt x="479" y="150"/>
                  </a:lnTo>
                  <a:lnTo>
                    <a:pt x="475" y="148"/>
                  </a:lnTo>
                  <a:lnTo>
                    <a:pt x="473" y="146"/>
                  </a:lnTo>
                  <a:lnTo>
                    <a:pt x="475" y="136"/>
                  </a:lnTo>
                  <a:lnTo>
                    <a:pt x="473" y="129"/>
                  </a:lnTo>
                  <a:lnTo>
                    <a:pt x="470" y="123"/>
                  </a:lnTo>
                  <a:lnTo>
                    <a:pt x="466" y="115"/>
                  </a:lnTo>
                  <a:lnTo>
                    <a:pt x="466" y="104"/>
                  </a:lnTo>
                  <a:lnTo>
                    <a:pt x="449" y="103"/>
                  </a:lnTo>
                  <a:lnTo>
                    <a:pt x="433" y="97"/>
                  </a:lnTo>
                  <a:lnTo>
                    <a:pt x="419" y="92"/>
                  </a:lnTo>
                  <a:lnTo>
                    <a:pt x="418" y="90"/>
                  </a:lnTo>
                  <a:lnTo>
                    <a:pt x="418" y="89"/>
                  </a:lnTo>
                  <a:lnTo>
                    <a:pt x="418" y="87"/>
                  </a:lnTo>
                  <a:lnTo>
                    <a:pt x="416" y="85"/>
                  </a:lnTo>
                  <a:lnTo>
                    <a:pt x="416" y="80"/>
                  </a:lnTo>
                  <a:lnTo>
                    <a:pt x="423" y="78"/>
                  </a:lnTo>
                  <a:lnTo>
                    <a:pt x="432" y="78"/>
                  </a:lnTo>
                  <a:lnTo>
                    <a:pt x="442" y="76"/>
                  </a:lnTo>
                  <a:lnTo>
                    <a:pt x="445" y="75"/>
                  </a:lnTo>
                  <a:lnTo>
                    <a:pt x="449" y="75"/>
                  </a:lnTo>
                  <a:lnTo>
                    <a:pt x="452" y="73"/>
                  </a:lnTo>
                  <a:lnTo>
                    <a:pt x="458" y="73"/>
                  </a:lnTo>
                  <a:close/>
                  <a:moveTo>
                    <a:pt x="377" y="73"/>
                  </a:moveTo>
                  <a:lnTo>
                    <a:pt x="409" y="73"/>
                  </a:lnTo>
                  <a:lnTo>
                    <a:pt x="409" y="76"/>
                  </a:lnTo>
                  <a:lnTo>
                    <a:pt x="411" y="80"/>
                  </a:lnTo>
                  <a:lnTo>
                    <a:pt x="411" y="83"/>
                  </a:lnTo>
                  <a:lnTo>
                    <a:pt x="412" y="89"/>
                  </a:lnTo>
                  <a:lnTo>
                    <a:pt x="404" y="89"/>
                  </a:lnTo>
                  <a:lnTo>
                    <a:pt x="400" y="89"/>
                  </a:lnTo>
                  <a:lnTo>
                    <a:pt x="397" y="89"/>
                  </a:lnTo>
                  <a:lnTo>
                    <a:pt x="390" y="87"/>
                  </a:lnTo>
                  <a:lnTo>
                    <a:pt x="384" y="87"/>
                  </a:lnTo>
                  <a:lnTo>
                    <a:pt x="377" y="85"/>
                  </a:lnTo>
                  <a:lnTo>
                    <a:pt x="377" y="73"/>
                  </a:lnTo>
                  <a:close/>
                  <a:moveTo>
                    <a:pt x="301" y="69"/>
                  </a:moveTo>
                  <a:lnTo>
                    <a:pt x="308" y="73"/>
                  </a:lnTo>
                  <a:lnTo>
                    <a:pt x="315" y="76"/>
                  </a:lnTo>
                  <a:lnTo>
                    <a:pt x="318" y="82"/>
                  </a:lnTo>
                  <a:lnTo>
                    <a:pt x="322" y="89"/>
                  </a:lnTo>
                  <a:lnTo>
                    <a:pt x="323" y="96"/>
                  </a:lnTo>
                  <a:lnTo>
                    <a:pt x="313" y="96"/>
                  </a:lnTo>
                  <a:lnTo>
                    <a:pt x="313" y="92"/>
                  </a:lnTo>
                  <a:lnTo>
                    <a:pt x="308" y="89"/>
                  </a:lnTo>
                  <a:lnTo>
                    <a:pt x="306" y="85"/>
                  </a:lnTo>
                  <a:lnTo>
                    <a:pt x="304" y="82"/>
                  </a:lnTo>
                  <a:lnTo>
                    <a:pt x="302" y="76"/>
                  </a:lnTo>
                  <a:lnTo>
                    <a:pt x="301" y="69"/>
                  </a:lnTo>
                  <a:close/>
                  <a:moveTo>
                    <a:pt x="489" y="61"/>
                  </a:moveTo>
                  <a:lnTo>
                    <a:pt x="505" y="61"/>
                  </a:lnTo>
                  <a:lnTo>
                    <a:pt x="505" y="69"/>
                  </a:lnTo>
                  <a:lnTo>
                    <a:pt x="489" y="69"/>
                  </a:lnTo>
                  <a:lnTo>
                    <a:pt x="489" y="61"/>
                  </a:lnTo>
                  <a:close/>
                  <a:moveTo>
                    <a:pt x="192" y="61"/>
                  </a:moveTo>
                  <a:lnTo>
                    <a:pt x="201" y="62"/>
                  </a:lnTo>
                  <a:lnTo>
                    <a:pt x="208" y="62"/>
                  </a:lnTo>
                  <a:lnTo>
                    <a:pt x="215" y="64"/>
                  </a:lnTo>
                  <a:lnTo>
                    <a:pt x="220" y="66"/>
                  </a:lnTo>
                  <a:lnTo>
                    <a:pt x="217" y="71"/>
                  </a:lnTo>
                  <a:lnTo>
                    <a:pt x="213" y="76"/>
                  </a:lnTo>
                  <a:lnTo>
                    <a:pt x="210" y="80"/>
                  </a:lnTo>
                  <a:lnTo>
                    <a:pt x="205" y="85"/>
                  </a:lnTo>
                  <a:lnTo>
                    <a:pt x="199" y="89"/>
                  </a:lnTo>
                  <a:lnTo>
                    <a:pt x="194" y="90"/>
                  </a:lnTo>
                  <a:lnTo>
                    <a:pt x="191" y="90"/>
                  </a:lnTo>
                  <a:lnTo>
                    <a:pt x="185" y="89"/>
                  </a:lnTo>
                  <a:lnTo>
                    <a:pt x="182" y="85"/>
                  </a:lnTo>
                  <a:lnTo>
                    <a:pt x="180" y="82"/>
                  </a:lnTo>
                  <a:lnTo>
                    <a:pt x="178" y="78"/>
                  </a:lnTo>
                  <a:lnTo>
                    <a:pt x="178" y="73"/>
                  </a:lnTo>
                  <a:lnTo>
                    <a:pt x="185" y="68"/>
                  </a:lnTo>
                  <a:lnTo>
                    <a:pt x="192" y="61"/>
                  </a:lnTo>
                  <a:close/>
                  <a:moveTo>
                    <a:pt x="435" y="54"/>
                  </a:moveTo>
                  <a:lnTo>
                    <a:pt x="440" y="54"/>
                  </a:lnTo>
                  <a:lnTo>
                    <a:pt x="444" y="54"/>
                  </a:lnTo>
                  <a:lnTo>
                    <a:pt x="447" y="54"/>
                  </a:lnTo>
                  <a:lnTo>
                    <a:pt x="449" y="54"/>
                  </a:lnTo>
                  <a:lnTo>
                    <a:pt x="452" y="54"/>
                  </a:lnTo>
                  <a:lnTo>
                    <a:pt x="456" y="54"/>
                  </a:lnTo>
                  <a:lnTo>
                    <a:pt x="461" y="54"/>
                  </a:lnTo>
                  <a:lnTo>
                    <a:pt x="461" y="61"/>
                  </a:lnTo>
                  <a:lnTo>
                    <a:pt x="438" y="66"/>
                  </a:lnTo>
                  <a:lnTo>
                    <a:pt x="435" y="54"/>
                  </a:lnTo>
                  <a:close/>
                  <a:moveTo>
                    <a:pt x="220" y="43"/>
                  </a:moveTo>
                  <a:lnTo>
                    <a:pt x="227" y="45"/>
                  </a:lnTo>
                  <a:lnTo>
                    <a:pt x="234" y="47"/>
                  </a:lnTo>
                  <a:lnTo>
                    <a:pt x="240" y="50"/>
                  </a:lnTo>
                  <a:lnTo>
                    <a:pt x="236" y="50"/>
                  </a:lnTo>
                  <a:lnTo>
                    <a:pt x="227" y="54"/>
                  </a:lnTo>
                  <a:lnTo>
                    <a:pt x="217" y="54"/>
                  </a:lnTo>
                  <a:lnTo>
                    <a:pt x="205" y="54"/>
                  </a:lnTo>
                  <a:lnTo>
                    <a:pt x="205" y="50"/>
                  </a:lnTo>
                  <a:lnTo>
                    <a:pt x="208" y="50"/>
                  </a:lnTo>
                  <a:lnTo>
                    <a:pt x="212" y="47"/>
                  </a:lnTo>
                  <a:lnTo>
                    <a:pt x="217" y="45"/>
                  </a:lnTo>
                  <a:lnTo>
                    <a:pt x="220" y="43"/>
                  </a:lnTo>
                  <a:close/>
                  <a:moveTo>
                    <a:pt x="2671" y="41"/>
                  </a:moveTo>
                  <a:lnTo>
                    <a:pt x="2688" y="43"/>
                  </a:lnTo>
                  <a:lnTo>
                    <a:pt x="2692" y="47"/>
                  </a:lnTo>
                  <a:lnTo>
                    <a:pt x="2694" y="50"/>
                  </a:lnTo>
                  <a:lnTo>
                    <a:pt x="2697" y="54"/>
                  </a:lnTo>
                  <a:lnTo>
                    <a:pt x="2695" y="57"/>
                  </a:lnTo>
                  <a:lnTo>
                    <a:pt x="2695" y="59"/>
                  </a:lnTo>
                  <a:lnTo>
                    <a:pt x="2695" y="59"/>
                  </a:lnTo>
                  <a:lnTo>
                    <a:pt x="2694" y="61"/>
                  </a:lnTo>
                  <a:lnTo>
                    <a:pt x="2694" y="61"/>
                  </a:lnTo>
                  <a:lnTo>
                    <a:pt x="2683" y="75"/>
                  </a:lnTo>
                  <a:lnTo>
                    <a:pt x="2669" y="85"/>
                  </a:lnTo>
                  <a:lnTo>
                    <a:pt x="2653" y="94"/>
                  </a:lnTo>
                  <a:lnTo>
                    <a:pt x="2634" y="101"/>
                  </a:lnTo>
                  <a:lnTo>
                    <a:pt x="2617" y="108"/>
                  </a:lnTo>
                  <a:lnTo>
                    <a:pt x="2601" y="115"/>
                  </a:lnTo>
                  <a:lnTo>
                    <a:pt x="2584" y="129"/>
                  </a:lnTo>
                  <a:lnTo>
                    <a:pt x="2564" y="150"/>
                  </a:lnTo>
                  <a:lnTo>
                    <a:pt x="2544" y="174"/>
                  </a:lnTo>
                  <a:lnTo>
                    <a:pt x="2524" y="202"/>
                  </a:lnTo>
                  <a:lnTo>
                    <a:pt x="2509" y="230"/>
                  </a:lnTo>
                  <a:lnTo>
                    <a:pt x="2498" y="258"/>
                  </a:lnTo>
                  <a:lnTo>
                    <a:pt x="2493" y="284"/>
                  </a:lnTo>
                  <a:lnTo>
                    <a:pt x="2495" y="293"/>
                  </a:lnTo>
                  <a:lnTo>
                    <a:pt x="2502" y="303"/>
                  </a:lnTo>
                  <a:lnTo>
                    <a:pt x="2510" y="314"/>
                  </a:lnTo>
                  <a:lnTo>
                    <a:pt x="2521" y="322"/>
                  </a:lnTo>
                  <a:lnTo>
                    <a:pt x="2521" y="326"/>
                  </a:lnTo>
                  <a:lnTo>
                    <a:pt x="2516" y="326"/>
                  </a:lnTo>
                  <a:lnTo>
                    <a:pt x="2512" y="335"/>
                  </a:lnTo>
                  <a:lnTo>
                    <a:pt x="2498" y="329"/>
                  </a:lnTo>
                  <a:lnTo>
                    <a:pt x="2482" y="326"/>
                  </a:lnTo>
                  <a:lnTo>
                    <a:pt x="2477" y="312"/>
                  </a:lnTo>
                  <a:lnTo>
                    <a:pt x="2468" y="300"/>
                  </a:lnTo>
                  <a:lnTo>
                    <a:pt x="2460" y="291"/>
                  </a:lnTo>
                  <a:lnTo>
                    <a:pt x="2451" y="282"/>
                  </a:lnTo>
                  <a:lnTo>
                    <a:pt x="2444" y="268"/>
                  </a:lnTo>
                  <a:lnTo>
                    <a:pt x="2454" y="261"/>
                  </a:lnTo>
                  <a:lnTo>
                    <a:pt x="2460" y="258"/>
                  </a:lnTo>
                  <a:lnTo>
                    <a:pt x="2460" y="253"/>
                  </a:lnTo>
                  <a:lnTo>
                    <a:pt x="2458" y="249"/>
                  </a:lnTo>
                  <a:lnTo>
                    <a:pt x="2456" y="242"/>
                  </a:lnTo>
                  <a:lnTo>
                    <a:pt x="2458" y="235"/>
                  </a:lnTo>
                  <a:lnTo>
                    <a:pt x="2463" y="226"/>
                  </a:lnTo>
                  <a:lnTo>
                    <a:pt x="2470" y="221"/>
                  </a:lnTo>
                  <a:lnTo>
                    <a:pt x="2477" y="214"/>
                  </a:lnTo>
                  <a:lnTo>
                    <a:pt x="2482" y="204"/>
                  </a:lnTo>
                  <a:lnTo>
                    <a:pt x="2479" y="202"/>
                  </a:lnTo>
                  <a:lnTo>
                    <a:pt x="2475" y="200"/>
                  </a:lnTo>
                  <a:lnTo>
                    <a:pt x="2475" y="199"/>
                  </a:lnTo>
                  <a:lnTo>
                    <a:pt x="2474" y="199"/>
                  </a:lnTo>
                  <a:lnTo>
                    <a:pt x="2474" y="197"/>
                  </a:lnTo>
                  <a:lnTo>
                    <a:pt x="2474" y="195"/>
                  </a:lnTo>
                  <a:lnTo>
                    <a:pt x="2482" y="186"/>
                  </a:lnTo>
                  <a:lnTo>
                    <a:pt x="2491" y="178"/>
                  </a:lnTo>
                  <a:lnTo>
                    <a:pt x="2496" y="165"/>
                  </a:lnTo>
                  <a:lnTo>
                    <a:pt x="2498" y="162"/>
                  </a:lnTo>
                  <a:lnTo>
                    <a:pt x="2496" y="157"/>
                  </a:lnTo>
                  <a:lnTo>
                    <a:pt x="2496" y="153"/>
                  </a:lnTo>
                  <a:lnTo>
                    <a:pt x="2495" y="151"/>
                  </a:lnTo>
                  <a:lnTo>
                    <a:pt x="2495" y="146"/>
                  </a:lnTo>
                  <a:lnTo>
                    <a:pt x="2495" y="143"/>
                  </a:lnTo>
                  <a:lnTo>
                    <a:pt x="2496" y="137"/>
                  </a:lnTo>
                  <a:lnTo>
                    <a:pt x="2510" y="122"/>
                  </a:lnTo>
                  <a:lnTo>
                    <a:pt x="2528" y="106"/>
                  </a:lnTo>
                  <a:lnTo>
                    <a:pt x="2550" y="90"/>
                  </a:lnTo>
                  <a:lnTo>
                    <a:pt x="2573" y="78"/>
                  </a:lnTo>
                  <a:lnTo>
                    <a:pt x="2592" y="69"/>
                  </a:lnTo>
                  <a:lnTo>
                    <a:pt x="2624" y="69"/>
                  </a:lnTo>
                  <a:lnTo>
                    <a:pt x="2634" y="64"/>
                  </a:lnTo>
                  <a:lnTo>
                    <a:pt x="2641" y="59"/>
                  </a:lnTo>
                  <a:lnTo>
                    <a:pt x="2646" y="52"/>
                  </a:lnTo>
                  <a:lnTo>
                    <a:pt x="2652" y="48"/>
                  </a:lnTo>
                  <a:lnTo>
                    <a:pt x="2659" y="45"/>
                  </a:lnTo>
                  <a:lnTo>
                    <a:pt x="2671" y="41"/>
                  </a:lnTo>
                  <a:close/>
                  <a:moveTo>
                    <a:pt x="400" y="15"/>
                  </a:moveTo>
                  <a:lnTo>
                    <a:pt x="416" y="15"/>
                  </a:lnTo>
                  <a:lnTo>
                    <a:pt x="421" y="22"/>
                  </a:lnTo>
                  <a:lnTo>
                    <a:pt x="428" y="29"/>
                  </a:lnTo>
                  <a:lnTo>
                    <a:pt x="435" y="34"/>
                  </a:lnTo>
                  <a:lnTo>
                    <a:pt x="432" y="38"/>
                  </a:lnTo>
                  <a:lnTo>
                    <a:pt x="430" y="40"/>
                  </a:lnTo>
                  <a:lnTo>
                    <a:pt x="428" y="41"/>
                  </a:lnTo>
                  <a:lnTo>
                    <a:pt x="426" y="45"/>
                  </a:lnTo>
                  <a:lnTo>
                    <a:pt x="425" y="48"/>
                  </a:lnTo>
                  <a:lnTo>
                    <a:pt x="423" y="54"/>
                  </a:lnTo>
                  <a:lnTo>
                    <a:pt x="418" y="54"/>
                  </a:lnTo>
                  <a:lnTo>
                    <a:pt x="411" y="54"/>
                  </a:lnTo>
                  <a:lnTo>
                    <a:pt x="407" y="52"/>
                  </a:lnTo>
                  <a:lnTo>
                    <a:pt x="402" y="52"/>
                  </a:lnTo>
                  <a:lnTo>
                    <a:pt x="397" y="50"/>
                  </a:lnTo>
                  <a:lnTo>
                    <a:pt x="397" y="43"/>
                  </a:lnTo>
                  <a:lnTo>
                    <a:pt x="398" y="38"/>
                  </a:lnTo>
                  <a:lnTo>
                    <a:pt x="400" y="31"/>
                  </a:lnTo>
                  <a:lnTo>
                    <a:pt x="400" y="24"/>
                  </a:lnTo>
                  <a:lnTo>
                    <a:pt x="400" y="15"/>
                  </a:lnTo>
                  <a:close/>
                  <a:moveTo>
                    <a:pt x="3165" y="0"/>
                  </a:moveTo>
                  <a:lnTo>
                    <a:pt x="3184" y="0"/>
                  </a:lnTo>
                  <a:lnTo>
                    <a:pt x="3188" y="5"/>
                  </a:lnTo>
                  <a:lnTo>
                    <a:pt x="3189" y="7"/>
                  </a:lnTo>
                  <a:lnTo>
                    <a:pt x="3191" y="10"/>
                  </a:lnTo>
                  <a:lnTo>
                    <a:pt x="3195" y="14"/>
                  </a:lnTo>
                  <a:lnTo>
                    <a:pt x="3196" y="19"/>
                  </a:lnTo>
                  <a:lnTo>
                    <a:pt x="3191" y="21"/>
                  </a:lnTo>
                  <a:lnTo>
                    <a:pt x="3189" y="22"/>
                  </a:lnTo>
                  <a:lnTo>
                    <a:pt x="3186" y="24"/>
                  </a:lnTo>
                  <a:lnTo>
                    <a:pt x="3184" y="27"/>
                  </a:lnTo>
                  <a:lnTo>
                    <a:pt x="3182" y="29"/>
                  </a:lnTo>
                  <a:lnTo>
                    <a:pt x="3181" y="34"/>
                  </a:lnTo>
                  <a:lnTo>
                    <a:pt x="3195" y="38"/>
                  </a:lnTo>
                  <a:lnTo>
                    <a:pt x="3202" y="41"/>
                  </a:lnTo>
                  <a:lnTo>
                    <a:pt x="3209" y="48"/>
                  </a:lnTo>
                  <a:lnTo>
                    <a:pt x="3216" y="57"/>
                  </a:lnTo>
                  <a:lnTo>
                    <a:pt x="3228" y="52"/>
                  </a:lnTo>
                  <a:lnTo>
                    <a:pt x="3240" y="50"/>
                  </a:lnTo>
                  <a:lnTo>
                    <a:pt x="3254" y="48"/>
                  </a:lnTo>
                  <a:lnTo>
                    <a:pt x="3270" y="43"/>
                  </a:lnTo>
                  <a:lnTo>
                    <a:pt x="3271" y="41"/>
                  </a:lnTo>
                  <a:lnTo>
                    <a:pt x="3271" y="41"/>
                  </a:lnTo>
                  <a:lnTo>
                    <a:pt x="3273" y="43"/>
                  </a:lnTo>
                  <a:lnTo>
                    <a:pt x="3273" y="45"/>
                  </a:lnTo>
                  <a:lnTo>
                    <a:pt x="3273" y="47"/>
                  </a:lnTo>
                  <a:lnTo>
                    <a:pt x="3287" y="54"/>
                  </a:lnTo>
                  <a:lnTo>
                    <a:pt x="3298" y="62"/>
                  </a:lnTo>
                  <a:lnTo>
                    <a:pt x="3306" y="73"/>
                  </a:lnTo>
                  <a:lnTo>
                    <a:pt x="3315" y="85"/>
                  </a:lnTo>
                  <a:lnTo>
                    <a:pt x="3315" y="108"/>
                  </a:lnTo>
                  <a:lnTo>
                    <a:pt x="3303" y="117"/>
                  </a:lnTo>
                  <a:lnTo>
                    <a:pt x="3298" y="125"/>
                  </a:lnTo>
                  <a:lnTo>
                    <a:pt x="3294" y="134"/>
                  </a:lnTo>
                  <a:lnTo>
                    <a:pt x="3289" y="143"/>
                  </a:lnTo>
                  <a:lnTo>
                    <a:pt x="3275" y="151"/>
                  </a:lnTo>
                  <a:lnTo>
                    <a:pt x="3259" y="160"/>
                  </a:lnTo>
                  <a:lnTo>
                    <a:pt x="3243" y="171"/>
                  </a:lnTo>
                  <a:lnTo>
                    <a:pt x="3231" y="185"/>
                  </a:lnTo>
                  <a:lnTo>
                    <a:pt x="3235" y="185"/>
                  </a:lnTo>
                  <a:lnTo>
                    <a:pt x="3247" y="178"/>
                  </a:lnTo>
                  <a:lnTo>
                    <a:pt x="3261" y="176"/>
                  </a:lnTo>
                  <a:lnTo>
                    <a:pt x="3277" y="178"/>
                  </a:lnTo>
                  <a:lnTo>
                    <a:pt x="3277" y="181"/>
                  </a:lnTo>
                  <a:lnTo>
                    <a:pt x="3275" y="185"/>
                  </a:lnTo>
                  <a:lnTo>
                    <a:pt x="3275" y="186"/>
                  </a:lnTo>
                  <a:lnTo>
                    <a:pt x="3275" y="188"/>
                  </a:lnTo>
                  <a:lnTo>
                    <a:pt x="3275" y="188"/>
                  </a:lnTo>
                  <a:lnTo>
                    <a:pt x="3275" y="190"/>
                  </a:lnTo>
                  <a:lnTo>
                    <a:pt x="3277" y="190"/>
                  </a:lnTo>
                  <a:lnTo>
                    <a:pt x="3280" y="192"/>
                  </a:lnTo>
                  <a:lnTo>
                    <a:pt x="3285" y="186"/>
                  </a:lnTo>
                  <a:lnTo>
                    <a:pt x="3292" y="181"/>
                  </a:lnTo>
                  <a:lnTo>
                    <a:pt x="3299" y="176"/>
                  </a:lnTo>
                  <a:lnTo>
                    <a:pt x="3308" y="172"/>
                  </a:lnTo>
                  <a:lnTo>
                    <a:pt x="3308" y="178"/>
                  </a:lnTo>
                  <a:lnTo>
                    <a:pt x="3305" y="183"/>
                  </a:lnTo>
                  <a:lnTo>
                    <a:pt x="3303" y="188"/>
                  </a:lnTo>
                  <a:lnTo>
                    <a:pt x="3301" y="195"/>
                  </a:lnTo>
                  <a:lnTo>
                    <a:pt x="3299" y="204"/>
                  </a:lnTo>
                  <a:lnTo>
                    <a:pt x="3301" y="206"/>
                  </a:lnTo>
                  <a:lnTo>
                    <a:pt x="3301" y="206"/>
                  </a:lnTo>
                  <a:lnTo>
                    <a:pt x="3301" y="206"/>
                  </a:lnTo>
                  <a:lnTo>
                    <a:pt x="3301" y="206"/>
                  </a:lnTo>
                  <a:lnTo>
                    <a:pt x="3303" y="206"/>
                  </a:lnTo>
                  <a:lnTo>
                    <a:pt x="3303" y="207"/>
                  </a:lnTo>
                  <a:lnTo>
                    <a:pt x="3312" y="207"/>
                  </a:lnTo>
                  <a:lnTo>
                    <a:pt x="3312" y="195"/>
                  </a:lnTo>
                  <a:lnTo>
                    <a:pt x="3329" y="193"/>
                  </a:lnTo>
                  <a:lnTo>
                    <a:pt x="3345" y="193"/>
                  </a:lnTo>
                  <a:lnTo>
                    <a:pt x="3357" y="195"/>
                  </a:lnTo>
                  <a:lnTo>
                    <a:pt x="3369" y="204"/>
                  </a:lnTo>
                  <a:lnTo>
                    <a:pt x="3369" y="206"/>
                  </a:lnTo>
                  <a:lnTo>
                    <a:pt x="3369" y="211"/>
                  </a:lnTo>
                  <a:lnTo>
                    <a:pt x="3371" y="216"/>
                  </a:lnTo>
                  <a:lnTo>
                    <a:pt x="3371" y="221"/>
                  </a:lnTo>
                  <a:lnTo>
                    <a:pt x="3373" y="226"/>
                  </a:lnTo>
                  <a:lnTo>
                    <a:pt x="3423" y="230"/>
                  </a:lnTo>
                  <a:lnTo>
                    <a:pt x="3427" y="219"/>
                  </a:lnTo>
                  <a:lnTo>
                    <a:pt x="3427" y="216"/>
                  </a:lnTo>
                  <a:lnTo>
                    <a:pt x="3427" y="214"/>
                  </a:lnTo>
                  <a:lnTo>
                    <a:pt x="3427" y="211"/>
                  </a:lnTo>
                  <a:lnTo>
                    <a:pt x="3427" y="206"/>
                  </a:lnTo>
                  <a:lnTo>
                    <a:pt x="3427" y="200"/>
                  </a:lnTo>
                  <a:lnTo>
                    <a:pt x="3430" y="199"/>
                  </a:lnTo>
                  <a:lnTo>
                    <a:pt x="3430" y="199"/>
                  </a:lnTo>
                  <a:lnTo>
                    <a:pt x="3432" y="199"/>
                  </a:lnTo>
                  <a:lnTo>
                    <a:pt x="3432" y="197"/>
                  </a:lnTo>
                  <a:lnTo>
                    <a:pt x="3434" y="195"/>
                  </a:lnTo>
                  <a:lnTo>
                    <a:pt x="3444" y="200"/>
                  </a:lnTo>
                  <a:lnTo>
                    <a:pt x="3455" y="206"/>
                  </a:lnTo>
                  <a:lnTo>
                    <a:pt x="3465" y="211"/>
                  </a:lnTo>
                  <a:lnTo>
                    <a:pt x="3476" y="202"/>
                  </a:lnTo>
                  <a:lnTo>
                    <a:pt x="3488" y="197"/>
                  </a:lnTo>
                  <a:lnTo>
                    <a:pt x="3507" y="195"/>
                  </a:lnTo>
                  <a:lnTo>
                    <a:pt x="3507" y="200"/>
                  </a:lnTo>
                  <a:lnTo>
                    <a:pt x="3510" y="200"/>
                  </a:lnTo>
                  <a:lnTo>
                    <a:pt x="3519" y="235"/>
                  </a:lnTo>
                  <a:lnTo>
                    <a:pt x="3507" y="247"/>
                  </a:lnTo>
                  <a:lnTo>
                    <a:pt x="3500" y="265"/>
                  </a:lnTo>
                  <a:lnTo>
                    <a:pt x="3502" y="268"/>
                  </a:lnTo>
                  <a:lnTo>
                    <a:pt x="3504" y="272"/>
                  </a:lnTo>
                  <a:lnTo>
                    <a:pt x="3504" y="275"/>
                  </a:lnTo>
                  <a:lnTo>
                    <a:pt x="3505" y="279"/>
                  </a:lnTo>
                  <a:lnTo>
                    <a:pt x="3507" y="284"/>
                  </a:lnTo>
                  <a:lnTo>
                    <a:pt x="3516" y="293"/>
                  </a:lnTo>
                  <a:lnTo>
                    <a:pt x="3528" y="300"/>
                  </a:lnTo>
                  <a:lnTo>
                    <a:pt x="3538" y="307"/>
                  </a:lnTo>
                  <a:lnTo>
                    <a:pt x="3538" y="307"/>
                  </a:lnTo>
                  <a:lnTo>
                    <a:pt x="3540" y="305"/>
                  </a:lnTo>
                  <a:lnTo>
                    <a:pt x="3540" y="305"/>
                  </a:lnTo>
                  <a:lnTo>
                    <a:pt x="3540" y="305"/>
                  </a:lnTo>
                  <a:lnTo>
                    <a:pt x="3540" y="305"/>
                  </a:lnTo>
                  <a:lnTo>
                    <a:pt x="3542" y="303"/>
                  </a:lnTo>
                  <a:lnTo>
                    <a:pt x="3547" y="295"/>
                  </a:lnTo>
                  <a:lnTo>
                    <a:pt x="3551" y="284"/>
                  </a:lnTo>
                  <a:lnTo>
                    <a:pt x="3554" y="274"/>
                  </a:lnTo>
                  <a:lnTo>
                    <a:pt x="3561" y="265"/>
                  </a:lnTo>
                  <a:lnTo>
                    <a:pt x="3561" y="274"/>
                  </a:lnTo>
                  <a:lnTo>
                    <a:pt x="3563" y="281"/>
                  </a:lnTo>
                  <a:lnTo>
                    <a:pt x="3566" y="286"/>
                  </a:lnTo>
                  <a:lnTo>
                    <a:pt x="3572" y="289"/>
                  </a:lnTo>
                  <a:lnTo>
                    <a:pt x="3579" y="291"/>
                  </a:lnTo>
                  <a:lnTo>
                    <a:pt x="3587" y="293"/>
                  </a:lnTo>
                  <a:lnTo>
                    <a:pt x="3600" y="272"/>
                  </a:lnTo>
                  <a:lnTo>
                    <a:pt x="3605" y="277"/>
                  </a:lnTo>
                  <a:lnTo>
                    <a:pt x="3610" y="281"/>
                  </a:lnTo>
                  <a:lnTo>
                    <a:pt x="3613" y="286"/>
                  </a:lnTo>
                  <a:lnTo>
                    <a:pt x="3619" y="289"/>
                  </a:lnTo>
                  <a:lnTo>
                    <a:pt x="3626" y="293"/>
                  </a:lnTo>
                  <a:lnTo>
                    <a:pt x="3629" y="289"/>
                  </a:lnTo>
                  <a:lnTo>
                    <a:pt x="3633" y="286"/>
                  </a:lnTo>
                  <a:lnTo>
                    <a:pt x="3636" y="286"/>
                  </a:lnTo>
                  <a:lnTo>
                    <a:pt x="3638" y="286"/>
                  </a:lnTo>
                  <a:lnTo>
                    <a:pt x="3643" y="286"/>
                  </a:lnTo>
                  <a:lnTo>
                    <a:pt x="3647" y="288"/>
                  </a:lnTo>
                  <a:lnTo>
                    <a:pt x="3654" y="288"/>
                  </a:lnTo>
                  <a:lnTo>
                    <a:pt x="3652" y="270"/>
                  </a:lnTo>
                  <a:lnTo>
                    <a:pt x="3648" y="258"/>
                  </a:lnTo>
                  <a:lnTo>
                    <a:pt x="3645" y="242"/>
                  </a:lnTo>
                  <a:lnTo>
                    <a:pt x="3657" y="239"/>
                  </a:lnTo>
                  <a:lnTo>
                    <a:pt x="3668" y="235"/>
                  </a:lnTo>
                  <a:lnTo>
                    <a:pt x="3685" y="235"/>
                  </a:lnTo>
                  <a:lnTo>
                    <a:pt x="3704" y="237"/>
                  </a:lnTo>
                  <a:lnTo>
                    <a:pt x="3723" y="242"/>
                  </a:lnTo>
                  <a:lnTo>
                    <a:pt x="3741" y="247"/>
                  </a:lnTo>
                  <a:lnTo>
                    <a:pt x="3757" y="253"/>
                  </a:lnTo>
                  <a:lnTo>
                    <a:pt x="3764" y="258"/>
                  </a:lnTo>
                  <a:lnTo>
                    <a:pt x="3767" y="261"/>
                  </a:lnTo>
                  <a:lnTo>
                    <a:pt x="3769" y="267"/>
                  </a:lnTo>
                  <a:lnTo>
                    <a:pt x="3769" y="270"/>
                  </a:lnTo>
                  <a:lnTo>
                    <a:pt x="3771" y="272"/>
                  </a:lnTo>
                  <a:lnTo>
                    <a:pt x="3771" y="275"/>
                  </a:lnTo>
                  <a:lnTo>
                    <a:pt x="3774" y="277"/>
                  </a:lnTo>
                  <a:lnTo>
                    <a:pt x="3778" y="279"/>
                  </a:lnTo>
                  <a:lnTo>
                    <a:pt x="3783" y="281"/>
                  </a:lnTo>
                  <a:lnTo>
                    <a:pt x="3793" y="277"/>
                  </a:lnTo>
                  <a:lnTo>
                    <a:pt x="3805" y="277"/>
                  </a:lnTo>
                  <a:lnTo>
                    <a:pt x="3818" y="277"/>
                  </a:lnTo>
                  <a:lnTo>
                    <a:pt x="3823" y="288"/>
                  </a:lnTo>
                  <a:lnTo>
                    <a:pt x="3830" y="298"/>
                  </a:lnTo>
                  <a:lnTo>
                    <a:pt x="3840" y="307"/>
                  </a:lnTo>
                  <a:lnTo>
                    <a:pt x="3853" y="312"/>
                  </a:lnTo>
                  <a:lnTo>
                    <a:pt x="3865" y="307"/>
                  </a:lnTo>
                  <a:lnTo>
                    <a:pt x="3882" y="307"/>
                  </a:lnTo>
                  <a:lnTo>
                    <a:pt x="3898" y="309"/>
                  </a:lnTo>
                  <a:lnTo>
                    <a:pt x="3914" y="312"/>
                  </a:lnTo>
                  <a:lnTo>
                    <a:pt x="3926" y="315"/>
                  </a:lnTo>
                  <a:lnTo>
                    <a:pt x="3931" y="331"/>
                  </a:lnTo>
                  <a:lnTo>
                    <a:pt x="3933" y="345"/>
                  </a:lnTo>
                  <a:lnTo>
                    <a:pt x="3936" y="357"/>
                  </a:lnTo>
                  <a:lnTo>
                    <a:pt x="3940" y="359"/>
                  </a:lnTo>
                  <a:lnTo>
                    <a:pt x="3942" y="363"/>
                  </a:lnTo>
                  <a:lnTo>
                    <a:pt x="3945" y="364"/>
                  </a:lnTo>
                  <a:lnTo>
                    <a:pt x="3978" y="361"/>
                  </a:lnTo>
                  <a:lnTo>
                    <a:pt x="4011" y="361"/>
                  </a:lnTo>
                  <a:lnTo>
                    <a:pt x="4045" y="361"/>
                  </a:lnTo>
                  <a:lnTo>
                    <a:pt x="4048" y="368"/>
                  </a:lnTo>
                  <a:lnTo>
                    <a:pt x="4053" y="373"/>
                  </a:lnTo>
                  <a:lnTo>
                    <a:pt x="4059" y="380"/>
                  </a:lnTo>
                  <a:lnTo>
                    <a:pt x="4064" y="384"/>
                  </a:lnTo>
                  <a:lnTo>
                    <a:pt x="4071" y="389"/>
                  </a:lnTo>
                  <a:lnTo>
                    <a:pt x="4071" y="384"/>
                  </a:lnTo>
                  <a:lnTo>
                    <a:pt x="4073" y="382"/>
                  </a:lnTo>
                  <a:lnTo>
                    <a:pt x="4074" y="378"/>
                  </a:lnTo>
                  <a:lnTo>
                    <a:pt x="4074" y="375"/>
                  </a:lnTo>
                  <a:lnTo>
                    <a:pt x="4076" y="370"/>
                  </a:lnTo>
                  <a:lnTo>
                    <a:pt x="4073" y="364"/>
                  </a:lnTo>
                  <a:lnTo>
                    <a:pt x="4071" y="361"/>
                  </a:lnTo>
                  <a:lnTo>
                    <a:pt x="4069" y="359"/>
                  </a:lnTo>
                  <a:lnTo>
                    <a:pt x="4069" y="356"/>
                  </a:lnTo>
                  <a:lnTo>
                    <a:pt x="4071" y="352"/>
                  </a:lnTo>
                  <a:lnTo>
                    <a:pt x="4071" y="347"/>
                  </a:lnTo>
                  <a:lnTo>
                    <a:pt x="4071" y="342"/>
                  </a:lnTo>
                  <a:lnTo>
                    <a:pt x="4088" y="345"/>
                  </a:lnTo>
                  <a:lnTo>
                    <a:pt x="4100" y="352"/>
                  </a:lnTo>
                  <a:lnTo>
                    <a:pt x="4114" y="357"/>
                  </a:lnTo>
                  <a:lnTo>
                    <a:pt x="4120" y="357"/>
                  </a:lnTo>
                  <a:lnTo>
                    <a:pt x="4125" y="357"/>
                  </a:lnTo>
                  <a:lnTo>
                    <a:pt x="4130" y="356"/>
                  </a:lnTo>
                  <a:lnTo>
                    <a:pt x="4134" y="352"/>
                  </a:lnTo>
                  <a:lnTo>
                    <a:pt x="4137" y="350"/>
                  </a:lnTo>
                  <a:lnTo>
                    <a:pt x="4141" y="349"/>
                  </a:lnTo>
                  <a:lnTo>
                    <a:pt x="4198" y="373"/>
                  </a:lnTo>
                  <a:lnTo>
                    <a:pt x="4230" y="406"/>
                  </a:lnTo>
                  <a:lnTo>
                    <a:pt x="4235" y="410"/>
                  </a:lnTo>
                  <a:lnTo>
                    <a:pt x="4240" y="410"/>
                  </a:lnTo>
                  <a:lnTo>
                    <a:pt x="4245" y="411"/>
                  </a:lnTo>
                  <a:lnTo>
                    <a:pt x="4251" y="411"/>
                  </a:lnTo>
                  <a:lnTo>
                    <a:pt x="4256" y="415"/>
                  </a:lnTo>
                  <a:lnTo>
                    <a:pt x="4266" y="424"/>
                  </a:lnTo>
                  <a:lnTo>
                    <a:pt x="4273" y="434"/>
                  </a:lnTo>
                  <a:lnTo>
                    <a:pt x="4280" y="443"/>
                  </a:lnTo>
                  <a:lnTo>
                    <a:pt x="4289" y="450"/>
                  </a:lnTo>
                  <a:lnTo>
                    <a:pt x="4306" y="453"/>
                  </a:lnTo>
                  <a:lnTo>
                    <a:pt x="4308" y="452"/>
                  </a:lnTo>
                  <a:lnTo>
                    <a:pt x="4310" y="452"/>
                  </a:lnTo>
                  <a:lnTo>
                    <a:pt x="4312" y="450"/>
                  </a:lnTo>
                  <a:lnTo>
                    <a:pt x="4313" y="450"/>
                  </a:lnTo>
                  <a:lnTo>
                    <a:pt x="4317" y="450"/>
                  </a:lnTo>
                  <a:lnTo>
                    <a:pt x="4327" y="462"/>
                  </a:lnTo>
                  <a:lnTo>
                    <a:pt x="4338" y="474"/>
                  </a:lnTo>
                  <a:lnTo>
                    <a:pt x="4347" y="487"/>
                  </a:lnTo>
                  <a:lnTo>
                    <a:pt x="4352" y="504"/>
                  </a:lnTo>
                  <a:lnTo>
                    <a:pt x="4317" y="504"/>
                  </a:lnTo>
                  <a:lnTo>
                    <a:pt x="4315" y="507"/>
                  </a:lnTo>
                  <a:lnTo>
                    <a:pt x="4312" y="511"/>
                  </a:lnTo>
                  <a:lnTo>
                    <a:pt x="4310" y="513"/>
                  </a:lnTo>
                  <a:lnTo>
                    <a:pt x="4308" y="518"/>
                  </a:lnTo>
                  <a:lnTo>
                    <a:pt x="4306" y="523"/>
                  </a:lnTo>
                  <a:lnTo>
                    <a:pt x="4310" y="525"/>
                  </a:lnTo>
                  <a:lnTo>
                    <a:pt x="4312" y="527"/>
                  </a:lnTo>
                  <a:lnTo>
                    <a:pt x="4313" y="528"/>
                  </a:lnTo>
                  <a:lnTo>
                    <a:pt x="4315" y="532"/>
                  </a:lnTo>
                  <a:lnTo>
                    <a:pt x="4315" y="534"/>
                  </a:lnTo>
                  <a:lnTo>
                    <a:pt x="4313" y="537"/>
                  </a:lnTo>
                  <a:lnTo>
                    <a:pt x="4310" y="542"/>
                  </a:lnTo>
                  <a:lnTo>
                    <a:pt x="4308" y="544"/>
                  </a:lnTo>
                  <a:lnTo>
                    <a:pt x="4305" y="546"/>
                  </a:lnTo>
                  <a:lnTo>
                    <a:pt x="4301" y="546"/>
                  </a:lnTo>
                  <a:lnTo>
                    <a:pt x="4298" y="546"/>
                  </a:lnTo>
                  <a:lnTo>
                    <a:pt x="4291" y="546"/>
                  </a:lnTo>
                  <a:lnTo>
                    <a:pt x="4284" y="535"/>
                  </a:lnTo>
                  <a:lnTo>
                    <a:pt x="4273" y="530"/>
                  </a:lnTo>
                  <a:lnTo>
                    <a:pt x="4259" y="527"/>
                  </a:lnTo>
                  <a:lnTo>
                    <a:pt x="4259" y="514"/>
                  </a:lnTo>
                  <a:lnTo>
                    <a:pt x="4256" y="513"/>
                  </a:lnTo>
                  <a:lnTo>
                    <a:pt x="4252" y="511"/>
                  </a:lnTo>
                  <a:lnTo>
                    <a:pt x="4251" y="509"/>
                  </a:lnTo>
                  <a:lnTo>
                    <a:pt x="4247" y="507"/>
                  </a:lnTo>
                  <a:lnTo>
                    <a:pt x="4240" y="507"/>
                  </a:lnTo>
                  <a:lnTo>
                    <a:pt x="4238" y="507"/>
                  </a:lnTo>
                  <a:lnTo>
                    <a:pt x="4237" y="509"/>
                  </a:lnTo>
                  <a:lnTo>
                    <a:pt x="4235" y="509"/>
                  </a:lnTo>
                  <a:lnTo>
                    <a:pt x="4233" y="509"/>
                  </a:lnTo>
                  <a:lnTo>
                    <a:pt x="4230" y="511"/>
                  </a:lnTo>
                  <a:lnTo>
                    <a:pt x="4226" y="504"/>
                  </a:lnTo>
                  <a:lnTo>
                    <a:pt x="4221" y="497"/>
                  </a:lnTo>
                  <a:lnTo>
                    <a:pt x="4217" y="492"/>
                  </a:lnTo>
                  <a:lnTo>
                    <a:pt x="4217" y="504"/>
                  </a:lnTo>
                  <a:lnTo>
                    <a:pt x="4214" y="518"/>
                  </a:lnTo>
                  <a:lnTo>
                    <a:pt x="4210" y="530"/>
                  </a:lnTo>
                  <a:lnTo>
                    <a:pt x="4202" y="537"/>
                  </a:lnTo>
                  <a:lnTo>
                    <a:pt x="4198" y="539"/>
                  </a:lnTo>
                  <a:lnTo>
                    <a:pt x="4195" y="539"/>
                  </a:lnTo>
                  <a:lnTo>
                    <a:pt x="4193" y="539"/>
                  </a:lnTo>
                  <a:lnTo>
                    <a:pt x="4191" y="539"/>
                  </a:lnTo>
                  <a:lnTo>
                    <a:pt x="4189" y="537"/>
                  </a:lnTo>
                  <a:lnTo>
                    <a:pt x="4188" y="537"/>
                  </a:lnTo>
                  <a:lnTo>
                    <a:pt x="4186" y="537"/>
                  </a:lnTo>
                  <a:lnTo>
                    <a:pt x="4184" y="539"/>
                  </a:lnTo>
                  <a:lnTo>
                    <a:pt x="4182" y="541"/>
                  </a:lnTo>
                  <a:lnTo>
                    <a:pt x="4179" y="546"/>
                  </a:lnTo>
                  <a:lnTo>
                    <a:pt x="4189" y="558"/>
                  </a:lnTo>
                  <a:lnTo>
                    <a:pt x="4200" y="579"/>
                  </a:lnTo>
                  <a:lnTo>
                    <a:pt x="4205" y="603"/>
                  </a:lnTo>
                  <a:lnTo>
                    <a:pt x="4202" y="603"/>
                  </a:lnTo>
                  <a:lnTo>
                    <a:pt x="4200" y="605"/>
                  </a:lnTo>
                  <a:lnTo>
                    <a:pt x="4196" y="605"/>
                  </a:lnTo>
                  <a:lnTo>
                    <a:pt x="4191" y="607"/>
                  </a:lnTo>
                  <a:lnTo>
                    <a:pt x="4184" y="602"/>
                  </a:lnTo>
                  <a:lnTo>
                    <a:pt x="4179" y="598"/>
                  </a:lnTo>
                  <a:lnTo>
                    <a:pt x="4172" y="597"/>
                  </a:lnTo>
                  <a:lnTo>
                    <a:pt x="4163" y="595"/>
                  </a:lnTo>
                  <a:lnTo>
                    <a:pt x="4158" y="609"/>
                  </a:lnTo>
                  <a:lnTo>
                    <a:pt x="4148" y="616"/>
                  </a:lnTo>
                  <a:lnTo>
                    <a:pt x="4135" y="621"/>
                  </a:lnTo>
                  <a:lnTo>
                    <a:pt x="4121" y="626"/>
                  </a:lnTo>
                  <a:lnTo>
                    <a:pt x="4120" y="640"/>
                  </a:lnTo>
                  <a:lnTo>
                    <a:pt x="4116" y="651"/>
                  </a:lnTo>
                  <a:lnTo>
                    <a:pt x="4109" y="661"/>
                  </a:lnTo>
                  <a:lnTo>
                    <a:pt x="4095" y="663"/>
                  </a:lnTo>
                  <a:lnTo>
                    <a:pt x="4085" y="666"/>
                  </a:lnTo>
                  <a:lnTo>
                    <a:pt x="4078" y="670"/>
                  </a:lnTo>
                  <a:lnTo>
                    <a:pt x="4071" y="672"/>
                  </a:lnTo>
                  <a:lnTo>
                    <a:pt x="4066" y="668"/>
                  </a:lnTo>
                  <a:lnTo>
                    <a:pt x="4060" y="663"/>
                  </a:lnTo>
                  <a:lnTo>
                    <a:pt x="4057" y="658"/>
                  </a:lnTo>
                  <a:lnTo>
                    <a:pt x="4050" y="659"/>
                  </a:lnTo>
                  <a:lnTo>
                    <a:pt x="4041" y="661"/>
                  </a:lnTo>
                  <a:lnTo>
                    <a:pt x="4034" y="665"/>
                  </a:lnTo>
                  <a:lnTo>
                    <a:pt x="4029" y="668"/>
                  </a:lnTo>
                  <a:lnTo>
                    <a:pt x="4029" y="675"/>
                  </a:lnTo>
                  <a:lnTo>
                    <a:pt x="4024" y="677"/>
                  </a:lnTo>
                  <a:lnTo>
                    <a:pt x="4015" y="677"/>
                  </a:lnTo>
                  <a:lnTo>
                    <a:pt x="4003" y="677"/>
                  </a:lnTo>
                  <a:lnTo>
                    <a:pt x="3992" y="679"/>
                  </a:lnTo>
                  <a:lnTo>
                    <a:pt x="3987" y="680"/>
                  </a:lnTo>
                  <a:lnTo>
                    <a:pt x="3978" y="701"/>
                  </a:lnTo>
                  <a:lnTo>
                    <a:pt x="3977" y="724"/>
                  </a:lnTo>
                  <a:lnTo>
                    <a:pt x="3977" y="750"/>
                  </a:lnTo>
                  <a:lnTo>
                    <a:pt x="3980" y="773"/>
                  </a:lnTo>
                  <a:lnTo>
                    <a:pt x="3975" y="773"/>
                  </a:lnTo>
                  <a:lnTo>
                    <a:pt x="3973" y="773"/>
                  </a:lnTo>
                  <a:lnTo>
                    <a:pt x="3971" y="773"/>
                  </a:lnTo>
                  <a:lnTo>
                    <a:pt x="3970" y="775"/>
                  </a:lnTo>
                  <a:lnTo>
                    <a:pt x="3968" y="776"/>
                  </a:lnTo>
                  <a:lnTo>
                    <a:pt x="3966" y="782"/>
                  </a:lnTo>
                  <a:lnTo>
                    <a:pt x="3964" y="787"/>
                  </a:lnTo>
                  <a:lnTo>
                    <a:pt x="3964" y="794"/>
                  </a:lnTo>
                  <a:lnTo>
                    <a:pt x="3964" y="802"/>
                  </a:lnTo>
                  <a:lnTo>
                    <a:pt x="3952" y="802"/>
                  </a:lnTo>
                  <a:lnTo>
                    <a:pt x="3945" y="813"/>
                  </a:lnTo>
                  <a:lnTo>
                    <a:pt x="3940" y="820"/>
                  </a:lnTo>
                  <a:lnTo>
                    <a:pt x="3938" y="827"/>
                  </a:lnTo>
                  <a:lnTo>
                    <a:pt x="3936" y="841"/>
                  </a:lnTo>
                  <a:lnTo>
                    <a:pt x="3933" y="841"/>
                  </a:lnTo>
                  <a:lnTo>
                    <a:pt x="3929" y="841"/>
                  </a:lnTo>
                  <a:lnTo>
                    <a:pt x="3928" y="841"/>
                  </a:lnTo>
                  <a:lnTo>
                    <a:pt x="3928" y="841"/>
                  </a:lnTo>
                  <a:lnTo>
                    <a:pt x="3926" y="841"/>
                  </a:lnTo>
                  <a:lnTo>
                    <a:pt x="3922" y="841"/>
                  </a:lnTo>
                  <a:lnTo>
                    <a:pt x="3915" y="855"/>
                  </a:lnTo>
                  <a:lnTo>
                    <a:pt x="3910" y="872"/>
                  </a:lnTo>
                  <a:lnTo>
                    <a:pt x="3898" y="872"/>
                  </a:lnTo>
                  <a:lnTo>
                    <a:pt x="3894" y="891"/>
                  </a:lnTo>
                  <a:lnTo>
                    <a:pt x="3888" y="891"/>
                  </a:lnTo>
                  <a:lnTo>
                    <a:pt x="3888" y="886"/>
                  </a:lnTo>
                  <a:lnTo>
                    <a:pt x="3874" y="867"/>
                  </a:lnTo>
                  <a:lnTo>
                    <a:pt x="3865" y="844"/>
                  </a:lnTo>
                  <a:lnTo>
                    <a:pt x="3863" y="818"/>
                  </a:lnTo>
                  <a:lnTo>
                    <a:pt x="3865" y="787"/>
                  </a:lnTo>
                  <a:lnTo>
                    <a:pt x="3870" y="783"/>
                  </a:lnTo>
                  <a:lnTo>
                    <a:pt x="3874" y="780"/>
                  </a:lnTo>
                  <a:lnTo>
                    <a:pt x="3879" y="776"/>
                  </a:lnTo>
                  <a:lnTo>
                    <a:pt x="3881" y="771"/>
                  </a:lnTo>
                  <a:lnTo>
                    <a:pt x="3884" y="764"/>
                  </a:lnTo>
                  <a:lnTo>
                    <a:pt x="3879" y="755"/>
                  </a:lnTo>
                  <a:lnTo>
                    <a:pt x="3877" y="743"/>
                  </a:lnTo>
                  <a:lnTo>
                    <a:pt x="3884" y="729"/>
                  </a:lnTo>
                  <a:lnTo>
                    <a:pt x="3891" y="724"/>
                  </a:lnTo>
                  <a:lnTo>
                    <a:pt x="3900" y="720"/>
                  </a:lnTo>
                  <a:lnTo>
                    <a:pt x="3910" y="717"/>
                  </a:lnTo>
                  <a:lnTo>
                    <a:pt x="3917" y="710"/>
                  </a:lnTo>
                  <a:lnTo>
                    <a:pt x="3931" y="689"/>
                  </a:lnTo>
                  <a:lnTo>
                    <a:pt x="3945" y="668"/>
                  </a:lnTo>
                  <a:lnTo>
                    <a:pt x="3956" y="659"/>
                  </a:lnTo>
                  <a:lnTo>
                    <a:pt x="3968" y="651"/>
                  </a:lnTo>
                  <a:lnTo>
                    <a:pt x="3980" y="642"/>
                  </a:lnTo>
                  <a:lnTo>
                    <a:pt x="3985" y="630"/>
                  </a:lnTo>
                  <a:lnTo>
                    <a:pt x="3989" y="616"/>
                  </a:lnTo>
                  <a:lnTo>
                    <a:pt x="3994" y="603"/>
                  </a:lnTo>
                  <a:lnTo>
                    <a:pt x="3994" y="602"/>
                  </a:lnTo>
                  <a:lnTo>
                    <a:pt x="3992" y="602"/>
                  </a:lnTo>
                  <a:lnTo>
                    <a:pt x="3992" y="602"/>
                  </a:lnTo>
                  <a:lnTo>
                    <a:pt x="3992" y="602"/>
                  </a:lnTo>
                  <a:lnTo>
                    <a:pt x="3992" y="600"/>
                  </a:lnTo>
                  <a:lnTo>
                    <a:pt x="3990" y="598"/>
                  </a:lnTo>
                  <a:lnTo>
                    <a:pt x="3987" y="600"/>
                  </a:lnTo>
                  <a:lnTo>
                    <a:pt x="3987" y="600"/>
                  </a:lnTo>
                  <a:lnTo>
                    <a:pt x="3985" y="602"/>
                  </a:lnTo>
                  <a:lnTo>
                    <a:pt x="3985" y="602"/>
                  </a:lnTo>
                  <a:lnTo>
                    <a:pt x="3984" y="603"/>
                  </a:lnTo>
                  <a:lnTo>
                    <a:pt x="3975" y="616"/>
                  </a:lnTo>
                  <a:lnTo>
                    <a:pt x="3966" y="630"/>
                  </a:lnTo>
                  <a:lnTo>
                    <a:pt x="3957" y="642"/>
                  </a:lnTo>
                  <a:lnTo>
                    <a:pt x="3945" y="651"/>
                  </a:lnTo>
                  <a:lnTo>
                    <a:pt x="3929" y="658"/>
                  </a:lnTo>
                  <a:lnTo>
                    <a:pt x="3928" y="652"/>
                  </a:lnTo>
                  <a:lnTo>
                    <a:pt x="3928" y="651"/>
                  </a:lnTo>
                  <a:lnTo>
                    <a:pt x="3926" y="647"/>
                  </a:lnTo>
                  <a:lnTo>
                    <a:pt x="3926" y="642"/>
                  </a:lnTo>
                  <a:lnTo>
                    <a:pt x="3928" y="640"/>
                  </a:lnTo>
                  <a:lnTo>
                    <a:pt x="3928" y="638"/>
                  </a:lnTo>
                  <a:lnTo>
                    <a:pt x="3928" y="637"/>
                  </a:lnTo>
                  <a:lnTo>
                    <a:pt x="3929" y="633"/>
                  </a:lnTo>
                  <a:lnTo>
                    <a:pt x="3929" y="630"/>
                  </a:lnTo>
                  <a:lnTo>
                    <a:pt x="3924" y="626"/>
                  </a:lnTo>
                  <a:lnTo>
                    <a:pt x="3919" y="624"/>
                  </a:lnTo>
                  <a:lnTo>
                    <a:pt x="3915" y="623"/>
                  </a:lnTo>
                  <a:lnTo>
                    <a:pt x="3910" y="621"/>
                  </a:lnTo>
                  <a:lnTo>
                    <a:pt x="3907" y="623"/>
                  </a:lnTo>
                  <a:lnTo>
                    <a:pt x="3898" y="628"/>
                  </a:lnTo>
                  <a:lnTo>
                    <a:pt x="3886" y="638"/>
                  </a:lnTo>
                  <a:lnTo>
                    <a:pt x="3875" y="651"/>
                  </a:lnTo>
                  <a:lnTo>
                    <a:pt x="3865" y="663"/>
                  </a:lnTo>
                  <a:lnTo>
                    <a:pt x="3860" y="672"/>
                  </a:lnTo>
                  <a:lnTo>
                    <a:pt x="3860" y="675"/>
                  </a:lnTo>
                  <a:lnTo>
                    <a:pt x="3860" y="679"/>
                  </a:lnTo>
                  <a:lnTo>
                    <a:pt x="3861" y="682"/>
                  </a:lnTo>
                  <a:lnTo>
                    <a:pt x="3863" y="687"/>
                  </a:lnTo>
                  <a:lnTo>
                    <a:pt x="3865" y="691"/>
                  </a:lnTo>
                  <a:lnTo>
                    <a:pt x="3865" y="694"/>
                  </a:lnTo>
                  <a:lnTo>
                    <a:pt x="3854" y="699"/>
                  </a:lnTo>
                  <a:lnTo>
                    <a:pt x="3842" y="701"/>
                  </a:lnTo>
                  <a:lnTo>
                    <a:pt x="3826" y="703"/>
                  </a:lnTo>
                  <a:lnTo>
                    <a:pt x="3811" y="703"/>
                  </a:lnTo>
                  <a:lnTo>
                    <a:pt x="3811" y="684"/>
                  </a:lnTo>
                  <a:lnTo>
                    <a:pt x="3795" y="687"/>
                  </a:lnTo>
                  <a:lnTo>
                    <a:pt x="3781" y="693"/>
                  </a:lnTo>
                  <a:lnTo>
                    <a:pt x="3769" y="691"/>
                  </a:lnTo>
                  <a:lnTo>
                    <a:pt x="3760" y="680"/>
                  </a:lnTo>
                  <a:lnTo>
                    <a:pt x="3725" y="675"/>
                  </a:lnTo>
                  <a:lnTo>
                    <a:pt x="3713" y="687"/>
                  </a:lnTo>
                  <a:lnTo>
                    <a:pt x="3699" y="696"/>
                  </a:lnTo>
                  <a:lnTo>
                    <a:pt x="3687" y="706"/>
                  </a:lnTo>
                  <a:lnTo>
                    <a:pt x="3680" y="719"/>
                  </a:lnTo>
                  <a:lnTo>
                    <a:pt x="3673" y="731"/>
                  </a:lnTo>
                  <a:lnTo>
                    <a:pt x="3666" y="743"/>
                  </a:lnTo>
                  <a:lnTo>
                    <a:pt x="3657" y="752"/>
                  </a:lnTo>
                  <a:lnTo>
                    <a:pt x="3629" y="761"/>
                  </a:lnTo>
                  <a:lnTo>
                    <a:pt x="3622" y="768"/>
                  </a:lnTo>
                  <a:lnTo>
                    <a:pt x="3617" y="776"/>
                  </a:lnTo>
                  <a:lnTo>
                    <a:pt x="3612" y="783"/>
                  </a:lnTo>
                  <a:lnTo>
                    <a:pt x="3600" y="792"/>
                  </a:lnTo>
                  <a:lnTo>
                    <a:pt x="3600" y="802"/>
                  </a:lnTo>
                  <a:lnTo>
                    <a:pt x="3615" y="802"/>
                  </a:lnTo>
                  <a:lnTo>
                    <a:pt x="3617" y="808"/>
                  </a:lnTo>
                  <a:lnTo>
                    <a:pt x="3619" y="811"/>
                  </a:lnTo>
                  <a:lnTo>
                    <a:pt x="3620" y="815"/>
                  </a:lnTo>
                  <a:lnTo>
                    <a:pt x="3624" y="818"/>
                  </a:lnTo>
                  <a:lnTo>
                    <a:pt x="3627" y="820"/>
                  </a:lnTo>
                  <a:lnTo>
                    <a:pt x="3634" y="822"/>
                  </a:lnTo>
                  <a:lnTo>
                    <a:pt x="3638" y="818"/>
                  </a:lnTo>
                  <a:lnTo>
                    <a:pt x="3641" y="816"/>
                  </a:lnTo>
                  <a:lnTo>
                    <a:pt x="3647" y="815"/>
                  </a:lnTo>
                  <a:lnTo>
                    <a:pt x="3652" y="815"/>
                  </a:lnTo>
                  <a:lnTo>
                    <a:pt x="3661" y="815"/>
                  </a:lnTo>
                  <a:lnTo>
                    <a:pt x="3668" y="823"/>
                  </a:lnTo>
                  <a:lnTo>
                    <a:pt x="3673" y="830"/>
                  </a:lnTo>
                  <a:lnTo>
                    <a:pt x="3676" y="839"/>
                  </a:lnTo>
                  <a:lnTo>
                    <a:pt x="3680" y="853"/>
                  </a:lnTo>
                  <a:lnTo>
                    <a:pt x="3682" y="862"/>
                  </a:lnTo>
                  <a:lnTo>
                    <a:pt x="3680" y="867"/>
                  </a:lnTo>
                  <a:lnTo>
                    <a:pt x="3675" y="872"/>
                  </a:lnTo>
                  <a:lnTo>
                    <a:pt x="3673" y="881"/>
                  </a:lnTo>
                  <a:lnTo>
                    <a:pt x="3673" y="891"/>
                  </a:lnTo>
                  <a:lnTo>
                    <a:pt x="3676" y="900"/>
                  </a:lnTo>
                  <a:lnTo>
                    <a:pt x="3680" y="909"/>
                  </a:lnTo>
                  <a:lnTo>
                    <a:pt x="3683" y="921"/>
                  </a:lnTo>
                  <a:lnTo>
                    <a:pt x="3673" y="932"/>
                  </a:lnTo>
                  <a:lnTo>
                    <a:pt x="3666" y="944"/>
                  </a:lnTo>
                  <a:lnTo>
                    <a:pt x="3661" y="956"/>
                  </a:lnTo>
                  <a:lnTo>
                    <a:pt x="3654" y="972"/>
                  </a:lnTo>
                  <a:lnTo>
                    <a:pt x="3650" y="975"/>
                  </a:lnTo>
                  <a:lnTo>
                    <a:pt x="3641" y="986"/>
                  </a:lnTo>
                  <a:lnTo>
                    <a:pt x="3631" y="998"/>
                  </a:lnTo>
                  <a:lnTo>
                    <a:pt x="3620" y="1012"/>
                  </a:lnTo>
                  <a:lnTo>
                    <a:pt x="3608" y="1024"/>
                  </a:lnTo>
                  <a:lnTo>
                    <a:pt x="3598" y="1036"/>
                  </a:lnTo>
                  <a:lnTo>
                    <a:pt x="3591" y="1045"/>
                  </a:lnTo>
                  <a:lnTo>
                    <a:pt x="3587" y="1049"/>
                  </a:lnTo>
                  <a:lnTo>
                    <a:pt x="3575" y="1052"/>
                  </a:lnTo>
                  <a:lnTo>
                    <a:pt x="3563" y="1050"/>
                  </a:lnTo>
                  <a:lnTo>
                    <a:pt x="3552" y="1050"/>
                  </a:lnTo>
                  <a:lnTo>
                    <a:pt x="3542" y="1052"/>
                  </a:lnTo>
                  <a:lnTo>
                    <a:pt x="3533" y="1061"/>
                  </a:lnTo>
                  <a:lnTo>
                    <a:pt x="3526" y="1071"/>
                  </a:lnTo>
                  <a:lnTo>
                    <a:pt x="3521" y="1082"/>
                  </a:lnTo>
                  <a:lnTo>
                    <a:pt x="3514" y="1092"/>
                  </a:lnTo>
                  <a:lnTo>
                    <a:pt x="3504" y="1099"/>
                  </a:lnTo>
                  <a:lnTo>
                    <a:pt x="3502" y="1099"/>
                  </a:lnTo>
                  <a:lnTo>
                    <a:pt x="3500" y="1101"/>
                  </a:lnTo>
                  <a:lnTo>
                    <a:pt x="3498" y="1101"/>
                  </a:lnTo>
                  <a:lnTo>
                    <a:pt x="3495" y="1101"/>
                  </a:lnTo>
                  <a:lnTo>
                    <a:pt x="3491" y="1103"/>
                  </a:lnTo>
                  <a:lnTo>
                    <a:pt x="3495" y="1113"/>
                  </a:lnTo>
                  <a:lnTo>
                    <a:pt x="3502" y="1124"/>
                  </a:lnTo>
                  <a:lnTo>
                    <a:pt x="3507" y="1136"/>
                  </a:lnTo>
                  <a:lnTo>
                    <a:pt x="3514" y="1148"/>
                  </a:lnTo>
                  <a:lnTo>
                    <a:pt x="3517" y="1159"/>
                  </a:lnTo>
                  <a:lnTo>
                    <a:pt x="3519" y="1171"/>
                  </a:lnTo>
                  <a:lnTo>
                    <a:pt x="3516" y="1179"/>
                  </a:lnTo>
                  <a:lnTo>
                    <a:pt x="3509" y="1186"/>
                  </a:lnTo>
                  <a:lnTo>
                    <a:pt x="3495" y="1192"/>
                  </a:lnTo>
                  <a:lnTo>
                    <a:pt x="3472" y="1195"/>
                  </a:lnTo>
                  <a:lnTo>
                    <a:pt x="3472" y="1186"/>
                  </a:lnTo>
                  <a:lnTo>
                    <a:pt x="3470" y="1178"/>
                  </a:lnTo>
                  <a:lnTo>
                    <a:pt x="3470" y="1166"/>
                  </a:lnTo>
                  <a:lnTo>
                    <a:pt x="3472" y="1152"/>
                  </a:lnTo>
                  <a:lnTo>
                    <a:pt x="3472" y="1141"/>
                  </a:lnTo>
                  <a:lnTo>
                    <a:pt x="3467" y="1141"/>
                  </a:lnTo>
                  <a:lnTo>
                    <a:pt x="3463" y="1141"/>
                  </a:lnTo>
                  <a:lnTo>
                    <a:pt x="3460" y="1141"/>
                  </a:lnTo>
                  <a:lnTo>
                    <a:pt x="3458" y="1141"/>
                  </a:lnTo>
                  <a:lnTo>
                    <a:pt x="3456" y="1139"/>
                  </a:lnTo>
                  <a:lnTo>
                    <a:pt x="3453" y="1138"/>
                  </a:lnTo>
                  <a:lnTo>
                    <a:pt x="3449" y="1132"/>
                  </a:lnTo>
                  <a:lnTo>
                    <a:pt x="3453" y="1127"/>
                  </a:lnTo>
                  <a:lnTo>
                    <a:pt x="3456" y="1122"/>
                  </a:lnTo>
                  <a:lnTo>
                    <a:pt x="3458" y="1117"/>
                  </a:lnTo>
                  <a:lnTo>
                    <a:pt x="3462" y="1110"/>
                  </a:lnTo>
                  <a:lnTo>
                    <a:pt x="3453" y="1110"/>
                  </a:lnTo>
                  <a:lnTo>
                    <a:pt x="3442" y="1108"/>
                  </a:lnTo>
                  <a:lnTo>
                    <a:pt x="3430" y="1111"/>
                  </a:lnTo>
                  <a:lnTo>
                    <a:pt x="3416" y="1117"/>
                  </a:lnTo>
                  <a:lnTo>
                    <a:pt x="3404" y="1122"/>
                  </a:lnTo>
                  <a:lnTo>
                    <a:pt x="3404" y="1118"/>
                  </a:lnTo>
                  <a:lnTo>
                    <a:pt x="3406" y="1113"/>
                  </a:lnTo>
                  <a:lnTo>
                    <a:pt x="3408" y="1110"/>
                  </a:lnTo>
                  <a:lnTo>
                    <a:pt x="3409" y="1104"/>
                  </a:lnTo>
                  <a:lnTo>
                    <a:pt x="3411" y="1101"/>
                  </a:lnTo>
                  <a:lnTo>
                    <a:pt x="3414" y="1094"/>
                  </a:lnTo>
                  <a:lnTo>
                    <a:pt x="3411" y="1094"/>
                  </a:lnTo>
                  <a:lnTo>
                    <a:pt x="3408" y="1092"/>
                  </a:lnTo>
                  <a:lnTo>
                    <a:pt x="3404" y="1092"/>
                  </a:lnTo>
                  <a:lnTo>
                    <a:pt x="3399" y="1090"/>
                  </a:lnTo>
                  <a:lnTo>
                    <a:pt x="3388" y="1101"/>
                  </a:lnTo>
                  <a:lnTo>
                    <a:pt x="3376" y="1110"/>
                  </a:lnTo>
                  <a:lnTo>
                    <a:pt x="3364" y="1120"/>
                  </a:lnTo>
                  <a:lnTo>
                    <a:pt x="3357" y="1132"/>
                  </a:lnTo>
                  <a:lnTo>
                    <a:pt x="3364" y="1136"/>
                  </a:lnTo>
                  <a:lnTo>
                    <a:pt x="3369" y="1139"/>
                  </a:lnTo>
                  <a:lnTo>
                    <a:pt x="3373" y="1143"/>
                  </a:lnTo>
                  <a:lnTo>
                    <a:pt x="3376" y="1146"/>
                  </a:lnTo>
                  <a:lnTo>
                    <a:pt x="3380" y="1152"/>
                  </a:lnTo>
                  <a:lnTo>
                    <a:pt x="3390" y="1146"/>
                  </a:lnTo>
                  <a:lnTo>
                    <a:pt x="3399" y="1143"/>
                  </a:lnTo>
                  <a:lnTo>
                    <a:pt x="3408" y="1143"/>
                  </a:lnTo>
                  <a:lnTo>
                    <a:pt x="3418" y="1148"/>
                  </a:lnTo>
                  <a:lnTo>
                    <a:pt x="3423" y="1148"/>
                  </a:lnTo>
                  <a:lnTo>
                    <a:pt x="3423" y="1160"/>
                  </a:lnTo>
                  <a:lnTo>
                    <a:pt x="3404" y="1160"/>
                  </a:lnTo>
                  <a:lnTo>
                    <a:pt x="3397" y="1169"/>
                  </a:lnTo>
                  <a:lnTo>
                    <a:pt x="3390" y="1176"/>
                  </a:lnTo>
                  <a:lnTo>
                    <a:pt x="3385" y="1183"/>
                  </a:lnTo>
                  <a:lnTo>
                    <a:pt x="3380" y="1195"/>
                  </a:lnTo>
                  <a:lnTo>
                    <a:pt x="3394" y="1204"/>
                  </a:lnTo>
                  <a:lnTo>
                    <a:pt x="3402" y="1218"/>
                  </a:lnTo>
                  <a:lnTo>
                    <a:pt x="3409" y="1237"/>
                  </a:lnTo>
                  <a:lnTo>
                    <a:pt x="3413" y="1256"/>
                  </a:lnTo>
                  <a:lnTo>
                    <a:pt x="3414" y="1277"/>
                  </a:lnTo>
                  <a:lnTo>
                    <a:pt x="3414" y="1295"/>
                  </a:lnTo>
                  <a:lnTo>
                    <a:pt x="3402" y="1303"/>
                  </a:lnTo>
                  <a:lnTo>
                    <a:pt x="3395" y="1317"/>
                  </a:lnTo>
                  <a:lnTo>
                    <a:pt x="3388" y="1330"/>
                  </a:lnTo>
                  <a:lnTo>
                    <a:pt x="3380" y="1344"/>
                  </a:lnTo>
                  <a:lnTo>
                    <a:pt x="3362" y="1363"/>
                  </a:lnTo>
                  <a:lnTo>
                    <a:pt x="3339" y="1377"/>
                  </a:lnTo>
                  <a:lnTo>
                    <a:pt x="3315" y="1387"/>
                  </a:lnTo>
                  <a:lnTo>
                    <a:pt x="3287" y="1396"/>
                  </a:lnTo>
                  <a:lnTo>
                    <a:pt x="3261" y="1401"/>
                  </a:lnTo>
                  <a:lnTo>
                    <a:pt x="3261" y="1408"/>
                  </a:lnTo>
                  <a:lnTo>
                    <a:pt x="3261" y="1412"/>
                  </a:lnTo>
                  <a:lnTo>
                    <a:pt x="3261" y="1415"/>
                  </a:lnTo>
                  <a:lnTo>
                    <a:pt x="3261" y="1417"/>
                  </a:lnTo>
                  <a:lnTo>
                    <a:pt x="3263" y="1419"/>
                  </a:lnTo>
                  <a:lnTo>
                    <a:pt x="3263" y="1424"/>
                  </a:lnTo>
                  <a:lnTo>
                    <a:pt x="3264" y="1429"/>
                  </a:lnTo>
                  <a:lnTo>
                    <a:pt x="3261" y="1433"/>
                  </a:lnTo>
                  <a:lnTo>
                    <a:pt x="3257" y="1436"/>
                  </a:lnTo>
                  <a:lnTo>
                    <a:pt x="3256" y="1438"/>
                  </a:lnTo>
                  <a:lnTo>
                    <a:pt x="3252" y="1441"/>
                  </a:lnTo>
                  <a:lnTo>
                    <a:pt x="3245" y="1445"/>
                  </a:lnTo>
                  <a:lnTo>
                    <a:pt x="3243" y="1445"/>
                  </a:lnTo>
                  <a:lnTo>
                    <a:pt x="3242" y="1447"/>
                  </a:lnTo>
                  <a:lnTo>
                    <a:pt x="3240" y="1447"/>
                  </a:lnTo>
                  <a:lnTo>
                    <a:pt x="3238" y="1447"/>
                  </a:lnTo>
                  <a:lnTo>
                    <a:pt x="3235" y="1448"/>
                  </a:lnTo>
                  <a:lnTo>
                    <a:pt x="3233" y="1443"/>
                  </a:lnTo>
                  <a:lnTo>
                    <a:pt x="3231" y="1438"/>
                  </a:lnTo>
                  <a:lnTo>
                    <a:pt x="3231" y="1433"/>
                  </a:lnTo>
                  <a:lnTo>
                    <a:pt x="3231" y="1424"/>
                  </a:lnTo>
                  <a:lnTo>
                    <a:pt x="3235" y="1422"/>
                  </a:lnTo>
                  <a:lnTo>
                    <a:pt x="3238" y="1422"/>
                  </a:lnTo>
                  <a:lnTo>
                    <a:pt x="3242" y="1420"/>
                  </a:lnTo>
                  <a:lnTo>
                    <a:pt x="3243" y="1417"/>
                  </a:lnTo>
                  <a:lnTo>
                    <a:pt x="3245" y="1413"/>
                  </a:lnTo>
                  <a:lnTo>
                    <a:pt x="3243" y="1410"/>
                  </a:lnTo>
                  <a:lnTo>
                    <a:pt x="3240" y="1405"/>
                  </a:lnTo>
                  <a:lnTo>
                    <a:pt x="3238" y="1401"/>
                  </a:lnTo>
                  <a:lnTo>
                    <a:pt x="3235" y="1399"/>
                  </a:lnTo>
                  <a:lnTo>
                    <a:pt x="3233" y="1399"/>
                  </a:lnTo>
                  <a:lnTo>
                    <a:pt x="3228" y="1398"/>
                  </a:lnTo>
                  <a:lnTo>
                    <a:pt x="3222" y="1398"/>
                  </a:lnTo>
                  <a:lnTo>
                    <a:pt x="3216" y="1406"/>
                  </a:lnTo>
                  <a:lnTo>
                    <a:pt x="3209" y="1412"/>
                  </a:lnTo>
                  <a:lnTo>
                    <a:pt x="3203" y="1417"/>
                  </a:lnTo>
                  <a:lnTo>
                    <a:pt x="3198" y="1426"/>
                  </a:lnTo>
                  <a:lnTo>
                    <a:pt x="3196" y="1440"/>
                  </a:lnTo>
                  <a:lnTo>
                    <a:pt x="3212" y="1455"/>
                  </a:lnTo>
                  <a:lnTo>
                    <a:pt x="3224" y="1471"/>
                  </a:lnTo>
                  <a:lnTo>
                    <a:pt x="3235" y="1488"/>
                  </a:lnTo>
                  <a:lnTo>
                    <a:pt x="3240" y="1511"/>
                  </a:lnTo>
                  <a:lnTo>
                    <a:pt x="3242" y="1539"/>
                  </a:lnTo>
                  <a:lnTo>
                    <a:pt x="3184" y="1586"/>
                  </a:lnTo>
                  <a:lnTo>
                    <a:pt x="3177" y="1586"/>
                  </a:lnTo>
                  <a:lnTo>
                    <a:pt x="3172" y="1567"/>
                  </a:lnTo>
                  <a:lnTo>
                    <a:pt x="3161" y="1553"/>
                  </a:lnTo>
                  <a:lnTo>
                    <a:pt x="3147" y="1541"/>
                  </a:lnTo>
                  <a:lnTo>
                    <a:pt x="3132" y="1529"/>
                  </a:lnTo>
                  <a:lnTo>
                    <a:pt x="3116" y="1516"/>
                  </a:lnTo>
                  <a:lnTo>
                    <a:pt x="3109" y="1544"/>
                  </a:lnTo>
                  <a:lnTo>
                    <a:pt x="3100" y="1567"/>
                  </a:lnTo>
                  <a:lnTo>
                    <a:pt x="3109" y="1572"/>
                  </a:lnTo>
                  <a:lnTo>
                    <a:pt x="3113" y="1579"/>
                  </a:lnTo>
                  <a:lnTo>
                    <a:pt x="3114" y="1588"/>
                  </a:lnTo>
                  <a:lnTo>
                    <a:pt x="3120" y="1598"/>
                  </a:lnTo>
                  <a:lnTo>
                    <a:pt x="3121" y="1600"/>
                  </a:lnTo>
                  <a:lnTo>
                    <a:pt x="3125" y="1600"/>
                  </a:lnTo>
                  <a:lnTo>
                    <a:pt x="3128" y="1600"/>
                  </a:lnTo>
                  <a:lnTo>
                    <a:pt x="3132" y="1600"/>
                  </a:lnTo>
                  <a:lnTo>
                    <a:pt x="3135" y="1602"/>
                  </a:lnTo>
                  <a:lnTo>
                    <a:pt x="3149" y="1616"/>
                  </a:lnTo>
                  <a:lnTo>
                    <a:pt x="3160" y="1637"/>
                  </a:lnTo>
                  <a:lnTo>
                    <a:pt x="3167" y="1661"/>
                  </a:lnTo>
                  <a:lnTo>
                    <a:pt x="3168" y="1686"/>
                  </a:lnTo>
                  <a:lnTo>
                    <a:pt x="3158" y="1686"/>
                  </a:lnTo>
                  <a:lnTo>
                    <a:pt x="3147" y="1677"/>
                  </a:lnTo>
                  <a:lnTo>
                    <a:pt x="3137" y="1672"/>
                  </a:lnTo>
                  <a:lnTo>
                    <a:pt x="3135" y="1670"/>
                  </a:lnTo>
                  <a:lnTo>
                    <a:pt x="3126" y="1663"/>
                  </a:lnTo>
                  <a:lnTo>
                    <a:pt x="3120" y="1649"/>
                  </a:lnTo>
                  <a:lnTo>
                    <a:pt x="3116" y="1633"/>
                  </a:lnTo>
                  <a:lnTo>
                    <a:pt x="3111" y="1619"/>
                  </a:lnTo>
                  <a:lnTo>
                    <a:pt x="3106" y="1605"/>
                  </a:lnTo>
                  <a:lnTo>
                    <a:pt x="3097" y="1593"/>
                  </a:lnTo>
                  <a:lnTo>
                    <a:pt x="3097" y="1590"/>
                  </a:lnTo>
                  <a:lnTo>
                    <a:pt x="3088" y="1593"/>
                  </a:lnTo>
                  <a:lnTo>
                    <a:pt x="3088" y="1590"/>
                  </a:lnTo>
                  <a:lnTo>
                    <a:pt x="3085" y="1576"/>
                  </a:lnTo>
                  <a:lnTo>
                    <a:pt x="3085" y="1558"/>
                  </a:lnTo>
                  <a:lnTo>
                    <a:pt x="3085" y="1539"/>
                  </a:lnTo>
                  <a:lnTo>
                    <a:pt x="3085" y="1518"/>
                  </a:lnTo>
                  <a:lnTo>
                    <a:pt x="3083" y="1499"/>
                  </a:lnTo>
                  <a:lnTo>
                    <a:pt x="3076" y="1483"/>
                  </a:lnTo>
                  <a:lnTo>
                    <a:pt x="3065" y="1471"/>
                  </a:lnTo>
                  <a:lnTo>
                    <a:pt x="3062" y="1474"/>
                  </a:lnTo>
                  <a:lnTo>
                    <a:pt x="3057" y="1478"/>
                  </a:lnTo>
                  <a:lnTo>
                    <a:pt x="3053" y="1480"/>
                  </a:lnTo>
                  <a:lnTo>
                    <a:pt x="3046" y="1481"/>
                  </a:lnTo>
                  <a:lnTo>
                    <a:pt x="3039" y="1481"/>
                  </a:lnTo>
                  <a:lnTo>
                    <a:pt x="3037" y="1481"/>
                  </a:lnTo>
                  <a:lnTo>
                    <a:pt x="3037" y="1480"/>
                  </a:lnTo>
                  <a:lnTo>
                    <a:pt x="3037" y="1480"/>
                  </a:lnTo>
                  <a:lnTo>
                    <a:pt x="3037" y="1480"/>
                  </a:lnTo>
                  <a:lnTo>
                    <a:pt x="3036" y="1480"/>
                  </a:lnTo>
                  <a:lnTo>
                    <a:pt x="3034" y="1478"/>
                  </a:lnTo>
                  <a:lnTo>
                    <a:pt x="3034" y="1457"/>
                  </a:lnTo>
                  <a:lnTo>
                    <a:pt x="3029" y="1440"/>
                  </a:lnTo>
                  <a:lnTo>
                    <a:pt x="3022" y="1426"/>
                  </a:lnTo>
                  <a:lnTo>
                    <a:pt x="3011" y="1413"/>
                  </a:lnTo>
                  <a:lnTo>
                    <a:pt x="3003" y="1399"/>
                  </a:lnTo>
                  <a:lnTo>
                    <a:pt x="2992" y="1382"/>
                  </a:lnTo>
                  <a:lnTo>
                    <a:pt x="2989" y="1385"/>
                  </a:lnTo>
                  <a:lnTo>
                    <a:pt x="2987" y="1387"/>
                  </a:lnTo>
                  <a:lnTo>
                    <a:pt x="2985" y="1391"/>
                  </a:lnTo>
                  <a:lnTo>
                    <a:pt x="2983" y="1392"/>
                  </a:lnTo>
                  <a:lnTo>
                    <a:pt x="2982" y="1394"/>
                  </a:lnTo>
                  <a:lnTo>
                    <a:pt x="2966" y="1396"/>
                  </a:lnTo>
                  <a:lnTo>
                    <a:pt x="2952" y="1394"/>
                  </a:lnTo>
                  <a:lnTo>
                    <a:pt x="2938" y="1394"/>
                  </a:lnTo>
                  <a:lnTo>
                    <a:pt x="2934" y="1408"/>
                  </a:lnTo>
                  <a:lnTo>
                    <a:pt x="2929" y="1415"/>
                  </a:lnTo>
                  <a:lnTo>
                    <a:pt x="2926" y="1417"/>
                  </a:lnTo>
                  <a:lnTo>
                    <a:pt x="2919" y="1417"/>
                  </a:lnTo>
                  <a:lnTo>
                    <a:pt x="2912" y="1419"/>
                  </a:lnTo>
                  <a:lnTo>
                    <a:pt x="2905" y="1424"/>
                  </a:lnTo>
                  <a:lnTo>
                    <a:pt x="2893" y="1455"/>
                  </a:lnTo>
                  <a:lnTo>
                    <a:pt x="2877" y="1455"/>
                  </a:lnTo>
                  <a:lnTo>
                    <a:pt x="2868" y="1462"/>
                  </a:lnTo>
                  <a:lnTo>
                    <a:pt x="2859" y="1471"/>
                  </a:lnTo>
                  <a:lnTo>
                    <a:pt x="2847" y="1478"/>
                  </a:lnTo>
                  <a:lnTo>
                    <a:pt x="2844" y="1513"/>
                  </a:lnTo>
                  <a:lnTo>
                    <a:pt x="2835" y="1543"/>
                  </a:lnTo>
                  <a:lnTo>
                    <a:pt x="2823" y="1567"/>
                  </a:lnTo>
                  <a:lnTo>
                    <a:pt x="2804" y="1590"/>
                  </a:lnTo>
                  <a:lnTo>
                    <a:pt x="2802" y="1590"/>
                  </a:lnTo>
                  <a:lnTo>
                    <a:pt x="2800" y="1588"/>
                  </a:lnTo>
                  <a:lnTo>
                    <a:pt x="2798" y="1588"/>
                  </a:lnTo>
                  <a:lnTo>
                    <a:pt x="2798" y="1588"/>
                  </a:lnTo>
                  <a:lnTo>
                    <a:pt x="2797" y="1586"/>
                  </a:lnTo>
                  <a:lnTo>
                    <a:pt x="2786" y="1574"/>
                  </a:lnTo>
                  <a:lnTo>
                    <a:pt x="2776" y="1555"/>
                  </a:lnTo>
                  <a:lnTo>
                    <a:pt x="2770" y="1539"/>
                  </a:lnTo>
                  <a:lnTo>
                    <a:pt x="2769" y="1536"/>
                  </a:lnTo>
                  <a:lnTo>
                    <a:pt x="2770" y="1532"/>
                  </a:lnTo>
                  <a:lnTo>
                    <a:pt x="2772" y="1529"/>
                  </a:lnTo>
                  <a:lnTo>
                    <a:pt x="2774" y="1527"/>
                  </a:lnTo>
                  <a:lnTo>
                    <a:pt x="2774" y="1525"/>
                  </a:lnTo>
                  <a:lnTo>
                    <a:pt x="2756" y="1499"/>
                  </a:lnTo>
                  <a:lnTo>
                    <a:pt x="2744" y="1471"/>
                  </a:lnTo>
                  <a:lnTo>
                    <a:pt x="2736" y="1441"/>
                  </a:lnTo>
                  <a:lnTo>
                    <a:pt x="2732" y="1405"/>
                  </a:lnTo>
                  <a:lnTo>
                    <a:pt x="2720" y="1406"/>
                  </a:lnTo>
                  <a:lnTo>
                    <a:pt x="2711" y="1406"/>
                  </a:lnTo>
                  <a:lnTo>
                    <a:pt x="2701" y="1405"/>
                  </a:lnTo>
                  <a:lnTo>
                    <a:pt x="2697" y="1401"/>
                  </a:lnTo>
                  <a:lnTo>
                    <a:pt x="2692" y="1398"/>
                  </a:lnTo>
                  <a:lnTo>
                    <a:pt x="2688" y="1394"/>
                  </a:lnTo>
                  <a:lnTo>
                    <a:pt x="2685" y="1391"/>
                  </a:lnTo>
                  <a:lnTo>
                    <a:pt x="2688" y="1378"/>
                  </a:lnTo>
                  <a:lnTo>
                    <a:pt x="2681" y="1368"/>
                  </a:lnTo>
                  <a:lnTo>
                    <a:pt x="2669" y="1359"/>
                  </a:lnTo>
                  <a:lnTo>
                    <a:pt x="2657" y="1351"/>
                  </a:lnTo>
                  <a:lnTo>
                    <a:pt x="2646" y="1340"/>
                  </a:lnTo>
                  <a:lnTo>
                    <a:pt x="2617" y="1344"/>
                  </a:lnTo>
                  <a:lnTo>
                    <a:pt x="2587" y="1344"/>
                  </a:lnTo>
                  <a:lnTo>
                    <a:pt x="2557" y="1342"/>
                  </a:lnTo>
                  <a:lnTo>
                    <a:pt x="2528" y="1340"/>
                  </a:lnTo>
                  <a:lnTo>
                    <a:pt x="2523" y="1330"/>
                  </a:lnTo>
                  <a:lnTo>
                    <a:pt x="2516" y="1317"/>
                  </a:lnTo>
                  <a:lnTo>
                    <a:pt x="2505" y="1321"/>
                  </a:lnTo>
                  <a:lnTo>
                    <a:pt x="2498" y="1323"/>
                  </a:lnTo>
                  <a:lnTo>
                    <a:pt x="2489" y="1324"/>
                  </a:lnTo>
                  <a:lnTo>
                    <a:pt x="2477" y="1324"/>
                  </a:lnTo>
                  <a:lnTo>
                    <a:pt x="2467" y="1317"/>
                  </a:lnTo>
                  <a:lnTo>
                    <a:pt x="2456" y="1312"/>
                  </a:lnTo>
                  <a:lnTo>
                    <a:pt x="2444" y="1305"/>
                  </a:lnTo>
                  <a:lnTo>
                    <a:pt x="2435" y="1298"/>
                  </a:lnTo>
                  <a:lnTo>
                    <a:pt x="2432" y="1288"/>
                  </a:lnTo>
                  <a:lnTo>
                    <a:pt x="2427" y="1279"/>
                  </a:lnTo>
                  <a:lnTo>
                    <a:pt x="2416" y="1270"/>
                  </a:lnTo>
                  <a:lnTo>
                    <a:pt x="2414" y="1270"/>
                  </a:lnTo>
                  <a:lnTo>
                    <a:pt x="2413" y="1270"/>
                  </a:lnTo>
                  <a:lnTo>
                    <a:pt x="2411" y="1270"/>
                  </a:lnTo>
                  <a:lnTo>
                    <a:pt x="2407" y="1270"/>
                  </a:lnTo>
                  <a:lnTo>
                    <a:pt x="2400" y="1270"/>
                  </a:lnTo>
                  <a:lnTo>
                    <a:pt x="2404" y="1284"/>
                  </a:lnTo>
                  <a:lnTo>
                    <a:pt x="2409" y="1300"/>
                  </a:lnTo>
                  <a:lnTo>
                    <a:pt x="2418" y="1316"/>
                  </a:lnTo>
                  <a:lnTo>
                    <a:pt x="2425" y="1330"/>
                  </a:lnTo>
                  <a:lnTo>
                    <a:pt x="2432" y="1340"/>
                  </a:lnTo>
                  <a:lnTo>
                    <a:pt x="2434" y="1335"/>
                  </a:lnTo>
                  <a:lnTo>
                    <a:pt x="2435" y="1333"/>
                  </a:lnTo>
                  <a:lnTo>
                    <a:pt x="2435" y="1331"/>
                  </a:lnTo>
                  <a:lnTo>
                    <a:pt x="2437" y="1331"/>
                  </a:lnTo>
                  <a:lnTo>
                    <a:pt x="2439" y="1331"/>
                  </a:lnTo>
                  <a:lnTo>
                    <a:pt x="2444" y="1333"/>
                  </a:lnTo>
                  <a:lnTo>
                    <a:pt x="2446" y="1338"/>
                  </a:lnTo>
                  <a:lnTo>
                    <a:pt x="2448" y="1344"/>
                  </a:lnTo>
                  <a:lnTo>
                    <a:pt x="2448" y="1349"/>
                  </a:lnTo>
                  <a:lnTo>
                    <a:pt x="2449" y="1354"/>
                  </a:lnTo>
                  <a:lnTo>
                    <a:pt x="2451" y="1359"/>
                  </a:lnTo>
                  <a:lnTo>
                    <a:pt x="2458" y="1358"/>
                  </a:lnTo>
                  <a:lnTo>
                    <a:pt x="2467" y="1356"/>
                  </a:lnTo>
                  <a:lnTo>
                    <a:pt x="2477" y="1356"/>
                  </a:lnTo>
                  <a:lnTo>
                    <a:pt x="2493" y="1338"/>
                  </a:lnTo>
                  <a:lnTo>
                    <a:pt x="2512" y="1324"/>
                  </a:lnTo>
                  <a:lnTo>
                    <a:pt x="2514" y="1342"/>
                  </a:lnTo>
                  <a:lnTo>
                    <a:pt x="2516" y="1356"/>
                  </a:lnTo>
                  <a:lnTo>
                    <a:pt x="2542" y="1370"/>
                  </a:lnTo>
                  <a:lnTo>
                    <a:pt x="2563" y="1387"/>
                  </a:lnTo>
                  <a:lnTo>
                    <a:pt x="2556" y="1396"/>
                  </a:lnTo>
                  <a:lnTo>
                    <a:pt x="2550" y="1405"/>
                  </a:lnTo>
                  <a:lnTo>
                    <a:pt x="2544" y="1412"/>
                  </a:lnTo>
                  <a:lnTo>
                    <a:pt x="2531" y="1417"/>
                  </a:lnTo>
                  <a:lnTo>
                    <a:pt x="2531" y="1436"/>
                  </a:lnTo>
                  <a:lnTo>
                    <a:pt x="2514" y="1447"/>
                  </a:lnTo>
                  <a:lnTo>
                    <a:pt x="2496" y="1459"/>
                  </a:lnTo>
                  <a:lnTo>
                    <a:pt x="2496" y="1467"/>
                  </a:lnTo>
                  <a:lnTo>
                    <a:pt x="2474" y="1467"/>
                  </a:lnTo>
                  <a:lnTo>
                    <a:pt x="2461" y="1474"/>
                  </a:lnTo>
                  <a:lnTo>
                    <a:pt x="2451" y="1485"/>
                  </a:lnTo>
                  <a:lnTo>
                    <a:pt x="2439" y="1494"/>
                  </a:lnTo>
                  <a:lnTo>
                    <a:pt x="2423" y="1501"/>
                  </a:lnTo>
                  <a:lnTo>
                    <a:pt x="2407" y="1504"/>
                  </a:lnTo>
                  <a:lnTo>
                    <a:pt x="2390" y="1509"/>
                  </a:lnTo>
                  <a:lnTo>
                    <a:pt x="2376" y="1515"/>
                  </a:lnTo>
                  <a:lnTo>
                    <a:pt x="2364" y="1522"/>
                  </a:lnTo>
                  <a:lnTo>
                    <a:pt x="2352" y="1525"/>
                  </a:lnTo>
                  <a:lnTo>
                    <a:pt x="2343" y="1525"/>
                  </a:lnTo>
                  <a:lnTo>
                    <a:pt x="2339" y="1523"/>
                  </a:lnTo>
                  <a:lnTo>
                    <a:pt x="2338" y="1523"/>
                  </a:lnTo>
                  <a:lnTo>
                    <a:pt x="2336" y="1522"/>
                  </a:lnTo>
                  <a:lnTo>
                    <a:pt x="2336" y="1522"/>
                  </a:lnTo>
                  <a:lnTo>
                    <a:pt x="2334" y="1520"/>
                  </a:lnTo>
                  <a:lnTo>
                    <a:pt x="2332" y="1516"/>
                  </a:lnTo>
                  <a:lnTo>
                    <a:pt x="2327" y="1506"/>
                  </a:lnTo>
                  <a:lnTo>
                    <a:pt x="2325" y="1495"/>
                  </a:lnTo>
                  <a:lnTo>
                    <a:pt x="2325" y="1485"/>
                  </a:lnTo>
                  <a:lnTo>
                    <a:pt x="2324" y="1474"/>
                  </a:lnTo>
                  <a:lnTo>
                    <a:pt x="2315" y="1457"/>
                  </a:lnTo>
                  <a:lnTo>
                    <a:pt x="2303" y="1441"/>
                  </a:lnTo>
                  <a:lnTo>
                    <a:pt x="2290" y="1427"/>
                  </a:lnTo>
                  <a:lnTo>
                    <a:pt x="2278" y="1413"/>
                  </a:lnTo>
                  <a:lnTo>
                    <a:pt x="2275" y="1403"/>
                  </a:lnTo>
                  <a:lnTo>
                    <a:pt x="2273" y="1391"/>
                  </a:lnTo>
                  <a:lnTo>
                    <a:pt x="2271" y="1378"/>
                  </a:lnTo>
                  <a:lnTo>
                    <a:pt x="2266" y="1368"/>
                  </a:lnTo>
                  <a:lnTo>
                    <a:pt x="2247" y="1356"/>
                  </a:lnTo>
                  <a:lnTo>
                    <a:pt x="2242" y="1344"/>
                  </a:lnTo>
                  <a:lnTo>
                    <a:pt x="2236" y="1331"/>
                  </a:lnTo>
                  <a:lnTo>
                    <a:pt x="2231" y="1319"/>
                  </a:lnTo>
                  <a:lnTo>
                    <a:pt x="2224" y="1309"/>
                  </a:lnTo>
                  <a:lnTo>
                    <a:pt x="2214" y="1302"/>
                  </a:lnTo>
                  <a:lnTo>
                    <a:pt x="2208" y="1300"/>
                  </a:lnTo>
                  <a:lnTo>
                    <a:pt x="2207" y="1296"/>
                  </a:lnTo>
                  <a:lnTo>
                    <a:pt x="2203" y="1295"/>
                  </a:lnTo>
                  <a:lnTo>
                    <a:pt x="2200" y="1293"/>
                  </a:lnTo>
                  <a:lnTo>
                    <a:pt x="2196" y="1291"/>
                  </a:lnTo>
                  <a:lnTo>
                    <a:pt x="2193" y="1288"/>
                  </a:lnTo>
                  <a:lnTo>
                    <a:pt x="2189" y="1282"/>
                  </a:lnTo>
                  <a:lnTo>
                    <a:pt x="2186" y="1275"/>
                  </a:lnTo>
                  <a:lnTo>
                    <a:pt x="2182" y="1275"/>
                  </a:lnTo>
                  <a:lnTo>
                    <a:pt x="2182" y="1282"/>
                  </a:lnTo>
                  <a:lnTo>
                    <a:pt x="2194" y="1298"/>
                  </a:lnTo>
                  <a:lnTo>
                    <a:pt x="2205" y="1316"/>
                  </a:lnTo>
                  <a:lnTo>
                    <a:pt x="2212" y="1337"/>
                  </a:lnTo>
                  <a:lnTo>
                    <a:pt x="2219" y="1356"/>
                  </a:lnTo>
                  <a:lnTo>
                    <a:pt x="2228" y="1375"/>
                  </a:lnTo>
                  <a:lnTo>
                    <a:pt x="2231" y="1378"/>
                  </a:lnTo>
                  <a:lnTo>
                    <a:pt x="2236" y="1382"/>
                  </a:lnTo>
                  <a:lnTo>
                    <a:pt x="2240" y="1385"/>
                  </a:lnTo>
                  <a:lnTo>
                    <a:pt x="2245" y="1389"/>
                  </a:lnTo>
                  <a:lnTo>
                    <a:pt x="2247" y="1394"/>
                  </a:lnTo>
                  <a:lnTo>
                    <a:pt x="2247" y="1429"/>
                  </a:lnTo>
                  <a:lnTo>
                    <a:pt x="2250" y="1433"/>
                  </a:lnTo>
                  <a:lnTo>
                    <a:pt x="2254" y="1438"/>
                  </a:lnTo>
                  <a:lnTo>
                    <a:pt x="2259" y="1441"/>
                  </a:lnTo>
                  <a:lnTo>
                    <a:pt x="2264" y="1445"/>
                  </a:lnTo>
                  <a:lnTo>
                    <a:pt x="2266" y="1448"/>
                  </a:lnTo>
                  <a:lnTo>
                    <a:pt x="2269" y="1459"/>
                  </a:lnTo>
                  <a:lnTo>
                    <a:pt x="2271" y="1467"/>
                  </a:lnTo>
                  <a:lnTo>
                    <a:pt x="2275" y="1478"/>
                  </a:lnTo>
                  <a:lnTo>
                    <a:pt x="2285" y="1490"/>
                  </a:lnTo>
                  <a:lnTo>
                    <a:pt x="2301" y="1501"/>
                  </a:lnTo>
                  <a:lnTo>
                    <a:pt x="2318" y="1511"/>
                  </a:lnTo>
                  <a:lnTo>
                    <a:pt x="2332" y="1522"/>
                  </a:lnTo>
                  <a:lnTo>
                    <a:pt x="2336" y="1527"/>
                  </a:lnTo>
                  <a:lnTo>
                    <a:pt x="2336" y="1534"/>
                  </a:lnTo>
                  <a:lnTo>
                    <a:pt x="2336" y="1539"/>
                  </a:lnTo>
                  <a:lnTo>
                    <a:pt x="2338" y="1544"/>
                  </a:lnTo>
                  <a:lnTo>
                    <a:pt x="2343" y="1550"/>
                  </a:lnTo>
                  <a:lnTo>
                    <a:pt x="2358" y="1551"/>
                  </a:lnTo>
                  <a:lnTo>
                    <a:pt x="2376" y="1543"/>
                  </a:lnTo>
                  <a:lnTo>
                    <a:pt x="2400" y="1537"/>
                  </a:lnTo>
                  <a:lnTo>
                    <a:pt x="2423" y="1532"/>
                  </a:lnTo>
                  <a:lnTo>
                    <a:pt x="2444" y="1529"/>
                  </a:lnTo>
                  <a:lnTo>
                    <a:pt x="2444" y="1532"/>
                  </a:lnTo>
                  <a:lnTo>
                    <a:pt x="2439" y="1541"/>
                  </a:lnTo>
                  <a:lnTo>
                    <a:pt x="2439" y="1551"/>
                  </a:lnTo>
                  <a:lnTo>
                    <a:pt x="2435" y="1563"/>
                  </a:lnTo>
                  <a:lnTo>
                    <a:pt x="2428" y="1581"/>
                  </a:lnTo>
                  <a:lnTo>
                    <a:pt x="2418" y="1602"/>
                  </a:lnTo>
                  <a:lnTo>
                    <a:pt x="2406" y="1623"/>
                  </a:lnTo>
                  <a:lnTo>
                    <a:pt x="2393" y="1640"/>
                  </a:lnTo>
                  <a:lnTo>
                    <a:pt x="2374" y="1659"/>
                  </a:lnTo>
                  <a:lnTo>
                    <a:pt x="2353" y="1677"/>
                  </a:lnTo>
                  <a:lnTo>
                    <a:pt x="2331" y="1694"/>
                  </a:lnTo>
                  <a:lnTo>
                    <a:pt x="2310" y="1714"/>
                  </a:lnTo>
                  <a:lnTo>
                    <a:pt x="2292" y="1735"/>
                  </a:lnTo>
                  <a:lnTo>
                    <a:pt x="2278" y="1759"/>
                  </a:lnTo>
                  <a:lnTo>
                    <a:pt x="2273" y="1782"/>
                  </a:lnTo>
                  <a:lnTo>
                    <a:pt x="2276" y="1803"/>
                  </a:lnTo>
                  <a:lnTo>
                    <a:pt x="2283" y="1824"/>
                  </a:lnTo>
                  <a:lnTo>
                    <a:pt x="2290" y="1843"/>
                  </a:lnTo>
                  <a:lnTo>
                    <a:pt x="2297" y="1864"/>
                  </a:lnTo>
                  <a:lnTo>
                    <a:pt x="2303" y="1885"/>
                  </a:lnTo>
                  <a:lnTo>
                    <a:pt x="2301" y="1906"/>
                  </a:lnTo>
                  <a:lnTo>
                    <a:pt x="2290" y="1928"/>
                  </a:lnTo>
                  <a:lnTo>
                    <a:pt x="2275" y="1939"/>
                  </a:lnTo>
                  <a:lnTo>
                    <a:pt x="2257" y="1947"/>
                  </a:lnTo>
                  <a:lnTo>
                    <a:pt x="2240" y="1956"/>
                  </a:lnTo>
                  <a:lnTo>
                    <a:pt x="2226" y="1968"/>
                  </a:lnTo>
                  <a:lnTo>
                    <a:pt x="2217" y="1986"/>
                  </a:lnTo>
                  <a:lnTo>
                    <a:pt x="2226" y="1996"/>
                  </a:lnTo>
                  <a:lnTo>
                    <a:pt x="2233" y="2012"/>
                  </a:lnTo>
                  <a:lnTo>
                    <a:pt x="2236" y="2031"/>
                  </a:lnTo>
                  <a:lnTo>
                    <a:pt x="2231" y="2035"/>
                  </a:lnTo>
                  <a:lnTo>
                    <a:pt x="2228" y="2038"/>
                  </a:lnTo>
                  <a:lnTo>
                    <a:pt x="2226" y="2040"/>
                  </a:lnTo>
                  <a:lnTo>
                    <a:pt x="2222" y="2043"/>
                  </a:lnTo>
                  <a:lnTo>
                    <a:pt x="2221" y="2047"/>
                  </a:lnTo>
                  <a:lnTo>
                    <a:pt x="2217" y="2050"/>
                  </a:lnTo>
                  <a:lnTo>
                    <a:pt x="2198" y="2054"/>
                  </a:lnTo>
                  <a:lnTo>
                    <a:pt x="2193" y="2066"/>
                  </a:lnTo>
                  <a:lnTo>
                    <a:pt x="2191" y="2080"/>
                  </a:lnTo>
                  <a:lnTo>
                    <a:pt x="2189" y="2094"/>
                  </a:lnTo>
                  <a:lnTo>
                    <a:pt x="2186" y="2108"/>
                  </a:lnTo>
                  <a:lnTo>
                    <a:pt x="2163" y="2127"/>
                  </a:lnTo>
                  <a:lnTo>
                    <a:pt x="2156" y="2143"/>
                  </a:lnTo>
                  <a:lnTo>
                    <a:pt x="2147" y="2159"/>
                  </a:lnTo>
                  <a:lnTo>
                    <a:pt x="2130" y="2174"/>
                  </a:lnTo>
                  <a:lnTo>
                    <a:pt x="2109" y="2187"/>
                  </a:lnTo>
                  <a:lnTo>
                    <a:pt x="2083" y="2194"/>
                  </a:lnTo>
                  <a:lnTo>
                    <a:pt x="2057" y="2201"/>
                  </a:lnTo>
                  <a:lnTo>
                    <a:pt x="2030" y="2206"/>
                  </a:lnTo>
                  <a:lnTo>
                    <a:pt x="2006" y="2211"/>
                  </a:lnTo>
                  <a:lnTo>
                    <a:pt x="2001" y="2208"/>
                  </a:lnTo>
                  <a:lnTo>
                    <a:pt x="1997" y="2204"/>
                  </a:lnTo>
                  <a:lnTo>
                    <a:pt x="1994" y="2202"/>
                  </a:lnTo>
                  <a:lnTo>
                    <a:pt x="1990" y="2197"/>
                  </a:lnTo>
                  <a:lnTo>
                    <a:pt x="1987" y="2194"/>
                  </a:lnTo>
                  <a:lnTo>
                    <a:pt x="1985" y="2185"/>
                  </a:lnTo>
                  <a:lnTo>
                    <a:pt x="1985" y="2174"/>
                  </a:lnTo>
                  <a:lnTo>
                    <a:pt x="1985" y="2162"/>
                  </a:lnTo>
                  <a:lnTo>
                    <a:pt x="1983" y="2150"/>
                  </a:lnTo>
                  <a:lnTo>
                    <a:pt x="1973" y="2133"/>
                  </a:lnTo>
                  <a:lnTo>
                    <a:pt x="1959" y="2117"/>
                  </a:lnTo>
                  <a:lnTo>
                    <a:pt x="1945" y="2099"/>
                  </a:lnTo>
                  <a:lnTo>
                    <a:pt x="1936" y="2082"/>
                  </a:lnTo>
                  <a:lnTo>
                    <a:pt x="1940" y="2070"/>
                  </a:lnTo>
                  <a:lnTo>
                    <a:pt x="1940" y="2068"/>
                  </a:lnTo>
                  <a:lnTo>
                    <a:pt x="1936" y="2064"/>
                  </a:lnTo>
                  <a:lnTo>
                    <a:pt x="1933" y="2063"/>
                  </a:lnTo>
                  <a:lnTo>
                    <a:pt x="1931" y="2059"/>
                  </a:lnTo>
                  <a:lnTo>
                    <a:pt x="1929" y="2059"/>
                  </a:lnTo>
                  <a:lnTo>
                    <a:pt x="1927" y="2054"/>
                  </a:lnTo>
                  <a:lnTo>
                    <a:pt x="1929" y="2049"/>
                  </a:lnTo>
                  <a:lnTo>
                    <a:pt x="1929" y="2045"/>
                  </a:lnTo>
                  <a:lnTo>
                    <a:pt x="1931" y="2042"/>
                  </a:lnTo>
                  <a:lnTo>
                    <a:pt x="1933" y="2038"/>
                  </a:lnTo>
                  <a:lnTo>
                    <a:pt x="1926" y="2035"/>
                  </a:lnTo>
                  <a:lnTo>
                    <a:pt x="1926" y="2031"/>
                  </a:lnTo>
                  <a:lnTo>
                    <a:pt x="1926" y="2028"/>
                  </a:lnTo>
                  <a:lnTo>
                    <a:pt x="1927" y="2023"/>
                  </a:lnTo>
                  <a:lnTo>
                    <a:pt x="1929" y="2019"/>
                  </a:lnTo>
                  <a:lnTo>
                    <a:pt x="1929" y="2014"/>
                  </a:lnTo>
                  <a:lnTo>
                    <a:pt x="1929" y="2009"/>
                  </a:lnTo>
                  <a:lnTo>
                    <a:pt x="1922" y="1995"/>
                  </a:lnTo>
                  <a:lnTo>
                    <a:pt x="1912" y="1979"/>
                  </a:lnTo>
                  <a:lnTo>
                    <a:pt x="1901" y="1965"/>
                  </a:lnTo>
                  <a:lnTo>
                    <a:pt x="1894" y="1951"/>
                  </a:lnTo>
                  <a:lnTo>
                    <a:pt x="1892" y="1934"/>
                  </a:lnTo>
                  <a:lnTo>
                    <a:pt x="1896" y="1914"/>
                  </a:lnTo>
                  <a:lnTo>
                    <a:pt x="1903" y="1897"/>
                  </a:lnTo>
                  <a:lnTo>
                    <a:pt x="1913" y="1878"/>
                  </a:lnTo>
                  <a:lnTo>
                    <a:pt x="1920" y="1862"/>
                  </a:lnTo>
                  <a:lnTo>
                    <a:pt x="1926" y="1848"/>
                  </a:lnTo>
                  <a:lnTo>
                    <a:pt x="1919" y="1834"/>
                  </a:lnTo>
                  <a:lnTo>
                    <a:pt x="1917" y="1822"/>
                  </a:lnTo>
                  <a:lnTo>
                    <a:pt x="1917" y="1810"/>
                  </a:lnTo>
                  <a:lnTo>
                    <a:pt x="1913" y="1794"/>
                  </a:lnTo>
                  <a:lnTo>
                    <a:pt x="1903" y="1773"/>
                  </a:lnTo>
                  <a:lnTo>
                    <a:pt x="1887" y="1752"/>
                  </a:lnTo>
                  <a:lnTo>
                    <a:pt x="1872" y="1733"/>
                  </a:lnTo>
                  <a:lnTo>
                    <a:pt x="1856" y="1717"/>
                  </a:lnTo>
                  <a:lnTo>
                    <a:pt x="1861" y="1696"/>
                  </a:lnTo>
                  <a:lnTo>
                    <a:pt x="1866" y="1677"/>
                  </a:lnTo>
                  <a:lnTo>
                    <a:pt x="1872" y="1656"/>
                  </a:lnTo>
                  <a:lnTo>
                    <a:pt x="1866" y="1653"/>
                  </a:lnTo>
                  <a:lnTo>
                    <a:pt x="1863" y="1651"/>
                  </a:lnTo>
                  <a:lnTo>
                    <a:pt x="1859" y="1647"/>
                  </a:lnTo>
                  <a:lnTo>
                    <a:pt x="1856" y="1646"/>
                  </a:lnTo>
                  <a:lnTo>
                    <a:pt x="1851" y="1646"/>
                  </a:lnTo>
                  <a:lnTo>
                    <a:pt x="1844" y="1644"/>
                  </a:lnTo>
                  <a:lnTo>
                    <a:pt x="1840" y="1647"/>
                  </a:lnTo>
                  <a:lnTo>
                    <a:pt x="1838" y="1649"/>
                  </a:lnTo>
                  <a:lnTo>
                    <a:pt x="1833" y="1651"/>
                  </a:lnTo>
                  <a:lnTo>
                    <a:pt x="1828" y="1651"/>
                  </a:lnTo>
                  <a:lnTo>
                    <a:pt x="1821" y="1651"/>
                  </a:lnTo>
                  <a:lnTo>
                    <a:pt x="1802" y="1621"/>
                  </a:lnTo>
                  <a:lnTo>
                    <a:pt x="1789" y="1619"/>
                  </a:lnTo>
                  <a:lnTo>
                    <a:pt x="1777" y="1618"/>
                  </a:lnTo>
                  <a:lnTo>
                    <a:pt x="1763" y="1616"/>
                  </a:lnTo>
                  <a:lnTo>
                    <a:pt x="1746" y="1623"/>
                  </a:lnTo>
                  <a:lnTo>
                    <a:pt x="1728" y="1630"/>
                  </a:lnTo>
                  <a:lnTo>
                    <a:pt x="1714" y="1635"/>
                  </a:lnTo>
                  <a:lnTo>
                    <a:pt x="1680" y="1628"/>
                  </a:lnTo>
                  <a:lnTo>
                    <a:pt x="1676" y="1640"/>
                  </a:lnTo>
                  <a:lnTo>
                    <a:pt x="1664" y="1640"/>
                  </a:lnTo>
                  <a:lnTo>
                    <a:pt x="1653" y="1637"/>
                  </a:lnTo>
                  <a:lnTo>
                    <a:pt x="1645" y="1635"/>
                  </a:lnTo>
                  <a:lnTo>
                    <a:pt x="1641" y="1637"/>
                  </a:lnTo>
                  <a:lnTo>
                    <a:pt x="1638" y="1640"/>
                  </a:lnTo>
                  <a:lnTo>
                    <a:pt x="1632" y="1642"/>
                  </a:lnTo>
                  <a:lnTo>
                    <a:pt x="1625" y="1644"/>
                  </a:lnTo>
                  <a:lnTo>
                    <a:pt x="1615" y="1632"/>
                  </a:lnTo>
                  <a:lnTo>
                    <a:pt x="1601" y="1625"/>
                  </a:lnTo>
                  <a:lnTo>
                    <a:pt x="1587" y="1618"/>
                  </a:lnTo>
                  <a:lnTo>
                    <a:pt x="1573" y="1611"/>
                  </a:lnTo>
                  <a:lnTo>
                    <a:pt x="1561" y="1602"/>
                  </a:lnTo>
                  <a:lnTo>
                    <a:pt x="1552" y="1579"/>
                  </a:lnTo>
                  <a:lnTo>
                    <a:pt x="1542" y="1567"/>
                  </a:lnTo>
                  <a:lnTo>
                    <a:pt x="1526" y="1555"/>
                  </a:lnTo>
                  <a:lnTo>
                    <a:pt x="1512" y="1543"/>
                  </a:lnTo>
                  <a:lnTo>
                    <a:pt x="1503" y="1532"/>
                  </a:lnTo>
                  <a:lnTo>
                    <a:pt x="1503" y="1509"/>
                  </a:lnTo>
                  <a:lnTo>
                    <a:pt x="1500" y="1499"/>
                  </a:lnTo>
                  <a:lnTo>
                    <a:pt x="1501" y="1483"/>
                  </a:lnTo>
                  <a:lnTo>
                    <a:pt x="1505" y="1469"/>
                  </a:lnTo>
                  <a:lnTo>
                    <a:pt x="1508" y="1457"/>
                  </a:lnTo>
                  <a:lnTo>
                    <a:pt x="1510" y="1448"/>
                  </a:lnTo>
                  <a:lnTo>
                    <a:pt x="1510" y="1434"/>
                  </a:lnTo>
                  <a:lnTo>
                    <a:pt x="1507" y="1426"/>
                  </a:lnTo>
                  <a:lnTo>
                    <a:pt x="1501" y="1417"/>
                  </a:lnTo>
                  <a:lnTo>
                    <a:pt x="1498" y="1410"/>
                  </a:lnTo>
                  <a:lnTo>
                    <a:pt x="1498" y="1399"/>
                  </a:lnTo>
                  <a:lnTo>
                    <a:pt x="1501" y="1385"/>
                  </a:lnTo>
                  <a:lnTo>
                    <a:pt x="1508" y="1370"/>
                  </a:lnTo>
                  <a:lnTo>
                    <a:pt x="1515" y="1352"/>
                  </a:lnTo>
                  <a:lnTo>
                    <a:pt x="1522" y="1337"/>
                  </a:lnTo>
                  <a:lnTo>
                    <a:pt x="1529" y="1324"/>
                  </a:lnTo>
                  <a:lnTo>
                    <a:pt x="1533" y="1317"/>
                  </a:lnTo>
                  <a:lnTo>
                    <a:pt x="1545" y="1307"/>
                  </a:lnTo>
                  <a:lnTo>
                    <a:pt x="1559" y="1298"/>
                  </a:lnTo>
                  <a:lnTo>
                    <a:pt x="1573" y="1291"/>
                  </a:lnTo>
                  <a:lnTo>
                    <a:pt x="1587" y="1282"/>
                  </a:lnTo>
                  <a:lnTo>
                    <a:pt x="1590" y="1274"/>
                  </a:lnTo>
                  <a:lnTo>
                    <a:pt x="1590" y="1263"/>
                  </a:lnTo>
                  <a:lnTo>
                    <a:pt x="1589" y="1251"/>
                  </a:lnTo>
                  <a:lnTo>
                    <a:pt x="1590" y="1241"/>
                  </a:lnTo>
                  <a:lnTo>
                    <a:pt x="1599" y="1227"/>
                  </a:lnTo>
                  <a:lnTo>
                    <a:pt x="1611" y="1216"/>
                  </a:lnTo>
                  <a:lnTo>
                    <a:pt x="1624" y="1206"/>
                  </a:lnTo>
                  <a:lnTo>
                    <a:pt x="1636" y="1195"/>
                  </a:lnTo>
                  <a:lnTo>
                    <a:pt x="1646" y="1183"/>
                  </a:lnTo>
                  <a:lnTo>
                    <a:pt x="1652" y="1167"/>
                  </a:lnTo>
                  <a:lnTo>
                    <a:pt x="1652" y="1166"/>
                  </a:lnTo>
                  <a:lnTo>
                    <a:pt x="1650" y="1166"/>
                  </a:lnTo>
                  <a:lnTo>
                    <a:pt x="1650" y="1164"/>
                  </a:lnTo>
                  <a:lnTo>
                    <a:pt x="1650" y="1162"/>
                  </a:lnTo>
                  <a:lnTo>
                    <a:pt x="1648" y="1160"/>
                  </a:lnTo>
                  <a:lnTo>
                    <a:pt x="1645" y="1159"/>
                  </a:lnTo>
                  <a:lnTo>
                    <a:pt x="1641" y="1157"/>
                  </a:lnTo>
                  <a:lnTo>
                    <a:pt x="1638" y="1157"/>
                  </a:lnTo>
                  <a:lnTo>
                    <a:pt x="1632" y="1155"/>
                  </a:lnTo>
                  <a:lnTo>
                    <a:pt x="1629" y="1159"/>
                  </a:lnTo>
                  <a:lnTo>
                    <a:pt x="1625" y="1159"/>
                  </a:lnTo>
                  <a:lnTo>
                    <a:pt x="1620" y="1160"/>
                  </a:lnTo>
                  <a:lnTo>
                    <a:pt x="1613" y="1160"/>
                  </a:lnTo>
                  <a:lnTo>
                    <a:pt x="1613" y="1155"/>
                  </a:lnTo>
                  <a:lnTo>
                    <a:pt x="1610" y="1155"/>
                  </a:lnTo>
                  <a:lnTo>
                    <a:pt x="1610" y="1141"/>
                  </a:lnTo>
                  <a:lnTo>
                    <a:pt x="1608" y="1122"/>
                  </a:lnTo>
                  <a:lnTo>
                    <a:pt x="1606" y="1099"/>
                  </a:lnTo>
                  <a:lnTo>
                    <a:pt x="1606" y="1077"/>
                  </a:lnTo>
                  <a:lnTo>
                    <a:pt x="1606" y="1057"/>
                  </a:lnTo>
                  <a:lnTo>
                    <a:pt x="1610" y="1045"/>
                  </a:lnTo>
                  <a:lnTo>
                    <a:pt x="1611" y="1040"/>
                  </a:lnTo>
                  <a:lnTo>
                    <a:pt x="1613" y="1036"/>
                  </a:lnTo>
                  <a:lnTo>
                    <a:pt x="1615" y="1035"/>
                  </a:lnTo>
                  <a:lnTo>
                    <a:pt x="1617" y="1035"/>
                  </a:lnTo>
                  <a:lnTo>
                    <a:pt x="1620" y="1035"/>
                  </a:lnTo>
                  <a:lnTo>
                    <a:pt x="1624" y="1033"/>
                  </a:lnTo>
                  <a:lnTo>
                    <a:pt x="1629" y="1033"/>
                  </a:lnTo>
                  <a:lnTo>
                    <a:pt x="1643" y="1038"/>
                  </a:lnTo>
                  <a:lnTo>
                    <a:pt x="1659" y="1042"/>
                  </a:lnTo>
                  <a:lnTo>
                    <a:pt x="1676" y="1042"/>
                  </a:lnTo>
                  <a:lnTo>
                    <a:pt x="1693" y="1038"/>
                  </a:lnTo>
                  <a:lnTo>
                    <a:pt x="1706" y="1033"/>
                  </a:lnTo>
                  <a:lnTo>
                    <a:pt x="1707" y="1031"/>
                  </a:lnTo>
                  <a:lnTo>
                    <a:pt x="1707" y="1029"/>
                  </a:lnTo>
                  <a:lnTo>
                    <a:pt x="1709" y="1029"/>
                  </a:lnTo>
                  <a:lnTo>
                    <a:pt x="1709" y="1028"/>
                  </a:lnTo>
                  <a:lnTo>
                    <a:pt x="1709" y="1026"/>
                  </a:lnTo>
                  <a:lnTo>
                    <a:pt x="1713" y="1012"/>
                  </a:lnTo>
                  <a:lnTo>
                    <a:pt x="1713" y="996"/>
                  </a:lnTo>
                  <a:lnTo>
                    <a:pt x="1711" y="981"/>
                  </a:lnTo>
                  <a:lnTo>
                    <a:pt x="1709" y="963"/>
                  </a:lnTo>
                  <a:lnTo>
                    <a:pt x="1697" y="960"/>
                  </a:lnTo>
                  <a:lnTo>
                    <a:pt x="1685" y="956"/>
                  </a:lnTo>
                  <a:lnTo>
                    <a:pt x="1673" y="949"/>
                  </a:lnTo>
                  <a:lnTo>
                    <a:pt x="1664" y="940"/>
                  </a:lnTo>
                  <a:lnTo>
                    <a:pt x="1667" y="939"/>
                  </a:lnTo>
                  <a:lnTo>
                    <a:pt x="1671" y="937"/>
                  </a:lnTo>
                  <a:lnTo>
                    <a:pt x="1673" y="935"/>
                  </a:lnTo>
                  <a:lnTo>
                    <a:pt x="1676" y="935"/>
                  </a:lnTo>
                  <a:lnTo>
                    <a:pt x="1680" y="933"/>
                  </a:lnTo>
                  <a:lnTo>
                    <a:pt x="1686" y="933"/>
                  </a:lnTo>
                  <a:lnTo>
                    <a:pt x="1690" y="932"/>
                  </a:lnTo>
                  <a:lnTo>
                    <a:pt x="1695" y="930"/>
                  </a:lnTo>
                  <a:lnTo>
                    <a:pt x="1700" y="930"/>
                  </a:lnTo>
                  <a:lnTo>
                    <a:pt x="1706" y="930"/>
                  </a:lnTo>
                  <a:lnTo>
                    <a:pt x="1706" y="911"/>
                  </a:lnTo>
                  <a:lnTo>
                    <a:pt x="1711" y="911"/>
                  </a:lnTo>
                  <a:lnTo>
                    <a:pt x="1716" y="912"/>
                  </a:lnTo>
                  <a:lnTo>
                    <a:pt x="1718" y="914"/>
                  </a:lnTo>
                  <a:lnTo>
                    <a:pt x="1721" y="914"/>
                  </a:lnTo>
                  <a:lnTo>
                    <a:pt x="1725" y="916"/>
                  </a:lnTo>
                  <a:lnTo>
                    <a:pt x="1728" y="918"/>
                  </a:lnTo>
                  <a:lnTo>
                    <a:pt x="1732" y="914"/>
                  </a:lnTo>
                  <a:lnTo>
                    <a:pt x="1737" y="912"/>
                  </a:lnTo>
                  <a:lnTo>
                    <a:pt x="1741" y="911"/>
                  </a:lnTo>
                  <a:lnTo>
                    <a:pt x="1746" y="909"/>
                  </a:lnTo>
                  <a:lnTo>
                    <a:pt x="1748" y="907"/>
                  </a:lnTo>
                  <a:lnTo>
                    <a:pt x="1749" y="904"/>
                  </a:lnTo>
                  <a:lnTo>
                    <a:pt x="1749" y="900"/>
                  </a:lnTo>
                  <a:lnTo>
                    <a:pt x="1749" y="897"/>
                  </a:lnTo>
                  <a:lnTo>
                    <a:pt x="1749" y="893"/>
                  </a:lnTo>
                  <a:lnTo>
                    <a:pt x="1751" y="890"/>
                  </a:lnTo>
                  <a:lnTo>
                    <a:pt x="1753" y="886"/>
                  </a:lnTo>
                  <a:lnTo>
                    <a:pt x="1786" y="876"/>
                  </a:lnTo>
                  <a:lnTo>
                    <a:pt x="1793" y="865"/>
                  </a:lnTo>
                  <a:lnTo>
                    <a:pt x="1795" y="855"/>
                  </a:lnTo>
                  <a:lnTo>
                    <a:pt x="1800" y="844"/>
                  </a:lnTo>
                  <a:lnTo>
                    <a:pt x="1810" y="837"/>
                  </a:lnTo>
                  <a:lnTo>
                    <a:pt x="1823" y="832"/>
                  </a:lnTo>
                  <a:lnTo>
                    <a:pt x="1838" y="827"/>
                  </a:lnTo>
                  <a:lnTo>
                    <a:pt x="1852" y="822"/>
                  </a:lnTo>
                  <a:lnTo>
                    <a:pt x="1854" y="820"/>
                  </a:lnTo>
                  <a:lnTo>
                    <a:pt x="1854" y="820"/>
                  </a:lnTo>
                  <a:lnTo>
                    <a:pt x="1854" y="818"/>
                  </a:lnTo>
                  <a:lnTo>
                    <a:pt x="1854" y="816"/>
                  </a:lnTo>
                  <a:lnTo>
                    <a:pt x="1856" y="815"/>
                  </a:lnTo>
                  <a:lnTo>
                    <a:pt x="1849" y="797"/>
                  </a:lnTo>
                  <a:lnTo>
                    <a:pt x="1845" y="776"/>
                  </a:lnTo>
                  <a:lnTo>
                    <a:pt x="1845" y="757"/>
                  </a:lnTo>
                  <a:lnTo>
                    <a:pt x="1844" y="741"/>
                  </a:lnTo>
                  <a:lnTo>
                    <a:pt x="1859" y="740"/>
                  </a:lnTo>
                  <a:lnTo>
                    <a:pt x="1870" y="736"/>
                  </a:lnTo>
                  <a:lnTo>
                    <a:pt x="1882" y="733"/>
                  </a:lnTo>
                  <a:lnTo>
                    <a:pt x="1882" y="741"/>
                  </a:lnTo>
                  <a:lnTo>
                    <a:pt x="1880" y="748"/>
                  </a:lnTo>
                  <a:lnTo>
                    <a:pt x="1878" y="761"/>
                  </a:lnTo>
                  <a:lnTo>
                    <a:pt x="1877" y="778"/>
                  </a:lnTo>
                  <a:lnTo>
                    <a:pt x="1875" y="794"/>
                  </a:lnTo>
                  <a:lnTo>
                    <a:pt x="1875" y="806"/>
                  </a:lnTo>
                  <a:lnTo>
                    <a:pt x="1880" y="809"/>
                  </a:lnTo>
                  <a:lnTo>
                    <a:pt x="1884" y="811"/>
                  </a:lnTo>
                  <a:lnTo>
                    <a:pt x="1885" y="813"/>
                  </a:lnTo>
                  <a:lnTo>
                    <a:pt x="1889" y="815"/>
                  </a:lnTo>
                  <a:lnTo>
                    <a:pt x="1894" y="818"/>
                  </a:lnTo>
                  <a:lnTo>
                    <a:pt x="1905" y="813"/>
                  </a:lnTo>
                  <a:lnTo>
                    <a:pt x="1912" y="813"/>
                  </a:lnTo>
                  <a:lnTo>
                    <a:pt x="1917" y="816"/>
                  </a:lnTo>
                  <a:lnTo>
                    <a:pt x="1924" y="822"/>
                  </a:lnTo>
                  <a:lnTo>
                    <a:pt x="1933" y="822"/>
                  </a:lnTo>
                  <a:lnTo>
                    <a:pt x="1943" y="818"/>
                  </a:lnTo>
                  <a:lnTo>
                    <a:pt x="1952" y="813"/>
                  </a:lnTo>
                  <a:lnTo>
                    <a:pt x="1957" y="808"/>
                  </a:lnTo>
                  <a:lnTo>
                    <a:pt x="1964" y="804"/>
                  </a:lnTo>
                  <a:lnTo>
                    <a:pt x="1973" y="801"/>
                  </a:lnTo>
                  <a:lnTo>
                    <a:pt x="1987" y="802"/>
                  </a:lnTo>
                  <a:lnTo>
                    <a:pt x="2006" y="806"/>
                  </a:lnTo>
                  <a:lnTo>
                    <a:pt x="2008" y="801"/>
                  </a:lnTo>
                  <a:lnTo>
                    <a:pt x="2009" y="799"/>
                  </a:lnTo>
                  <a:lnTo>
                    <a:pt x="2013" y="795"/>
                  </a:lnTo>
                  <a:lnTo>
                    <a:pt x="2016" y="794"/>
                  </a:lnTo>
                  <a:lnTo>
                    <a:pt x="2020" y="794"/>
                  </a:lnTo>
                  <a:lnTo>
                    <a:pt x="2025" y="792"/>
                  </a:lnTo>
                  <a:lnTo>
                    <a:pt x="2025" y="762"/>
                  </a:lnTo>
                  <a:lnTo>
                    <a:pt x="2029" y="738"/>
                  </a:lnTo>
                  <a:lnTo>
                    <a:pt x="2032" y="734"/>
                  </a:lnTo>
                  <a:lnTo>
                    <a:pt x="2036" y="733"/>
                  </a:lnTo>
                  <a:lnTo>
                    <a:pt x="2039" y="729"/>
                  </a:lnTo>
                  <a:lnTo>
                    <a:pt x="2043" y="727"/>
                  </a:lnTo>
                  <a:lnTo>
                    <a:pt x="2048" y="726"/>
                  </a:lnTo>
                  <a:lnTo>
                    <a:pt x="2048" y="729"/>
                  </a:lnTo>
                  <a:lnTo>
                    <a:pt x="2051" y="733"/>
                  </a:lnTo>
                  <a:lnTo>
                    <a:pt x="2053" y="736"/>
                  </a:lnTo>
                  <a:lnTo>
                    <a:pt x="2055" y="740"/>
                  </a:lnTo>
                  <a:lnTo>
                    <a:pt x="2057" y="741"/>
                  </a:lnTo>
                  <a:lnTo>
                    <a:pt x="2062" y="743"/>
                  </a:lnTo>
                  <a:lnTo>
                    <a:pt x="2067" y="745"/>
                  </a:lnTo>
                  <a:lnTo>
                    <a:pt x="2065" y="729"/>
                  </a:lnTo>
                  <a:lnTo>
                    <a:pt x="2064" y="719"/>
                  </a:lnTo>
                  <a:lnTo>
                    <a:pt x="2060" y="712"/>
                  </a:lnTo>
                  <a:lnTo>
                    <a:pt x="2058" y="703"/>
                  </a:lnTo>
                  <a:lnTo>
                    <a:pt x="2055" y="687"/>
                  </a:lnTo>
                  <a:lnTo>
                    <a:pt x="2064" y="686"/>
                  </a:lnTo>
                  <a:lnTo>
                    <a:pt x="2070" y="682"/>
                  </a:lnTo>
                  <a:lnTo>
                    <a:pt x="2076" y="679"/>
                  </a:lnTo>
                  <a:lnTo>
                    <a:pt x="2083" y="675"/>
                  </a:lnTo>
                  <a:lnTo>
                    <a:pt x="2095" y="675"/>
                  </a:lnTo>
                  <a:lnTo>
                    <a:pt x="2107" y="677"/>
                  </a:lnTo>
                  <a:lnTo>
                    <a:pt x="2116" y="679"/>
                  </a:lnTo>
                  <a:lnTo>
                    <a:pt x="2125" y="675"/>
                  </a:lnTo>
                  <a:lnTo>
                    <a:pt x="2132" y="665"/>
                  </a:lnTo>
                  <a:lnTo>
                    <a:pt x="2126" y="663"/>
                  </a:lnTo>
                  <a:lnTo>
                    <a:pt x="2121" y="661"/>
                  </a:lnTo>
                  <a:lnTo>
                    <a:pt x="2118" y="659"/>
                  </a:lnTo>
                  <a:lnTo>
                    <a:pt x="2112" y="658"/>
                  </a:lnTo>
                  <a:lnTo>
                    <a:pt x="2105" y="658"/>
                  </a:lnTo>
                  <a:lnTo>
                    <a:pt x="2088" y="666"/>
                  </a:lnTo>
                  <a:lnTo>
                    <a:pt x="2069" y="672"/>
                  </a:lnTo>
                  <a:lnTo>
                    <a:pt x="2048" y="675"/>
                  </a:lnTo>
                  <a:lnTo>
                    <a:pt x="2044" y="666"/>
                  </a:lnTo>
                  <a:lnTo>
                    <a:pt x="2039" y="659"/>
                  </a:lnTo>
                  <a:lnTo>
                    <a:pt x="2034" y="652"/>
                  </a:lnTo>
                  <a:lnTo>
                    <a:pt x="2030" y="644"/>
                  </a:lnTo>
                  <a:lnTo>
                    <a:pt x="2029" y="630"/>
                  </a:lnTo>
                  <a:lnTo>
                    <a:pt x="2030" y="619"/>
                  </a:lnTo>
                  <a:lnTo>
                    <a:pt x="2029" y="607"/>
                  </a:lnTo>
                  <a:lnTo>
                    <a:pt x="2027" y="593"/>
                  </a:lnTo>
                  <a:lnTo>
                    <a:pt x="2029" y="581"/>
                  </a:lnTo>
                  <a:lnTo>
                    <a:pt x="2037" y="563"/>
                  </a:lnTo>
                  <a:lnTo>
                    <a:pt x="2051" y="551"/>
                  </a:lnTo>
                  <a:lnTo>
                    <a:pt x="2065" y="537"/>
                  </a:lnTo>
                  <a:lnTo>
                    <a:pt x="2077" y="523"/>
                  </a:lnTo>
                  <a:lnTo>
                    <a:pt x="2086" y="507"/>
                  </a:lnTo>
                  <a:lnTo>
                    <a:pt x="2081" y="502"/>
                  </a:lnTo>
                  <a:lnTo>
                    <a:pt x="2076" y="497"/>
                  </a:lnTo>
                  <a:lnTo>
                    <a:pt x="2070" y="492"/>
                  </a:lnTo>
                  <a:lnTo>
                    <a:pt x="2057" y="494"/>
                  </a:lnTo>
                  <a:lnTo>
                    <a:pt x="2041" y="495"/>
                  </a:lnTo>
                  <a:lnTo>
                    <a:pt x="2036" y="520"/>
                  </a:lnTo>
                  <a:lnTo>
                    <a:pt x="2027" y="539"/>
                  </a:lnTo>
                  <a:lnTo>
                    <a:pt x="2015" y="555"/>
                  </a:lnTo>
                  <a:lnTo>
                    <a:pt x="2001" y="570"/>
                  </a:lnTo>
                  <a:lnTo>
                    <a:pt x="1988" y="588"/>
                  </a:lnTo>
                  <a:lnTo>
                    <a:pt x="1980" y="609"/>
                  </a:lnTo>
                  <a:lnTo>
                    <a:pt x="1974" y="633"/>
                  </a:lnTo>
                  <a:lnTo>
                    <a:pt x="1985" y="642"/>
                  </a:lnTo>
                  <a:lnTo>
                    <a:pt x="1995" y="652"/>
                  </a:lnTo>
                  <a:lnTo>
                    <a:pt x="2002" y="665"/>
                  </a:lnTo>
                  <a:lnTo>
                    <a:pt x="2006" y="680"/>
                  </a:lnTo>
                  <a:lnTo>
                    <a:pt x="2001" y="682"/>
                  </a:lnTo>
                  <a:lnTo>
                    <a:pt x="1999" y="684"/>
                  </a:lnTo>
                  <a:lnTo>
                    <a:pt x="1997" y="686"/>
                  </a:lnTo>
                  <a:lnTo>
                    <a:pt x="1997" y="686"/>
                  </a:lnTo>
                  <a:lnTo>
                    <a:pt x="1997" y="687"/>
                  </a:lnTo>
                  <a:lnTo>
                    <a:pt x="1995" y="689"/>
                  </a:lnTo>
                  <a:lnTo>
                    <a:pt x="1995" y="693"/>
                  </a:lnTo>
                  <a:lnTo>
                    <a:pt x="1994" y="694"/>
                  </a:lnTo>
                  <a:lnTo>
                    <a:pt x="1971" y="703"/>
                  </a:lnTo>
                  <a:lnTo>
                    <a:pt x="1968" y="724"/>
                  </a:lnTo>
                  <a:lnTo>
                    <a:pt x="1961" y="740"/>
                  </a:lnTo>
                  <a:lnTo>
                    <a:pt x="1954" y="752"/>
                  </a:lnTo>
                  <a:lnTo>
                    <a:pt x="1943" y="762"/>
                  </a:lnTo>
                  <a:lnTo>
                    <a:pt x="1934" y="773"/>
                  </a:lnTo>
                  <a:lnTo>
                    <a:pt x="1926" y="787"/>
                  </a:lnTo>
                  <a:lnTo>
                    <a:pt x="1920" y="787"/>
                  </a:lnTo>
                  <a:lnTo>
                    <a:pt x="1920" y="783"/>
                  </a:lnTo>
                  <a:lnTo>
                    <a:pt x="1906" y="764"/>
                  </a:lnTo>
                  <a:lnTo>
                    <a:pt x="1898" y="743"/>
                  </a:lnTo>
                  <a:lnTo>
                    <a:pt x="1892" y="720"/>
                  </a:lnTo>
                  <a:lnTo>
                    <a:pt x="1882" y="694"/>
                  </a:lnTo>
                  <a:lnTo>
                    <a:pt x="1868" y="701"/>
                  </a:lnTo>
                  <a:lnTo>
                    <a:pt x="1859" y="710"/>
                  </a:lnTo>
                  <a:lnTo>
                    <a:pt x="1849" y="717"/>
                  </a:lnTo>
                  <a:lnTo>
                    <a:pt x="1838" y="722"/>
                  </a:lnTo>
                  <a:lnTo>
                    <a:pt x="1821" y="726"/>
                  </a:lnTo>
                  <a:lnTo>
                    <a:pt x="1819" y="724"/>
                  </a:lnTo>
                  <a:lnTo>
                    <a:pt x="1817" y="724"/>
                  </a:lnTo>
                  <a:lnTo>
                    <a:pt x="1816" y="724"/>
                  </a:lnTo>
                  <a:lnTo>
                    <a:pt x="1814" y="722"/>
                  </a:lnTo>
                  <a:lnTo>
                    <a:pt x="1810" y="722"/>
                  </a:lnTo>
                  <a:lnTo>
                    <a:pt x="1809" y="701"/>
                  </a:lnTo>
                  <a:lnTo>
                    <a:pt x="1807" y="684"/>
                  </a:lnTo>
                  <a:lnTo>
                    <a:pt x="1803" y="670"/>
                  </a:lnTo>
                  <a:lnTo>
                    <a:pt x="1800" y="654"/>
                  </a:lnTo>
                  <a:lnTo>
                    <a:pt x="1798" y="633"/>
                  </a:lnTo>
                  <a:lnTo>
                    <a:pt x="1807" y="624"/>
                  </a:lnTo>
                  <a:lnTo>
                    <a:pt x="1810" y="616"/>
                  </a:lnTo>
                  <a:lnTo>
                    <a:pt x="1812" y="605"/>
                  </a:lnTo>
                  <a:lnTo>
                    <a:pt x="1817" y="591"/>
                  </a:lnTo>
                  <a:lnTo>
                    <a:pt x="1821" y="588"/>
                  </a:lnTo>
                  <a:lnTo>
                    <a:pt x="1826" y="583"/>
                  </a:lnTo>
                  <a:lnTo>
                    <a:pt x="1831" y="577"/>
                  </a:lnTo>
                  <a:lnTo>
                    <a:pt x="1837" y="572"/>
                  </a:lnTo>
                  <a:lnTo>
                    <a:pt x="1840" y="574"/>
                  </a:lnTo>
                  <a:lnTo>
                    <a:pt x="1842" y="576"/>
                  </a:lnTo>
                  <a:lnTo>
                    <a:pt x="1844" y="577"/>
                  </a:lnTo>
                  <a:lnTo>
                    <a:pt x="1845" y="579"/>
                  </a:lnTo>
                  <a:lnTo>
                    <a:pt x="1845" y="579"/>
                  </a:lnTo>
                  <a:lnTo>
                    <a:pt x="1849" y="576"/>
                  </a:lnTo>
                  <a:lnTo>
                    <a:pt x="1851" y="572"/>
                  </a:lnTo>
                  <a:lnTo>
                    <a:pt x="1852" y="569"/>
                  </a:lnTo>
                  <a:lnTo>
                    <a:pt x="1854" y="563"/>
                  </a:lnTo>
                  <a:lnTo>
                    <a:pt x="1856" y="560"/>
                  </a:lnTo>
                  <a:lnTo>
                    <a:pt x="1868" y="553"/>
                  </a:lnTo>
                  <a:lnTo>
                    <a:pt x="1878" y="549"/>
                  </a:lnTo>
                  <a:lnTo>
                    <a:pt x="1887" y="541"/>
                  </a:lnTo>
                  <a:lnTo>
                    <a:pt x="1884" y="539"/>
                  </a:lnTo>
                  <a:lnTo>
                    <a:pt x="1882" y="539"/>
                  </a:lnTo>
                  <a:lnTo>
                    <a:pt x="1880" y="539"/>
                  </a:lnTo>
                  <a:lnTo>
                    <a:pt x="1880" y="537"/>
                  </a:lnTo>
                  <a:lnTo>
                    <a:pt x="1880" y="537"/>
                  </a:lnTo>
                  <a:lnTo>
                    <a:pt x="1880" y="534"/>
                  </a:lnTo>
                  <a:lnTo>
                    <a:pt x="1878" y="530"/>
                  </a:lnTo>
                  <a:lnTo>
                    <a:pt x="1891" y="514"/>
                  </a:lnTo>
                  <a:lnTo>
                    <a:pt x="1903" y="495"/>
                  </a:lnTo>
                  <a:lnTo>
                    <a:pt x="1913" y="473"/>
                  </a:lnTo>
                  <a:lnTo>
                    <a:pt x="1924" y="450"/>
                  </a:lnTo>
                  <a:lnTo>
                    <a:pt x="1934" y="427"/>
                  </a:lnTo>
                  <a:lnTo>
                    <a:pt x="1947" y="406"/>
                  </a:lnTo>
                  <a:lnTo>
                    <a:pt x="1959" y="392"/>
                  </a:lnTo>
                  <a:lnTo>
                    <a:pt x="1974" y="384"/>
                  </a:lnTo>
                  <a:lnTo>
                    <a:pt x="1974" y="370"/>
                  </a:lnTo>
                  <a:lnTo>
                    <a:pt x="1990" y="370"/>
                  </a:lnTo>
                  <a:lnTo>
                    <a:pt x="1999" y="354"/>
                  </a:lnTo>
                  <a:lnTo>
                    <a:pt x="2013" y="343"/>
                  </a:lnTo>
                  <a:lnTo>
                    <a:pt x="2032" y="338"/>
                  </a:lnTo>
                  <a:lnTo>
                    <a:pt x="2034" y="340"/>
                  </a:lnTo>
                  <a:lnTo>
                    <a:pt x="2036" y="340"/>
                  </a:lnTo>
                  <a:lnTo>
                    <a:pt x="2036" y="340"/>
                  </a:lnTo>
                  <a:lnTo>
                    <a:pt x="2037" y="340"/>
                  </a:lnTo>
                  <a:lnTo>
                    <a:pt x="2041" y="342"/>
                  </a:lnTo>
                  <a:lnTo>
                    <a:pt x="2041" y="329"/>
                  </a:lnTo>
                  <a:lnTo>
                    <a:pt x="2046" y="329"/>
                  </a:lnTo>
                  <a:lnTo>
                    <a:pt x="2050" y="329"/>
                  </a:lnTo>
                  <a:lnTo>
                    <a:pt x="2053" y="329"/>
                  </a:lnTo>
                  <a:lnTo>
                    <a:pt x="2055" y="329"/>
                  </a:lnTo>
                  <a:lnTo>
                    <a:pt x="2057" y="331"/>
                  </a:lnTo>
                  <a:lnTo>
                    <a:pt x="2058" y="331"/>
                  </a:lnTo>
                  <a:lnTo>
                    <a:pt x="2064" y="335"/>
                  </a:lnTo>
                  <a:lnTo>
                    <a:pt x="2070" y="321"/>
                  </a:lnTo>
                  <a:lnTo>
                    <a:pt x="2081" y="312"/>
                  </a:lnTo>
                  <a:lnTo>
                    <a:pt x="2093" y="309"/>
                  </a:lnTo>
                  <a:lnTo>
                    <a:pt x="2109" y="305"/>
                  </a:lnTo>
                  <a:lnTo>
                    <a:pt x="2125" y="303"/>
                  </a:lnTo>
                  <a:lnTo>
                    <a:pt x="2132" y="310"/>
                  </a:lnTo>
                  <a:lnTo>
                    <a:pt x="2140" y="314"/>
                  </a:lnTo>
                  <a:lnTo>
                    <a:pt x="2147" y="315"/>
                  </a:lnTo>
                  <a:lnTo>
                    <a:pt x="2154" y="317"/>
                  </a:lnTo>
                  <a:lnTo>
                    <a:pt x="2160" y="324"/>
                  </a:lnTo>
                  <a:lnTo>
                    <a:pt x="2163" y="338"/>
                  </a:lnTo>
                  <a:lnTo>
                    <a:pt x="2161" y="340"/>
                  </a:lnTo>
                  <a:lnTo>
                    <a:pt x="2160" y="342"/>
                  </a:lnTo>
                  <a:lnTo>
                    <a:pt x="2158" y="342"/>
                  </a:lnTo>
                  <a:lnTo>
                    <a:pt x="2158" y="343"/>
                  </a:lnTo>
                  <a:lnTo>
                    <a:pt x="2156" y="345"/>
                  </a:lnTo>
                  <a:lnTo>
                    <a:pt x="2156" y="349"/>
                  </a:lnTo>
                  <a:lnTo>
                    <a:pt x="2158" y="352"/>
                  </a:lnTo>
                  <a:lnTo>
                    <a:pt x="2160" y="352"/>
                  </a:lnTo>
                  <a:lnTo>
                    <a:pt x="2161" y="354"/>
                  </a:lnTo>
                  <a:lnTo>
                    <a:pt x="2163" y="357"/>
                  </a:lnTo>
                  <a:lnTo>
                    <a:pt x="2175" y="352"/>
                  </a:lnTo>
                  <a:lnTo>
                    <a:pt x="2182" y="350"/>
                  </a:lnTo>
                  <a:lnTo>
                    <a:pt x="2187" y="350"/>
                  </a:lnTo>
                  <a:lnTo>
                    <a:pt x="2189" y="354"/>
                  </a:lnTo>
                  <a:lnTo>
                    <a:pt x="2191" y="359"/>
                  </a:lnTo>
                  <a:lnTo>
                    <a:pt x="2196" y="364"/>
                  </a:lnTo>
                  <a:lnTo>
                    <a:pt x="2201" y="370"/>
                  </a:lnTo>
                  <a:lnTo>
                    <a:pt x="2233" y="373"/>
                  </a:lnTo>
                  <a:lnTo>
                    <a:pt x="2245" y="380"/>
                  </a:lnTo>
                  <a:lnTo>
                    <a:pt x="2259" y="391"/>
                  </a:lnTo>
                  <a:lnTo>
                    <a:pt x="2273" y="405"/>
                  </a:lnTo>
                  <a:lnTo>
                    <a:pt x="2285" y="420"/>
                  </a:lnTo>
                  <a:lnTo>
                    <a:pt x="2296" y="436"/>
                  </a:lnTo>
                  <a:lnTo>
                    <a:pt x="2299" y="452"/>
                  </a:lnTo>
                  <a:lnTo>
                    <a:pt x="2297" y="467"/>
                  </a:lnTo>
                  <a:lnTo>
                    <a:pt x="2285" y="480"/>
                  </a:lnTo>
                  <a:lnTo>
                    <a:pt x="2269" y="488"/>
                  </a:lnTo>
                  <a:lnTo>
                    <a:pt x="2252" y="488"/>
                  </a:lnTo>
                  <a:lnTo>
                    <a:pt x="2236" y="481"/>
                  </a:lnTo>
                  <a:lnTo>
                    <a:pt x="2222" y="474"/>
                  </a:lnTo>
                  <a:lnTo>
                    <a:pt x="2208" y="469"/>
                  </a:lnTo>
                  <a:lnTo>
                    <a:pt x="2210" y="481"/>
                  </a:lnTo>
                  <a:lnTo>
                    <a:pt x="2212" y="497"/>
                  </a:lnTo>
                  <a:lnTo>
                    <a:pt x="2214" y="514"/>
                  </a:lnTo>
                  <a:lnTo>
                    <a:pt x="2217" y="528"/>
                  </a:lnTo>
                  <a:lnTo>
                    <a:pt x="2221" y="537"/>
                  </a:lnTo>
                  <a:lnTo>
                    <a:pt x="2224" y="542"/>
                  </a:lnTo>
                  <a:lnTo>
                    <a:pt x="2229" y="544"/>
                  </a:lnTo>
                  <a:lnTo>
                    <a:pt x="2233" y="548"/>
                  </a:lnTo>
                  <a:lnTo>
                    <a:pt x="2240" y="549"/>
                  </a:lnTo>
                  <a:lnTo>
                    <a:pt x="2238" y="537"/>
                  </a:lnTo>
                  <a:lnTo>
                    <a:pt x="2236" y="528"/>
                  </a:lnTo>
                  <a:lnTo>
                    <a:pt x="2236" y="518"/>
                  </a:lnTo>
                  <a:lnTo>
                    <a:pt x="2240" y="518"/>
                  </a:lnTo>
                  <a:lnTo>
                    <a:pt x="2240" y="514"/>
                  </a:lnTo>
                  <a:lnTo>
                    <a:pt x="2252" y="521"/>
                  </a:lnTo>
                  <a:lnTo>
                    <a:pt x="2264" y="528"/>
                  </a:lnTo>
                  <a:lnTo>
                    <a:pt x="2278" y="534"/>
                  </a:lnTo>
                  <a:lnTo>
                    <a:pt x="2280" y="530"/>
                  </a:lnTo>
                  <a:lnTo>
                    <a:pt x="2282" y="527"/>
                  </a:lnTo>
                  <a:lnTo>
                    <a:pt x="2283" y="525"/>
                  </a:lnTo>
                  <a:lnTo>
                    <a:pt x="2285" y="520"/>
                  </a:lnTo>
                  <a:lnTo>
                    <a:pt x="2285" y="514"/>
                  </a:lnTo>
                  <a:lnTo>
                    <a:pt x="2283" y="513"/>
                  </a:lnTo>
                  <a:lnTo>
                    <a:pt x="2282" y="511"/>
                  </a:lnTo>
                  <a:lnTo>
                    <a:pt x="2280" y="509"/>
                  </a:lnTo>
                  <a:lnTo>
                    <a:pt x="2280" y="507"/>
                  </a:lnTo>
                  <a:lnTo>
                    <a:pt x="2280" y="504"/>
                  </a:lnTo>
                  <a:lnTo>
                    <a:pt x="2278" y="499"/>
                  </a:lnTo>
                  <a:lnTo>
                    <a:pt x="2294" y="492"/>
                  </a:lnTo>
                  <a:lnTo>
                    <a:pt x="2304" y="481"/>
                  </a:lnTo>
                  <a:lnTo>
                    <a:pt x="2313" y="469"/>
                  </a:lnTo>
                  <a:lnTo>
                    <a:pt x="2318" y="471"/>
                  </a:lnTo>
                  <a:lnTo>
                    <a:pt x="2325" y="473"/>
                  </a:lnTo>
                  <a:lnTo>
                    <a:pt x="2332" y="474"/>
                  </a:lnTo>
                  <a:lnTo>
                    <a:pt x="2339" y="476"/>
                  </a:lnTo>
                  <a:lnTo>
                    <a:pt x="2336" y="438"/>
                  </a:lnTo>
                  <a:lnTo>
                    <a:pt x="2329" y="396"/>
                  </a:lnTo>
                  <a:lnTo>
                    <a:pt x="2358" y="396"/>
                  </a:lnTo>
                  <a:lnTo>
                    <a:pt x="2365" y="403"/>
                  </a:lnTo>
                  <a:lnTo>
                    <a:pt x="2372" y="413"/>
                  </a:lnTo>
                  <a:lnTo>
                    <a:pt x="2378" y="422"/>
                  </a:lnTo>
                  <a:lnTo>
                    <a:pt x="2378" y="431"/>
                  </a:lnTo>
                  <a:lnTo>
                    <a:pt x="2374" y="432"/>
                  </a:lnTo>
                  <a:lnTo>
                    <a:pt x="2372" y="432"/>
                  </a:lnTo>
                  <a:lnTo>
                    <a:pt x="2369" y="434"/>
                  </a:lnTo>
                  <a:lnTo>
                    <a:pt x="2362" y="434"/>
                  </a:lnTo>
                  <a:lnTo>
                    <a:pt x="2362" y="453"/>
                  </a:lnTo>
                  <a:lnTo>
                    <a:pt x="2367" y="455"/>
                  </a:lnTo>
                  <a:lnTo>
                    <a:pt x="2369" y="457"/>
                  </a:lnTo>
                  <a:lnTo>
                    <a:pt x="2372" y="459"/>
                  </a:lnTo>
                  <a:lnTo>
                    <a:pt x="2376" y="460"/>
                  </a:lnTo>
                  <a:lnTo>
                    <a:pt x="2381" y="460"/>
                  </a:lnTo>
                  <a:lnTo>
                    <a:pt x="2383" y="460"/>
                  </a:lnTo>
                  <a:lnTo>
                    <a:pt x="2385" y="459"/>
                  </a:lnTo>
                  <a:lnTo>
                    <a:pt x="2385" y="459"/>
                  </a:lnTo>
                  <a:lnTo>
                    <a:pt x="2386" y="459"/>
                  </a:lnTo>
                  <a:lnTo>
                    <a:pt x="2390" y="457"/>
                  </a:lnTo>
                  <a:lnTo>
                    <a:pt x="2392" y="452"/>
                  </a:lnTo>
                  <a:lnTo>
                    <a:pt x="2392" y="448"/>
                  </a:lnTo>
                  <a:lnTo>
                    <a:pt x="2392" y="443"/>
                  </a:lnTo>
                  <a:lnTo>
                    <a:pt x="2392" y="439"/>
                  </a:lnTo>
                  <a:lnTo>
                    <a:pt x="2390" y="434"/>
                  </a:lnTo>
                  <a:lnTo>
                    <a:pt x="2402" y="418"/>
                  </a:lnTo>
                  <a:lnTo>
                    <a:pt x="2416" y="405"/>
                  </a:lnTo>
                  <a:lnTo>
                    <a:pt x="2428" y="389"/>
                  </a:lnTo>
                  <a:lnTo>
                    <a:pt x="2434" y="387"/>
                  </a:lnTo>
                  <a:lnTo>
                    <a:pt x="2439" y="387"/>
                  </a:lnTo>
                  <a:lnTo>
                    <a:pt x="2441" y="385"/>
                  </a:lnTo>
                  <a:lnTo>
                    <a:pt x="2444" y="387"/>
                  </a:lnTo>
                  <a:lnTo>
                    <a:pt x="2448" y="389"/>
                  </a:lnTo>
                  <a:lnTo>
                    <a:pt x="2449" y="392"/>
                  </a:lnTo>
                  <a:lnTo>
                    <a:pt x="2451" y="396"/>
                  </a:lnTo>
                  <a:lnTo>
                    <a:pt x="2453" y="398"/>
                  </a:lnTo>
                  <a:lnTo>
                    <a:pt x="2454" y="401"/>
                  </a:lnTo>
                  <a:lnTo>
                    <a:pt x="2458" y="403"/>
                  </a:lnTo>
                  <a:lnTo>
                    <a:pt x="2458" y="399"/>
                  </a:lnTo>
                  <a:lnTo>
                    <a:pt x="2461" y="396"/>
                  </a:lnTo>
                  <a:lnTo>
                    <a:pt x="2463" y="392"/>
                  </a:lnTo>
                  <a:lnTo>
                    <a:pt x="2465" y="389"/>
                  </a:lnTo>
                  <a:lnTo>
                    <a:pt x="2465" y="384"/>
                  </a:lnTo>
                  <a:lnTo>
                    <a:pt x="2467" y="377"/>
                  </a:lnTo>
                  <a:lnTo>
                    <a:pt x="2482" y="377"/>
                  </a:lnTo>
                  <a:lnTo>
                    <a:pt x="2496" y="380"/>
                  </a:lnTo>
                  <a:lnTo>
                    <a:pt x="2509" y="384"/>
                  </a:lnTo>
                  <a:lnTo>
                    <a:pt x="2500" y="391"/>
                  </a:lnTo>
                  <a:lnTo>
                    <a:pt x="2491" y="396"/>
                  </a:lnTo>
                  <a:lnTo>
                    <a:pt x="2484" y="401"/>
                  </a:lnTo>
                  <a:lnTo>
                    <a:pt x="2477" y="411"/>
                  </a:lnTo>
                  <a:lnTo>
                    <a:pt x="2486" y="411"/>
                  </a:lnTo>
                  <a:lnTo>
                    <a:pt x="2491" y="406"/>
                  </a:lnTo>
                  <a:lnTo>
                    <a:pt x="2503" y="401"/>
                  </a:lnTo>
                  <a:lnTo>
                    <a:pt x="2516" y="396"/>
                  </a:lnTo>
                  <a:lnTo>
                    <a:pt x="2526" y="392"/>
                  </a:lnTo>
                  <a:lnTo>
                    <a:pt x="2537" y="389"/>
                  </a:lnTo>
                  <a:lnTo>
                    <a:pt x="2540" y="389"/>
                  </a:lnTo>
                  <a:lnTo>
                    <a:pt x="2542" y="391"/>
                  </a:lnTo>
                  <a:lnTo>
                    <a:pt x="2545" y="394"/>
                  </a:lnTo>
                  <a:lnTo>
                    <a:pt x="2547" y="396"/>
                  </a:lnTo>
                  <a:lnTo>
                    <a:pt x="2549" y="398"/>
                  </a:lnTo>
                  <a:lnTo>
                    <a:pt x="2552" y="398"/>
                  </a:lnTo>
                  <a:lnTo>
                    <a:pt x="2559" y="399"/>
                  </a:lnTo>
                  <a:lnTo>
                    <a:pt x="2561" y="396"/>
                  </a:lnTo>
                  <a:lnTo>
                    <a:pt x="2563" y="392"/>
                  </a:lnTo>
                  <a:lnTo>
                    <a:pt x="2564" y="391"/>
                  </a:lnTo>
                  <a:lnTo>
                    <a:pt x="2564" y="387"/>
                  </a:lnTo>
                  <a:lnTo>
                    <a:pt x="2566" y="382"/>
                  </a:lnTo>
                  <a:lnTo>
                    <a:pt x="2566" y="377"/>
                  </a:lnTo>
                  <a:lnTo>
                    <a:pt x="2563" y="373"/>
                  </a:lnTo>
                  <a:lnTo>
                    <a:pt x="2561" y="370"/>
                  </a:lnTo>
                  <a:lnTo>
                    <a:pt x="2559" y="366"/>
                  </a:lnTo>
                  <a:lnTo>
                    <a:pt x="2559" y="361"/>
                  </a:lnTo>
                  <a:lnTo>
                    <a:pt x="2559" y="354"/>
                  </a:lnTo>
                  <a:lnTo>
                    <a:pt x="2564" y="350"/>
                  </a:lnTo>
                  <a:lnTo>
                    <a:pt x="2568" y="347"/>
                  </a:lnTo>
                  <a:lnTo>
                    <a:pt x="2571" y="345"/>
                  </a:lnTo>
                  <a:lnTo>
                    <a:pt x="2578" y="342"/>
                  </a:lnTo>
                  <a:lnTo>
                    <a:pt x="2582" y="343"/>
                  </a:lnTo>
                  <a:lnTo>
                    <a:pt x="2587" y="345"/>
                  </a:lnTo>
                  <a:lnTo>
                    <a:pt x="2594" y="345"/>
                  </a:lnTo>
                  <a:lnTo>
                    <a:pt x="2601" y="345"/>
                  </a:lnTo>
                  <a:lnTo>
                    <a:pt x="2610" y="356"/>
                  </a:lnTo>
                  <a:lnTo>
                    <a:pt x="2622" y="368"/>
                  </a:lnTo>
                  <a:lnTo>
                    <a:pt x="2640" y="380"/>
                  </a:lnTo>
                  <a:lnTo>
                    <a:pt x="2655" y="392"/>
                  </a:lnTo>
                  <a:lnTo>
                    <a:pt x="2669" y="399"/>
                  </a:lnTo>
                  <a:lnTo>
                    <a:pt x="2678" y="403"/>
                  </a:lnTo>
                  <a:lnTo>
                    <a:pt x="2680" y="401"/>
                  </a:lnTo>
                  <a:lnTo>
                    <a:pt x="2680" y="401"/>
                  </a:lnTo>
                  <a:lnTo>
                    <a:pt x="2680" y="399"/>
                  </a:lnTo>
                  <a:lnTo>
                    <a:pt x="2680" y="399"/>
                  </a:lnTo>
                  <a:lnTo>
                    <a:pt x="2681" y="396"/>
                  </a:lnTo>
                  <a:lnTo>
                    <a:pt x="2676" y="391"/>
                  </a:lnTo>
                  <a:lnTo>
                    <a:pt x="2673" y="387"/>
                  </a:lnTo>
                  <a:lnTo>
                    <a:pt x="2671" y="382"/>
                  </a:lnTo>
                  <a:lnTo>
                    <a:pt x="2667" y="377"/>
                  </a:lnTo>
                  <a:lnTo>
                    <a:pt x="2666" y="370"/>
                  </a:lnTo>
                  <a:lnTo>
                    <a:pt x="2650" y="370"/>
                  </a:lnTo>
                  <a:lnTo>
                    <a:pt x="2652" y="349"/>
                  </a:lnTo>
                  <a:lnTo>
                    <a:pt x="2648" y="333"/>
                  </a:lnTo>
                  <a:lnTo>
                    <a:pt x="2646" y="319"/>
                  </a:lnTo>
                  <a:lnTo>
                    <a:pt x="2643" y="300"/>
                  </a:lnTo>
                  <a:lnTo>
                    <a:pt x="2653" y="293"/>
                  </a:lnTo>
                  <a:lnTo>
                    <a:pt x="2660" y="284"/>
                  </a:lnTo>
                  <a:lnTo>
                    <a:pt x="2664" y="274"/>
                  </a:lnTo>
                  <a:lnTo>
                    <a:pt x="2667" y="261"/>
                  </a:lnTo>
                  <a:lnTo>
                    <a:pt x="2671" y="251"/>
                  </a:lnTo>
                  <a:lnTo>
                    <a:pt x="2676" y="240"/>
                  </a:lnTo>
                  <a:lnTo>
                    <a:pt x="2683" y="232"/>
                  </a:lnTo>
                  <a:lnTo>
                    <a:pt x="2692" y="226"/>
                  </a:lnTo>
                  <a:lnTo>
                    <a:pt x="2708" y="225"/>
                  </a:lnTo>
                  <a:lnTo>
                    <a:pt x="2727" y="226"/>
                  </a:lnTo>
                  <a:lnTo>
                    <a:pt x="2732" y="235"/>
                  </a:lnTo>
                  <a:lnTo>
                    <a:pt x="2739" y="242"/>
                  </a:lnTo>
                  <a:lnTo>
                    <a:pt x="2737" y="256"/>
                  </a:lnTo>
                  <a:lnTo>
                    <a:pt x="2734" y="270"/>
                  </a:lnTo>
                  <a:lnTo>
                    <a:pt x="2730" y="282"/>
                  </a:lnTo>
                  <a:lnTo>
                    <a:pt x="2729" y="293"/>
                  </a:lnTo>
                  <a:lnTo>
                    <a:pt x="2727" y="300"/>
                  </a:lnTo>
                  <a:lnTo>
                    <a:pt x="2730" y="309"/>
                  </a:lnTo>
                  <a:lnTo>
                    <a:pt x="2736" y="321"/>
                  </a:lnTo>
                  <a:lnTo>
                    <a:pt x="2739" y="335"/>
                  </a:lnTo>
                  <a:lnTo>
                    <a:pt x="2742" y="345"/>
                  </a:lnTo>
                  <a:lnTo>
                    <a:pt x="2742" y="357"/>
                  </a:lnTo>
                  <a:lnTo>
                    <a:pt x="2739" y="368"/>
                  </a:lnTo>
                  <a:lnTo>
                    <a:pt x="2736" y="377"/>
                  </a:lnTo>
                  <a:lnTo>
                    <a:pt x="2736" y="384"/>
                  </a:lnTo>
                  <a:lnTo>
                    <a:pt x="2737" y="389"/>
                  </a:lnTo>
                  <a:lnTo>
                    <a:pt x="2739" y="392"/>
                  </a:lnTo>
                  <a:lnTo>
                    <a:pt x="2742" y="396"/>
                  </a:lnTo>
                  <a:lnTo>
                    <a:pt x="2746" y="399"/>
                  </a:lnTo>
                  <a:lnTo>
                    <a:pt x="2748" y="405"/>
                  </a:lnTo>
                  <a:lnTo>
                    <a:pt x="2751" y="411"/>
                  </a:lnTo>
                  <a:lnTo>
                    <a:pt x="2746" y="422"/>
                  </a:lnTo>
                  <a:lnTo>
                    <a:pt x="2742" y="434"/>
                  </a:lnTo>
                  <a:lnTo>
                    <a:pt x="2742" y="450"/>
                  </a:lnTo>
                  <a:lnTo>
                    <a:pt x="2737" y="453"/>
                  </a:lnTo>
                  <a:lnTo>
                    <a:pt x="2734" y="457"/>
                  </a:lnTo>
                  <a:lnTo>
                    <a:pt x="2729" y="459"/>
                  </a:lnTo>
                  <a:lnTo>
                    <a:pt x="2723" y="462"/>
                  </a:lnTo>
                  <a:lnTo>
                    <a:pt x="2716" y="464"/>
                  </a:lnTo>
                  <a:lnTo>
                    <a:pt x="2716" y="469"/>
                  </a:lnTo>
                  <a:lnTo>
                    <a:pt x="2736" y="469"/>
                  </a:lnTo>
                  <a:lnTo>
                    <a:pt x="2737" y="467"/>
                  </a:lnTo>
                  <a:lnTo>
                    <a:pt x="2737" y="467"/>
                  </a:lnTo>
                  <a:lnTo>
                    <a:pt x="2739" y="466"/>
                  </a:lnTo>
                  <a:lnTo>
                    <a:pt x="2739" y="466"/>
                  </a:lnTo>
                  <a:lnTo>
                    <a:pt x="2742" y="464"/>
                  </a:lnTo>
                  <a:lnTo>
                    <a:pt x="2749" y="452"/>
                  </a:lnTo>
                  <a:lnTo>
                    <a:pt x="2756" y="438"/>
                  </a:lnTo>
                  <a:lnTo>
                    <a:pt x="2762" y="427"/>
                  </a:lnTo>
                  <a:lnTo>
                    <a:pt x="2765" y="410"/>
                  </a:lnTo>
                  <a:lnTo>
                    <a:pt x="2762" y="394"/>
                  </a:lnTo>
                  <a:lnTo>
                    <a:pt x="2760" y="378"/>
                  </a:lnTo>
                  <a:lnTo>
                    <a:pt x="2758" y="364"/>
                  </a:lnTo>
                  <a:lnTo>
                    <a:pt x="2777" y="364"/>
                  </a:lnTo>
                  <a:lnTo>
                    <a:pt x="2795" y="364"/>
                  </a:lnTo>
                  <a:lnTo>
                    <a:pt x="2812" y="370"/>
                  </a:lnTo>
                  <a:lnTo>
                    <a:pt x="2812" y="364"/>
                  </a:lnTo>
                  <a:lnTo>
                    <a:pt x="2795" y="357"/>
                  </a:lnTo>
                  <a:lnTo>
                    <a:pt x="2774" y="349"/>
                  </a:lnTo>
                  <a:lnTo>
                    <a:pt x="2755" y="342"/>
                  </a:lnTo>
                  <a:lnTo>
                    <a:pt x="2751" y="324"/>
                  </a:lnTo>
                  <a:lnTo>
                    <a:pt x="2746" y="312"/>
                  </a:lnTo>
                  <a:lnTo>
                    <a:pt x="2741" y="302"/>
                  </a:lnTo>
                  <a:lnTo>
                    <a:pt x="2736" y="288"/>
                  </a:lnTo>
                  <a:lnTo>
                    <a:pt x="2758" y="268"/>
                  </a:lnTo>
                  <a:lnTo>
                    <a:pt x="2758" y="235"/>
                  </a:lnTo>
                  <a:lnTo>
                    <a:pt x="2762" y="235"/>
                  </a:lnTo>
                  <a:lnTo>
                    <a:pt x="2765" y="235"/>
                  </a:lnTo>
                  <a:lnTo>
                    <a:pt x="2767" y="235"/>
                  </a:lnTo>
                  <a:lnTo>
                    <a:pt x="2767" y="237"/>
                  </a:lnTo>
                  <a:lnTo>
                    <a:pt x="2770" y="239"/>
                  </a:lnTo>
                  <a:lnTo>
                    <a:pt x="2774" y="249"/>
                  </a:lnTo>
                  <a:lnTo>
                    <a:pt x="2777" y="260"/>
                  </a:lnTo>
                  <a:lnTo>
                    <a:pt x="2784" y="268"/>
                  </a:lnTo>
                  <a:lnTo>
                    <a:pt x="2797" y="261"/>
                  </a:lnTo>
                  <a:lnTo>
                    <a:pt x="2812" y="258"/>
                  </a:lnTo>
                  <a:lnTo>
                    <a:pt x="2832" y="258"/>
                  </a:lnTo>
                  <a:lnTo>
                    <a:pt x="2842" y="272"/>
                  </a:lnTo>
                  <a:lnTo>
                    <a:pt x="2858" y="286"/>
                  </a:lnTo>
                  <a:lnTo>
                    <a:pt x="2873" y="296"/>
                  </a:lnTo>
                  <a:lnTo>
                    <a:pt x="2873" y="288"/>
                  </a:lnTo>
                  <a:lnTo>
                    <a:pt x="2861" y="275"/>
                  </a:lnTo>
                  <a:lnTo>
                    <a:pt x="2852" y="260"/>
                  </a:lnTo>
                  <a:lnTo>
                    <a:pt x="2847" y="240"/>
                  </a:lnTo>
                  <a:lnTo>
                    <a:pt x="2842" y="221"/>
                  </a:lnTo>
                  <a:lnTo>
                    <a:pt x="2838" y="200"/>
                  </a:lnTo>
                  <a:lnTo>
                    <a:pt x="2861" y="193"/>
                  </a:lnTo>
                  <a:lnTo>
                    <a:pt x="2886" y="188"/>
                  </a:lnTo>
                  <a:lnTo>
                    <a:pt x="2893" y="204"/>
                  </a:lnTo>
                  <a:lnTo>
                    <a:pt x="2896" y="204"/>
                  </a:lnTo>
                  <a:lnTo>
                    <a:pt x="2900" y="188"/>
                  </a:lnTo>
                  <a:lnTo>
                    <a:pt x="2903" y="171"/>
                  </a:lnTo>
                  <a:lnTo>
                    <a:pt x="2908" y="153"/>
                  </a:lnTo>
                  <a:lnTo>
                    <a:pt x="2924" y="144"/>
                  </a:lnTo>
                  <a:lnTo>
                    <a:pt x="2936" y="134"/>
                  </a:lnTo>
                  <a:lnTo>
                    <a:pt x="2950" y="123"/>
                  </a:lnTo>
                  <a:lnTo>
                    <a:pt x="2964" y="117"/>
                  </a:lnTo>
                  <a:lnTo>
                    <a:pt x="2980" y="111"/>
                  </a:lnTo>
                  <a:lnTo>
                    <a:pt x="3001" y="111"/>
                  </a:lnTo>
                  <a:lnTo>
                    <a:pt x="3003" y="104"/>
                  </a:lnTo>
                  <a:lnTo>
                    <a:pt x="3006" y="99"/>
                  </a:lnTo>
                  <a:lnTo>
                    <a:pt x="3008" y="94"/>
                  </a:lnTo>
                  <a:lnTo>
                    <a:pt x="3011" y="89"/>
                  </a:lnTo>
                  <a:lnTo>
                    <a:pt x="3022" y="89"/>
                  </a:lnTo>
                  <a:lnTo>
                    <a:pt x="3036" y="89"/>
                  </a:lnTo>
                  <a:lnTo>
                    <a:pt x="3050" y="89"/>
                  </a:lnTo>
                  <a:lnTo>
                    <a:pt x="3060" y="89"/>
                  </a:lnTo>
                  <a:lnTo>
                    <a:pt x="3065" y="89"/>
                  </a:lnTo>
                  <a:lnTo>
                    <a:pt x="3072" y="83"/>
                  </a:lnTo>
                  <a:lnTo>
                    <a:pt x="3079" y="78"/>
                  </a:lnTo>
                  <a:lnTo>
                    <a:pt x="3086" y="71"/>
                  </a:lnTo>
                  <a:lnTo>
                    <a:pt x="3092" y="66"/>
                  </a:lnTo>
                  <a:lnTo>
                    <a:pt x="3097" y="68"/>
                  </a:lnTo>
                  <a:lnTo>
                    <a:pt x="3100" y="68"/>
                  </a:lnTo>
                  <a:lnTo>
                    <a:pt x="3106" y="69"/>
                  </a:lnTo>
                  <a:lnTo>
                    <a:pt x="3111" y="69"/>
                  </a:lnTo>
                  <a:lnTo>
                    <a:pt x="3111" y="50"/>
                  </a:lnTo>
                  <a:lnTo>
                    <a:pt x="3126" y="43"/>
                  </a:lnTo>
                  <a:lnTo>
                    <a:pt x="3139" y="36"/>
                  </a:lnTo>
                  <a:lnTo>
                    <a:pt x="3151" y="27"/>
                  </a:lnTo>
                  <a:lnTo>
                    <a:pt x="3161" y="17"/>
                  </a:lnTo>
                  <a:lnTo>
                    <a:pt x="3165"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dirty="0"/>
            </a:p>
          </p:txBody>
        </p:sp>
        <p:sp>
          <p:nvSpPr>
            <p:cNvPr id="7" name="Freeform 11">
              <a:extLst>
                <a:ext uri="{FF2B5EF4-FFF2-40B4-BE49-F238E27FC236}">
                  <a16:creationId xmlns:a16="http://schemas.microsoft.com/office/drawing/2014/main" id="{F0B6091D-1EAF-4B70-BBDE-E2B12F5751D2}"/>
                </a:ext>
              </a:extLst>
            </p:cNvPr>
            <p:cNvSpPr>
              <a:spLocks noEditPoints="1"/>
            </p:cNvSpPr>
            <p:nvPr/>
          </p:nvSpPr>
          <p:spPr bwMode="auto">
            <a:xfrm>
              <a:off x="2097088" y="1382713"/>
              <a:ext cx="4552950" cy="1549400"/>
            </a:xfrm>
            <a:custGeom>
              <a:avLst/>
              <a:gdLst>
                <a:gd name="T0" fmla="*/ 0 w 2868"/>
                <a:gd name="T1" fmla="*/ 276 h 976"/>
                <a:gd name="T2" fmla="*/ 1210 w 2868"/>
                <a:gd name="T3" fmla="*/ 237 h 976"/>
                <a:gd name="T4" fmla="*/ 1742 w 2868"/>
                <a:gd name="T5" fmla="*/ 276 h 976"/>
                <a:gd name="T6" fmla="*/ 2863 w 2868"/>
                <a:gd name="T7" fmla="*/ 190 h 976"/>
                <a:gd name="T8" fmla="*/ 2804 w 2868"/>
                <a:gd name="T9" fmla="*/ 223 h 976"/>
                <a:gd name="T10" fmla="*/ 194 w 2868"/>
                <a:gd name="T11" fmla="*/ 279 h 976"/>
                <a:gd name="T12" fmla="*/ 98 w 2868"/>
                <a:gd name="T13" fmla="*/ 202 h 976"/>
                <a:gd name="T14" fmla="*/ 138 w 2868"/>
                <a:gd name="T15" fmla="*/ 150 h 976"/>
                <a:gd name="T16" fmla="*/ 1685 w 2868"/>
                <a:gd name="T17" fmla="*/ 166 h 976"/>
                <a:gd name="T18" fmla="*/ 1631 w 2868"/>
                <a:gd name="T19" fmla="*/ 295 h 976"/>
                <a:gd name="T20" fmla="*/ 1620 w 2868"/>
                <a:gd name="T21" fmla="*/ 218 h 976"/>
                <a:gd name="T22" fmla="*/ 1569 w 2868"/>
                <a:gd name="T23" fmla="*/ 159 h 976"/>
                <a:gd name="T24" fmla="*/ 1632 w 2868"/>
                <a:gd name="T25" fmla="*/ 157 h 976"/>
                <a:gd name="T26" fmla="*/ 2615 w 2868"/>
                <a:gd name="T27" fmla="*/ 120 h 976"/>
                <a:gd name="T28" fmla="*/ 2090 w 2868"/>
                <a:gd name="T29" fmla="*/ 120 h 976"/>
                <a:gd name="T30" fmla="*/ 2739 w 2868"/>
                <a:gd name="T31" fmla="*/ 87 h 976"/>
                <a:gd name="T32" fmla="*/ 2765 w 2868"/>
                <a:gd name="T33" fmla="*/ 195 h 976"/>
                <a:gd name="T34" fmla="*/ 2704 w 2868"/>
                <a:gd name="T35" fmla="*/ 92 h 976"/>
                <a:gd name="T36" fmla="*/ 2158 w 2868"/>
                <a:gd name="T37" fmla="*/ 99 h 976"/>
                <a:gd name="T38" fmla="*/ 1786 w 2868"/>
                <a:gd name="T39" fmla="*/ 89 h 976"/>
                <a:gd name="T40" fmla="*/ 1681 w 2868"/>
                <a:gd name="T41" fmla="*/ 89 h 976"/>
                <a:gd name="T42" fmla="*/ 2186 w 2868"/>
                <a:gd name="T43" fmla="*/ 45 h 976"/>
                <a:gd name="T44" fmla="*/ 596 w 2868"/>
                <a:gd name="T45" fmla="*/ 92 h 976"/>
                <a:gd name="T46" fmla="*/ 384 w 2868"/>
                <a:gd name="T47" fmla="*/ 253 h 976"/>
                <a:gd name="T48" fmla="*/ 330 w 2868"/>
                <a:gd name="T49" fmla="*/ 316 h 976"/>
                <a:gd name="T50" fmla="*/ 321 w 2868"/>
                <a:gd name="T51" fmla="*/ 361 h 976"/>
                <a:gd name="T52" fmla="*/ 205 w 2868"/>
                <a:gd name="T53" fmla="*/ 335 h 976"/>
                <a:gd name="T54" fmla="*/ 253 w 2868"/>
                <a:gd name="T55" fmla="*/ 248 h 976"/>
                <a:gd name="T56" fmla="*/ 304 w 2868"/>
                <a:gd name="T57" fmla="*/ 197 h 976"/>
                <a:gd name="T58" fmla="*/ 311 w 2868"/>
                <a:gd name="T59" fmla="*/ 188 h 976"/>
                <a:gd name="T60" fmla="*/ 192 w 2868"/>
                <a:gd name="T61" fmla="*/ 168 h 976"/>
                <a:gd name="T62" fmla="*/ 161 w 2868"/>
                <a:gd name="T63" fmla="*/ 131 h 976"/>
                <a:gd name="T64" fmla="*/ 253 w 2868"/>
                <a:gd name="T65" fmla="*/ 92 h 976"/>
                <a:gd name="T66" fmla="*/ 323 w 2868"/>
                <a:gd name="T67" fmla="*/ 77 h 976"/>
                <a:gd name="T68" fmla="*/ 2107 w 2868"/>
                <a:gd name="T69" fmla="*/ 80 h 976"/>
                <a:gd name="T70" fmla="*/ 2090 w 2868"/>
                <a:gd name="T71" fmla="*/ 59 h 976"/>
                <a:gd name="T72" fmla="*/ 2147 w 2868"/>
                <a:gd name="T73" fmla="*/ 30 h 976"/>
                <a:gd name="T74" fmla="*/ 1048 w 2868"/>
                <a:gd name="T75" fmla="*/ 73 h 976"/>
                <a:gd name="T76" fmla="*/ 1076 w 2868"/>
                <a:gd name="T77" fmla="*/ 131 h 976"/>
                <a:gd name="T78" fmla="*/ 1294 w 2868"/>
                <a:gd name="T79" fmla="*/ 147 h 976"/>
                <a:gd name="T80" fmla="*/ 1196 w 2868"/>
                <a:gd name="T81" fmla="*/ 243 h 976"/>
                <a:gd name="T82" fmla="*/ 1224 w 2868"/>
                <a:gd name="T83" fmla="*/ 353 h 976"/>
                <a:gd name="T84" fmla="*/ 1198 w 2868"/>
                <a:gd name="T85" fmla="*/ 415 h 976"/>
                <a:gd name="T86" fmla="*/ 1192 w 2868"/>
                <a:gd name="T87" fmla="*/ 490 h 976"/>
                <a:gd name="T88" fmla="*/ 1140 w 2868"/>
                <a:gd name="T89" fmla="*/ 538 h 976"/>
                <a:gd name="T90" fmla="*/ 1091 w 2868"/>
                <a:gd name="T91" fmla="*/ 602 h 976"/>
                <a:gd name="T92" fmla="*/ 1048 w 2868"/>
                <a:gd name="T93" fmla="*/ 696 h 976"/>
                <a:gd name="T94" fmla="*/ 911 w 2868"/>
                <a:gd name="T95" fmla="*/ 784 h 976"/>
                <a:gd name="T96" fmla="*/ 861 w 2868"/>
                <a:gd name="T97" fmla="*/ 932 h 976"/>
                <a:gd name="T98" fmla="*/ 740 w 2868"/>
                <a:gd name="T99" fmla="*/ 862 h 976"/>
                <a:gd name="T100" fmla="*/ 714 w 2868"/>
                <a:gd name="T101" fmla="*/ 806 h 976"/>
                <a:gd name="T102" fmla="*/ 718 w 2868"/>
                <a:gd name="T103" fmla="*/ 641 h 976"/>
                <a:gd name="T104" fmla="*/ 672 w 2868"/>
                <a:gd name="T105" fmla="*/ 576 h 976"/>
                <a:gd name="T106" fmla="*/ 466 w 2868"/>
                <a:gd name="T107" fmla="*/ 374 h 976"/>
                <a:gd name="T108" fmla="*/ 447 w 2868"/>
                <a:gd name="T109" fmla="*/ 290 h 976"/>
                <a:gd name="T110" fmla="*/ 592 w 2868"/>
                <a:gd name="T111" fmla="*/ 140 h 976"/>
                <a:gd name="T112" fmla="*/ 711 w 2868"/>
                <a:gd name="T113" fmla="*/ 112 h 976"/>
                <a:gd name="T114" fmla="*/ 833 w 2868"/>
                <a:gd name="T115" fmla="*/ 80 h 976"/>
                <a:gd name="T116" fmla="*/ 896 w 2868"/>
                <a:gd name="T117" fmla="*/ 44 h 976"/>
                <a:gd name="T118" fmla="*/ 2706 w 2868"/>
                <a:gd name="T119" fmla="*/ 31 h 976"/>
                <a:gd name="T120" fmla="*/ 2641 w 2868"/>
                <a:gd name="T121" fmla="*/ 80 h 9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868" h="976">
                  <a:moveTo>
                    <a:pt x="7" y="243"/>
                  </a:moveTo>
                  <a:lnTo>
                    <a:pt x="25" y="248"/>
                  </a:lnTo>
                  <a:lnTo>
                    <a:pt x="37" y="257"/>
                  </a:lnTo>
                  <a:lnTo>
                    <a:pt x="47" y="265"/>
                  </a:lnTo>
                  <a:lnTo>
                    <a:pt x="58" y="276"/>
                  </a:lnTo>
                  <a:lnTo>
                    <a:pt x="68" y="284"/>
                  </a:lnTo>
                  <a:lnTo>
                    <a:pt x="68" y="281"/>
                  </a:lnTo>
                  <a:lnTo>
                    <a:pt x="74" y="281"/>
                  </a:lnTo>
                  <a:lnTo>
                    <a:pt x="74" y="284"/>
                  </a:lnTo>
                  <a:lnTo>
                    <a:pt x="75" y="288"/>
                  </a:lnTo>
                  <a:lnTo>
                    <a:pt x="79" y="293"/>
                  </a:lnTo>
                  <a:lnTo>
                    <a:pt x="81" y="300"/>
                  </a:lnTo>
                  <a:lnTo>
                    <a:pt x="74" y="300"/>
                  </a:lnTo>
                  <a:lnTo>
                    <a:pt x="70" y="300"/>
                  </a:lnTo>
                  <a:lnTo>
                    <a:pt x="70" y="302"/>
                  </a:lnTo>
                  <a:lnTo>
                    <a:pt x="68" y="302"/>
                  </a:lnTo>
                  <a:lnTo>
                    <a:pt x="65" y="302"/>
                  </a:lnTo>
                  <a:lnTo>
                    <a:pt x="61" y="304"/>
                  </a:lnTo>
                  <a:lnTo>
                    <a:pt x="47" y="293"/>
                  </a:lnTo>
                  <a:lnTo>
                    <a:pt x="33" y="288"/>
                  </a:lnTo>
                  <a:lnTo>
                    <a:pt x="16" y="284"/>
                  </a:lnTo>
                  <a:lnTo>
                    <a:pt x="0" y="276"/>
                  </a:lnTo>
                  <a:lnTo>
                    <a:pt x="6" y="271"/>
                  </a:lnTo>
                  <a:lnTo>
                    <a:pt x="7" y="265"/>
                  </a:lnTo>
                  <a:lnTo>
                    <a:pt x="6" y="260"/>
                  </a:lnTo>
                  <a:lnTo>
                    <a:pt x="6" y="253"/>
                  </a:lnTo>
                  <a:lnTo>
                    <a:pt x="7" y="243"/>
                  </a:lnTo>
                  <a:close/>
                  <a:moveTo>
                    <a:pt x="1222" y="236"/>
                  </a:moveTo>
                  <a:lnTo>
                    <a:pt x="1226" y="236"/>
                  </a:lnTo>
                  <a:lnTo>
                    <a:pt x="1229" y="237"/>
                  </a:lnTo>
                  <a:lnTo>
                    <a:pt x="1231" y="239"/>
                  </a:lnTo>
                  <a:lnTo>
                    <a:pt x="1233" y="241"/>
                  </a:lnTo>
                  <a:lnTo>
                    <a:pt x="1234" y="243"/>
                  </a:lnTo>
                  <a:lnTo>
                    <a:pt x="1234" y="244"/>
                  </a:lnTo>
                  <a:lnTo>
                    <a:pt x="1234" y="246"/>
                  </a:lnTo>
                  <a:lnTo>
                    <a:pt x="1236" y="250"/>
                  </a:lnTo>
                  <a:lnTo>
                    <a:pt x="1229" y="250"/>
                  </a:lnTo>
                  <a:lnTo>
                    <a:pt x="1226" y="251"/>
                  </a:lnTo>
                  <a:lnTo>
                    <a:pt x="1222" y="251"/>
                  </a:lnTo>
                  <a:lnTo>
                    <a:pt x="1219" y="253"/>
                  </a:lnTo>
                  <a:lnTo>
                    <a:pt x="1213" y="253"/>
                  </a:lnTo>
                  <a:lnTo>
                    <a:pt x="1213" y="250"/>
                  </a:lnTo>
                  <a:lnTo>
                    <a:pt x="1210" y="250"/>
                  </a:lnTo>
                  <a:lnTo>
                    <a:pt x="1210" y="237"/>
                  </a:lnTo>
                  <a:lnTo>
                    <a:pt x="1215" y="237"/>
                  </a:lnTo>
                  <a:lnTo>
                    <a:pt x="1220" y="236"/>
                  </a:lnTo>
                  <a:lnTo>
                    <a:pt x="1222" y="236"/>
                  </a:lnTo>
                  <a:close/>
                  <a:moveTo>
                    <a:pt x="61" y="227"/>
                  </a:moveTo>
                  <a:lnTo>
                    <a:pt x="77" y="227"/>
                  </a:lnTo>
                  <a:lnTo>
                    <a:pt x="77" y="230"/>
                  </a:lnTo>
                  <a:lnTo>
                    <a:pt x="74" y="230"/>
                  </a:lnTo>
                  <a:lnTo>
                    <a:pt x="70" y="230"/>
                  </a:lnTo>
                  <a:lnTo>
                    <a:pt x="68" y="232"/>
                  </a:lnTo>
                  <a:lnTo>
                    <a:pt x="67" y="232"/>
                  </a:lnTo>
                  <a:lnTo>
                    <a:pt x="67" y="232"/>
                  </a:lnTo>
                  <a:lnTo>
                    <a:pt x="65" y="232"/>
                  </a:lnTo>
                  <a:lnTo>
                    <a:pt x="63" y="230"/>
                  </a:lnTo>
                  <a:lnTo>
                    <a:pt x="61" y="227"/>
                  </a:lnTo>
                  <a:close/>
                  <a:moveTo>
                    <a:pt x="1716" y="202"/>
                  </a:moveTo>
                  <a:lnTo>
                    <a:pt x="1728" y="202"/>
                  </a:lnTo>
                  <a:lnTo>
                    <a:pt x="1732" y="216"/>
                  </a:lnTo>
                  <a:lnTo>
                    <a:pt x="1735" y="225"/>
                  </a:lnTo>
                  <a:lnTo>
                    <a:pt x="1742" y="229"/>
                  </a:lnTo>
                  <a:lnTo>
                    <a:pt x="1754" y="234"/>
                  </a:lnTo>
                  <a:lnTo>
                    <a:pt x="1749" y="255"/>
                  </a:lnTo>
                  <a:lnTo>
                    <a:pt x="1742" y="276"/>
                  </a:lnTo>
                  <a:lnTo>
                    <a:pt x="1732" y="291"/>
                  </a:lnTo>
                  <a:lnTo>
                    <a:pt x="1732" y="272"/>
                  </a:lnTo>
                  <a:lnTo>
                    <a:pt x="1709" y="272"/>
                  </a:lnTo>
                  <a:lnTo>
                    <a:pt x="1711" y="250"/>
                  </a:lnTo>
                  <a:lnTo>
                    <a:pt x="1713" y="229"/>
                  </a:lnTo>
                  <a:lnTo>
                    <a:pt x="1716" y="202"/>
                  </a:lnTo>
                  <a:close/>
                  <a:moveTo>
                    <a:pt x="2819" y="157"/>
                  </a:moveTo>
                  <a:lnTo>
                    <a:pt x="2823" y="157"/>
                  </a:lnTo>
                  <a:lnTo>
                    <a:pt x="2823" y="161"/>
                  </a:lnTo>
                  <a:lnTo>
                    <a:pt x="2824" y="166"/>
                  </a:lnTo>
                  <a:lnTo>
                    <a:pt x="2826" y="168"/>
                  </a:lnTo>
                  <a:lnTo>
                    <a:pt x="2828" y="171"/>
                  </a:lnTo>
                  <a:lnTo>
                    <a:pt x="2830" y="173"/>
                  </a:lnTo>
                  <a:lnTo>
                    <a:pt x="2833" y="176"/>
                  </a:lnTo>
                  <a:lnTo>
                    <a:pt x="2837" y="173"/>
                  </a:lnTo>
                  <a:lnTo>
                    <a:pt x="2838" y="169"/>
                  </a:lnTo>
                  <a:lnTo>
                    <a:pt x="2840" y="168"/>
                  </a:lnTo>
                  <a:lnTo>
                    <a:pt x="2844" y="168"/>
                  </a:lnTo>
                  <a:lnTo>
                    <a:pt x="2849" y="166"/>
                  </a:lnTo>
                  <a:lnTo>
                    <a:pt x="2852" y="176"/>
                  </a:lnTo>
                  <a:lnTo>
                    <a:pt x="2858" y="183"/>
                  </a:lnTo>
                  <a:lnTo>
                    <a:pt x="2863" y="190"/>
                  </a:lnTo>
                  <a:lnTo>
                    <a:pt x="2866" y="199"/>
                  </a:lnTo>
                  <a:lnTo>
                    <a:pt x="2868" y="211"/>
                  </a:lnTo>
                  <a:lnTo>
                    <a:pt x="2868" y="213"/>
                  </a:lnTo>
                  <a:lnTo>
                    <a:pt x="2866" y="215"/>
                  </a:lnTo>
                  <a:lnTo>
                    <a:pt x="2866" y="216"/>
                  </a:lnTo>
                  <a:lnTo>
                    <a:pt x="2866" y="218"/>
                  </a:lnTo>
                  <a:lnTo>
                    <a:pt x="2866" y="220"/>
                  </a:lnTo>
                  <a:lnTo>
                    <a:pt x="2865" y="223"/>
                  </a:lnTo>
                  <a:lnTo>
                    <a:pt x="2854" y="230"/>
                  </a:lnTo>
                  <a:lnTo>
                    <a:pt x="2838" y="237"/>
                  </a:lnTo>
                  <a:lnTo>
                    <a:pt x="2819" y="241"/>
                  </a:lnTo>
                  <a:lnTo>
                    <a:pt x="2800" y="244"/>
                  </a:lnTo>
                  <a:lnTo>
                    <a:pt x="2784" y="246"/>
                  </a:lnTo>
                  <a:lnTo>
                    <a:pt x="2786" y="237"/>
                  </a:lnTo>
                  <a:lnTo>
                    <a:pt x="2788" y="234"/>
                  </a:lnTo>
                  <a:lnTo>
                    <a:pt x="2790" y="230"/>
                  </a:lnTo>
                  <a:lnTo>
                    <a:pt x="2791" y="229"/>
                  </a:lnTo>
                  <a:lnTo>
                    <a:pt x="2793" y="229"/>
                  </a:lnTo>
                  <a:lnTo>
                    <a:pt x="2797" y="227"/>
                  </a:lnTo>
                  <a:lnTo>
                    <a:pt x="2798" y="227"/>
                  </a:lnTo>
                  <a:lnTo>
                    <a:pt x="2800" y="225"/>
                  </a:lnTo>
                  <a:lnTo>
                    <a:pt x="2804" y="223"/>
                  </a:lnTo>
                  <a:lnTo>
                    <a:pt x="2809" y="209"/>
                  </a:lnTo>
                  <a:lnTo>
                    <a:pt x="2809" y="195"/>
                  </a:lnTo>
                  <a:lnTo>
                    <a:pt x="2807" y="182"/>
                  </a:lnTo>
                  <a:lnTo>
                    <a:pt x="2810" y="171"/>
                  </a:lnTo>
                  <a:lnTo>
                    <a:pt x="2819" y="161"/>
                  </a:lnTo>
                  <a:lnTo>
                    <a:pt x="2819" y="157"/>
                  </a:lnTo>
                  <a:close/>
                  <a:moveTo>
                    <a:pt x="142" y="150"/>
                  </a:moveTo>
                  <a:lnTo>
                    <a:pt x="161" y="171"/>
                  </a:lnTo>
                  <a:lnTo>
                    <a:pt x="185" y="187"/>
                  </a:lnTo>
                  <a:lnTo>
                    <a:pt x="215" y="199"/>
                  </a:lnTo>
                  <a:lnTo>
                    <a:pt x="217" y="216"/>
                  </a:lnTo>
                  <a:lnTo>
                    <a:pt x="222" y="229"/>
                  </a:lnTo>
                  <a:lnTo>
                    <a:pt x="227" y="236"/>
                  </a:lnTo>
                  <a:lnTo>
                    <a:pt x="234" y="243"/>
                  </a:lnTo>
                  <a:lnTo>
                    <a:pt x="241" y="253"/>
                  </a:lnTo>
                  <a:lnTo>
                    <a:pt x="229" y="255"/>
                  </a:lnTo>
                  <a:lnTo>
                    <a:pt x="217" y="257"/>
                  </a:lnTo>
                  <a:lnTo>
                    <a:pt x="206" y="262"/>
                  </a:lnTo>
                  <a:lnTo>
                    <a:pt x="199" y="269"/>
                  </a:lnTo>
                  <a:lnTo>
                    <a:pt x="198" y="272"/>
                  </a:lnTo>
                  <a:lnTo>
                    <a:pt x="196" y="276"/>
                  </a:lnTo>
                  <a:lnTo>
                    <a:pt x="194" y="279"/>
                  </a:lnTo>
                  <a:lnTo>
                    <a:pt x="192" y="281"/>
                  </a:lnTo>
                  <a:lnTo>
                    <a:pt x="189" y="284"/>
                  </a:lnTo>
                  <a:lnTo>
                    <a:pt x="178" y="286"/>
                  </a:lnTo>
                  <a:lnTo>
                    <a:pt x="163" y="288"/>
                  </a:lnTo>
                  <a:lnTo>
                    <a:pt x="145" y="286"/>
                  </a:lnTo>
                  <a:lnTo>
                    <a:pt x="131" y="284"/>
                  </a:lnTo>
                  <a:lnTo>
                    <a:pt x="128" y="274"/>
                  </a:lnTo>
                  <a:lnTo>
                    <a:pt x="126" y="267"/>
                  </a:lnTo>
                  <a:lnTo>
                    <a:pt x="124" y="262"/>
                  </a:lnTo>
                  <a:lnTo>
                    <a:pt x="119" y="253"/>
                  </a:lnTo>
                  <a:lnTo>
                    <a:pt x="142" y="246"/>
                  </a:lnTo>
                  <a:lnTo>
                    <a:pt x="142" y="243"/>
                  </a:lnTo>
                  <a:lnTo>
                    <a:pt x="124" y="241"/>
                  </a:lnTo>
                  <a:lnTo>
                    <a:pt x="112" y="237"/>
                  </a:lnTo>
                  <a:lnTo>
                    <a:pt x="103" y="230"/>
                  </a:lnTo>
                  <a:lnTo>
                    <a:pt x="102" y="225"/>
                  </a:lnTo>
                  <a:lnTo>
                    <a:pt x="98" y="220"/>
                  </a:lnTo>
                  <a:lnTo>
                    <a:pt x="96" y="215"/>
                  </a:lnTo>
                  <a:lnTo>
                    <a:pt x="96" y="209"/>
                  </a:lnTo>
                  <a:lnTo>
                    <a:pt x="96" y="206"/>
                  </a:lnTo>
                  <a:lnTo>
                    <a:pt x="96" y="202"/>
                  </a:lnTo>
                  <a:lnTo>
                    <a:pt x="98" y="202"/>
                  </a:lnTo>
                  <a:lnTo>
                    <a:pt x="100" y="201"/>
                  </a:lnTo>
                  <a:lnTo>
                    <a:pt x="102" y="201"/>
                  </a:lnTo>
                  <a:lnTo>
                    <a:pt x="103" y="201"/>
                  </a:lnTo>
                  <a:lnTo>
                    <a:pt x="107" y="199"/>
                  </a:lnTo>
                  <a:lnTo>
                    <a:pt x="109" y="194"/>
                  </a:lnTo>
                  <a:lnTo>
                    <a:pt x="109" y="188"/>
                  </a:lnTo>
                  <a:lnTo>
                    <a:pt x="109" y="185"/>
                  </a:lnTo>
                  <a:lnTo>
                    <a:pt x="110" y="183"/>
                  </a:lnTo>
                  <a:lnTo>
                    <a:pt x="112" y="180"/>
                  </a:lnTo>
                  <a:lnTo>
                    <a:pt x="114" y="180"/>
                  </a:lnTo>
                  <a:lnTo>
                    <a:pt x="116" y="178"/>
                  </a:lnTo>
                  <a:lnTo>
                    <a:pt x="117" y="178"/>
                  </a:lnTo>
                  <a:lnTo>
                    <a:pt x="119" y="178"/>
                  </a:lnTo>
                  <a:lnTo>
                    <a:pt x="122" y="176"/>
                  </a:lnTo>
                  <a:lnTo>
                    <a:pt x="124" y="169"/>
                  </a:lnTo>
                  <a:lnTo>
                    <a:pt x="126" y="164"/>
                  </a:lnTo>
                  <a:lnTo>
                    <a:pt x="128" y="159"/>
                  </a:lnTo>
                  <a:lnTo>
                    <a:pt x="131" y="154"/>
                  </a:lnTo>
                  <a:lnTo>
                    <a:pt x="133" y="152"/>
                  </a:lnTo>
                  <a:lnTo>
                    <a:pt x="135" y="152"/>
                  </a:lnTo>
                  <a:lnTo>
                    <a:pt x="136" y="150"/>
                  </a:lnTo>
                  <a:lnTo>
                    <a:pt x="138" y="150"/>
                  </a:lnTo>
                  <a:lnTo>
                    <a:pt x="142" y="150"/>
                  </a:lnTo>
                  <a:close/>
                  <a:moveTo>
                    <a:pt x="1172" y="131"/>
                  </a:moveTo>
                  <a:lnTo>
                    <a:pt x="1177" y="133"/>
                  </a:lnTo>
                  <a:lnTo>
                    <a:pt x="1182" y="134"/>
                  </a:lnTo>
                  <a:lnTo>
                    <a:pt x="1185" y="136"/>
                  </a:lnTo>
                  <a:lnTo>
                    <a:pt x="1191" y="138"/>
                  </a:lnTo>
                  <a:lnTo>
                    <a:pt x="1191" y="143"/>
                  </a:lnTo>
                  <a:lnTo>
                    <a:pt x="1192" y="147"/>
                  </a:lnTo>
                  <a:lnTo>
                    <a:pt x="1192" y="150"/>
                  </a:lnTo>
                  <a:lnTo>
                    <a:pt x="1194" y="154"/>
                  </a:lnTo>
                  <a:lnTo>
                    <a:pt x="1182" y="154"/>
                  </a:lnTo>
                  <a:lnTo>
                    <a:pt x="1180" y="150"/>
                  </a:lnTo>
                  <a:lnTo>
                    <a:pt x="1178" y="147"/>
                  </a:lnTo>
                  <a:lnTo>
                    <a:pt x="1175" y="143"/>
                  </a:lnTo>
                  <a:lnTo>
                    <a:pt x="1173" y="141"/>
                  </a:lnTo>
                  <a:lnTo>
                    <a:pt x="1173" y="136"/>
                  </a:lnTo>
                  <a:lnTo>
                    <a:pt x="1172" y="131"/>
                  </a:lnTo>
                  <a:close/>
                  <a:moveTo>
                    <a:pt x="1658" y="108"/>
                  </a:moveTo>
                  <a:lnTo>
                    <a:pt x="1664" y="117"/>
                  </a:lnTo>
                  <a:lnTo>
                    <a:pt x="1669" y="134"/>
                  </a:lnTo>
                  <a:lnTo>
                    <a:pt x="1676" y="150"/>
                  </a:lnTo>
                  <a:lnTo>
                    <a:pt x="1685" y="166"/>
                  </a:lnTo>
                  <a:lnTo>
                    <a:pt x="1690" y="173"/>
                  </a:lnTo>
                  <a:lnTo>
                    <a:pt x="1693" y="169"/>
                  </a:lnTo>
                  <a:lnTo>
                    <a:pt x="1695" y="168"/>
                  </a:lnTo>
                  <a:lnTo>
                    <a:pt x="1699" y="168"/>
                  </a:lnTo>
                  <a:lnTo>
                    <a:pt x="1702" y="166"/>
                  </a:lnTo>
                  <a:lnTo>
                    <a:pt x="1709" y="166"/>
                  </a:lnTo>
                  <a:lnTo>
                    <a:pt x="1709" y="169"/>
                  </a:lnTo>
                  <a:lnTo>
                    <a:pt x="1713" y="169"/>
                  </a:lnTo>
                  <a:lnTo>
                    <a:pt x="1713" y="180"/>
                  </a:lnTo>
                  <a:lnTo>
                    <a:pt x="1686" y="183"/>
                  </a:lnTo>
                  <a:lnTo>
                    <a:pt x="1683" y="211"/>
                  </a:lnTo>
                  <a:lnTo>
                    <a:pt x="1674" y="234"/>
                  </a:lnTo>
                  <a:lnTo>
                    <a:pt x="1667" y="257"/>
                  </a:lnTo>
                  <a:lnTo>
                    <a:pt x="1664" y="276"/>
                  </a:lnTo>
                  <a:lnTo>
                    <a:pt x="1662" y="295"/>
                  </a:lnTo>
                  <a:lnTo>
                    <a:pt x="1662" y="311"/>
                  </a:lnTo>
                  <a:lnTo>
                    <a:pt x="1658" y="326"/>
                  </a:lnTo>
                  <a:lnTo>
                    <a:pt x="1655" y="326"/>
                  </a:lnTo>
                  <a:lnTo>
                    <a:pt x="1655" y="323"/>
                  </a:lnTo>
                  <a:lnTo>
                    <a:pt x="1650" y="316"/>
                  </a:lnTo>
                  <a:lnTo>
                    <a:pt x="1641" y="307"/>
                  </a:lnTo>
                  <a:lnTo>
                    <a:pt x="1631" y="295"/>
                  </a:lnTo>
                  <a:lnTo>
                    <a:pt x="1622" y="283"/>
                  </a:lnTo>
                  <a:lnTo>
                    <a:pt x="1615" y="271"/>
                  </a:lnTo>
                  <a:lnTo>
                    <a:pt x="1611" y="260"/>
                  </a:lnTo>
                  <a:lnTo>
                    <a:pt x="1613" y="253"/>
                  </a:lnTo>
                  <a:lnTo>
                    <a:pt x="1617" y="251"/>
                  </a:lnTo>
                  <a:lnTo>
                    <a:pt x="1620" y="251"/>
                  </a:lnTo>
                  <a:lnTo>
                    <a:pt x="1622" y="251"/>
                  </a:lnTo>
                  <a:lnTo>
                    <a:pt x="1624" y="251"/>
                  </a:lnTo>
                  <a:lnTo>
                    <a:pt x="1625" y="251"/>
                  </a:lnTo>
                  <a:lnTo>
                    <a:pt x="1627" y="251"/>
                  </a:lnTo>
                  <a:lnTo>
                    <a:pt x="1629" y="250"/>
                  </a:lnTo>
                  <a:lnTo>
                    <a:pt x="1632" y="246"/>
                  </a:lnTo>
                  <a:lnTo>
                    <a:pt x="1629" y="246"/>
                  </a:lnTo>
                  <a:lnTo>
                    <a:pt x="1629" y="243"/>
                  </a:lnTo>
                  <a:lnTo>
                    <a:pt x="1613" y="241"/>
                  </a:lnTo>
                  <a:lnTo>
                    <a:pt x="1604" y="236"/>
                  </a:lnTo>
                  <a:lnTo>
                    <a:pt x="1597" y="227"/>
                  </a:lnTo>
                  <a:lnTo>
                    <a:pt x="1604" y="225"/>
                  </a:lnTo>
                  <a:lnTo>
                    <a:pt x="1610" y="223"/>
                  </a:lnTo>
                  <a:lnTo>
                    <a:pt x="1613" y="222"/>
                  </a:lnTo>
                  <a:lnTo>
                    <a:pt x="1617" y="220"/>
                  </a:lnTo>
                  <a:lnTo>
                    <a:pt x="1620" y="218"/>
                  </a:lnTo>
                  <a:lnTo>
                    <a:pt x="1624" y="215"/>
                  </a:lnTo>
                  <a:lnTo>
                    <a:pt x="1624" y="211"/>
                  </a:lnTo>
                  <a:lnTo>
                    <a:pt x="1610" y="211"/>
                  </a:lnTo>
                  <a:lnTo>
                    <a:pt x="1606" y="213"/>
                  </a:lnTo>
                  <a:lnTo>
                    <a:pt x="1603" y="213"/>
                  </a:lnTo>
                  <a:lnTo>
                    <a:pt x="1599" y="215"/>
                  </a:lnTo>
                  <a:lnTo>
                    <a:pt x="1594" y="215"/>
                  </a:lnTo>
                  <a:lnTo>
                    <a:pt x="1585" y="199"/>
                  </a:lnTo>
                  <a:lnTo>
                    <a:pt x="1575" y="183"/>
                  </a:lnTo>
                  <a:lnTo>
                    <a:pt x="1576" y="178"/>
                  </a:lnTo>
                  <a:lnTo>
                    <a:pt x="1576" y="175"/>
                  </a:lnTo>
                  <a:lnTo>
                    <a:pt x="1578" y="173"/>
                  </a:lnTo>
                  <a:lnTo>
                    <a:pt x="1580" y="169"/>
                  </a:lnTo>
                  <a:lnTo>
                    <a:pt x="1580" y="166"/>
                  </a:lnTo>
                  <a:lnTo>
                    <a:pt x="1582" y="161"/>
                  </a:lnTo>
                  <a:lnTo>
                    <a:pt x="1578" y="161"/>
                  </a:lnTo>
                  <a:lnTo>
                    <a:pt x="1578" y="157"/>
                  </a:lnTo>
                  <a:lnTo>
                    <a:pt x="1575" y="159"/>
                  </a:lnTo>
                  <a:lnTo>
                    <a:pt x="1573" y="159"/>
                  </a:lnTo>
                  <a:lnTo>
                    <a:pt x="1571" y="159"/>
                  </a:lnTo>
                  <a:lnTo>
                    <a:pt x="1571" y="159"/>
                  </a:lnTo>
                  <a:lnTo>
                    <a:pt x="1569" y="159"/>
                  </a:lnTo>
                  <a:lnTo>
                    <a:pt x="1569" y="157"/>
                  </a:lnTo>
                  <a:lnTo>
                    <a:pt x="1566" y="154"/>
                  </a:lnTo>
                  <a:lnTo>
                    <a:pt x="1564" y="150"/>
                  </a:lnTo>
                  <a:lnTo>
                    <a:pt x="1562" y="147"/>
                  </a:lnTo>
                  <a:lnTo>
                    <a:pt x="1561" y="145"/>
                  </a:lnTo>
                  <a:lnTo>
                    <a:pt x="1561" y="140"/>
                  </a:lnTo>
                  <a:lnTo>
                    <a:pt x="1559" y="134"/>
                  </a:lnTo>
                  <a:lnTo>
                    <a:pt x="1578" y="122"/>
                  </a:lnTo>
                  <a:lnTo>
                    <a:pt x="1597" y="112"/>
                  </a:lnTo>
                  <a:lnTo>
                    <a:pt x="1599" y="117"/>
                  </a:lnTo>
                  <a:lnTo>
                    <a:pt x="1601" y="122"/>
                  </a:lnTo>
                  <a:lnTo>
                    <a:pt x="1603" y="124"/>
                  </a:lnTo>
                  <a:lnTo>
                    <a:pt x="1606" y="126"/>
                  </a:lnTo>
                  <a:lnTo>
                    <a:pt x="1608" y="126"/>
                  </a:lnTo>
                  <a:lnTo>
                    <a:pt x="1610" y="127"/>
                  </a:lnTo>
                  <a:lnTo>
                    <a:pt x="1613" y="129"/>
                  </a:lnTo>
                  <a:lnTo>
                    <a:pt x="1617" y="131"/>
                  </a:lnTo>
                  <a:lnTo>
                    <a:pt x="1620" y="141"/>
                  </a:lnTo>
                  <a:lnTo>
                    <a:pt x="1622" y="154"/>
                  </a:lnTo>
                  <a:lnTo>
                    <a:pt x="1624" y="166"/>
                  </a:lnTo>
                  <a:lnTo>
                    <a:pt x="1632" y="166"/>
                  </a:lnTo>
                  <a:lnTo>
                    <a:pt x="1632" y="157"/>
                  </a:lnTo>
                  <a:lnTo>
                    <a:pt x="1629" y="147"/>
                  </a:lnTo>
                  <a:lnTo>
                    <a:pt x="1629" y="134"/>
                  </a:lnTo>
                  <a:lnTo>
                    <a:pt x="1632" y="122"/>
                  </a:lnTo>
                  <a:lnTo>
                    <a:pt x="1636" y="112"/>
                  </a:lnTo>
                  <a:lnTo>
                    <a:pt x="1658" y="108"/>
                  </a:lnTo>
                  <a:close/>
                  <a:moveTo>
                    <a:pt x="2641" y="99"/>
                  </a:moveTo>
                  <a:lnTo>
                    <a:pt x="2646" y="103"/>
                  </a:lnTo>
                  <a:lnTo>
                    <a:pt x="2650" y="106"/>
                  </a:lnTo>
                  <a:lnTo>
                    <a:pt x="2655" y="106"/>
                  </a:lnTo>
                  <a:lnTo>
                    <a:pt x="2660" y="106"/>
                  </a:lnTo>
                  <a:lnTo>
                    <a:pt x="2669" y="108"/>
                  </a:lnTo>
                  <a:lnTo>
                    <a:pt x="2667" y="112"/>
                  </a:lnTo>
                  <a:lnTo>
                    <a:pt x="2667" y="113"/>
                  </a:lnTo>
                  <a:lnTo>
                    <a:pt x="2667" y="115"/>
                  </a:lnTo>
                  <a:lnTo>
                    <a:pt x="2666" y="117"/>
                  </a:lnTo>
                  <a:lnTo>
                    <a:pt x="2666" y="119"/>
                  </a:lnTo>
                  <a:lnTo>
                    <a:pt x="2653" y="126"/>
                  </a:lnTo>
                  <a:lnTo>
                    <a:pt x="2636" y="129"/>
                  </a:lnTo>
                  <a:lnTo>
                    <a:pt x="2618" y="131"/>
                  </a:lnTo>
                  <a:lnTo>
                    <a:pt x="2617" y="127"/>
                  </a:lnTo>
                  <a:lnTo>
                    <a:pt x="2617" y="124"/>
                  </a:lnTo>
                  <a:lnTo>
                    <a:pt x="2615" y="120"/>
                  </a:lnTo>
                  <a:lnTo>
                    <a:pt x="2615" y="115"/>
                  </a:lnTo>
                  <a:lnTo>
                    <a:pt x="2620" y="112"/>
                  </a:lnTo>
                  <a:lnTo>
                    <a:pt x="2624" y="108"/>
                  </a:lnTo>
                  <a:lnTo>
                    <a:pt x="2627" y="106"/>
                  </a:lnTo>
                  <a:lnTo>
                    <a:pt x="2631" y="103"/>
                  </a:lnTo>
                  <a:lnTo>
                    <a:pt x="2634" y="101"/>
                  </a:lnTo>
                  <a:lnTo>
                    <a:pt x="2641" y="99"/>
                  </a:lnTo>
                  <a:close/>
                  <a:moveTo>
                    <a:pt x="2104" y="99"/>
                  </a:moveTo>
                  <a:lnTo>
                    <a:pt x="2118" y="101"/>
                  </a:lnTo>
                  <a:lnTo>
                    <a:pt x="2128" y="106"/>
                  </a:lnTo>
                  <a:lnTo>
                    <a:pt x="2138" y="112"/>
                  </a:lnTo>
                  <a:lnTo>
                    <a:pt x="2135" y="115"/>
                  </a:lnTo>
                  <a:lnTo>
                    <a:pt x="2133" y="120"/>
                  </a:lnTo>
                  <a:lnTo>
                    <a:pt x="2130" y="122"/>
                  </a:lnTo>
                  <a:lnTo>
                    <a:pt x="2125" y="124"/>
                  </a:lnTo>
                  <a:lnTo>
                    <a:pt x="2119" y="126"/>
                  </a:lnTo>
                  <a:lnTo>
                    <a:pt x="2112" y="126"/>
                  </a:lnTo>
                  <a:lnTo>
                    <a:pt x="2107" y="129"/>
                  </a:lnTo>
                  <a:lnTo>
                    <a:pt x="2102" y="129"/>
                  </a:lnTo>
                  <a:lnTo>
                    <a:pt x="2097" y="131"/>
                  </a:lnTo>
                  <a:lnTo>
                    <a:pt x="2090" y="131"/>
                  </a:lnTo>
                  <a:lnTo>
                    <a:pt x="2090" y="120"/>
                  </a:lnTo>
                  <a:lnTo>
                    <a:pt x="2091" y="113"/>
                  </a:lnTo>
                  <a:lnTo>
                    <a:pt x="2098" y="108"/>
                  </a:lnTo>
                  <a:lnTo>
                    <a:pt x="2104" y="99"/>
                  </a:lnTo>
                  <a:close/>
                  <a:moveTo>
                    <a:pt x="765" y="99"/>
                  </a:moveTo>
                  <a:lnTo>
                    <a:pt x="779" y="99"/>
                  </a:lnTo>
                  <a:lnTo>
                    <a:pt x="782" y="108"/>
                  </a:lnTo>
                  <a:lnTo>
                    <a:pt x="786" y="113"/>
                  </a:lnTo>
                  <a:lnTo>
                    <a:pt x="789" y="120"/>
                  </a:lnTo>
                  <a:lnTo>
                    <a:pt x="791" y="131"/>
                  </a:lnTo>
                  <a:lnTo>
                    <a:pt x="788" y="131"/>
                  </a:lnTo>
                  <a:lnTo>
                    <a:pt x="777" y="124"/>
                  </a:lnTo>
                  <a:lnTo>
                    <a:pt x="770" y="117"/>
                  </a:lnTo>
                  <a:lnTo>
                    <a:pt x="765" y="110"/>
                  </a:lnTo>
                  <a:lnTo>
                    <a:pt x="765" y="99"/>
                  </a:lnTo>
                  <a:close/>
                  <a:moveTo>
                    <a:pt x="2734" y="77"/>
                  </a:moveTo>
                  <a:lnTo>
                    <a:pt x="2737" y="77"/>
                  </a:lnTo>
                  <a:lnTo>
                    <a:pt x="2741" y="79"/>
                  </a:lnTo>
                  <a:lnTo>
                    <a:pt x="2742" y="79"/>
                  </a:lnTo>
                  <a:lnTo>
                    <a:pt x="2744" y="79"/>
                  </a:lnTo>
                  <a:lnTo>
                    <a:pt x="2746" y="80"/>
                  </a:lnTo>
                  <a:lnTo>
                    <a:pt x="2742" y="84"/>
                  </a:lnTo>
                  <a:lnTo>
                    <a:pt x="2739" y="87"/>
                  </a:lnTo>
                  <a:lnTo>
                    <a:pt x="2737" y="92"/>
                  </a:lnTo>
                  <a:lnTo>
                    <a:pt x="2735" y="96"/>
                  </a:lnTo>
                  <a:lnTo>
                    <a:pt x="2734" y="103"/>
                  </a:lnTo>
                  <a:lnTo>
                    <a:pt x="2737" y="103"/>
                  </a:lnTo>
                  <a:lnTo>
                    <a:pt x="2741" y="98"/>
                  </a:lnTo>
                  <a:lnTo>
                    <a:pt x="2744" y="94"/>
                  </a:lnTo>
                  <a:lnTo>
                    <a:pt x="2748" y="91"/>
                  </a:lnTo>
                  <a:lnTo>
                    <a:pt x="2753" y="89"/>
                  </a:lnTo>
                  <a:lnTo>
                    <a:pt x="2763" y="99"/>
                  </a:lnTo>
                  <a:lnTo>
                    <a:pt x="2776" y="108"/>
                  </a:lnTo>
                  <a:lnTo>
                    <a:pt x="2784" y="115"/>
                  </a:lnTo>
                  <a:lnTo>
                    <a:pt x="2784" y="138"/>
                  </a:lnTo>
                  <a:lnTo>
                    <a:pt x="2790" y="143"/>
                  </a:lnTo>
                  <a:lnTo>
                    <a:pt x="2795" y="147"/>
                  </a:lnTo>
                  <a:lnTo>
                    <a:pt x="2800" y="148"/>
                  </a:lnTo>
                  <a:lnTo>
                    <a:pt x="2804" y="155"/>
                  </a:lnTo>
                  <a:lnTo>
                    <a:pt x="2807" y="169"/>
                  </a:lnTo>
                  <a:lnTo>
                    <a:pt x="2800" y="178"/>
                  </a:lnTo>
                  <a:lnTo>
                    <a:pt x="2797" y="187"/>
                  </a:lnTo>
                  <a:lnTo>
                    <a:pt x="2790" y="192"/>
                  </a:lnTo>
                  <a:lnTo>
                    <a:pt x="2781" y="194"/>
                  </a:lnTo>
                  <a:lnTo>
                    <a:pt x="2765" y="195"/>
                  </a:lnTo>
                  <a:lnTo>
                    <a:pt x="2753" y="185"/>
                  </a:lnTo>
                  <a:lnTo>
                    <a:pt x="2735" y="176"/>
                  </a:lnTo>
                  <a:lnTo>
                    <a:pt x="2716" y="171"/>
                  </a:lnTo>
                  <a:lnTo>
                    <a:pt x="2697" y="164"/>
                  </a:lnTo>
                  <a:lnTo>
                    <a:pt x="2680" y="157"/>
                  </a:lnTo>
                  <a:lnTo>
                    <a:pt x="2669" y="147"/>
                  </a:lnTo>
                  <a:lnTo>
                    <a:pt x="2676" y="143"/>
                  </a:lnTo>
                  <a:lnTo>
                    <a:pt x="2681" y="140"/>
                  </a:lnTo>
                  <a:lnTo>
                    <a:pt x="2685" y="136"/>
                  </a:lnTo>
                  <a:lnTo>
                    <a:pt x="2687" y="131"/>
                  </a:lnTo>
                  <a:lnTo>
                    <a:pt x="2688" y="122"/>
                  </a:lnTo>
                  <a:lnTo>
                    <a:pt x="2687" y="119"/>
                  </a:lnTo>
                  <a:lnTo>
                    <a:pt x="2685" y="113"/>
                  </a:lnTo>
                  <a:lnTo>
                    <a:pt x="2685" y="106"/>
                  </a:lnTo>
                  <a:lnTo>
                    <a:pt x="2685" y="99"/>
                  </a:lnTo>
                  <a:lnTo>
                    <a:pt x="2685" y="98"/>
                  </a:lnTo>
                  <a:lnTo>
                    <a:pt x="2687" y="98"/>
                  </a:lnTo>
                  <a:lnTo>
                    <a:pt x="2687" y="98"/>
                  </a:lnTo>
                  <a:lnTo>
                    <a:pt x="2687" y="98"/>
                  </a:lnTo>
                  <a:lnTo>
                    <a:pt x="2687" y="98"/>
                  </a:lnTo>
                  <a:lnTo>
                    <a:pt x="2688" y="96"/>
                  </a:lnTo>
                  <a:lnTo>
                    <a:pt x="2704" y="92"/>
                  </a:lnTo>
                  <a:lnTo>
                    <a:pt x="2721" y="84"/>
                  </a:lnTo>
                  <a:lnTo>
                    <a:pt x="2734" y="77"/>
                  </a:lnTo>
                  <a:close/>
                  <a:moveTo>
                    <a:pt x="2512" y="73"/>
                  </a:moveTo>
                  <a:lnTo>
                    <a:pt x="2522" y="73"/>
                  </a:lnTo>
                  <a:lnTo>
                    <a:pt x="2536" y="87"/>
                  </a:lnTo>
                  <a:lnTo>
                    <a:pt x="2554" y="99"/>
                  </a:lnTo>
                  <a:lnTo>
                    <a:pt x="2554" y="103"/>
                  </a:lnTo>
                  <a:lnTo>
                    <a:pt x="2550" y="103"/>
                  </a:lnTo>
                  <a:lnTo>
                    <a:pt x="2550" y="108"/>
                  </a:lnTo>
                  <a:lnTo>
                    <a:pt x="2533" y="99"/>
                  </a:lnTo>
                  <a:lnTo>
                    <a:pt x="2521" y="87"/>
                  </a:lnTo>
                  <a:lnTo>
                    <a:pt x="2512" y="73"/>
                  </a:lnTo>
                  <a:close/>
                  <a:moveTo>
                    <a:pt x="2161" y="68"/>
                  </a:moveTo>
                  <a:lnTo>
                    <a:pt x="2175" y="72"/>
                  </a:lnTo>
                  <a:lnTo>
                    <a:pt x="2186" y="75"/>
                  </a:lnTo>
                  <a:lnTo>
                    <a:pt x="2196" y="80"/>
                  </a:lnTo>
                  <a:lnTo>
                    <a:pt x="2196" y="89"/>
                  </a:lnTo>
                  <a:lnTo>
                    <a:pt x="2187" y="91"/>
                  </a:lnTo>
                  <a:lnTo>
                    <a:pt x="2179" y="94"/>
                  </a:lnTo>
                  <a:lnTo>
                    <a:pt x="2166" y="96"/>
                  </a:lnTo>
                  <a:lnTo>
                    <a:pt x="2161" y="98"/>
                  </a:lnTo>
                  <a:lnTo>
                    <a:pt x="2158" y="99"/>
                  </a:lnTo>
                  <a:lnTo>
                    <a:pt x="2152" y="99"/>
                  </a:lnTo>
                  <a:lnTo>
                    <a:pt x="2147" y="99"/>
                  </a:lnTo>
                  <a:lnTo>
                    <a:pt x="2147" y="89"/>
                  </a:lnTo>
                  <a:lnTo>
                    <a:pt x="2151" y="84"/>
                  </a:lnTo>
                  <a:lnTo>
                    <a:pt x="2156" y="77"/>
                  </a:lnTo>
                  <a:lnTo>
                    <a:pt x="2161" y="68"/>
                  </a:lnTo>
                  <a:close/>
                  <a:moveTo>
                    <a:pt x="1735" y="58"/>
                  </a:moveTo>
                  <a:lnTo>
                    <a:pt x="1735" y="77"/>
                  </a:lnTo>
                  <a:lnTo>
                    <a:pt x="1742" y="77"/>
                  </a:lnTo>
                  <a:lnTo>
                    <a:pt x="1746" y="75"/>
                  </a:lnTo>
                  <a:lnTo>
                    <a:pt x="1749" y="75"/>
                  </a:lnTo>
                  <a:lnTo>
                    <a:pt x="1753" y="75"/>
                  </a:lnTo>
                  <a:lnTo>
                    <a:pt x="1754" y="75"/>
                  </a:lnTo>
                  <a:lnTo>
                    <a:pt x="1758" y="77"/>
                  </a:lnTo>
                  <a:lnTo>
                    <a:pt x="1763" y="80"/>
                  </a:lnTo>
                  <a:lnTo>
                    <a:pt x="1763" y="89"/>
                  </a:lnTo>
                  <a:lnTo>
                    <a:pt x="1767" y="91"/>
                  </a:lnTo>
                  <a:lnTo>
                    <a:pt x="1772" y="91"/>
                  </a:lnTo>
                  <a:lnTo>
                    <a:pt x="1775" y="89"/>
                  </a:lnTo>
                  <a:lnTo>
                    <a:pt x="1781" y="89"/>
                  </a:lnTo>
                  <a:lnTo>
                    <a:pt x="1782" y="87"/>
                  </a:lnTo>
                  <a:lnTo>
                    <a:pt x="1786" y="89"/>
                  </a:lnTo>
                  <a:lnTo>
                    <a:pt x="1789" y="92"/>
                  </a:lnTo>
                  <a:lnTo>
                    <a:pt x="1793" y="98"/>
                  </a:lnTo>
                  <a:lnTo>
                    <a:pt x="1796" y="103"/>
                  </a:lnTo>
                  <a:lnTo>
                    <a:pt x="1791" y="115"/>
                  </a:lnTo>
                  <a:lnTo>
                    <a:pt x="1786" y="127"/>
                  </a:lnTo>
                  <a:lnTo>
                    <a:pt x="1782" y="141"/>
                  </a:lnTo>
                  <a:lnTo>
                    <a:pt x="1770" y="141"/>
                  </a:lnTo>
                  <a:lnTo>
                    <a:pt x="1761" y="145"/>
                  </a:lnTo>
                  <a:lnTo>
                    <a:pt x="1753" y="150"/>
                  </a:lnTo>
                  <a:lnTo>
                    <a:pt x="1739" y="154"/>
                  </a:lnTo>
                  <a:lnTo>
                    <a:pt x="1730" y="147"/>
                  </a:lnTo>
                  <a:lnTo>
                    <a:pt x="1718" y="143"/>
                  </a:lnTo>
                  <a:lnTo>
                    <a:pt x="1706" y="138"/>
                  </a:lnTo>
                  <a:lnTo>
                    <a:pt x="1704" y="134"/>
                  </a:lnTo>
                  <a:lnTo>
                    <a:pt x="1704" y="131"/>
                  </a:lnTo>
                  <a:lnTo>
                    <a:pt x="1702" y="127"/>
                  </a:lnTo>
                  <a:lnTo>
                    <a:pt x="1700" y="122"/>
                  </a:lnTo>
                  <a:lnTo>
                    <a:pt x="1695" y="117"/>
                  </a:lnTo>
                  <a:lnTo>
                    <a:pt x="1690" y="112"/>
                  </a:lnTo>
                  <a:lnTo>
                    <a:pt x="1686" y="108"/>
                  </a:lnTo>
                  <a:lnTo>
                    <a:pt x="1683" y="101"/>
                  </a:lnTo>
                  <a:lnTo>
                    <a:pt x="1681" y="89"/>
                  </a:lnTo>
                  <a:lnTo>
                    <a:pt x="1688" y="80"/>
                  </a:lnTo>
                  <a:lnTo>
                    <a:pt x="1693" y="73"/>
                  </a:lnTo>
                  <a:lnTo>
                    <a:pt x="1700" y="73"/>
                  </a:lnTo>
                  <a:lnTo>
                    <a:pt x="1706" y="75"/>
                  </a:lnTo>
                  <a:lnTo>
                    <a:pt x="1713" y="77"/>
                  </a:lnTo>
                  <a:lnTo>
                    <a:pt x="1720" y="77"/>
                  </a:lnTo>
                  <a:lnTo>
                    <a:pt x="1720" y="65"/>
                  </a:lnTo>
                  <a:lnTo>
                    <a:pt x="1723" y="63"/>
                  </a:lnTo>
                  <a:lnTo>
                    <a:pt x="1727" y="61"/>
                  </a:lnTo>
                  <a:lnTo>
                    <a:pt x="1728" y="61"/>
                  </a:lnTo>
                  <a:lnTo>
                    <a:pt x="1732" y="59"/>
                  </a:lnTo>
                  <a:lnTo>
                    <a:pt x="1735" y="58"/>
                  </a:lnTo>
                  <a:close/>
                  <a:moveTo>
                    <a:pt x="2186" y="45"/>
                  </a:moveTo>
                  <a:lnTo>
                    <a:pt x="2200" y="45"/>
                  </a:lnTo>
                  <a:lnTo>
                    <a:pt x="2208" y="54"/>
                  </a:lnTo>
                  <a:lnTo>
                    <a:pt x="2217" y="59"/>
                  </a:lnTo>
                  <a:lnTo>
                    <a:pt x="2224" y="66"/>
                  </a:lnTo>
                  <a:lnTo>
                    <a:pt x="2231" y="77"/>
                  </a:lnTo>
                  <a:lnTo>
                    <a:pt x="2215" y="77"/>
                  </a:lnTo>
                  <a:lnTo>
                    <a:pt x="2205" y="66"/>
                  </a:lnTo>
                  <a:lnTo>
                    <a:pt x="2194" y="58"/>
                  </a:lnTo>
                  <a:lnTo>
                    <a:pt x="2186" y="45"/>
                  </a:lnTo>
                  <a:close/>
                  <a:moveTo>
                    <a:pt x="421" y="45"/>
                  </a:moveTo>
                  <a:lnTo>
                    <a:pt x="433" y="45"/>
                  </a:lnTo>
                  <a:lnTo>
                    <a:pt x="438" y="49"/>
                  </a:lnTo>
                  <a:lnTo>
                    <a:pt x="442" y="52"/>
                  </a:lnTo>
                  <a:lnTo>
                    <a:pt x="444" y="56"/>
                  </a:lnTo>
                  <a:lnTo>
                    <a:pt x="447" y="61"/>
                  </a:lnTo>
                  <a:lnTo>
                    <a:pt x="449" y="65"/>
                  </a:lnTo>
                  <a:lnTo>
                    <a:pt x="458" y="56"/>
                  </a:lnTo>
                  <a:lnTo>
                    <a:pt x="468" y="52"/>
                  </a:lnTo>
                  <a:lnTo>
                    <a:pt x="484" y="54"/>
                  </a:lnTo>
                  <a:lnTo>
                    <a:pt x="484" y="68"/>
                  </a:lnTo>
                  <a:lnTo>
                    <a:pt x="506" y="70"/>
                  </a:lnTo>
                  <a:lnTo>
                    <a:pt x="526" y="73"/>
                  </a:lnTo>
                  <a:lnTo>
                    <a:pt x="543" y="77"/>
                  </a:lnTo>
                  <a:lnTo>
                    <a:pt x="562" y="79"/>
                  </a:lnTo>
                  <a:lnTo>
                    <a:pt x="583" y="77"/>
                  </a:lnTo>
                  <a:lnTo>
                    <a:pt x="583" y="89"/>
                  </a:lnTo>
                  <a:lnTo>
                    <a:pt x="587" y="89"/>
                  </a:lnTo>
                  <a:lnTo>
                    <a:pt x="590" y="89"/>
                  </a:lnTo>
                  <a:lnTo>
                    <a:pt x="592" y="89"/>
                  </a:lnTo>
                  <a:lnTo>
                    <a:pt x="594" y="91"/>
                  </a:lnTo>
                  <a:lnTo>
                    <a:pt x="596" y="92"/>
                  </a:lnTo>
                  <a:lnTo>
                    <a:pt x="592" y="92"/>
                  </a:lnTo>
                  <a:lnTo>
                    <a:pt x="576" y="103"/>
                  </a:lnTo>
                  <a:lnTo>
                    <a:pt x="557" y="115"/>
                  </a:lnTo>
                  <a:lnTo>
                    <a:pt x="534" y="126"/>
                  </a:lnTo>
                  <a:lnTo>
                    <a:pt x="513" y="138"/>
                  </a:lnTo>
                  <a:lnTo>
                    <a:pt x="498" y="148"/>
                  </a:lnTo>
                  <a:lnTo>
                    <a:pt x="487" y="157"/>
                  </a:lnTo>
                  <a:lnTo>
                    <a:pt x="503" y="157"/>
                  </a:lnTo>
                  <a:lnTo>
                    <a:pt x="508" y="154"/>
                  </a:lnTo>
                  <a:lnTo>
                    <a:pt x="513" y="152"/>
                  </a:lnTo>
                  <a:lnTo>
                    <a:pt x="519" y="150"/>
                  </a:lnTo>
                  <a:lnTo>
                    <a:pt x="526" y="150"/>
                  </a:lnTo>
                  <a:lnTo>
                    <a:pt x="526" y="154"/>
                  </a:lnTo>
                  <a:lnTo>
                    <a:pt x="505" y="169"/>
                  </a:lnTo>
                  <a:lnTo>
                    <a:pt x="487" y="185"/>
                  </a:lnTo>
                  <a:lnTo>
                    <a:pt x="472" y="201"/>
                  </a:lnTo>
                  <a:lnTo>
                    <a:pt x="454" y="215"/>
                  </a:lnTo>
                  <a:lnTo>
                    <a:pt x="435" y="227"/>
                  </a:lnTo>
                  <a:lnTo>
                    <a:pt x="410" y="234"/>
                  </a:lnTo>
                  <a:lnTo>
                    <a:pt x="410" y="246"/>
                  </a:lnTo>
                  <a:lnTo>
                    <a:pt x="398" y="248"/>
                  </a:lnTo>
                  <a:lnTo>
                    <a:pt x="384" y="253"/>
                  </a:lnTo>
                  <a:lnTo>
                    <a:pt x="376" y="260"/>
                  </a:lnTo>
                  <a:lnTo>
                    <a:pt x="381" y="264"/>
                  </a:lnTo>
                  <a:lnTo>
                    <a:pt x="384" y="267"/>
                  </a:lnTo>
                  <a:lnTo>
                    <a:pt x="386" y="269"/>
                  </a:lnTo>
                  <a:lnTo>
                    <a:pt x="386" y="272"/>
                  </a:lnTo>
                  <a:lnTo>
                    <a:pt x="386" y="276"/>
                  </a:lnTo>
                  <a:lnTo>
                    <a:pt x="384" y="281"/>
                  </a:lnTo>
                  <a:lnTo>
                    <a:pt x="384" y="288"/>
                  </a:lnTo>
                  <a:lnTo>
                    <a:pt x="346" y="291"/>
                  </a:lnTo>
                  <a:lnTo>
                    <a:pt x="346" y="295"/>
                  </a:lnTo>
                  <a:lnTo>
                    <a:pt x="351" y="297"/>
                  </a:lnTo>
                  <a:lnTo>
                    <a:pt x="353" y="297"/>
                  </a:lnTo>
                  <a:lnTo>
                    <a:pt x="356" y="297"/>
                  </a:lnTo>
                  <a:lnTo>
                    <a:pt x="356" y="297"/>
                  </a:lnTo>
                  <a:lnTo>
                    <a:pt x="358" y="298"/>
                  </a:lnTo>
                  <a:lnTo>
                    <a:pt x="358" y="300"/>
                  </a:lnTo>
                  <a:lnTo>
                    <a:pt x="362" y="304"/>
                  </a:lnTo>
                  <a:lnTo>
                    <a:pt x="356" y="304"/>
                  </a:lnTo>
                  <a:lnTo>
                    <a:pt x="348" y="307"/>
                  </a:lnTo>
                  <a:lnTo>
                    <a:pt x="337" y="311"/>
                  </a:lnTo>
                  <a:lnTo>
                    <a:pt x="327" y="314"/>
                  </a:lnTo>
                  <a:lnTo>
                    <a:pt x="330" y="316"/>
                  </a:lnTo>
                  <a:lnTo>
                    <a:pt x="332" y="316"/>
                  </a:lnTo>
                  <a:lnTo>
                    <a:pt x="334" y="316"/>
                  </a:lnTo>
                  <a:lnTo>
                    <a:pt x="335" y="318"/>
                  </a:lnTo>
                  <a:lnTo>
                    <a:pt x="337" y="318"/>
                  </a:lnTo>
                  <a:lnTo>
                    <a:pt x="335" y="321"/>
                  </a:lnTo>
                  <a:lnTo>
                    <a:pt x="334" y="325"/>
                  </a:lnTo>
                  <a:lnTo>
                    <a:pt x="332" y="326"/>
                  </a:lnTo>
                  <a:lnTo>
                    <a:pt x="334" y="328"/>
                  </a:lnTo>
                  <a:lnTo>
                    <a:pt x="334" y="330"/>
                  </a:lnTo>
                  <a:lnTo>
                    <a:pt x="335" y="333"/>
                  </a:lnTo>
                  <a:lnTo>
                    <a:pt x="337" y="337"/>
                  </a:lnTo>
                  <a:lnTo>
                    <a:pt x="330" y="339"/>
                  </a:lnTo>
                  <a:lnTo>
                    <a:pt x="325" y="339"/>
                  </a:lnTo>
                  <a:lnTo>
                    <a:pt x="320" y="339"/>
                  </a:lnTo>
                  <a:lnTo>
                    <a:pt x="314" y="342"/>
                  </a:lnTo>
                  <a:lnTo>
                    <a:pt x="332" y="342"/>
                  </a:lnTo>
                  <a:lnTo>
                    <a:pt x="346" y="346"/>
                  </a:lnTo>
                  <a:lnTo>
                    <a:pt x="346" y="353"/>
                  </a:lnTo>
                  <a:lnTo>
                    <a:pt x="323" y="353"/>
                  </a:lnTo>
                  <a:lnTo>
                    <a:pt x="321" y="358"/>
                  </a:lnTo>
                  <a:lnTo>
                    <a:pt x="321" y="360"/>
                  </a:lnTo>
                  <a:lnTo>
                    <a:pt x="321" y="361"/>
                  </a:lnTo>
                  <a:lnTo>
                    <a:pt x="320" y="363"/>
                  </a:lnTo>
                  <a:lnTo>
                    <a:pt x="318" y="365"/>
                  </a:lnTo>
                  <a:lnTo>
                    <a:pt x="309" y="368"/>
                  </a:lnTo>
                  <a:lnTo>
                    <a:pt x="297" y="368"/>
                  </a:lnTo>
                  <a:lnTo>
                    <a:pt x="285" y="368"/>
                  </a:lnTo>
                  <a:lnTo>
                    <a:pt x="273" y="361"/>
                  </a:lnTo>
                  <a:lnTo>
                    <a:pt x="257" y="361"/>
                  </a:lnTo>
                  <a:lnTo>
                    <a:pt x="241" y="363"/>
                  </a:lnTo>
                  <a:lnTo>
                    <a:pt x="224" y="365"/>
                  </a:lnTo>
                  <a:lnTo>
                    <a:pt x="208" y="363"/>
                  </a:lnTo>
                  <a:lnTo>
                    <a:pt x="192" y="358"/>
                  </a:lnTo>
                  <a:lnTo>
                    <a:pt x="191" y="356"/>
                  </a:lnTo>
                  <a:lnTo>
                    <a:pt x="191" y="354"/>
                  </a:lnTo>
                  <a:lnTo>
                    <a:pt x="189" y="354"/>
                  </a:lnTo>
                  <a:lnTo>
                    <a:pt x="189" y="353"/>
                  </a:lnTo>
                  <a:lnTo>
                    <a:pt x="189" y="349"/>
                  </a:lnTo>
                  <a:lnTo>
                    <a:pt x="192" y="349"/>
                  </a:lnTo>
                  <a:lnTo>
                    <a:pt x="194" y="346"/>
                  </a:lnTo>
                  <a:lnTo>
                    <a:pt x="198" y="342"/>
                  </a:lnTo>
                  <a:lnTo>
                    <a:pt x="199" y="340"/>
                  </a:lnTo>
                  <a:lnTo>
                    <a:pt x="203" y="339"/>
                  </a:lnTo>
                  <a:lnTo>
                    <a:pt x="205" y="335"/>
                  </a:lnTo>
                  <a:lnTo>
                    <a:pt x="208" y="330"/>
                  </a:lnTo>
                  <a:lnTo>
                    <a:pt x="201" y="328"/>
                  </a:lnTo>
                  <a:lnTo>
                    <a:pt x="196" y="325"/>
                  </a:lnTo>
                  <a:lnTo>
                    <a:pt x="192" y="319"/>
                  </a:lnTo>
                  <a:lnTo>
                    <a:pt x="191" y="314"/>
                  </a:lnTo>
                  <a:lnTo>
                    <a:pt x="189" y="307"/>
                  </a:lnTo>
                  <a:lnTo>
                    <a:pt x="196" y="307"/>
                  </a:lnTo>
                  <a:lnTo>
                    <a:pt x="208" y="304"/>
                  </a:lnTo>
                  <a:lnTo>
                    <a:pt x="222" y="307"/>
                  </a:lnTo>
                  <a:lnTo>
                    <a:pt x="234" y="312"/>
                  </a:lnTo>
                  <a:lnTo>
                    <a:pt x="246" y="318"/>
                  </a:lnTo>
                  <a:lnTo>
                    <a:pt x="246" y="311"/>
                  </a:lnTo>
                  <a:lnTo>
                    <a:pt x="234" y="305"/>
                  </a:lnTo>
                  <a:lnTo>
                    <a:pt x="224" y="300"/>
                  </a:lnTo>
                  <a:lnTo>
                    <a:pt x="215" y="291"/>
                  </a:lnTo>
                  <a:lnTo>
                    <a:pt x="218" y="291"/>
                  </a:lnTo>
                  <a:lnTo>
                    <a:pt x="227" y="278"/>
                  </a:lnTo>
                  <a:lnTo>
                    <a:pt x="238" y="269"/>
                  </a:lnTo>
                  <a:lnTo>
                    <a:pt x="252" y="262"/>
                  </a:lnTo>
                  <a:lnTo>
                    <a:pt x="269" y="257"/>
                  </a:lnTo>
                  <a:lnTo>
                    <a:pt x="269" y="253"/>
                  </a:lnTo>
                  <a:lnTo>
                    <a:pt x="253" y="248"/>
                  </a:lnTo>
                  <a:lnTo>
                    <a:pt x="241" y="239"/>
                  </a:lnTo>
                  <a:lnTo>
                    <a:pt x="231" y="227"/>
                  </a:lnTo>
                  <a:lnTo>
                    <a:pt x="222" y="215"/>
                  </a:lnTo>
                  <a:lnTo>
                    <a:pt x="227" y="213"/>
                  </a:lnTo>
                  <a:lnTo>
                    <a:pt x="231" y="213"/>
                  </a:lnTo>
                  <a:lnTo>
                    <a:pt x="236" y="211"/>
                  </a:lnTo>
                  <a:lnTo>
                    <a:pt x="241" y="211"/>
                  </a:lnTo>
                  <a:lnTo>
                    <a:pt x="248" y="216"/>
                  </a:lnTo>
                  <a:lnTo>
                    <a:pt x="253" y="222"/>
                  </a:lnTo>
                  <a:lnTo>
                    <a:pt x="260" y="227"/>
                  </a:lnTo>
                  <a:lnTo>
                    <a:pt x="260" y="223"/>
                  </a:lnTo>
                  <a:lnTo>
                    <a:pt x="259" y="220"/>
                  </a:lnTo>
                  <a:lnTo>
                    <a:pt x="257" y="220"/>
                  </a:lnTo>
                  <a:lnTo>
                    <a:pt x="257" y="218"/>
                  </a:lnTo>
                  <a:lnTo>
                    <a:pt x="255" y="216"/>
                  </a:lnTo>
                  <a:lnTo>
                    <a:pt x="255" y="215"/>
                  </a:lnTo>
                  <a:lnTo>
                    <a:pt x="253" y="211"/>
                  </a:lnTo>
                  <a:lnTo>
                    <a:pt x="257" y="211"/>
                  </a:lnTo>
                  <a:lnTo>
                    <a:pt x="257" y="208"/>
                  </a:lnTo>
                  <a:lnTo>
                    <a:pt x="273" y="202"/>
                  </a:lnTo>
                  <a:lnTo>
                    <a:pt x="288" y="199"/>
                  </a:lnTo>
                  <a:lnTo>
                    <a:pt x="304" y="197"/>
                  </a:lnTo>
                  <a:lnTo>
                    <a:pt x="323" y="199"/>
                  </a:lnTo>
                  <a:lnTo>
                    <a:pt x="314" y="188"/>
                  </a:lnTo>
                  <a:lnTo>
                    <a:pt x="325" y="185"/>
                  </a:lnTo>
                  <a:lnTo>
                    <a:pt x="337" y="180"/>
                  </a:lnTo>
                  <a:lnTo>
                    <a:pt x="349" y="175"/>
                  </a:lnTo>
                  <a:lnTo>
                    <a:pt x="356" y="169"/>
                  </a:lnTo>
                  <a:lnTo>
                    <a:pt x="362" y="169"/>
                  </a:lnTo>
                  <a:lnTo>
                    <a:pt x="362" y="166"/>
                  </a:lnTo>
                  <a:lnTo>
                    <a:pt x="353" y="166"/>
                  </a:lnTo>
                  <a:lnTo>
                    <a:pt x="349" y="168"/>
                  </a:lnTo>
                  <a:lnTo>
                    <a:pt x="346" y="169"/>
                  </a:lnTo>
                  <a:lnTo>
                    <a:pt x="344" y="169"/>
                  </a:lnTo>
                  <a:lnTo>
                    <a:pt x="342" y="169"/>
                  </a:lnTo>
                  <a:lnTo>
                    <a:pt x="341" y="169"/>
                  </a:lnTo>
                  <a:lnTo>
                    <a:pt x="339" y="168"/>
                  </a:lnTo>
                  <a:lnTo>
                    <a:pt x="337" y="166"/>
                  </a:lnTo>
                  <a:lnTo>
                    <a:pt x="334" y="166"/>
                  </a:lnTo>
                  <a:lnTo>
                    <a:pt x="330" y="169"/>
                  </a:lnTo>
                  <a:lnTo>
                    <a:pt x="325" y="175"/>
                  </a:lnTo>
                  <a:lnTo>
                    <a:pt x="320" y="180"/>
                  </a:lnTo>
                  <a:lnTo>
                    <a:pt x="316" y="185"/>
                  </a:lnTo>
                  <a:lnTo>
                    <a:pt x="311" y="188"/>
                  </a:lnTo>
                  <a:lnTo>
                    <a:pt x="292" y="194"/>
                  </a:lnTo>
                  <a:lnTo>
                    <a:pt x="274" y="194"/>
                  </a:lnTo>
                  <a:lnTo>
                    <a:pt x="257" y="190"/>
                  </a:lnTo>
                  <a:lnTo>
                    <a:pt x="241" y="183"/>
                  </a:lnTo>
                  <a:lnTo>
                    <a:pt x="239" y="183"/>
                  </a:lnTo>
                  <a:lnTo>
                    <a:pt x="236" y="185"/>
                  </a:lnTo>
                  <a:lnTo>
                    <a:pt x="231" y="187"/>
                  </a:lnTo>
                  <a:lnTo>
                    <a:pt x="227" y="188"/>
                  </a:lnTo>
                  <a:lnTo>
                    <a:pt x="224" y="190"/>
                  </a:lnTo>
                  <a:lnTo>
                    <a:pt x="218" y="192"/>
                  </a:lnTo>
                  <a:lnTo>
                    <a:pt x="215" y="183"/>
                  </a:lnTo>
                  <a:lnTo>
                    <a:pt x="218" y="182"/>
                  </a:lnTo>
                  <a:lnTo>
                    <a:pt x="218" y="182"/>
                  </a:lnTo>
                  <a:lnTo>
                    <a:pt x="220" y="180"/>
                  </a:lnTo>
                  <a:lnTo>
                    <a:pt x="222" y="176"/>
                  </a:lnTo>
                  <a:lnTo>
                    <a:pt x="212" y="176"/>
                  </a:lnTo>
                  <a:lnTo>
                    <a:pt x="208" y="178"/>
                  </a:lnTo>
                  <a:lnTo>
                    <a:pt x="203" y="180"/>
                  </a:lnTo>
                  <a:lnTo>
                    <a:pt x="198" y="180"/>
                  </a:lnTo>
                  <a:lnTo>
                    <a:pt x="192" y="180"/>
                  </a:lnTo>
                  <a:lnTo>
                    <a:pt x="189" y="169"/>
                  </a:lnTo>
                  <a:lnTo>
                    <a:pt x="192" y="168"/>
                  </a:lnTo>
                  <a:lnTo>
                    <a:pt x="194" y="168"/>
                  </a:lnTo>
                  <a:lnTo>
                    <a:pt x="196" y="168"/>
                  </a:lnTo>
                  <a:lnTo>
                    <a:pt x="198" y="166"/>
                  </a:lnTo>
                  <a:lnTo>
                    <a:pt x="199" y="166"/>
                  </a:lnTo>
                  <a:lnTo>
                    <a:pt x="177" y="169"/>
                  </a:lnTo>
                  <a:lnTo>
                    <a:pt x="175" y="164"/>
                  </a:lnTo>
                  <a:lnTo>
                    <a:pt x="171" y="161"/>
                  </a:lnTo>
                  <a:lnTo>
                    <a:pt x="170" y="159"/>
                  </a:lnTo>
                  <a:lnTo>
                    <a:pt x="168" y="155"/>
                  </a:lnTo>
                  <a:lnTo>
                    <a:pt x="164" y="150"/>
                  </a:lnTo>
                  <a:lnTo>
                    <a:pt x="170" y="148"/>
                  </a:lnTo>
                  <a:lnTo>
                    <a:pt x="173" y="148"/>
                  </a:lnTo>
                  <a:lnTo>
                    <a:pt x="175" y="148"/>
                  </a:lnTo>
                  <a:lnTo>
                    <a:pt x="177" y="148"/>
                  </a:lnTo>
                  <a:lnTo>
                    <a:pt x="177" y="147"/>
                  </a:lnTo>
                  <a:lnTo>
                    <a:pt x="178" y="145"/>
                  </a:lnTo>
                  <a:lnTo>
                    <a:pt x="180" y="141"/>
                  </a:lnTo>
                  <a:lnTo>
                    <a:pt x="173" y="140"/>
                  </a:lnTo>
                  <a:lnTo>
                    <a:pt x="166" y="138"/>
                  </a:lnTo>
                  <a:lnTo>
                    <a:pt x="163" y="134"/>
                  </a:lnTo>
                  <a:lnTo>
                    <a:pt x="157" y="131"/>
                  </a:lnTo>
                  <a:lnTo>
                    <a:pt x="161" y="131"/>
                  </a:lnTo>
                  <a:lnTo>
                    <a:pt x="161" y="126"/>
                  </a:lnTo>
                  <a:lnTo>
                    <a:pt x="178" y="129"/>
                  </a:lnTo>
                  <a:lnTo>
                    <a:pt x="187" y="127"/>
                  </a:lnTo>
                  <a:lnTo>
                    <a:pt x="194" y="124"/>
                  </a:lnTo>
                  <a:lnTo>
                    <a:pt x="198" y="119"/>
                  </a:lnTo>
                  <a:lnTo>
                    <a:pt x="203" y="112"/>
                  </a:lnTo>
                  <a:lnTo>
                    <a:pt x="212" y="108"/>
                  </a:lnTo>
                  <a:lnTo>
                    <a:pt x="222" y="105"/>
                  </a:lnTo>
                  <a:lnTo>
                    <a:pt x="229" y="108"/>
                  </a:lnTo>
                  <a:lnTo>
                    <a:pt x="238" y="112"/>
                  </a:lnTo>
                  <a:lnTo>
                    <a:pt x="245" y="113"/>
                  </a:lnTo>
                  <a:lnTo>
                    <a:pt x="253" y="112"/>
                  </a:lnTo>
                  <a:lnTo>
                    <a:pt x="250" y="110"/>
                  </a:lnTo>
                  <a:lnTo>
                    <a:pt x="246" y="108"/>
                  </a:lnTo>
                  <a:lnTo>
                    <a:pt x="245" y="108"/>
                  </a:lnTo>
                  <a:lnTo>
                    <a:pt x="245" y="106"/>
                  </a:lnTo>
                  <a:lnTo>
                    <a:pt x="243" y="105"/>
                  </a:lnTo>
                  <a:lnTo>
                    <a:pt x="243" y="101"/>
                  </a:lnTo>
                  <a:lnTo>
                    <a:pt x="241" y="96"/>
                  </a:lnTo>
                  <a:lnTo>
                    <a:pt x="246" y="94"/>
                  </a:lnTo>
                  <a:lnTo>
                    <a:pt x="250" y="92"/>
                  </a:lnTo>
                  <a:lnTo>
                    <a:pt x="253" y="92"/>
                  </a:lnTo>
                  <a:lnTo>
                    <a:pt x="255" y="91"/>
                  </a:lnTo>
                  <a:lnTo>
                    <a:pt x="259" y="89"/>
                  </a:lnTo>
                  <a:lnTo>
                    <a:pt x="266" y="89"/>
                  </a:lnTo>
                  <a:lnTo>
                    <a:pt x="269" y="91"/>
                  </a:lnTo>
                  <a:lnTo>
                    <a:pt x="273" y="94"/>
                  </a:lnTo>
                  <a:lnTo>
                    <a:pt x="276" y="96"/>
                  </a:lnTo>
                  <a:lnTo>
                    <a:pt x="276" y="92"/>
                  </a:lnTo>
                  <a:lnTo>
                    <a:pt x="274" y="91"/>
                  </a:lnTo>
                  <a:lnTo>
                    <a:pt x="274" y="89"/>
                  </a:lnTo>
                  <a:lnTo>
                    <a:pt x="274" y="89"/>
                  </a:lnTo>
                  <a:lnTo>
                    <a:pt x="274" y="87"/>
                  </a:lnTo>
                  <a:lnTo>
                    <a:pt x="273" y="84"/>
                  </a:lnTo>
                  <a:lnTo>
                    <a:pt x="278" y="82"/>
                  </a:lnTo>
                  <a:lnTo>
                    <a:pt x="281" y="80"/>
                  </a:lnTo>
                  <a:lnTo>
                    <a:pt x="287" y="77"/>
                  </a:lnTo>
                  <a:lnTo>
                    <a:pt x="290" y="73"/>
                  </a:lnTo>
                  <a:lnTo>
                    <a:pt x="292" y="73"/>
                  </a:lnTo>
                  <a:lnTo>
                    <a:pt x="299" y="73"/>
                  </a:lnTo>
                  <a:lnTo>
                    <a:pt x="304" y="75"/>
                  </a:lnTo>
                  <a:lnTo>
                    <a:pt x="308" y="79"/>
                  </a:lnTo>
                  <a:lnTo>
                    <a:pt x="314" y="79"/>
                  </a:lnTo>
                  <a:lnTo>
                    <a:pt x="323" y="77"/>
                  </a:lnTo>
                  <a:lnTo>
                    <a:pt x="327" y="65"/>
                  </a:lnTo>
                  <a:lnTo>
                    <a:pt x="332" y="63"/>
                  </a:lnTo>
                  <a:lnTo>
                    <a:pt x="337" y="63"/>
                  </a:lnTo>
                  <a:lnTo>
                    <a:pt x="342" y="63"/>
                  </a:lnTo>
                  <a:lnTo>
                    <a:pt x="346" y="65"/>
                  </a:lnTo>
                  <a:lnTo>
                    <a:pt x="349" y="65"/>
                  </a:lnTo>
                  <a:lnTo>
                    <a:pt x="356" y="54"/>
                  </a:lnTo>
                  <a:lnTo>
                    <a:pt x="367" y="52"/>
                  </a:lnTo>
                  <a:lnTo>
                    <a:pt x="374" y="56"/>
                  </a:lnTo>
                  <a:lnTo>
                    <a:pt x="381" y="59"/>
                  </a:lnTo>
                  <a:lnTo>
                    <a:pt x="388" y="61"/>
                  </a:lnTo>
                  <a:lnTo>
                    <a:pt x="397" y="58"/>
                  </a:lnTo>
                  <a:lnTo>
                    <a:pt x="409" y="51"/>
                  </a:lnTo>
                  <a:lnTo>
                    <a:pt x="421" y="45"/>
                  </a:lnTo>
                  <a:close/>
                  <a:moveTo>
                    <a:pt x="2104" y="42"/>
                  </a:moveTo>
                  <a:lnTo>
                    <a:pt x="2111" y="44"/>
                  </a:lnTo>
                  <a:lnTo>
                    <a:pt x="2118" y="47"/>
                  </a:lnTo>
                  <a:lnTo>
                    <a:pt x="2121" y="51"/>
                  </a:lnTo>
                  <a:lnTo>
                    <a:pt x="2126" y="54"/>
                  </a:lnTo>
                  <a:lnTo>
                    <a:pt x="2132" y="58"/>
                  </a:lnTo>
                  <a:lnTo>
                    <a:pt x="2128" y="68"/>
                  </a:lnTo>
                  <a:lnTo>
                    <a:pt x="2107" y="80"/>
                  </a:lnTo>
                  <a:lnTo>
                    <a:pt x="2091" y="94"/>
                  </a:lnTo>
                  <a:lnTo>
                    <a:pt x="2077" y="112"/>
                  </a:lnTo>
                  <a:lnTo>
                    <a:pt x="2074" y="112"/>
                  </a:lnTo>
                  <a:lnTo>
                    <a:pt x="2074" y="108"/>
                  </a:lnTo>
                  <a:lnTo>
                    <a:pt x="2069" y="105"/>
                  </a:lnTo>
                  <a:lnTo>
                    <a:pt x="2065" y="101"/>
                  </a:lnTo>
                  <a:lnTo>
                    <a:pt x="2063" y="98"/>
                  </a:lnTo>
                  <a:lnTo>
                    <a:pt x="2060" y="94"/>
                  </a:lnTo>
                  <a:lnTo>
                    <a:pt x="2058" y="89"/>
                  </a:lnTo>
                  <a:lnTo>
                    <a:pt x="2062" y="82"/>
                  </a:lnTo>
                  <a:lnTo>
                    <a:pt x="2063" y="77"/>
                  </a:lnTo>
                  <a:lnTo>
                    <a:pt x="2065" y="68"/>
                  </a:lnTo>
                  <a:lnTo>
                    <a:pt x="2039" y="68"/>
                  </a:lnTo>
                  <a:lnTo>
                    <a:pt x="2039" y="61"/>
                  </a:lnTo>
                  <a:lnTo>
                    <a:pt x="2053" y="56"/>
                  </a:lnTo>
                  <a:lnTo>
                    <a:pt x="2067" y="52"/>
                  </a:lnTo>
                  <a:lnTo>
                    <a:pt x="2084" y="49"/>
                  </a:lnTo>
                  <a:lnTo>
                    <a:pt x="2086" y="54"/>
                  </a:lnTo>
                  <a:lnTo>
                    <a:pt x="2088" y="56"/>
                  </a:lnTo>
                  <a:lnTo>
                    <a:pt x="2088" y="58"/>
                  </a:lnTo>
                  <a:lnTo>
                    <a:pt x="2090" y="58"/>
                  </a:lnTo>
                  <a:lnTo>
                    <a:pt x="2090" y="59"/>
                  </a:lnTo>
                  <a:lnTo>
                    <a:pt x="2093" y="61"/>
                  </a:lnTo>
                  <a:lnTo>
                    <a:pt x="2095" y="56"/>
                  </a:lnTo>
                  <a:lnTo>
                    <a:pt x="2097" y="52"/>
                  </a:lnTo>
                  <a:lnTo>
                    <a:pt x="2098" y="49"/>
                  </a:lnTo>
                  <a:lnTo>
                    <a:pt x="2102" y="45"/>
                  </a:lnTo>
                  <a:lnTo>
                    <a:pt x="2104" y="42"/>
                  </a:lnTo>
                  <a:close/>
                  <a:moveTo>
                    <a:pt x="2147" y="23"/>
                  </a:moveTo>
                  <a:lnTo>
                    <a:pt x="2151" y="24"/>
                  </a:lnTo>
                  <a:lnTo>
                    <a:pt x="2152" y="24"/>
                  </a:lnTo>
                  <a:lnTo>
                    <a:pt x="2154" y="26"/>
                  </a:lnTo>
                  <a:lnTo>
                    <a:pt x="2154" y="26"/>
                  </a:lnTo>
                  <a:lnTo>
                    <a:pt x="2156" y="28"/>
                  </a:lnTo>
                  <a:lnTo>
                    <a:pt x="2158" y="31"/>
                  </a:lnTo>
                  <a:lnTo>
                    <a:pt x="2161" y="37"/>
                  </a:lnTo>
                  <a:lnTo>
                    <a:pt x="2165" y="42"/>
                  </a:lnTo>
                  <a:lnTo>
                    <a:pt x="2166" y="49"/>
                  </a:lnTo>
                  <a:lnTo>
                    <a:pt x="2158" y="49"/>
                  </a:lnTo>
                  <a:lnTo>
                    <a:pt x="2158" y="45"/>
                  </a:lnTo>
                  <a:lnTo>
                    <a:pt x="2154" y="42"/>
                  </a:lnTo>
                  <a:lnTo>
                    <a:pt x="2151" y="38"/>
                  </a:lnTo>
                  <a:lnTo>
                    <a:pt x="2149" y="35"/>
                  </a:lnTo>
                  <a:lnTo>
                    <a:pt x="2147" y="30"/>
                  </a:lnTo>
                  <a:lnTo>
                    <a:pt x="2147" y="23"/>
                  </a:lnTo>
                  <a:close/>
                  <a:moveTo>
                    <a:pt x="943" y="19"/>
                  </a:moveTo>
                  <a:lnTo>
                    <a:pt x="967" y="19"/>
                  </a:lnTo>
                  <a:lnTo>
                    <a:pt x="992" y="23"/>
                  </a:lnTo>
                  <a:lnTo>
                    <a:pt x="1014" y="26"/>
                  </a:lnTo>
                  <a:lnTo>
                    <a:pt x="1034" y="31"/>
                  </a:lnTo>
                  <a:lnTo>
                    <a:pt x="1063" y="26"/>
                  </a:lnTo>
                  <a:lnTo>
                    <a:pt x="1067" y="30"/>
                  </a:lnTo>
                  <a:lnTo>
                    <a:pt x="1070" y="31"/>
                  </a:lnTo>
                  <a:lnTo>
                    <a:pt x="1074" y="37"/>
                  </a:lnTo>
                  <a:lnTo>
                    <a:pt x="1076" y="40"/>
                  </a:lnTo>
                  <a:lnTo>
                    <a:pt x="1079" y="42"/>
                  </a:lnTo>
                  <a:lnTo>
                    <a:pt x="1096" y="49"/>
                  </a:lnTo>
                  <a:lnTo>
                    <a:pt x="1116" y="54"/>
                  </a:lnTo>
                  <a:lnTo>
                    <a:pt x="1133" y="58"/>
                  </a:lnTo>
                  <a:lnTo>
                    <a:pt x="1133" y="65"/>
                  </a:lnTo>
                  <a:lnTo>
                    <a:pt x="1105" y="65"/>
                  </a:lnTo>
                  <a:lnTo>
                    <a:pt x="1093" y="59"/>
                  </a:lnTo>
                  <a:lnTo>
                    <a:pt x="1079" y="59"/>
                  </a:lnTo>
                  <a:lnTo>
                    <a:pt x="1063" y="61"/>
                  </a:lnTo>
                  <a:lnTo>
                    <a:pt x="1048" y="65"/>
                  </a:lnTo>
                  <a:lnTo>
                    <a:pt x="1048" y="73"/>
                  </a:lnTo>
                  <a:lnTo>
                    <a:pt x="1067" y="73"/>
                  </a:lnTo>
                  <a:lnTo>
                    <a:pt x="1081" y="70"/>
                  </a:lnTo>
                  <a:lnTo>
                    <a:pt x="1098" y="68"/>
                  </a:lnTo>
                  <a:lnTo>
                    <a:pt x="1119" y="68"/>
                  </a:lnTo>
                  <a:lnTo>
                    <a:pt x="1140" y="68"/>
                  </a:lnTo>
                  <a:lnTo>
                    <a:pt x="1156" y="68"/>
                  </a:lnTo>
                  <a:lnTo>
                    <a:pt x="1170" y="82"/>
                  </a:lnTo>
                  <a:lnTo>
                    <a:pt x="1187" y="92"/>
                  </a:lnTo>
                  <a:lnTo>
                    <a:pt x="1182" y="103"/>
                  </a:lnTo>
                  <a:lnTo>
                    <a:pt x="1172" y="110"/>
                  </a:lnTo>
                  <a:lnTo>
                    <a:pt x="1163" y="115"/>
                  </a:lnTo>
                  <a:lnTo>
                    <a:pt x="1151" y="119"/>
                  </a:lnTo>
                  <a:lnTo>
                    <a:pt x="1133" y="119"/>
                  </a:lnTo>
                  <a:lnTo>
                    <a:pt x="1117" y="124"/>
                  </a:lnTo>
                  <a:lnTo>
                    <a:pt x="1100" y="124"/>
                  </a:lnTo>
                  <a:lnTo>
                    <a:pt x="1081" y="122"/>
                  </a:lnTo>
                  <a:lnTo>
                    <a:pt x="1063" y="120"/>
                  </a:lnTo>
                  <a:lnTo>
                    <a:pt x="1046" y="120"/>
                  </a:lnTo>
                  <a:lnTo>
                    <a:pt x="1032" y="124"/>
                  </a:lnTo>
                  <a:lnTo>
                    <a:pt x="1021" y="134"/>
                  </a:lnTo>
                  <a:lnTo>
                    <a:pt x="1063" y="134"/>
                  </a:lnTo>
                  <a:lnTo>
                    <a:pt x="1076" y="131"/>
                  </a:lnTo>
                  <a:lnTo>
                    <a:pt x="1091" y="129"/>
                  </a:lnTo>
                  <a:lnTo>
                    <a:pt x="1109" y="131"/>
                  </a:lnTo>
                  <a:lnTo>
                    <a:pt x="1121" y="134"/>
                  </a:lnTo>
                  <a:lnTo>
                    <a:pt x="1124" y="147"/>
                  </a:lnTo>
                  <a:lnTo>
                    <a:pt x="1130" y="145"/>
                  </a:lnTo>
                  <a:lnTo>
                    <a:pt x="1138" y="140"/>
                  </a:lnTo>
                  <a:lnTo>
                    <a:pt x="1149" y="136"/>
                  </a:lnTo>
                  <a:lnTo>
                    <a:pt x="1159" y="134"/>
                  </a:lnTo>
                  <a:lnTo>
                    <a:pt x="1161" y="140"/>
                  </a:lnTo>
                  <a:lnTo>
                    <a:pt x="1163" y="143"/>
                  </a:lnTo>
                  <a:lnTo>
                    <a:pt x="1165" y="145"/>
                  </a:lnTo>
                  <a:lnTo>
                    <a:pt x="1168" y="147"/>
                  </a:lnTo>
                  <a:lnTo>
                    <a:pt x="1172" y="150"/>
                  </a:lnTo>
                  <a:lnTo>
                    <a:pt x="1156" y="180"/>
                  </a:lnTo>
                  <a:lnTo>
                    <a:pt x="1163" y="180"/>
                  </a:lnTo>
                  <a:lnTo>
                    <a:pt x="1175" y="173"/>
                  </a:lnTo>
                  <a:lnTo>
                    <a:pt x="1191" y="164"/>
                  </a:lnTo>
                  <a:lnTo>
                    <a:pt x="1210" y="157"/>
                  </a:lnTo>
                  <a:lnTo>
                    <a:pt x="1231" y="150"/>
                  </a:lnTo>
                  <a:lnTo>
                    <a:pt x="1254" y="145"/>
                  </a:lnTo>
                  <a:lnTo>
                    <a:pt x="1274" y="145"/>
                  </a:lnTo>
                  <a:lnTo>
                    <a:pt x="1294" y="147"/>
                  </a:lnTo>
                  <a:lnTo>
                    <a:pt x="1308" y="155"/>
                  </a:lnTo>
                  <a:lnTo>
                    <a:pt x="1316" y="169"/>
                  </a:lnTo>
                  <a:lnTo>
                    <a:pt x="1322" y="169"/>
                  </a:lnTo>
                  <a:lnTo>
                    <a:pt x="1322" y="171"/>
                  </a:lnTo>
                  <a:lnTo>
                    <a:pt x="1322" y="171"/>
                  </a:lnTo>
                  <a:lnTo>
                    <a:pt x="1320" y="173"/>
                  </a:lnTo>
                  <a:lnTo>
                    <a:pt x="1318" y="173"/>
                  </a:lnTo>
                  <a:lnTo>
                    <a:pt x="1318" y="173"/>
                  </a:lnTo>
                  <a:lnTo>
                    <a:pt x="1316" y="173"/>
                  </a:lnTo>
                  <a:lnTo>
                    <a:pt x="1313" y="176"/>
                  </a:lnTo>
                  <a:lnTo>
                    <a:pt x="1308" y="178"/>
                  </a:lnTo>
                  <a:lnTo>
                    <a:pt x="1302" y="180"/>
                  </a:lnTo>
                  <a:lnTo>
                    <a:pt x="1295" y="182"/>
                  </a:lnTo>
                  <a:lnTo>
                    <a:pt x="1290" y="183"/>
                  </a:lnTo>
                  <a:lnTo>
                    <a:pt x="1278" y="202"/>
                  </a:lnTo>
                  <a:lnTo>
                    <a:pt x="1255" y="216"/>
                  </a:lnTo>
                  <a:lnTo>
                    <a:pt x="1229" y="225"/>
                  </a:lnTo>
                  <a:lnTo>
                    <a:pt x="1198" y="230"/>
                  </a:lnTo>
                  <a:lnTo>
                    <a:pt x="1198" y="236"/>
                  </a:lnTo>
                  <a:lnTo>
                    <a:pt x="1198" y="239"/>
                  </a:lnTo>
                  <a:lnTo>
                    <a:pt x="1198" y="241"/>
                  </a:lnTo>
                  <a:lnTo>
                    <a:pt x="1196" y="243"/>
                  </a:lnTo>
                  <a:lnTo>
                    <a:pt x="1198" y="244"/>
                  </a:lnTo>
                  <a:lnTo>
                    <a:pt x="1198" y="246"/>
                  </a:lnTo>
                  <a:lnTo>
                    <a:pt x="1201" y="250"/>
                  </a:lnTo>
                  <a:lnTo>
                    <a:pt x="1206" y="253"/>
                  </a:lnTo>
                  <a:lnTo>
                    <a:pt x="1210" y="255"/>
                  </a:lnTo>
                  <a:lnTo>
                    <a:pt x="1213" y="258"/>
                  </a:lnTo>
                  <a:lnTo>
                    <a:pt x="1217" y="260"/>
                  </a:lnTo>
                  <a:lnTo>
                    <a:pt x="1220" y="265"/>
                  </a:lnTo>
                  <a:lnTo>
                    <a:pt x="1217" y="272"/>
                  </a:lnTo>
                  <a:lnTo>
                    <a:pt x="1213" y="288"/>
                  </a:lnTo>
                  <a:lnTo>
                    <a:pt x="1210" y="307"/>
                  </a:lnTo>
                  <a:lnTo>
                    <a:pt x="1206" y="326"/>
                  </a:lnTo>
                  <a:lnTo>
                    <a:pt x="1206" y="342"/>
                  </a:lnTo>
                  <a:lnTo>
                    <a:pt x="1210" y="340"/>
                  </a:lnTo>
                  <a:lnTo>
                    <a:pt x="1213" y="340"/>
                  </a:lnTo>
                  <a:lnTo>
                    <a:pt x="1215" y="340"/>
                  </a:lnTo>
                  <a:lnTo>
                    <a:pt x="1219" y="340"/>
                  </a:lnTo>
                  <a:lnTo>
                    <a:pt x="1220" y="340"/>
                  </a:lnTo>
                  <a:lnTo>
                    <a:pt x="1226" y="342"/>
                  </a:lnTo>
                  <a:lnTo>
                    <a:pt x="1224" y="347"/>
                  </a:lnTo>
                  <a:lnTo>
                    <a:pt x="1224" y="349"/>
                  </a:lnTo>
                  <a:lnTo>
                    <a:pt x="1224" y="353"/>
                  </a:lnTo>
                  <a:lnTo>
                    <a:pt x="1224" y="354"/>
                  </a:lnTo>
                  <a:lnTo>
                    <a:pt x="1224" y="358"/>
                  </a:lnTo>
                  <a:lnTo>
                    <a:pt x="1226" y="365"/>
                  </a:lnTo>
                  <a:lnTo>
                    <a:pt x="1220" y="365"/>
                  </a:lnTo>
                  <a:lnTo>
                    <a:pt x="1220" y="368"/>
                  </a:lnTo>
                  <a:lnTo>
                    <a:pt x="1217" y="367"/>
                  </a:lnTo>
                  <a:lnTo>
                    <a:pt x="1213" y="363"/>
                  </a:lnTo>
                  <a:lnTo>
                    <a:pt x="1212" y="361"/>
                  </a:lnTo>
                  <a:lnTo>
                    <a:pt x="1208" y="360"/>
                  </a:lnTo>
                  <a:lnTo>
                    <a:pt x="1205" y="358"/>
                  </a:lnTo>
                  <a:lnTo>
                    <a:pt x="1198" y="358"/>
                  </a:lnTo>
                  <a:lnTo>
                    <a:pt x="1194" y="360"/>
                  </a:lnTo>
                  <a:lnTo>
                    <a:pt x="1191" y="361"/>
                  </a:lnTo>
                  <a:lnTo>
                    <a:pt x="1187" y="363"/>
                  </a:lnTo>
                  <a:lnTo>
                    <a:pt x="1185" y="365"/>
                  </a:lnTo>
                  <a:lnTo>
                    <a:pt x="1182" y="367"/>
                  </a:lnTo>
                  <a:lnTo>
                    <a:pt x="1180" y="370"/>
                  </a:lnTo>
                  <a:lnTo>
                    <a:pt x="1178" y="377"/>
                  </a:lnTo>
                  <a:lnTo>
                    <a:pt x="1201" y="384"/>
                  </a:lnTo>
                  <a:lnTo>
                    <a:pt x="1206" y="415"/>
                  </a:lnTo>
                  <a:lnTo>
                    <a:pt x="1201" y="415"/>
                  </a:lnTo>
                  <a:lnTo>
                    <a:pt x="1198" y="415"/>
                  </a:lnTo>
                  <a:lnTo>
                    <a:pt x="1194" y="417"/>
                  </a:lnTo>
                  <a:lnTo>
                    <a:pt x="1191" y="419"/>
                  </a:lnTo>
                  <a:lnTo>
                    <a:pt x="1191" y="426"/>
                  </a:lnTo>
                  <a:lnTo>
                    <a:pt x="1199" y="431"/>
                  </a:lnTo>
                  <a:lnTo>
                    <a:pt x="1205" y="438"/>
                  </a:lnTo>
                  <a:lnTo>
                    <a:pt x="1208" y="447"/>
                  </a:lnTo>
                  <a:lnTo>
                    <a:pt x="1210" y="461"/>
                  </a:lnTo>
                  <a:lnTo>
                    <a:pt x="1201" y="461"/>
                  </a:lnTo>
                  <a:lnTo>
                    <a:pt x="1199" y="461"/>
                  </a:lnTo>
                  <a:lnTo>
                    <a:pt x="1194" y="459"/>
                  </a:lnTo>
                  <a:lnTo>
                    <a:pt x="1191" y="461"/>
                  </a:lnTo>
                  <a:lnTo>
                    <a:pt x="1185" y="461"/>
                  </a:lnTo>
                  <a:lnTo>
                    <a:pt x="1182" y="464"/>
                  </a:lnTo>
                  <a:lnTo>
                    <a:pt x="1178" y="468"/>
                  </a:lnTo>
                  <a:lnTo>
                    <a:pt x="1184" y="471"/>
                  </a:lnTo>
                  <a:lnTo>
                    <a:pt x="1187" y="473"/>
                  </a:lnTo>
                  <a:lnTo>
                    <a:pt x="1189" y="475"/>
                  </a:lnTo>
                  <a:lnTo>
                    <a:pt x="1191" y="476"/>
                  </a:lnTo>
                  <a:lnTo>
                    <a:pt x="1192" y="482"/>
                  </a:lnTo>
                  <a:lnTo>
                    <a:pt x="1194" y="487"/>
                  </a:lnTo>
                  <a:lnTo>
                    <a:pt x="1192" y="489"/>
                  </a:lnTo>
                  <a:lnTo>
                    <a:pt x="1192" y="490"/>
                  </a:lnTo>
                  <a:lnTo>
                    <a:pt x="1192" y="490"/>
                  </a:lnTo>
                  <a:lnTo>
                    <a:pt x="1191" y="492"/>
                  </a:lnTo>
                  <a:lnTo>
                    <a:pt x="1191" y="496"/>
                  </a:lnTo>
                  <a:lnTo>
                    <a:pt x="1177" y="496"/>
                  </a:lnTo>
                  <a:lnTo>
                    <a:pt x="1163" y="499"/>
                  </a:lnTo>
                  <a:lnTo>
                    <a:pt x="1152" y="503"/>
                  </a:lnTo>
                  <a:lnTo>
                    <a:pt x="1156" y="503"/>
                  </a:lnTo>
                  <a:lnTo>
                    <a:pt x="1161" y="506"/>
                  </a:lnTo>
                  <a:lnTo>
                    <a:pt x="1165" y="508"/>
                  </a:lnTo>
                  <a:lnTo>
                    <a:pt x="1168" y="508"/>
                  </a:lnTo>
                  <a:lnTo>
                    <a:pt x="1172" y="510"/>
                  </a:lnTo>
                  <a:lnTo>
                    <a:pt x="1175" y="513"/>
                  </a:lnTo>
                  <a:lnTo>
                    <a:pt x="1178" y="518"/>
                  </a:lnTo>
                  <a:lnTo>
                    <a:pt x="1172" y="527"/>
                  </a:lnTo>
                  <a:lnTo>
                    <a:pt x="1168" y="538"/>
                  </a:lnTo>
                  <a:lnTo>
                    <a:pt x="1163" y="550"/>
                  </a:lnTo>
                  <a:lnTo>
                    <a:pt x="1161" y="545"/>
                  </a:lnTo>
                  <a:lnTo>
                    <a:pt x="1158" y="541"/>
                  </a:lnTo>
                  <a:lnTo>
                    <a:pt x="1156" y="539"/>
                  </a:lnTo>
                  <a:lnTo>
                    <a:pt x="1152" y="539"/>
                  </a:lnTo>
                  <a:lnTo>
                    <a:pt x="1147" y="538"/>
                  </a:lnTo>
                  <a:lnTo>
                    <a:pt x="1140" y="538"/>
                  </a:lnTo>
                  <a:lnTo>
                    <a:pt x="1140" y="541"/>
                  </a:lnTo>
                  <a:lnTo>
                    <a:pt x="1144" y="541"/>
                  </a:lnTo>
                  <a:lnTo>
                    <a:pt x="1156" y="553"/>
                  </a:lnTo>
                  <a:lnTo>
                    <a:pt x="1166" y="567"/>
                  </a:lnTo>
                  <a:lnTo>
                    <a:pt x="1172" y="585"/>
                  </a:lnTo>
                  <a:lnTo>
                    <a:pt x="1175" y="606"/>
                  </a:lnTo>
                  <a:lnTo>
                    <a:pt x="1172" y="606"/>
                  </a:lnTo>
                  <a:lnTo>
                    <a:pt x="1172" y="611"/>
                  </a:lnTo>
                  <a:lnTo>
                    <a:pt x="1144" y="614"/>
                  </a:lnTo>
                  <a:lnTo>
                    <a:pt x="1144" y="595"/>
                  </a:lnTo>
                  <a:lnTo>
                    <a:pt x="1140" y="592"/>
                  </a:lnTo>
                  <a:lnTo>
                    <a:pt x="1137" y="590"/>
                  </a:lnTo>
                  <a:lnTo>
                    <a:pt x="1135" y="588"/>
                  </a:lnTo>
                  <a:lnTo>
                    <a:pt x="1130" y="585"/>
                  </a:lnTo>
                  <a:lnTo>
                    <a:pt x="1124" y="583"/>
                  </a:lnTo>
                  <a:lnTo>
                    <a:pt x="1116" y="588"/>
                  </a:lnTo>
                  <a:lnTo>
                    <a:pt x="1105" y="592"/>
                  </a:lnTo>
                  <a:lnTo>
                    <a:pt x="1093" y="593"/>
                  </a:lnTo>
                  <a:lnTo>
                    <a:pt x="1082" y="597"/>
                  </a:lnTo>
                  <a:lnTo>
                    <a:pt x="1076" y="602"/>
                  </a:lnTo>
                  <a:lnTo>
                    <a:pt x="1082" y="602"/>
                  </a:lnTo>
                  <a:lnTo>
                    <a:pt x="1091" y="602"/>
                  </a:lnTo>
                  <a:lnTo>
                    <a:pt x="1105" y="600"/>
                  </a:lnTo>
                  <a:lnTo>
                    <a:pt x="1121" y="599"/>
                  </a:lnTo>
                  <a:lnTo>
                    <a:pt x="1121" y="606"/>
                  </a:lnTo>
                  <a:lnTo>
                    <a:pt x="1086" y="618"/>
                  </a:lnTo>
                  <a:lnTo>
                    <a:pt x="1086" y="621"/>
                  </a:lnTo>
                  <a:lnTo>
                    <a:pt x="1095" y="621"/>
                  </a:lnTo>
                  <a:lnTo>
                    <a:pt x="1100" y="620"/>
                  </a:lnTo>
                  <a:lnTo>
                    <a:pt x="1107" y="618"/>
                  </a:lnTo>
                  <a:lnTo>
                    <a:pt x="1114" y="616"/>
                  </a:lnTo>
                  <a:lnTo>
                    <a:pt x="1121" y="614"/>
                  </a:lnTo>
                  <a:lnTo>
                    <a:pt x="1123" y="623"/>
                  </a:lnTo>
                  <a:lnTo>
                    <a:pt x="1130" y="627"/>
                  </a:lnTo>
                  <a:lnTo>
                    <a:pt x="1137" y="628"/>
                  </a:lnTo>
                  <a:lnTo>
                    <a:pt x="1149" y="627"/>
                  </a:lnTo>
                  <a:lnTo>
                    <a:pt x="1163" y="627"/>
                  </a:lnTo>
                  <a:lnTo>
                    <a:pt x="1163" y="630"/>
                  </a:lnTo>
                  <a:lnTo>
                    <a:pt x="1159" y="630"/>
                  </a:lnTo>
                  <a:lnTo>
                    <a:pt x="1140" y="648"/>
                  </a:lnTo>
                  <a:lnTo>
                    <a:pt x="1119" y="665"/>
                  </a:lnTo>
                  <a:lnTo>
                    <a:pt x="1098" y="679"/>
                  </a:lnTo>
                  <a:lnTo>
                    <a:pt x="1074" y="691"/>
                  </a:lnTo>
                  <a:lnTo>
                    <a:pt x="1048" y="696"/>
                  </a:lnTo>
                  <a:lnTo>
                    <a:pt x="1018" y="695"/>
                  </a:lnTo>
                  <a:lnTo>
                    <a:pt x="1018" y="700"/>
                  </a:lnTo>
                  <a:lnTo>
                    <a:pt x="1018" y="705"/>
                  </a:lnTo>
                  <a:lnTo>
                    <a:pt x="1016" y="709"/>
                  </a:lnTo>
                  <a:lnTo>
                    <a:pt x="1014" y="710"/>
                  </a:lnTo>
                  <a:lnTo>
                    <a:pt x="1013" y="710"/>
                  </a:lnTo>
                  <a:lnTo>
                    <a:pt x="1011" y="712"/>
                  </a:lnTo>
                  <a:lnTo>
                    <a:pt x="1007" y="714"/>
                  </a:lnTo>
                  <a:lnTo>
                    <a:pt x="1004" y="716"/>
                  </a:lnTo>
                  <a:lnTo>
                    <a:pt x="1002" y="717"/>
                  </a:lnTo>
                  <a:lnTo>
                    <a:pt x="999" y="721"/>
                  </a:lnTo>
                  <a:lnTo>
                    <a:pt x="995" y="731"/>
                  </a:lnTo>
                  <a:lnTo>
                    <a:pt x="993" y="744"/>
                  </a:lnTo>
                  <a:lnTo>
                    <a:pt x="990" y="752"/>
                  </a:lnTo>
                  <a:lnTo>
                    <a:pt x="981" y="761"/>
                  </a:lnTo>
                  <a:lnTo>
                    <a:pt x="966" y="771"/>
                  </a:lnTo>
                  <a:lnTo>
                    <a:pt x="946" y="780"/>
                  </a:lnTo>
                  <a:lnTo>
                    <a:pt x="929" y="787"/>
                  </a:lnTo>
                  <a:lnTo>
                    <a:pt x="913" y="791"/>
                  </a:lnTo>
                  <a:lnTo>
                    <a:pt x="913" y="787"/>
                  </a:lnTo>
                  <a:lnTo>
                    <a:pt x="913" y="784"/>
                  </a:lnTo>
                  <a:lnTo>
                    <a:pt x="911" y="784"/>
                  </a:lnTo>
                  <a:lnTo>
                    <a:pt x="911" y="782"/>
                  </a:lnTo>
                  <a:lnTo>
                    <a:pt x="910" y="780"/>
                  </a:lnTo>
                  <a:lnTo>
                    <a:pt x="908" y="794"/>
                  </a:lnTo>
                  <a:lnTo>
                    <a:pt x="903" y="806"/>
                  </a:lnTo>
                  <a:lnTo>
                    <a:pt x="899" y="817"/>
                  </a:lnTo>
                  <a:lnTo>
                    <a:pt x="894" y="827"/>
                  </a:lnTo>
                  <a:lnTo>
                    <a:pt x="890" y="841"/>
                  </a:lnTo>
                  <a:lnTo>
                    <a:pt x="894" y="843"/>
                  </a:lnTo>
                  <a:lnTo>
                    <a:pt x="894" y="845"/>
                  </a:lnTo>
                  <a:lnTo>
                    <a:pt x="896" y="845"/>
                  </a:lnTo>
                  <a:lnTo>
                    <a:pt x="896" y="845"/>
                  </a:lnTo>
                  <a:lnTo>
                    <a:pt x="896" y="847"/>
                  </a:lnTo>
                  <a:lnTo>
                    <a:pt x="894" y="848"/>
                  </a:lnTo>
                  <a:lnTo>
                    <a:pt x="890" y="852"/>
                  </a:lnTo>
                  <a:lnTo>
                    <a:pt x="887" y="854"/>
                  </a:lnTo>
                  <a:lnTo>
                    <a:pt x="884" y="857"/>
                  </a:lnTo>
                  <a:lnTo>
                    <a:pt x="880" y="859"/>
                  </a:lnTo>
                  <a:lnTo>
                    <a:pt x="878" y="862"/>
                  </a:lnTo>
                  <a:lnTo>
                    <a:pt x="875" y="867"/>
                  </a:lnTo>
                  <a:lnTo>
                    <a:pt x="868" y="887"/>
                  </a:lnTo>
                  <a:lnTo>
                    <a:pt x="863" y="908"/>
                  </a:lnTo>
                  <a:lnTo>
                    <a:pt x="861" y="932"/>
                  </a:lnTo>
                  <a:lnTo>
                    <a:pt x="857" y="955"/>
                  </a:lnTo>
                  <a:lnTo>
                    <a:pt x="852" y="976"/>
                  </a:lnTo>
                  <a:lnTo>
                    <a:pt x="849" y="974"/>
                  </a:lnTo>
                  <a:lnTo>
                    <a:pt x="849" y="974"/>
                  </a:lnTo>
                  <a:lnTo>
                    <a:pt x="847" y="974"/>
                  </a:lnTo>
                  <a:lnTo>
                    <a:pt x="847" y="972"/>
                  </a:lnTo>
                  <a:lnTo>
                    <a:pt x="845" y="972"/>
                  </a:lnTo>
                  <a:lnTo>
                    <a:pt x="840" y="969"/>
                  </a:lnTo>
                  <a:lnTo>
                    <a:pt x="831" y="962"/>
                  </a:lnTo>
                  <a:lnTo>
                    <a:pt x="817" y="953"/>
                  </a:lnTo>
                  <a:lnTo>
                    <a:pt x="801" y="944"/>
                  </a:lnTo>
                  <a:lnTo>
                    <a:pt x="786" y="934"/>
                  </a:lnTo>
                  <a:lnTo>
                    <a:pt x="774" y="925"/>
                  </a:lnTo>
                  <a:lnTo>
                    <a:pt x="763" y="920"/>
                  </a:lnTo>
                  <a:lnTo>
                    <a:pt x="760" y="918"/>
                  </a:lnTo>
                  <a:lnTo>
                    <a:pt x="756" y="880"/>
                  </a:lnTo>
                  <a:lnTo>
                    <a:pt x="754" y="876"/>
                  </a:lnTo>
                  <a:lnTo>
                    <a:pt x="749" y="873"/>
                  </a:lnTo>
                  <a:lnTo>
                    <a:pt x="746" y="871"/>
                  </a:lnTo>
                  <a:lnTo>
                    <a:pt x="740" y="867"/>
                  </a:lnTo>
                  <a:lnTo>
                    <a:pt x="737" y="864"/>
                  </a:lnTo>
                  <a:lnTo>
                    <a:pt x="740" y="862"/>
                  </a:lnTo>
                  <a:lnTo>
                    <a:pt x="740" y="860"/>
                  </a:lnTo>
                  <a:lnTo>
                    <a:pt x="742" y="859"/>
                  </a:lnTo>
                  <a:lnTo>
                    <a:pt x="742" y="859"/>
                  </a:lnTo>
                  <a:lnTo>
                    <a:pt x="744" y="855"/>
                  </a:lnTo>
                  <a:lnTo>
                    <a:pt x="746" y="852"/>
                  </a:lnTo>
                  <a:lnTo>
                    <a:pt x="737" y="852"/>
                  </a:lnTo>
                  <a:lnTo>
                    <a:pt x="732" y="852"/>
                  </a:lnTo>
                  <a:lnTo>
                    <a:pt x="728" y="852"/>
                  </a:lnTo>
                  <a:lnTo>
                    <a:pt x="726" y="850"/>
                  </a:lnTo>
                  <a:lnTo>
                    <a:pt x="725" y="847"/>
                  </a:lnTo>
                  <a:lnTo>
                    <a:pt x="721" y="841"/>
                  </a:lnTo>
                  <a:lnTo>
                    <a:pt x="719" y="838"/>
                  </a:lnTo>
                  <a:lnTo>
                    <a:pt x="719" y="834"/>
                  </a:lnTo>
                  <a:lnTo>
                    <a:pt x="719" y="833"/>
                  </a:lnTo>
                  <a:lnTo>
                    <a:pt x="719" y="829"/>
                  </a:lnTo>
                  <a:lnTo>
                    <a:pt x="721" y="826"/>
                  </a:lnTo>
                  <a:lnTo>
                    <a:pt x="721" y="822"/>
                  </a:lnTo>
                  <a:lnTo>
                    <a:pt x="711" y="822"/>
                  </a:lnTo>
                  <a:lnTo>
                    <a:pt x="711" y="817"/>
                  </a:lnTo>
                  <a:lnTo>
                    <a:pt x="712" y="812"/>
                  </a:lnTo>
                  <a:lnTo>
                    <a:pt x="714" y="810"/>
                  </a:lnTo>
                  <a:lnTo>
                    <a:pt x="714" y="806"/>
                  </a:lnTo>
                  <a:lnTo>
                    <a:pt x="716" y="803"/>
                  </a:lnTo>
                  <a:lnTo>
                    <a:pt x="718" y="798"/>
                  </a:lnTo>
                  <a:lnTo>
                    <a:pt x="712" y="798"/>
                  </a:lnTo>
                  <a:lnTo>
                    <a:pt x="707" y="798"/>
                  </a:lnTo>
                  <a:lnTo>
                    <a:pt x="704" y="796"/>
                  </a:lnTo>
                  <a:lnTo>
                    <a:pt x="698" y="794"/>
                  </a:lnTo>
                  <a:lnTo>
                    <a:pt x="697" y="768"/>
                  </a:lnTo>
                  <a:lnTo>
                    <a:pt x="695" y="744"/>
                  </a:lnTo>
                  <a:lnTo>
                    <a:pt x="695" y="721"/>
                  </a:lnTo>
                  <a:lnTo>
                    <a:pt x="702" y="698"/>
                  </a:lnTo>
                  <a:lnTo>
                    <a:pt x="709" y="688"/>
                  </a:lnTo>
                  <a:lnTo>
                    <a:pt x="718" y="681"/>
                  </a:lnTo>
                  <a:lnTo>
                    <a:pt x="725" y="675"/>
                  </a:lnTo>
                  <a:lnTo>
                    <a:pt x="730" y="667"/>
                  </a:lnTo>
                  <a:lnTo>
                    <a:pt x="735" y="656"/>
                  </a:lnTo>
                  <a:lnTo>
                    <a:pt x="737" y="637"/>
                  </a:lnTo>
                  <a:lnTo>
                    <a:pt x="733" y="637"/>
                  </a:lnTo>
                  <a:lnTo>
                    <a:pt x="730" y="641"/>
                  </a:lnTo>
                  <a:lnTo>
                    <a:pt x="726" y="642"/>
                  </a:lnTo>
                  <a:lnTo>
                    <a:pt x="725" y="642"/>
                  </a:lnTo>
                  <a:lnTo>
                    <a:pt x="721" y="642"/>
                  </a:lnTo>
                  <a:lnTo>
                    <a:pt x="718" y="641"/>
                  </a:lnTo>
                  <a:lnTo>
                    <a:pt x="704" y="637"/>
                  </a:lnTo>
                  <a:lnTo>
                    <a:pt x="693" y="630"/>
                  </a:lnTo>
                  <a:lnTo>
                    <a:pt x="686" y="620"/>
                  </a:lnTo>
                  <a:lnTo>
                    <a:pt x="683" y="602"/>
                  </a:lnTo>
                  <a:lnTo>
                    <a:pt x="688" y="602"/>
                  </a:lnTo>
                  <a:lnTo>
                    <a:pt x="688" y="599"/>
                  </a:lnTo>
                  <a:lnTo>
                    <a:pt x="697" y="604"/>
                  </a:lnTo>
                  <a:lnTo>
                    <a:pt x="707" y="611"/>
                  </a:lnTo>
                  <a:lnTo>
                    <a:pt x="716" y="614"/>
                  </a:lnTo>
                  <a:lnTo>
                    <a:pt x="726" y="614"/>
                  </a:lnTo>
                  <a:lnTo>
                    <a:pt x="726" y="613"/>
                  </a:lnTo>
                  <a:lnTo>
                    <a:pt x="728" y="611"/>
                  </a:lnTo>
                  <a:lnTo>
                    <a:pt x="728" y="611"/>
                  </a:lnTo>
                  <a:lnTo>
                    <a:pt x="728" y="609"/>
                  </a:lnTo>
                  <a:lnTo>
                    <a:pt x="730" y="606"/>
                  </a:lnTo>
                  <a:lnTo>
                    <a:pt x="711" y="592"/>
                  </a:lnTo>
                  <a:lnTo>
                    <a:pt x="695" y="572"/>
                  </a:lnTo>
                  <a:lnTo>
                    <a:pt x="690" y="574"/>
                  </a:lnTo>
                  <a:lnTo>
                    <a:pt x="686" y="576"/>
                  </a:lnTo>
                  <a:lnTo>
                    <a:pt x="681" y="578"/>
                  </a:lnTo>
                  <a:lnTo>
                    <a:pt x="676" y="579"/>
                  </a:lnTo>
                  <a:lnTo>
                    <a:pt x="672" y="576"/>
                  </a:lnTo>
                  <a:lnTo>
                    <a:pt x="671" y="574"/>
                  </a:lnTo>
                  <a:lnTo>
                    <a:pt x="669" y="571"/>
                  </a:lnTo>
                  <a:lnTo>
                    <a:pt x="667" y="569"/>
                  </a:lnTo>
                  <a:lnTo>
                    <a:pt x="664" y="564"/>
                  </a:lnTo>
                  <a:lnTo>
                    <a:pt x="674" y="553"/>
                  </a:lnTo>
                  <a:lnTo>
                    <a:pt x="676" y="538"/>
                  </a:lnTo>
                  <a:lnTo>
                    <a:pt x="674" y="518"/>
                  </a:lnTo>
                  <a:lnTo>
                    <a:pt x="669" y="497"/>
                  </a:lnTo>
                  <a:lnTo>
                    <a:pt x="660" y="475"/>
                  </a:lnTo>
                  <a:lnTo>
                    <a:pt x="650" y="454"/>
                  </a:lnTo>
                  <a:lnTo>
                    <a:pt x="637" y="435"/>
                  </a:lnTo>
                  <a:lnTo>
                    <a:pt x="627" y="417"/>
                  </a:lnTo>
                  <a:lnTo>
                    <a:pt x="618" y="403"/>
                  </a:lnTo>
                  <a:lnTo>
                    <a:pt x="597" y="389"/>
                  </a:lnTo>
                  <a:lnTo>
                    <a:pt x="573" y="384"/>
                  </a:lnTo>
                  <a:lnTo>
                    <a:pt x="548" y="384"/>
                  </a:lnTo>
                  <a:lnTo>
                    <a:pt x="520" y="384"/>
                  </a:lnTo>
                  <a:lnTo>
                    <a:pt x="493" y="386"/>
                  </a:lnTo>
                  <a:lnTo>
                    <a:pt x="465" y="384"/>
                  </a:lnTo>
                  <a:lnTo>
                    <a:pt x="465" y="379"/>
                  </a:lnTo>
                  <a:lnTo>
                    <a:pt x="465" y="375"/>
                  </a:lnTo>
                  <a:lnTo>
                    <a:pt x="466" y="374"/>
                  </a:lnTo>
                  <a:lnTo>
                    <a:pt x="466" y="372"/>
                  </a:lnTo>
                  <a:lnTo>
                    <a:pt x="466" y="370"/>
                  </a:lnTo>
                  <a:lnTo>
                    <a:pt x="465" y="368"/>
                  </a:lnTo>
                  <a:lnTo>
                    <a:pt x="454" y="363"/>
                  </a:lnTo>
                  <a:lnTo>
                    <a:pt x="444" y="360"/>
                  </a:lnTo>
                  <a:lnTo>
                    <a:pt x="433" y="353"/>
                  </a:lnTo>
                  <a:lnTo>
                    <a:pt x="442" y="353"/>
                  </a:lnTo>
                  <a:lnTo>
                    <a:pt x="452" y="349"/>
                  </a:lnTo>
                  <a:lnTo>
                    <a:pt x="466" y="346"/>
                  </a:lnTo>
                  <a:lnTo>
                    <a:pt x="482" y="344"/>
                  </a:lnTo>
                  <a:lnTo>
                    <a:pt x="494" y="340"/>
                  </a:lnTo>
                  <a:lnTo>
                    <a:pt x="503" y="333"/>
                  </a:lnTo>
                  <a:lnTo>
                    <a:pt x="461" y="333"/>
                  </a:lnTo>
                  <a:lnTo>
                    <a:pt x="451" y="330"/>
                  </a:lnTo>
                  <a:lnTo>
                    <a:pt x="442" y="330"/>
                  </a:lnTo>
                  <a:lnTo>
                    <a:pt x="431" y="328"/>
                  </a:lnTo>
                  <a:lnTo>
                    <a:pt x="423" y="326"/>
                  </a:lnTo>
                  <a:lnTo>
                    <a:pt x="414" y="323"/>
                  </a:lnTo>
                  <a:lnTo>
                    <a:pt x="409" y="314"/>
                  </a:lnTo>
                  <a:lnTo>
                    <a:pt x="407" y="300"/>
                  </a:lnTo>
                  <a:lnTo>
                    <a:pt x="428" y="297"/>
                  </a:lnTo>
                  <a:lnTo>
                    <a:pt x="447" y="290"/>
                  </a:lnTo>
                  <a:lnTo>
                    <a:pt x="463" y="283"/>
                  </a:lnTo>
                  <a:lnTo>
                    <a:pt x="480" y="276"/>
                  </a:lnTo>
                  <a:lnTo>
                    <a:pt x="515" y="276"/>
                  </a:lnTo>
                  <a:lnTo>
                    <a:pt x="529" y="230"/>
                  </a:lnTo>
                  <a:lnTo>
                    <a:pt x="496" y="230"/>
                  </a:lnTo>
                  <a:lnTo>
                    <a:pt x="487" y="218"/>
                  </a:lnTo>
                  <a:lnTo>
                    <a:pt x="498" y="211"/>
                  </a:lnTo>
                  <a:lnTo>
                    <a:pt x="506" y="204"/>
                  </a:lnTo>
                  <a:lnTo>
                    <a:pt x="517" y="199"/>
                  </a:lnTo>
                  <a:lnTo>
                    <a:pt x="529" y="195"/>
                  </a:lnTo>
                  <a:lnTo>
                    <a:pt x="529" y="183"/>
                  </a:lnTo>
                  <a:lnTo>
                    <a:pt x="543" y="176"/>
                  </a:lnTo>
                  <a:lnTo>
                    <a:pt x="550" y="168"/>
                  </a:lnTo>
                  <a:lnTo>
                    <a:pt x="557" y="157"/>
                  </a:lnTo>
                  <a:lnTo>
                    <a:pt x="568" y="150"/>
                  </a:lnTo>
                  <a:lnTo>
                    <a:pt x="580" y="145"/>
                  </a:lnTo>
                  <a:lnTo>
                    <a:pt x="590" y="145"/>
                  </a:lnTo>
                  <a:lnTo>
                    <a:pt x="599" y="148"/>
                  </a:lnTo>
                  <a:lnTo>
                    <a:pt x="611" y="147"/>
                  </a:lnTo>
                  <a:lnTo>
                    <a:pt x="602" y="143"/>
                  </a:lnTo>
                  <a:lnTo>
                    <a:pt x="597" y="141"/>
                  </a:lnTo>
                  <a:lnTo>
                    <a:pt x="592" y="140"/>
                  </a:lnTo>
                  <a:lnTo>
                    <a:pt x="587" y="134"/>
                  </a:lnTo>
                  <a:lnTo>
                    <a:pt x="604" y="131"/>
                  </a:lnTo>
                  <a:lnTo>
                    <a:pt x="620" y="126"/>
                  </a:lnTo>
                  <a:lnTo>
                    <a:pt x="634" y="122"/>
                  </a:lnTo>
                  <a:lnTo>
                    <a:pt x="650" y="119"/>
                  </a:lnTo>
                  <a:lnTo>
                    <a:pt x="651" y="126"/>
                  </a:lnTo>
                  <a:lnTo>
                    <a:pt x="653" y="129"/>
                  </a:lnTo>
                  <a:lnTo>
                    <a:pt x="655" y="134"/>
                  </a:lnTo>
                  <a:lnTo>
                    <a:pt x="657" y="138"/>
                  </a:lnTo>
                  <a:lnTo>
                    <a:pt x="662" y="140"/>
                  </a:lnTo>
                  <a:lnTo>
                    <a:pt x="669" y="141"/>
                  </a:lnTo>
                  <a:lnTo>
                    <a:pt x="669" y="136"/>
                  </a:lnTo>
                  <a:lnTo>
                    <a:pt x="672" y="131"/>
                  </a:lnTo>
                  <a:lnTo>
                    <a:pt x="674" y="124"/>
                  </a:lnTo>
                  <a:lnTo>
                    <a:pt x="676" y="119"/>
                  </a:lnTo>
                  <a:lnTo>
                    <a:pt x="679" y="124"/>
                  </a:lnTo>
                  <a:lnTo>
                    <a:pt x="685" y="129"/>
                  </a:lnTo>
                  <a:lnTo>
                    <a:pt x="688" y="133"/>
                  </a:lnTo>
                  <a:lnTo>
                    <a:pt x="695" y="136"/>
                  </a:lnTo>
                  <a:lnTo>
                    <a:pt x="702" y="138"/>
                  </a:lnTo>
                  <a:lnTo>
                    <a:pt x="698" y="115"/>
                  </a:lnTo>
                  <a:lnTo>
                    <a:pt x="711" y="112"/>
                  </a:lnTo>
                  <a:lnTo>
                    <a:pt x="721" y="108"/>
                  </a:lnTo>
                  <a:lnTo>
                    <a:pt x="737" y="112"/>
                  </a:lnTo>
                  <a:lnTo>
                    <a:pt x="754" y="119"/>
                  </a:lnTo>
                  <a:lnTo>
                    <a:pt x="772" y="129"/>
                  </a:lnTo>
                  <a:lnTo>
                    <a:pt x="791" y="138"/>
                  </a:lnTo>
                  <a:lnTo>
                    <a:pt x="807" y="145"/>
                  </a:lnTo>
                  <a:lnTo>
                    <a:pt x="822" y="150"/>
                  </a:lnTo>
                  <a:lnTo>
                    <a:pt x="822" y="147"/>
                  </a:lnTo>
                  <a:lnTo>
                    <a:pt x="812" y="138"/>
                  </a:lnTo>
                  <a:lnTo>
                    <a:pt x="805" y="131"/>
                  </a:lnTo>
                  <a:lnTo>
                    <a:pt x="801" y="122"/>
                  </a:lnTo>
                  <a:lnTo>
                    <a:pt x="807" y="112"/>
                  </a:lnTo>
                  <a:lnTo>
                    <a:pt x="803" y="108"/>
                  </a:lnTo>
                  <a:lnTo>
                    <a:pt x="798" y="103"/>
                  </a:lnTo>
                  <a:lnTo>
                    <a:pt x="793" y="99"/>
                  </a:lnTo>
                  <a:lnTo>
                    <a:pt x="788" y="96"/>
                  </a:lnTo>
                  <a:lnTo>
                    <a:pt x="784" y="92"/>
                  </a:lnTo>
                  <a:lnTo>
                    <a:pt x="788" y="84"/>
                  </a:lnTo>
                  <a:lnTo>
                    <a:pt x="798" y="87"/>
                  </a:lnTo>
                  <a:lnTo>
                    <a:pt x="812" y="89"/>
                  </a:lnTo>
                  <a:lnTo>
                    <a:pt x="824" y="87"/>
                  </a:lnTo>
                  <a:lnTo>
                    <a:pt x="833" y="80"/>
                  </a:lnTo>
                  <a:lnTo>
                    <a:pt x="791" y="80"/>
                  </a:lnTo>
                  <a:lnTo>
                    <a:pt x="791" y="77"/>
                  </a:lnTo>
                  <a:lnTo>
                    <a:pt x="788" y="77"/>
                  </a:lnTo>
                  <a:lnTo>
                    <a:pt x="788" y="73"/>
                  </a:lnTo>
                  <a:lnTo>
                    <a:pt x="793" y="70"/>
                  </a:lnTo>
                  <a:lnTo>
                    <a:pt x="798" y="66"/>
                  </a:lnTo>
                  <a:lnTo>
                    <a:pt x="803" y="63"/>
                  </a:lnTo>
                  <a:lnTo>
                    <a:pt x="808" y="59"/>
                  </a:lnTo>
                  <a:lnTo>
                    <a:pt x="814" y="58"/>
                  </a:lnTo>
                  <a:lnTo>
                    <a:pt x="836" y="61"/>
                  </a:lnTo>
                  <a:lnTo>
                    <a:pt x="842" y="45"/>
                  </a:lnTo>
                  <a:lnTo>
                    <a:pt x="868" y="49"/>
                  </a:lnTo>
                  <a:lnTo>
                    <a:pt x="870" y="49"/>
                  </a:lnTo>
                  <a:lnTo>
                    <a:pt x="871" y="45"/>
                  </a:lnTo>
                  <a:lnTo>
                    <a:pt x="873" y="44"/>
                  </a:lnTo>
                  <a:lnTo>
                    <a:pt x="875" y="40"/>
                  </a:lnTo>
                  <a:lnTo>
                    <a:pt x="880" y="38"/>
                  </a:lnTo>
                  <a:lnTo>
                    <a:pt x="884" y="44"/>
                  </a:lnTo>
                  <a:lnTo>
                    <a:pt x="889" y="49"/>
                  </a:lnTo>
                  <a:lnTo>
                    <a:pt x="894" y="54"/>
                  </a:lnTo>
                  <a:lnTo>
                    <a:pt x="894" y="45"/>
                  </a:lnTo>
                  <a:lnTo>
                    <a:pt x="896" y="44"/>
                  </a:lnTo>
                  <a:lnTo>
                    <a:pt x="896" y="42"/>
                  </a:lnTo>
                  <a:lnTo>
                    <a:pt x="896" y="40"/>
                  </a:lnTo>
                  <a:lnTo>
                    <a:pt x="896" y="38"/>
                  </a:lnTo>
                  <a:lnTo>
                    <a:pt x="897" y="35"/>
                  </a:lnTo>
                  <a:lnTo>
                    <a:pt x="899" y="33"/>
                  </a:lnTo>
                  <a:lnTo>
                    <a:pt x="903" y="31"/>
                  </a:lnTo>
                  <a:lnTo>
                    <a:pt x="920" y="23"/>
                  </a:lnTo>
                  <a:lnTo>
                    <a:pt x="943" y="19"/>
                  </a:lnTo>
                  <a:close/>
                  <a:moveTo>
                    <a:pt x="2205" y="16"/>
                  </a:moveTo>
                  <a:lnTo>
                    <a:pt x="2215" y="19"/>
                  </a:lnTo>
                  <a:lnTo>
                    <a:pt x="2215" y="26"/>
                  </a:lnTo>
                  <a:lnTo>
                    <a:pt x="2200" y="26"/>
                  </a:lnTo>
                  <a:lnTo>
                    <a:pt x="2205" y="16"/>
                  </a:lnTo>
                  <a:close/>
                  <a:moveTo>
                    <a:pt x="2676" y="0"/>
                  </a:moveTo>
                  <a:lnTo>
                    <a:pt x="2681" y="3"/>
                  </a:lnTo>
                  <a:lnTo>
                    <a:pt x="2685" y="7"/>
                  </a:lnTo>
                  <a:lnTo>
                    <a:pt x="2687" y="10"/>
                  </a:lnTo>
                  <a:lnTo>
                    <a:pt x="2688" y="16"/>
                  </a:lnTo>
                  <a:lnTo>
                    <a:pt x="2690" y="19"/>
                  </a:lnTo>
                  <a:lnTo>
                    <a:pt x="2692" y="24"/>
                  </a:lnTo>
                  <a:lnTo>
                    <a:pt x="2695" y="26"/>
                  </a:lnTo>
                  <a:lnTo>
                    <a:pt x="2706" y="31"/>
                  </a:lnTo>
                  <a:lnTo>
                    <a:pt x="2716" y="33"/>
                  </a:lnTo>
                  <a:lnTo>
                    <a:pt x="2723" y="33"/>
                  </a:lnTo>
                  <a:lnTo>
                    <a:pt x="2728" y="37"/>
                  </a:lnTo>
                  <a:lnTo>
                    <a:pt x="2732" y="44"/>
                  </a:lnTo>
                  <a:lnTo>
                    <a:pt x="2734" y="58"/>
                  </a:lnTo>
                  <a:lnTo>
                    <a:pt x="2732" y="59"/>
                  </a:lnTo>
                  <a:lnTo>
                    <a:pt x="2732" y="59"/>
                  </a:lnTo>
                  <a:lnTo>
                    <a:pt x="2732" y="61"/>
                  </a:lnTo>
                  <a:lnTo>
                    <a:pt x="2732" y="63"/>
                  </a:lnTo>
                  <a:lnTo>
                    <a:pt x="2730" y="65"/>
                  </a:lnTo>
                  <a:lnTo>
                    <a:pt x="2708" y="65"/>
                  </a:lnTo>
                  <a:lnTo>
                    <a:pt x="2685" y="65"/>
                  </a:lnTo>
                  <a:lnTo>
                    <a:pt x="2666" y="73"/>
                  </a:lnTo>
                  <a:lnTo>
                    <a:pt x="2662" y="75"/>
                  </a:lnTo>
                  <a:lnTo>
                    <a:pt x="2660" y="79"/>
                  </a:lnTo>
                  <a:lnTo>
                    <a:pt x="2659" y="80"/>
                  </a:lnTo>
                  <a:lnTo>
                    <a:pt x="2657" y="82"/>
                  </a:lnTo>
                  <a:lnTo>
                    <a:pt x="2655" y="84"/>
                  </a:lnTo>
                  <a:lnTo>
                    <a:pt x="2652" y="86"/>
                  </a:lnTo>
                  <a:lnTo>
                    <a:pt x="2646" y="89"/>
                  </a:lnTo>
                  <a:lnTo>
                    <a:pt x="2643" y="84"/>
                  </a:lnTo>
                  <a:lnTo>
                    <a:pt x="2641" y="80"/>
                  </a:lnTo>
                  <a:lnTo>
                    <a:pt x="2638" y="77"/>
                  </a:lnTo>
                  <a:lnTo>
                    <a:pt x="2650" y="47"/>
                  </a:lnTo>
                  <a:lnTo>
                    <a:pt x="2662" y="23"/>
                  </a:lnTo>
                  <a:lnTo>
                    <a:pt x="2676" y="0"/>
                  </a:lnTo>
                  <a:close/>
                  <a:moveTo>
                    <a:pt x="2554" y="0"/>
                  </a:moveTo>
                  <a:lnTo>
                    <a:pt x="2563" y="9"/>
                  </a:lnTo>
                  <a:lnTo>
                    <a:pt x="2568" y="19"/>
                  </a:lnTo>
                  <a:lnTo>
                    <a:pt x="2573" y="31"/>
                  </a:lnTo>
                  <a:lnTo>
                    <a:pt x="2564" y="31"/>
                  </a:lnTo>
                  <a:lnTo>
                    <a:pt x="2564" y="26"/>
                  </a:lnTo>
                  <a:lnTo>
                    <a:pt x="2561" y="23"/>
                  </a:lnTo>
                  <a:lnTo>
                    <a:pt x="2557" y="19"/>
                  </a:lnTo>
                  <a:lnTo>
                    <a:pt x="2556" y="14"/>
                  </a:lnTo>
                  <a:lnTo>
                    <a:pt x="2554" y="9"/>
                  </a:lnTo>
                  <a:lnTo>
                    <a:pt x="2554" y="0"/>
                  </a:lnTo>
                  <a:close/>
                </a:path>
              </a:pathLst>
            </a:custGeom>
            <a:grpFill/>
            <a:ln w="3175">
              <a:noFill/>
              <a:round/>
              <a:headEnd/>
              <a:tailEnd/>
            </a:ln>
          </p:spPr>
          <p:txBody>
            <a:bodyPr vert="horz" wrap="square" lIns="91440" tIns="45720" rIns="91440" bIns="45720" numCol="1" anchor="t" anchorCtr="0" compatLnSpc="1">
              <a:prstTxWarp prst="textNoShape">
                <a:avLst/>
              </a:prstTxWarp>
            </a:bodyPr>
            <a:lstStyle/>
            <a:p>
              <a:endParaRPr lang="ko-KR" altLang="en-US"/>
            </a:p>
          </p:txBody>
        </p:sp>
      </p:grpSp>
      <p:grpSp>
        <p:nvGrpSpPr>
          <p:cNvPr id="8" name="Group 62">
            <a:extLst>
              <a:ext uri="{FF2B5EF4-FFF2-40B4-BE49-F238E27FC236}">
                <a16:creationId xmlns:a16="http://schemas.microsoft.com/office/drawing/2014/main" id="{A4ECEB6F-2DCA-46C3-96D2-BA7653987CFC}"/>
              </a:ext>
            </a:extLst>
          </p:cNvPr>
          <p:cNvGrpSpPr/>
          <p:nvPr/>
        </p:nvGrpSpPr>
        <p:grpSpPr>
          <a:xfrm>
            <a:off x="4369248" y="1797317"/>
            <a:ext cx="452295" cy="1562911"/>
            <a:chOff x="2845247" y="1647850"/>
            <a:chExt cx="452295" cy="1562911"/>
          </a:xfrm>
        </p:grpSpPr>
        <p:grpSp>
          <p:nvGrpSpPr>
            <p:cNvPr id="9" name="Group 6">
              <a:extLst>
                <a:ext uri="{FF2B5EF4-FFF2-40B4-BE49-F238E27FC236}">
                  <a16:creationId xmlns:a16="http://schemas.microsoft.com/office/drawing/2014/main" id="{F9701043-C95F-4077-BF2C-FE7BDCDEABF0}"/>
                </a:ext>
              </a:extLst>
            </p:cNvPr>
            <p:cNvGrpSpPr/>
            <p:nvPr/>
          </p:nvGrpSpPr>
          <p:grpSpPr>
            <a:xfrm rot="893195">
              <a:off x="2845247" y="2096345"/>
              <a:ext cx="288032" cy="1114416"/>
              <a:chOff x="899592" y="3106672"/>
              <a:chExt cx="288032" cy="1114416"/>
            </a:xfrm>
            <a:solidFill>
              <a:srgbClr val="86BF3E"/>
            </a:solidFill>
          </p:grpSpPr>
          <p:sp>
            <p:nvSpPr>
              <p:cNvPr id="11" name="Isosceles Triangle 1">
                <a:extLst>
                  <a:ext uri="{FF2B5EF4-FFF2-40B4-BE49-F238E27FC236}">
                    <a16:creationId xmlns:a16="http://schemas.microsoft.com/office/drawing/2014/main" id="{C31AB9D5-4EBC-47BC-A176-D3C038430A3C}"/>
                  </a:ext>
                </a:extLst>
              </p:cNvPr>
              <p:cNvSpPr/>
              <p:nvPr/>
            </p:nvSpPr>
            <p:spPr>
              <a:xfrm rot="10800000">
                <a:off x="971600" y="3284984"/>
                <a:ext cx="144017" cy="936104"/>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Oval 2">
                <a:extLst>
                  <a:ext uri="{FF2B5EF4-FFF2-40B4-BE49-F238E27FC236}">
                    <a16:creationId xmlns:a16="http://schemas.microsoft.com/office/drawing/2014/main" id="{ABA64CBF-7AF2-4046-A836-8E754EF7A895}"/>
                  </a:ext>
                </a:extLst>
              </p:cNvPr>
              <p:cNvSpPr/>
              <p:nvPr/>
            </p:nvSpPr>
            <p:spPr>
              <a:xfrm>
                <a:off x="899592" y="3106672"/>
                <a:ext cx="288032" cy="28803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TextBox 9">
              <a:extLst>
                <a:ext uri="{FF2B5EF4-FFF2-40B4-BE49-F238E27FC236}">
                  <a16:creationId xmlns:a16="http://schemas.microsoft.com/office/drawing/2014/main" id="{46DDA7B7-2ADD-4AF6-9234-39F894B04A4D}"/>
                </a:ext>
              </a:extLst>
            </p:cNvPr>
            <p:cNvSpPr txBox="1"/>
            <p:nvPr/>
          </p:nvSpPr>
          <p:spPr>
            <a:xfrm>
              <a:off x="2938794" y="1647850"/>
              <a:ext cx="358748" cy="461665"/>
            </a:xfrm>
            <a:prstGeom prst="rect">
              <a:avLst/>
            </a:prstGeom>
            <a:noFill/>
          </p:spPr>
          <p:txBody>
            <a:bodyPr wrap="square" rtlCol="0">
              <a:spAutoFit/>
            </a:bodyPr>
            <a:lstStyle/>
            <a:p>
              <a:pPr algn="ctr"/>
              <a:r>
                <a:rPr lang="en-US" altLang="ko-KR" sz="2400" b="1" dirty="0">
                  <a:solidFill>
                    <a:schemeClr val="tx1">
                      <a:lumMod val="75000"/>
                      <a:lumOff val="25000"/>
                    </a:schemeClr>
                  </a:solidFill>
                  <a:cs typeface="Calibri" pitchFamily="34" charset="0"/>
                </a:rPr>
                <a:t>A</a:t>
              </a:r>
              <a:endParaRPr lang="ko-KR" altLang="en-US" sz="2400" b="1" dirty="0">
                <a:solidFill>
                  <a:schemeClr val="tx1">
                    <a:lumMod val="75000"/>
                    <a:lumOff val="25000"/>
                  </a:schemeClr>
                </a:solidFill>
                <a:cs typeface="Calibri" pitchFamily="34" charset="0"/>
              </a:endParaRPr>
            </a:p>
          </p:txBody>
        </p:sp>
      </p:grpSp>
      <p:grpSp>
        <p:nvGrpSpPr>
          <p:cNvPr id="13" name="Group 63">
            <a:extLst>
              <a:ext uri="{FF2B5EF4-FFF2-40B4-BE49-F238E27FC236}">
                <a16:creationId xmlns:a16="http://schemas.microsoft.com/office/drawing/2014/main" id="{924B0525-3D52-4321-9B07-3D8575948F78}"/>
              </a:ext>
            </a:extLst>
          </p:cNvPr>
          <p:cNvGrpSpPr/>
          <p:nvPr/>
        </p:nvGrpSpPr>
        <p:grpSpPr>
          <a:xfrm>
            <a:off x="5008201" y="2685815"/>
            <a:ext cx="469973" cy="1594378"/>
            <a:chOff x="3484200" y="2536349"/>
            <a:chExt cx="469973" cy="1594378"/>
          </a:xfrm>
        </p:grpSpPr>
        <p:grpSp>
          <p:nvGrpSpPr>
            <p:cNvPr id="14" name="Group 16">
              <a:extLst>
                <a:ext uri="{FF2B5EF4-FFF2-40B4-BE49-F238E27FC236}">
                  <a16:creationId xmlns:a16="http://schemas.microsoft.com/office/drawing/2014/main" id="{F2B06EA3-29B7-4889-924C-B33858921D03}"/>
                </a:ext>
              </a:extLst>
            </p:cNvPr>
            <p:cNvGrpSpPr/>
            <p:nvPr/>
          </p:nvGrpSpPr>
          <p:grpSpPr>
            <a:xfrm rot="893195">
              <a:off x="3484200" y="3016311"/>
              <a:ext cx="288032" cy="1114416"/>
              <a:chOff x="899592" y="3106672"/>
              <a:chExt cx="288032" cy="1114416"/>
            </a:xfrm>
          </p:grpSpPr>
          <p:sp>
            <p:nvSpPr>
              <p:cNvPr id="16" name="Isosceles Triangle 17">
                <a:extLst>
                  <a:ext uri="{FF2B5EF4-FFF2-40B4-BE49-F238E27FC236}">
                    <a16:creationId xmlns:a16="http://schemas.microsoft.com/office/drawing/2014/main" id="{BF7392DD-89AF-4CB4-881D-D6D1798ABB5A}"/>
                  </a:ext>
                </a:extLst>
              </p:cNvPr>
              <p:cNvSpPr/>
              <p:nvPr/>
            </p:nvSpPr>
            <p:spPr>
              <a:xfrm rot="10800000">
                <a:off x="971600" y="3284984"/>
                <a:ext cx="144017" cy="93610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Oval 18">
                <a:extLst>
                  <a:ext uri="{FF2B5EF4-FFF2-40B4-BE49-F238E27FC236}">
                    <a16:creationId xmlns:a16="http://schemas.microsoft.com/office/drawing/2014/main" id="{A538745E-2391-4166-8063-D47F9ED40DA6}"/>
                  </a:ext>
                </a:extLst>
              </p:cNvPr>
              <p:cNvSpPr/>
              <p:nvPr/>
            </p:nvSpPr>
            <p:spPr>
              <a:xfrm>
                <a:off x="899592" y="3106672"/>
                <a:ext cx="288032" cy="28803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TextBox 14">
              <a:extLst>
                <a:ext uri="{FF2B5EF4-FFF2-40B4-BE49-F238E27FC236}">
                  <a16:creationId xmlns:a16="http://schemas.microsoft.com/office/drawing/2014/main" id="{7F48BAA4-1527-4A26-B70D-9097904EF84F}"/>
                </a:ext>
              </a:extLst>
            </p:cNvPr>
            <p:cNvSpPr txBox="1"/>
            <p:nvPr/>
          </p:nvSpPr>
          <p:spPr>
            <a:xfrm>
              <a:off x="3595425" y="2536349"/>
              <a:ext cx="358748" cy="461665"/>
            </a:xfrm>
            <a:prstGeom prst="rect">
              <a:avLst/>
            </a:prstGeom>
            <a:noFill/>
          </p:spPr>
          <p:txBody>
            <a:bodyPr wrap="square" rtlCol="0">
              <a:spAutoFit/>
            </a:bodyPr>
            <a:lstStyle/>
            <a:p>
              <a:pPr algn="ctr"/>
              <a:r>
                <a:rPr lang="en-US" altLang="ko-KR" sz="2400" b="1" dirty="0">
                  <a:solidFill>
                    <a:schemeClr val="tx1">
                      <a:lumMod val="75000"/>
                      <a:lumOff val="25000"/>
                    </a:schemeClr>
                  </a:solidFill>
                  <a:cs typeface="Calibri" pitchFamily="34" charset="0"/>
                </a:rPr>
                <a:t>B</a:t>
              </a:r>
              <a:endParaRPr lang="ko-KR" altLang="en-US" sz="2400" b="1" dirty="0">
                <a:solidFill>
                  <a:schemeClr val="tx1">
                    <a:lumMod val="75000"/>
                    <a:lumOff val="25000"/>
                  </a:schemeClr>
                </a:solidFill>
                <a:cs typeface="Calibri" pitchFamily="34" charset="0"/>
              </a:endParaRPr>
            </a:p>
          </p:txBody>
        </p:sp>
      </p:grpSp>
      <p:grpSp>
        <p:nvGrpSpPr>
          <p:cNvPr id="18" name="Group 64">
            <a:extLst>
              <a:ext uri="{FF2B5EF4-FFF2-40B4-BE49-F238E27FC236}">
                <a16:creationId xmlns:a16="http://schemas.microsoft.com/office/drawing/2014/main" id="{B7A5EF27-DF7A-43E1-8BEE-2FDF1B772756}"/>
              </a:ext>
            </a:extLst>
          </p:cNvPr>
          <p:cNvGrpSpPr/>
          <p:nvPr/>
        </p:nvGrpSpPr>
        <p:grpSpPr>
          <a:xfrm>
            <a:off x="7644278" y="1723494"/>
            <a:ext cx="785097" cy="1225465"/>
            <a:chOff x="4318112" y="1671300"/>
            <a:chExt cx="785097" cy="1225465"/>
          </a:xfrm>
        </p:grpSpPr>
        <p:grpSp>
          <p:nvGrpSpPr>
            <p:cNvPr id="19" name="Group 7">
              <a:extLst>
                <a:ext uri="{FF2B5EF4-FFF2-40B4-BE49-F238E27FC236}">
                  <a16:creationId xmlns:a16="http://schemas.microsoft.com/office/drawing/2014/main" id="{7BF790A0-DDA3-45E7-BEFD-C08F3FD857A8}"/>
                </a:ext>
              </a:extLst>
            </p:cNvPr>
            <p:cNvGrpSpPr/>
            <p:nvPr/>
          </p:nvGrpSpPr>
          <p:grpSpPr>
            <a:xfrm rot="893195">
              <a:off x="4318112" y="1782349"/>
              <a:ext cx="288032" cy="1114416"/>
              <a:chOff x="899592" y="3106672"/>
              <a:chExt cx="288032" cy="1114416"/>
            </a:xfrm>
            <a:solidFill>
              <a:srgbClr val="FFB850"/>
            </a:solidFill>
          </p:grpSpPr>
          <p:sp>
            <p:nvSpPr>
              <p:cNvPr id="21" name="Isosceles Triangle 8">
                <a:extLst>
                  <a:ext uri="{FF2B5EF4-FFF2-40B4-BE49-F238E27FC236}">
                    <a16:creationId xmlns:a16="http://schemas.microsoft.com/office/drawing/2014/main" id="{AE9C9D39-964E-410C-99FD-912320F105D8}"/>
                  </a:ext>
                </a:extLst>
              </p:cNvPr>
              <p:cNvSpPr/>
              <p:nvPr/>
            </p:nvSpPr>
            <p:spPr>
              <a:xfrm rot="10800000">
                <a:off x="971600" y="3284984"/>
                <a:ext cx="144017" cy="936104"/>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Oval 9">
                <a:extLst>
                  <a:ext uri="{FF2B5EF4-FFF2-40B4-BE49-F238E27FC236}">
                    <a16:creationId xmlns:a16="http://schemas.microsoft.com/office/drawing/2014/main" id="{D6715810-16CA-46C9-BA11-797CF0166B09}"/>
                  </a:ext>
                </a:extLst>
              </p:cNvPr>
              <p:cNvSpPr/>
              <p:nvPr/>
            </p:nvSpPr>
            <p:spPr>
              <a:xfrm>
                <a:off x="899592" y="3106672"/>
                <a:ext cx="288032" cy="28803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0" name="TextBox 19">
              <a:extLst>
                <a:ext uri="{FF2B5EF4-FFF2-40B4-BE49-F238E27FC236}">
                  <a16:creationId xmlns:a16="http://schemas.microsoft.com/office/drawing/2014/main" id="{CF87F78A-4B6F-48CF-BA6E-FDBE944DBE90}"/>
                </a:ext>
              </a:extLst>
            </p:cNvPr>
            <p:cNvSpPr txBox="1"/>
            <p:nvPr/>
          </p:nvSpPr>
          <p:spPr>
            <a:xfrm>
              <a:off x="4744461" y="1671300"/>
              <a:ext cx="358748" cy="461665"/>
            </a:xfrm>
            <a:prstGeom prst="rect">
              <a:avLst/>
            </a:prstGeom>
            <a:noFill/>
          </p:spPr>
          <p:txBody>
            <a:bodyPr wrap="square" rtlCol="0">
              <a:spAutoFit/>
            </a:bodyPr>
            <a:lstStyle/>
            <a:p>
              <a:pPr algn="ctr"/>
              <a:r>
                <a:rPr lang="en-US" altLang="ko-KR" sz="2400" b="1" dirty="0">
                  <a:solidFill>
                    <a:schemeClr val="tx1">
                      <a:lumMod val="75000"/>
                      <a:lumOff val="25000"/>
                    </a:schemeClr>
                  </a:solidFill>
                  <a:cs typeface="Calibri" pitchFamily="34" charset="0"/>
                </a:rPr>
                <a:t>C</a:t>
              </a:r>
              <a:endParaRPr lang="ko-KR" altLang="en-US" sz="2400" b="1" dirty="0">
                <a:solidFill>
                  <a:schemeClr val="tx1">
                    <a:lumMod val="75000"/>
                    <a:lumOff val="25000"/>
                  </a:schemeClr>
                </a:solidFill>
                <a:cs typeface="Calibri" pitchFamily="34" charset="0"/>
              </a:endParaRPr>
            </a:p>
          </p:txBody>
        </p:sp>
      </p:grpSp>
      <p:grpSp>
        <p:nvGrpSpPr>
          <p:cNvPr id="23" name="Group 65">
            <a:extLst>
              <a:ext uri="{FF2B5EF4-FFF2-40B4-BE49-F238E27FC236}">
                <a16:creationId xmlns:a16="http://schemas.microsoft.com/office/drawing/2014/main" id="{64C58773-3CA8-44AD-BC58-F4AF73C3EB11}"/>
              </a:ext>
            </a:extLst>
          </p:cNvPr>
          <p:cNvGrpSpPr/>
          <p:nvPr/>
        </p:nvGrpSpPr>
        <p:grpSpPr>
          <a:xfrm>
            <a:off x="8240495" y="3014118"/>
            <a:ext cx="473360" cy="1588227"/>
            <a:chOff x="7086581" y="2894862"/>
            <a:chExt cx="473360" cy="1588227"/>
          </a:xfrm>
        </p:grpSpPr>
        <p:grpSp>
          <p:nvGrpSpPr>
            <p:cNvPr id="24" name="Group 13">
              <a:extLst>
                <a:ext uri="{FF2B5EF4-FFF2-40B4-BE49-F238E27FC236}">
                  <a16:creationId xmlns:a16="http://schemas.microsoft.com/office/drawing/2014/main" id="{C7C6F53D-8729-47A2-A698-8893B11F7120}"/>
                </a:ext>
              </a:extLst>
            </p:cNvPr>
            <p:cNvGrpSpPr/>
            <p:nvPr/>
          </p:nvGrpSpPr>
          <p:grpSpPr>
            <a:xfrm rot="893195">
              <a:off x="7086581" y="3368673"/>
              <a:ext cx="288032" cy="1114416"/>
              <a:chOff x="899592" y="3106672"/>
              <a:chExt cx="288032" cy="1114416"/>
            </a:xfrm>
            <a:solidFill>
              <a:srgbClr val="F57627"/>
            </a:solidFill>
          </p:grpSpPr>
          <p:sp>
            <p:nvSpPr>
              <p:cNvPr id="26" name="Isosceles Triangle 14">
                <a:extLst>
                  <a:ext uri="{FF2B5EF4-FFF2-40B4-BE49-F238E27FC236}">
                    <a16:creationId xmlns:a16="http://schemas.microsoft.com/office/drawing/2014/main" id="{88A971CA-3676-4A94-A536-E09BBD91ED6D}"/>
                  </a:ext>
                </a:extLst>
              </p:cNvPr>
              <p:cNvSpPr/>
              <p:nvPr/>
            </p:nvSpPr>
            <p:spPr>
              <a:xfrm rot="10800000">
                <a:off x="971600" y="3284984"/>
                <a:ext cx="144017" cy="936104"/>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Oval 15">
                <a:extLst>
                  <a:ext uri="{FF2B5EF4-FFF2-40B4-BE49-F238E27FC236}">
                    <a16:creationId xmlns:a16="http://schemas.microsoft.com/office/drawing/2014/main" id="{E793AD34-2506-43B5-B829-E0D96D32B5B9}"/>
                  </a:ext>
                </a:extLst>
              </p:cNvPr>
              <p:cNvSpPr/>
              <p:nvPr/>
            </p:nvSpPr>
            <p:spPr>
              <a:xfrm>
                <a:off x="899592" y="3106672"/>
                <a:ext cx="288032" cy="28803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5" name="TextBox 24">
              <a:extLst>
                <a:ext uri="{FF2B5EF4-FFF2-40B4-BE49-F238E27FC236}">
                  <a16:creationId xmlns:a16="http://schemas.microsoft.com/office/drawing/2014/main" id="{978DB5B2-D0B4-4A0B-9485-FD59AAC8A556}"/>
                </a:ext>
              </a:extLst>
            </p:cNvPr>
            <p:cNvSpPr txBox="1"/>
            <p:nvPr/>
          </p:nvSpPr>
          <p:spPr>
            <a:xfrm>
              <a:off x="7201193" y="2894862"/>
              <a:ext cx="358748" cy="461665"/>
            </a:xfrm>
            <a:prstGeom prst="rect">
              <a:avLst/>
            </a:prstGeom>
            <a:noFill/>
          </p:spPr>
          <p:txBody>
            <a:bodyPr wrap="square" rtlCol="0">
              <a:spAutoFit/>
            </a:bodyPr>
            <a:lstStyle/>
            <a:p>
              <a:pPr algn="ctr"/>
              <a:r>
                <a:rPr lang="en-US" altLang="ko-KR" sz="2400" b="1" dirty="0">
                  <a:solidFill>
                    <a:schemeClr val="tx1">
                      <a:lumMod val="75000"/>
                      <a:lumOff val="25000"/>
                    </a:schemeClr>
                  </a:solidFill>
                  <a:cs typeface="Calibri" pitchFamily="34" charset="0"/>
                </a:rPr>
                <a:t>D</a:t>
              </a:r>
              <a:endParaRPr lang="ko-KR" altLang="en-US" sz="2400" b="1" dirty="0">
                <a:solidFill>
                  <a:schemeClr val="tx1">
                    <a:lumMod val="75000"/>
                    <a:lumOff val="25000"/>
                  </a:schemeClr>
                </a:solidFill>
                <a:cs typeface="Calibri" pitchFamily="34" charset="0"/>
              </a:endParaRPr>
            </a:p>
          </p:txBody>
        </p:sp>
      </p:grpSp>
      <p:sp>
        <p:nvSpPr>
          <p:cNvPr id="28" name="자유형: 도형 27">
            <a:extLst>
              <a:ext uri="{FF2B5EF4-FFF2-40B4-BE49-F238E27FC236}">
                <a16:creationId xmlns:a16="http://schemas.microsoft.com/office/drawing/2014/main" id="{BA7103E4-549A-47F2-8A0A-15FA08277FC4}"/>
              </a:ext>
            </a:extLst>
          </p:cNvPr>
          <p:cNvSpPr/>
          <p:nvPr/>
        </p:nvSpPr>
        <p:spPr>
          <a:xfrm>
            <a:off x="1077648" y="5062055"/>
            <a:ext cx="2232000" cy="1224000"/>
          </a:xfrm>
          <a:custGeom>
            <a:avLst/>
            <a:gdLst>
              <a:gd name="connsiteX0" fmla="*/ 387281 w 2232000"/>
              <a:gd name="connsiteY0" fmla="*/ 0 h 1224000"/>
              <a:gd name="connsiteX1" fmla="*/ 1997861 w 2232000"/>
              <a:gd name="connsiteY1" fmla="*/ 0 h 1224000"/>
              <a:gd name="connsiteX2" fmla="*/ 2232000 w 2232000"/>
              <a:gd name="connsiteY2" fmla="*/ 204004 h 1224000"/>
              <a:gd name="connsiteX3" fmla="*/ 2232000 w 2232000"/>
              <a:gd name="connsiteY3" fmla="*/ 1019997 h 1224000"/>
              <a:gd name="connsiteX4" fmla="*/ 1997861 w 2232000"/>
              <a:gd name="connsiteY4" fmla="*/ 1224000 h 1224000"/>
              <a:gd name="connsiteX5" fmla="*/ 234140 w 2232000"/>
              <a:gd name="connsiteY5" fmla="*/ 1224000 h 1224000"/>
              <a:gd name="connsiteX6" fmla="*/ 0 w 2232000"/>
              <a:gd name="connsiteY6" fmla="*/ 1019997 h 1224000"/>
              <a:gd name="connsiteX7" fmla="*/ 0 w 2232000"/>
              <a:gd name="connsiteY7" fmla="*/ 395113 h 1224000"/>
              <a:gd name="connsiteX8" fmla="*/ 760 w 2232000"/>
              <a:gd name="connsiteY8" fmla="*/ 395349 h 1224000"/>
              <a:gd name="connsiteX9" fmla="*/ 66767 w 2232000"/>
              <a:gd name="connsiteY9" fmla="*/ 402003 h 1224000"/>
              <a:gd name="connsiteX10" fmla="*/ 394287 w 2232000"/>
              <a:gd name="connsiteY10" fmla="*/ 74483 h 1224000"/>
              <a:gd name="connsiteX11" fmla="*/ 393087 w 2232000"/>
              <a:gd name="connsiteY11" fmla="*/ 62580 h 1224000"/>
              <a:gd name="connsiteX12" fmla="*/ 393804 w 2232000"/>
              <a:gd name="connsiteY12" fmla="*/ 56382 h 1224000"/>
              <a:gd name="connsiteX13" fmla="*/ 387281 w 2232000"/>
              <a:gd name="connsiteY13" fmla="*/ 0 h 12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32000" h="1224000">
                <a:moveTo>
                  <a:pt x="387281" y="0"/>
                </a:moveTo>
                <a:lnTo>
                  <a:pt x="1997861" y="0"/>
                </a:lnTo>
                <a:cubicBezTo>
                  <a:pt x="2127172" y="0"/>
                  <a:pt x="2232000" y="91336"/>
                  <a:pt x="2232000" y="204004"/>
                </a:cubicBezTo>
                <a:lnTo>
                  <a:pt x="2232000" y="1019997"/>
                </a:lnTo>
                <a:cubicBezTo>
                  <a:pt x="2232000" y="1132665"/>
                  <a:pt x="2127172" y="1224000"/>
                  <a:pt x="1997861" y="1224000"/>
                </a:cubicBezTo>
                <a:lnTo>
                  <a:pt x="234140" y="1224000"/>
                </a:lnTo>
                <a:cubicBezTo>
                  <a:pt x="104828" y="1224000"/>
                  <a:pt x="0" y="1132665"/>
                  <a:pt x="0" y="1019997"/>
                </a:cubicBezTo>
                <a:lnTo>
                  <a:pt x="0" y="395113"/>
                </a:lnTo>
                <a:lnTo>
                  <a:pt x="760" y="395349"/>
                </a:lnTo>
                <a:cubicBezTo>
                  <a:pt x="22081" y="399712"/>
                  <a:pt x="44157" y="402003"/>
                  <a:pt x="66767" y="402003"/>
                </a:cubicBezTo>
                <a:cubicBezTo>
                  <a:pt x="247651" y="402003"/>
                  <a:pt x="394287" y="255367"/>
                  <a:pt x="394287" y="74483"/>
                </a:cubicBezTo>
                <a:lnTo>
                  <a:pt x="393087" y="62580"/>
                </a:lnTo>
                <a:lnTo>
                  <a:pt x="393804" y="56382"/>
                </a:lnTo>
                <a:cubicBezTo>
                  <a:pt x="393804" y="37078"/>
                  <a:pt x="391650" y="18211"/>
                  <a:pt x="387281" y="0"/>
                </a:cubicBezTo>
                <a:close/>
              </a:path>
            </a:pathLst>
          </a:custGeom>
          <a:solidFill>
            <a:schemeClr val="accent1">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solidFill>
                <a:schemeClr val="tx1"/>
              </a:solidFill>
            </a:endParaRPr>
          </a:p>
        </p:txBody>
      </p:sp>
      <p:sp>
        <p:nvSpPr>
          <p:cNvPr id="31" name="Oval 25">
            <a:extLst>
              <a:ext uri="{FF2B5EF4-FFF2-40B4-BE49-F238E27FC236}">
                <a16:creationId xmlns:a16="http://schemas.microsoft.com/office/drawing/2014/main" id="{0C997EA1-B264-4660-BB8C-1EE5AD2D9B3B}"/>
              </a:ext>
            </a:extLst>
          </p:cNvPr>
          <p:cNvSpPr/>
          <p:nvPr/>
        </p:nvSpPr>
        <p:spPr>
          <a:xfrm>
            <a:off x="850604" y="4825206"/>
            <a:ext cx="588770" cy="588768"/>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solidFill>
                  <a:schemeClr val="accent1"/>
                </a:solidFill>
              </a:rPr>
              <a:t>A</a:t>
            </a:r>
            <a:endParaRPr lang="ko-KR" altLang="en-US" sz="1600" b="1" dirty="0">
              <a:solidFill>
                <a:schemeClr val="accent1"/>
              </a:solidFill>
            </a:endParaRPr>
          </a:p>
        </p:txBody>
      </p:sp>
      <p:sp>
        <p:nvSpPr>
          <p:cNvPr id="32" name="TextBox 31">
            <a:extLst>
              <a:ext uri="{FF2B5EF4-FFF2-40B4-BE49-F238E27FC236}">
                <a16:creationId xmlns:a16="http://schemas.microsoft.com/office/drawing/2014/main" id="{64C76241-EB2B-4C58-9D35-84747F826D71}"/>
              </a:ext>
            </a:extLst>
          </p:cNvPr>
          <p:cNvSpPr txBox="1"/>
          <p:nvPr/>
        </p:nvSpPr>
        <p:spPr>
          <a:xfrm>
            <a:off x="1439374" y="5326398"/>
            <a:ext cx="1748269" cy="738664"/>
          </a:xfrm>
          <a:prstGeom prst="rect">
            <a:avLst/>
          </a:prstGeom>
          <a:noFill/>
        </p:spPr>
        <p:txBody>
          <a:bodyPr wrap="square" lIns="144000" rtlCol="0">
            <a:spAutoFit/>
          </a:bodyPr>
          <a:lstStyle/>
          <a:p>
            <a:r>
              <a:rPr lang="en-US" altLang="ko-KR" sz="1400" dirty="0" smtClean="0">
                <a:solidFill>
                  <a:schemeClr val="tx1">
                    <a:lumMod val="75000"/>
                    <a:lumOff val="25000"/>
                  </a:schemeClr>
                </a:solidFill>
              </a:rPr>
              <a:t>Projects by Continent, Country or Province</a:t>
            </a:r>
            <a:endParaRPr lang="ko-KR" altLang="en-US" sz="1400" dirty="0">
              <a:solidFill>
                <a:schemeClr val="tx1">
                  <a:lumMod val="75000"/>
                  <a:lumOff val="25000"/>
                </a:schemeClr>
              </a:solidFill>
            </a:endParaRPr>
          </a:p>
        </p:txBody>
      </p:sp>
      <p:sp>
        <p:nvSpPr>
          <p:cNvPr id="33" name="자유형: 도형 32">
            <a:extLst>
              <a:ext uri="{FF2B5EF4-FFF2-40B4-BE49-F238E27FC236}">
                <a16:creationId xmlns:a16="http://schemas.microsoft.com/office/drawing/2014/main" id="{D9AC5936-3AB1-4E69-84FC-394D4D31CCC0}"/>
              </a:ext>
            </a:extLst>
          </p:cNvPr>
          <p:cNvSpPr/>
          <p:nvPr/>
        </p:nvSpPr>
        <p:spPr>
          <a:xfrm>
            <a:off x="3794626" y="5062055"/>
            <a:ext cx="2232000" cy="1224000"/>
          </a:xfrm>
          <a:custGeom>
            <a:avLst/>
            <a:gdLst>
              <a:gd name="connsiteX0" fmla="*/ 387281 w 2232000"/>
              <a:gd name="connsiteY0" fmla="*/ 0 h 1224000"/>
              <a:gd name="connsiteX1" fmla="*/ 1997861 w 2232000"/>
              <a:gd name="connsiteY1" fmla="*/ 0 h 1224000"/>
              <a:gd name="connsiteX2" fmla="*/ 2232000 w 2232000"/>
              <a:gd name="connsiteY2" fmla="*/ 204004 h 1224000"/>
              <a:gd name="connsiteX3" fmla="*/ 2232000 w 2232000"/>
              <a:gd name="connsiteY3" fmla="*/ 1019997 h 1224000"/>
              <a:gd name="connsiteX4" fmla="*/ 1997861 w 2232000"/>
              <a:gd name="connsiteY4" fmla="*/ 1224000 h 1224000"/>
              <a:gd name="connsiteX5" fmla="*/ 234140 w 2232000"/>
              <a:gd name="connsiteY5" fmla="*/ 1224000 h 1224000"/>
              <a:gd name="connsiteX6" fmla="*/ 0 w 2232000"/>
              <a:gd name="connsiteY6" fmla="*/ 1019997 h 1224000"/>
              <a:gd name="connsiteX7" fmla="*/ 0 w 2232000"/>
              <a:gd name="connsiteY7" fmla="*/ 395574 h 1224000"/>
              <a:gd name="connsiteX8" fmla="*/ 63776 w 2232000"/>
              <a:gd name="connsiteY8" fmla="*/ 402003 h 1224000"/>
              <a:gd name="connsiteX9" fmla="*/ 384642 w 2232000"/>
              <a:gd name="connsiteY9" fmla="*/ 140490 h 1224000"/>
              <a:gd name="connsiteX10" fmla="*/ 388496 w 2232000"/>
              <a:gd name="connsiteY10" fmla="*/ 102263 h 1224000"/>
              <a:gd name="connsiteX11" fmla="*/ 393804 w 2232000"/>
              <a:gd name="connsiteY11" fmla="*/ 56382 h 1224000"/>
              <a:gd name="connsiteX12" fmla="*/ 387281 w 2232000"/>
              <a:gd name="connsiteY12" fmla="*/ 0 h 12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32000" h="1224000">
                <a:moveTo>
                  <a:pt x="387281" y="0"/>
                </a:moveTo>
                <a:lnTo>
                  <a:pt x="1997861" y="0"/>
                </a:lnTo>
                <a:cubicBezTo>
                  <a:pt x="2127172" y="0"/>
                  <a:pt x="2232000" y="91336"/>
                  <a:pt x="2232000" y="204004"/>
                </a:cubicBezTo>
                <a:lnTo>
                  <a:pt x="2232000" y="1019997"/>
                </a:lnTo>
                <a:cubicBezTo>
                  <a:pt x="2232000" y="1132665"/>
                  <a:pt x="2127172" y="1224000"/>
                  <a:pt x="1997861" y="1224000"/>
                </a:cubicBezTo>
                <a:lnTo>
                  <a:pt x="234140" y="1224000"/>
                </a:lnTo>
                <a:cubicBezTo>
                  <a:pt x="104828" y="1224000"/>
                  <a:pt x="0" y="1132665"/>
                  <a:pt x="0" y="1019997"/>
                </a:cubicBezTo>
                <a:lnTo>
                  <a:pt x="0" y="395574"/>
                </a:lnTo>
                <a:lnTo>
                  <a:pt x="63776" y="402003"/>
                </a:lnTo>
                <a:cubicBezTo>
                  <a:pt x="222050" y="402003"/>
                  <a:pt x="354102" y="289735"/>
                  <a:pt x="384642" y="140490"/>
                </a:cubicBezTo>
                <a:lnTo>
                  <a:pt x="388496" y="102263"/>
                </a:lnTo>
                <a:lnTo>
                  <a:pt x="393804" y="56382"/>
                </a:lnTo>
                <a:cubicBezTo>
                  <a:pt x="393804" y="37078"/>
                  <a:pt x="391650" y="18211"/>
                  <a:pt x="387281" y="0"/>
                </a:cubicBezTo>
                <a:close/>
              </a:path>
            </a:pathLst>
          </a:custGeom>
          <a:solidFill>
            <a:schemeClr val="accent2">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solidFill>
                <a:schemeClr val="tx1"/>
              </a:solidFill>
            </a:endParaRPr>
          </a:p>
        </p:txBody>
      </p:sp>
      <p:sp>
        <p:nvSpPr>
          <p:cNvPr id="36" name="Oval 34">
            <a:extLst>
              <a:ext uri="{FF2B5EF4-FFF2-40B4-BE49-F238E27FC236}">
                <a16:creationId xmlns:a16="http://schemas.microsoft.com/office/drawing/2014/main" id="{2AD9F710-A64E-431E-A933-DE07105BEF01}"/>
              </a:ext>
            </a:extLst>
          </p:cNvPr>
          <p:cNvSpPr/>
          <p:nvPr/>
        </p:nvSpPr>
        <p:spPr>
          <a:xfrm>
            <a:off x="3564591" y="4825206"/>
            <a:ext cx="588770" cy="588768"/>
          </a:xfrm>
          <a:prstGeom prst="ellipse">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solidFill>
                  <a:schemeClr val="accent2"/>
                </a:solidFill>
              </a:rPr>
              <a:t>B</a:t>
            </a:r>
            <a:endParaRPr lang="ko-KR" altLang="en-US" sz="1600" b="1" dirty="0">
              <a:solidFill>
                <a:schemeClr val="accent2"/>
              </a:solidFill>
            </a:endParaRPr>
          </a:p>
        </p:txBody>
      </p:sp>
      <p:sp>
        <p:nvSpPr>
          <p:cNvPr id="37" name="TextBox 36">
            <a:extLst>
              <a:ext uri="{FF2B5EF4-FFF2-40B4-BE49-F238E27FC236}">
                <a16:creationId xmlns:a16="http://schemas.microsoft.com/office/drawing/2014/main" id="{8302DE43-6D37-4FCA-AE75-5D0EFB1A3F82}"/>
              </a:ext>
            </a:extLst>
          </p:cNvPr>
          <p:cNvSpPr txBox="1"/>
          <p:nvPr/>
        </p:nvSpPr>
        <p:spPr>
          <a:xfrm>
            <a:off x="4036492" y="5311010"/>
            <a:ext cx="1748269" cy="954107"/>
          </a:xfrm>
          <a:prstGeom prst="rect">
            <a:avLst/>
          </a:prstGeom>
          <a:noFill/>
        </p:spPr>
        <p:txBody>
          <a:bodyPr wrap="square" lIns="144000" rtlCol="0">
            <a:spAutoFit/>
          </a:bodyPr>
          <a:lstStyle/>
          <a:p>
            <a:r>
              <a:rPr lang="en-US" altLang="ko-KR" sz="1400" dirty="0" smtClean="0">
                <a:solidFill>
                  <a:schemeClr val="tx1">
                    <a:lumMod val="75000"/>
                    <a:lumOff val="25000"/>
                  </a:schemeClr>
                </a:solidFill>
              </a:rPr>
              <a:t>Projects by Category, 35% Computer Science</a:t>
            </a:r>
          </a:p>
          <a:p>
            <a:r>
              <a:rPr lang="en-US" altLang="ko-KR" sz="1400" dirty="0" smtClean="0">
                <a:solidFill>
                  <a:schemeClr val="tx1">
                    <a:lumMod val="75000"/>
                    <a:lumOff val="25000"/>
                  </a:schemeClr>
                </a:solidFill>
              </a:rPr>
              <a:t>22% Engineering</a:t>
            </a:r>
            <a:endParaRPr lang="ko-KR" altLang="en-US" sz="1400" dirty="0">
              <a:solidFill>
                <a:schemeClr val="tx1">
                  <a:lumMod val="75000"/>
                  <a:lumOff val="25000"/>
                </a:schemeClr>
              </a:solidFill>
            </a:endParaRPr>
          </a:p>
        </p:txBody>
      </p:sp>
      <p:sp>
        <p:nvSpPr>
          <p:cNvPr id="38" name="자유형: 도형 37">
            <a:extLst>
              <a:ext uri="{FF2B5EF4-FFF2-40B4-BE49-F238E27FC236}">
                <a16:creationId xmlns:a16="http://schemas.microsoft.com/office/drawing/2014/main" id="{B9629D19-5A38-4610-B9A4-D9152150E9BA}"/>
              </a:ext>
            </a:extLst>
          </p:cNvPr>
          <p:cNvSpPr/>
          <p:nvPr/>
        </p:nvSpPr>
        <p:spPr>
          <a:xfrm>
            <a:off x="6511604" y="5062055"/>
            <a:ext cx="2232000" cy="1224000"/>
          </a:xfrm>
          <a:custGeom>
            <a:avLst/>
            <a:gdLst>
              <a:gd name="connsiteX0" fmla="*/ 387281 w 2232000"/>
              <a:gd name="connsiteY0" fmla="*/ 0 h 1224000"/>
              <a:gd name="connsiteX1" fmla="*/ 1997860 w 2232000"/>
              <a:gd name="connsiteY1" fmla="*/ 0 h 1224000"/>
              <a:gd name="connsiteX2" fmla="*/ 2232000 w 2232000"/>
              <a:gd name="connsiteY2" fmla="*/ 204004 h 1224000"/>
              <a:gd name="connsiteX3" fmla="*/ 2232000 w 2232000"/>
              <a:gd name="connsiteY3" fmla="*/ 1019997 h 1224000"/>
              <a:gd name="connsiteX4" fmla="*/ 1997860 w 2232000"/>
              <a:gd name="connsiteY4" fmla="*/ 1224000 h 1224000"/>
              <a:gd name="connsiteX5" fmla="*/ 234140 w 2232000"/>
              <a:gd name="connsiteY5" fmla="*/ 1224000 h 1224000"/>
              <a:gd name="connsiteX6" fmla="*/ 0 w 2232000"/>
              <a:gd name="connsiteY6" fmla="*/ 1019997 h 1224000"/>
              <a:gd name="connsiteX7" fmla="*/ 0 w 2232000"/>
              <a:gd name="connsiteY7" fmla="*/ 395876 h 1224000"/>
              <a:gd name="connsiteX8" fmla="*/ 60785 w 2232000"/>
              <a:gd name="connsiteY8" fmla="*/ 402003 h 1224000"/>
              <a:gd name="connsiteX9" fmla="*/ 381651 w 2232000"/>
              <a:gd name="connsiteY9" fmla="*/ 140490 h 1224000"/>
              <a:gd name="connsiteX10" fmla="*/ 383104 w 2232000"/>
              <a:gd name="connsiteY10" fmla="*/ 126082 h 1224000"/>
              <a:gd name="connsiteX11" fmla="*/ 387008 w 2232000"/>
              <a:gd name="connsiteY11" fmla="*/ 115123 h 1224000"/>
              <a:gd name="connsiteX12" fmla="*/ 393804 w 2232000"/>
              <a:gd name="connsiteY12" fmla="*/ 56382 h 1224000"/>
              <a:gd name="connsiteX13" fmla="*/ 387281 w 2232000"/>
              <a:gd name="connsiteY13" fmla="*/ 0 h 12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32000" h="1224000">
                <a:moveTo>
                  <a:pt x="387281" y="0"/>
                </a:moveTo>
                <a:lnTo>
                  <a:pt x="1997860" y="0"/>
                </a:lnTo>
                <a:cubicBezTo>
                  <a:pt x="2127172" y="0"/>
                  <a:pt x="2232000" y="91336"/>
                  <a:pt x="2232000" y="204004"/>
                </a:cubicBezTo>
                <a:lnTo>
                  <a:pt x="2232000" y="1019997"/>
                </a:lnTo>
                <a:cubicBezTo>
                  <a:pt x="2232000" y="1132665"/>
                  <a:pt x="2127172" y="1224000"/>
                  <a:pt x="1997860" y="1224000"/>
                </a:cubicBezTo>
                <a:lnTo>
                  <a:pt x="234140" y="1224000"/>
                </a:lnTo>
                <a:cubicBezTo>
                  <a:pt x="104828" y="1224000"/>
                  <a:pt x="0" y="1132665"/>
                  <a:pt x="0" y="1019997"/>
                </a:cubicBezTo>
                <a:lnTo>
                  <a:pt x="0" y="395876"/>
                </a:lnTo>
                <a:lnTo>
                  <a:pt x="60785" y="402003"/>
                </a:lnTo>
                <a:cubicBezTo>
                  <a:pt x="219059" y="402003"/>
                  <a:pt x="351111" y="289735"/>
                  <a:pt x="381651" y="140490"/>
                </a:cubicBezTo>
                <a:lnTo>
                  <a:pt x="383104" y="126082"/>
                </a:lnTo>
                <a:lnTo>
                  <a:pt x="387008" y="115123"/>
                </a:lnTo>
                <a:cubicBezTo>
                  <a:pt x="391464" y="96149"/>
                  <a:pt x="393804" y="76504"/>
                  <a:pt x="393804" y="56382"/>
                </a:cubicBezTo>
                <a:cubicBezTo>
                  <a:pt x="393804" y="37078"/>
                  <a:pt x="391650" y="18211"/>
                  <a:pt x="387281" y="0"/>
                </a:cubicBezTo>
                <a:close/>
              </a:path>
            </a:pathLst>
          </a:custGeom>
          <a:solidFill>
            <a:schemeClr val="accent3">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solidFill>
                <a:schemeClr val="tx1"/>
              </a:solidFill>
            </a:endParaRPr>
          </a:p>
        </p:txBody>
      </p:sp>
      <p:sp>
        <p:nvSpPr>
          <p:cNvPr id="41" name="Oval 38">
            <a:extLst>
              <a:ext uri="{FF2B5EF4-FFF2-40B4-BE49-F238E27FC236}">
                <a16:creationId xmlns:a16="http://schemas.microsoft.com/office/drawing/2014/main" id="{C6C9A3F4-2324-4F06-98B6-D937DC31DFD7}"/>
              </a:ext>
            </a:extLst>
          </p:cNvPr>
          <p:cNvSpPr/>
          <p:nvPr/>
        </p:nvSpPr>
        <p:spPr>
          <a:xfrm>
            <a:off x="6278578" y="4825206"/>
            <a:ext cx="588770" cy="588768"/>
          </a:xfrm>
          <a:prstGeom prst="ellipse">
            <a:avLst/>
          </a:prstGeom>
          <a:no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solidFill>
                  <a:schemeClr val="accent3"/>
                </a:solidFill>
              </a:rPr>
              <a:t>C</a:t>
            </a:r>
            <a:endParaRPr lang="ko-KR" altLang="en-US" sz="1600" b="1" dirty="0">
              <a:solidFill>
                <a:schemeClr val="accent3"/>
              </a:solidFill>
            </a:endParaRPr>
          </a:p>
        </p:txBody>
      </p:sp>
      <p:sp>
        <p:nvSpPr>
          <p:cNvPr id="42" name="TextBox 41">
            <a:extLst>
              <a:ext uri="{FF2B5EF4-FFF2-40B4-BE49-F238E27FC236}">
                <a16:creationId xmlns:a16="http://schemas.microsoft.com/office/drawing/2014/main" id="{D2782373-551B-4903-8079-D238525D96D4}"/>
              </a:ext>
            </a:extLst>
          </p:cNvPr>
          <p:cNvSpPr txBox="1"/>
          <p:nvPr/>
        </p:nvSpPr>
        <p:spPr>
          <a:xfrm>
            <a:off x="6681106" y="5157121"/>
            <a:ext cx="2079282" cy="1169551"/>
          </a:xfrm>
          <a:prstGeom prst="rect">
            <a:avLst/>
          </a:prstGeom>
          <a:noFill/>
        </p:spPr>
        <p:txBody>
          <a:bodyPr wrap="square" lIns="144000" rtlCol="0">
            <a:spAutoFit/>
          </a:bodyPr>
          <a:lstStyle/>
          <a:p>
            <a:r>
              <a:rPr lang="en-US" altLang="ko-KR" sz="1400" dirty="0" smtClean="0">
                <a:solidFill>
                  <a:schemeClr val="tx1">
                    <a:lumMod val="75000"/>
                    <a:lumOff val="25000"/>
                  </a:schemeClr>
                </a:solidFill>
              </a:rPr>
              <a:t>Participation Statistics, Judge Workload, Submission Trends, Gender Distribution, Provincial Statistics etc.</a:t>
            </a:r>
            <a:endParaRPr lang="ko-KR" altLang="en-US" sz="1400" dirty="0">
              <a:solidFill>
                <a:schemeClr val="tx1">
                  <a:lumMod val="75000"/>
                  <a:lumOff val="25000"/>
                </a:schemeClr>
              </a:solidFill>
            </a:endParaRPr>
          </a:p>
        </p:txBody>
      </p:sp>
      <p:sp>
        <p:nvSpPr>
          <p:cNvPr id="43" name="자유형: 도형 42">
            <a:extLst>
              <a:ext uri="{FF2B5EF4-FFF2-40B4-BE49-F238E27FC236}">
                <a16:creationId xmlns:a16="http://schemas.microsoft.com/office/drawing/2014/main" id="{7EA08D73-CFB7-478E-847A-50E26B8BDEE6}"/>
              </a:ext>
            </a:extLst>
          </p:cNvPr>
          <p:cNvSpPr/>
          <p:nvPr/>
        </p:nvSpPr>
        <p:spPr>
          <a:xfrm>
            <a:off x="9228582" y="5062055"/>
            <a:ext cx="2232000" cy="1224000"/>
          </a:xfrm>
          <a:custGeom>
            <a:avLst/>
            <a:gdLst>
              <a:gd name="connsiteX0" fmla="*/ 387280 w 2232000"/>
              <a:gd name="connsiteY0" fmla="*/ 0 h 1224000"/>
              <a:gd name="connsiteX1" fmla="*/ 1997860 w 2232000"/>
              <a:gd name="connsiteY1" fmla="*/ 0 h 1224000"/>
              <a:gd name="connsiteX2" fmla="*/ 2232000 w 2232000"/>
              <a:gd name="connsiteY2" fmla="*/ 204004 h 1224000"/>
              <a:gd name="connsiteX3" fmla="*/ 2232000 w 2232000"/>
              <a:gd name="connsiteY3" fmla="*/ 1019997 h 1224000"/>
              <a:gd name="connsiteX4" fmla="*/ 1997860 w 2232000"/>
              <a:gd name="connsiteY4" fmla="*/ 1224000 h 1224000"/>
              <a:gd name="connsiteX5" fmla="*/ 234140 w 2232000"/>
              <a:gd name="connsiteY5" fmla="*/ 1224000 h 1224000"/>
              <a:gd name="connsiteX6" fmla="*/ 0 w 2232000"/>
              <a:gd name="connsiteY6" fmla="*/ 1019997 h 1224000"/>
              <a:gd name="connsiteX7" fmla="*/ 0 w 2232000"/>
              <a:gd name="connsiteY7" fmla="*/ 396177 h 1224000"/>
              <a:gd name="connsiteX8" fmla="*/ 57794 w 2232000"/>
              <a:gd name="connsiteY8" fmla="*/ 402003 h 1224000"/>
              <a:gd name="connsiteX9" fmla="*/ 378660 w 2232000"/>
              <a:gd name="connsiteY9" fmla="*/ 140490 h 1224000"/>
              <a:gd name="connsiteX10" fmla="*/ 378932 w 2232000"/>
              <a:gd name="connsiteY10" fmla="*/ 137790 h 1224000"/>
              <a:gd name="connsiteX11" fmla="*/ 387008 w 2232000"/>
              <a:gd name="connsiteY11" fmla="*/ 115123 h 1224000"/>
              <a:gd name="connsiteX12" fmla="*/ 393804 w 2232000"/>
              <a:gd name="connsiteY12" fmla="*/ 56382 h 1224000"/>
              <a:gd name="connsiteX13" fmla="*/ 387280 w 2232000"/>
              <a:gd name="connsiteY13" fmla="*/ 0 h 122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32000" h="1224000">
                <a:moveTo>
                  <a:pt x="387280" y="0"/>
                </a:moveTo>
                <a:lnTo>
                  <a:pt x="1997860" y="0"/>
                </a:lnTo>
                <a:cubicBezTo>
                  <a:pt x="2127172" y="0"/>
                  <a:pt x="2232000" y="91336"/>
                  <a:pt x="2232000" y="204004"/>
                </a:cubicBezTo>
                <a:lnTo>
                  <a:pt x="2232000" y="1019997"/>
                </a:lnTo>
                <a:cubicBezTo>
                  <a:pt x="2232000" y="1132665"/>
                  <a:pt x="2127172" y="1224000"/>
                  <a:pt x="1997860" y="1224000"/>
                </a:cubicBezTo>
                <a:lnTo>
                  <a:pt x="234140" y="1224000"/>
                </a:lnTo>
                <a:cubicBezTo>
                  <a:pt x="104828" y="1224000"/>
                  <a:pt x="0" y="1132665"/>
                  <a:pt x="0" y="1019997"/>
                </a:cubicBezTo>
                <a:lnTo>
                  <a:pt x="0" y="396177"/>
                </a:lnTo>
                <a:lnTo>
                  <a:pt x="57794" y="402003"/>
                </a:lnTo>
                <a:cubicBezTo>
                  <a:pt x="216068" y="402003"/>
                  <a:pt x="348120" y="289735"/>
                  <a:pt x="378660" y="140490"/>
                </a:cubicBezTo>
                <a:lnTo>
                  <a:pt x="378932" y="137790"/>
                </a:lnTo>
                <a:lnTo>
                  <a:pt x="387008" y="115123"/>
                </a:lnTo>
                <a:cubicBezTo>
                  <a:pt x="391464" y="96149"/>
                  <a:pt x="393804" y="76504"/>
                  <a:pt x="393804" y="56382"/>
                </a:cubicBezTo>
                <a:cubicBezTo>
                  <a:pt x="393804" y="37078"/>
                  <a:pt x="391650" y="18211"/>
                  <a:pt x="387280" y="0"/>
                </a:cubicBezTo>
                <a:close/>
              </a:path>
            </a:pathLst>
          </a:custGeom>
          <a:solidFill>
            <a:schemeClr val="accent4">
              <a:alpha val="2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solidFill>
                <a:schemeClr val="tx1"/>
              </a:solidFill>
            </a:endParaRPr>
          </a:p>
        </p:txBody>
      </p:sp>
      <p:sp>
        <p:nvSpPr>
          <p:cNvPr id="46" name="Oval 42">
            <a:extLst>
              <a:ext uri="{FF2B5EF4-FFF2-40B4-BE49-F238E27FC236}">
                <a16:creationId xmlns:a16="http://schemas.microsoft.com/office/drawing/2014/main" id="{3704F7EB-6746-4252-85A1-83C4017E870E}"/>
              </a:ext>
            </a:extLst>
          </p:cNvPr>
          <p:cNvSpPr/>
          <p:nvPr/>
        </p:nvSpPr>
        <p:spPr>
          <a:xfrm>
            <a:off x="8992565" y="4825206"/>
            <a:ext cx="588770" cy="588768"/>
          </a:xfrm>
          <a:prstGeom prst="ellipse">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b="1" dirty="0">
                <a:solidFill>
                  <a:schemeClr val="accent4"/>
                </a:solidFill>
              </a:rPr>
              <a:t>D</a:t>
            </a:r>
            <a:endParaRPr lang="ko-KR" altLang="en-US" sz="1600" b="1" dirty="0">
              <a:solidFill>
                <a:schemeClr val="accent4"/>
              </a:solidFill>
            </a:endParaRPr>
          </a:p>
        </p:txBody>
      </p:sp>
      <p:sp>
        <p:nvSpPr>
          <p:cNvPr id="47" name="TextBox 46">
            <a:extLst>
              <a:ext uri="{FF2B5EF4-FFF2-40B4-BE49-F238E27FC236}">
                <a16:creationId xmlns:a16="http://schemas.microsoft.com/office/drawing/2014/main" id="{08FC3AC6-94C4-475E-9A1C-018511F6B544}"/>
              </a:ext>
            </a:extLst>
          </p:cNvPr>
          <p:cNvSpPr txBox="1"/>
          <p:nvPr/>
        </p:nvSpPr>
        <p:spPr>
          <a:xfrm>
            <a:off x="9470448" y="5311010"/>
            <a:ext cx="1748269" cy="461665"/>
          </a:xfrm>
          <a:prstGeom prst="rect">
            <a:avLst/>
          </a:prstGeom>
          <a:noFill/>
        </p:spPr>
        <p:txBody>
          <a:bodyPr wrap="square" lIns="144000" rtlCol="0">
            <a:spAutoFit/>
          </a:bodyPr>
          <a:lstStyle/>
          <a:p>
            <a:r>
              <a:rPr lang="en-US" altLang="ko-KR" sz="1200" dirty="0" smtClean="0">
                <a:solidFill>
                  <a:schemeClr val="tx1">
                    <a:lumMod val="75000"/>
                    <a:lumOff val="25000"/>
                  </a:schemeClr>
                </a:solidFill>
              </a:rPr>
              <a:t>Export as PDF, Excel or CSV</a:t>
            </a:r>
            <a:endParaRPr lang="ko-KR" altLang="en-US" sz="1200" dirty="0">
              <a:solidFill>
                <a:schemeClr val="tx1">
                  <a:lumMod val="75000"/>
                  <a:lumOff val="25000"/>
                </a:schemeClr>
              </a:solidFill>
            </a:endParaRPr>
          </a:p>
        </p:txBody>
      </p:sp>
      <p:grpSp>
        <p:nvGrpSpPr>
          <p:cNvPr id="48" name="Group 47">
            <a:extLst>
              <a:ext uri="{FF2B5EF4-FFF2-40B4-BE49-F238E27FC236}">
                <a16:creationId xmlns:a16="http://schemas.microsoft.com/office/drawing/2014/main" id="{D4A5541F-C21C-46A9-9967-D71D517E5CEE}"/>
              </a:ext>
            </a:extLst>
          </p:cNvPr>
          <p:cNvGrpSpPr/>
          <p:nvPr/>
        </p:nvGrpSpPr>
        <p:grpSpPr>
          <a:xfrm>
            <a:off x="9847024" y="1818169"/>
            <a:ext cx="2049701" cy="959214"/>
            <a:chOff x="7020272" y="1700460"/>
            <a:chExt cx="1296144" cy="959214"/>
          </a:xfrm>
        </p:grpSpPr>
        <p:grpSp>
          <p:nvGrpSpPr>
            <p:cNvPr id="49" name="Group 48">
              <a:extLst>
                <a:ext uri="{FF2B5EF4-FFF2-40B4-BE49-F238E27FC236}">
                  <a16:creationId xmlns:a16="http://schemas.microsoft.com/office/drawing/2014/main" id="{B429E6BC-1213-4C72-9A7C-542AFEE737D7}"/>
                </a:ext>
              </a:extLst>
            </p:cNvPr>
            <p:cNvGrpSpPr/>
            <p:nvPr/>
          </p:nvGrpSpPr>
          <p:grpSpPr>
            <a:xfrm>
              <a:off x="7020272" y="1700460"/>
              <a:ext cx="1296144" cy="461665"/>
              <a:chOff x="7020272" y="1700460"/>
              <a:chExt cx="1296144" cy="461665"/>
            </a:xfrm>
          </p:grpSpPr>
          <p:sp>
            <p:nvSpPr>
              <p:cNvPr id="59" name="Rectangle 58">
                <a:extLst>
                  <a:ext uri="{FF2B5EF4-FFF2-40B4-BE49-F238E27FC236}">
                    <a16:creationId xmlns:a16="http://schemas.microsoft.com/office/drawing/2014/main" id="{9965475D-5CFF-46E8-98F5-F4F960575DD0}"/>
                  </a:ext>
                </a:extLst>
              </p:cNvPr>
              <p:cNvSpPr/>
              <p:nvPr/>
            </p:nvSpPr>
            <p:spPr>
              <a:xfrm>
                <a:off x="7020272" y="1772816"/>
                <a:ext cx="288032" cy="1440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TextBox 59">
                <a:extLst>
                  <a:ext uri="{FF2B5EF4-FFF2-40B4-BE49-F238E27FC236}">
                    <a16:creationId xmlns:a16="http://schemas.microsoft.com/office/drawing/2014/main" id="{341475C4-7789-4D9B-8481-AAE003122623}"/>
                  </a:ext>
                </a:extLst>
              </p:cNvPr>
              <p:cNvSpPr txBox="1"/>
              <p:nvPr/>
            </p:nvSpPr>
            <p:spPr>
              <a:xfrm>
                <a:off x="7304112" y="1700460"/>
                <a:ext cx="1012304" cy="461665"/>
              </a:xfrm>
              <a:prstGeom prst="rect">
                <a:avLst/>
              </a:prstGeom>
              <a:noFill/>
            </p:spPr>
            <p:txBody>
              <a:bodyPr wrap="square" rtlCol="0">
                <a:spAutoFit/>
              </a:bodyPr>
              <a:lstStyle/>
              <a:p>
                <a:r>
                  <a:rPr lang="en-US" altLang="ko-KR" sz="1200" dirty="0" smtClean="0">
                    <a:solidFill>
                      <a:schemeClr val="tx1">
                        <a:lumMod val="65000"/>
                        <a:lumOff val="35000"/>
                      </a:schemeClr>
                    </a:solidFill>
                    <a:cs typeface="Calibri" pitchFamily="34" charset="0"/>
                  </a:rPr>
                  <a:t>South America</a:t>
                </a:r>
                <a:endParaRPr lang="ko-KR" altLang="en-US" sz="1200" dirty="0">
                  <a:solidFill>
                    <a:schemeClr val="tx1">
                      <a:lumMod val="65000"/>
                      <a:lumOff val="35000"/>
                    </a:schemeClr>
                  </a:solidFill>
                  <a:cs typeface="Calibri" pitchFamily="34" charset="0"/>
                </a:endParaRPr>
              </a:p>
            </p:txBody>
          </p:sp>
        </p:grpSp>
        <p:grpSp>
          <p:nvGrpSpPr>
            <p:cNvPr id="50" name="Group 49">
              <a:extLst>
                <a:ext uri="{FF2B5EF4-FFF2-40B4-BE49-F238E27FC236}">
                  <a16:creationId xmlns:a16="http://schemas.microsoft.com/office/drawing/2014/main" id="{0A1284D9-D91B-42BA-9135-86E7743B8EC3}"/>
                </a:ext>
              </a:extLst>
            </p:cNvPr>
            <p:cNvGrpSpPr/>
            <p:nvPr/>
          </p:nvGrpSpPr>
          <p:grpSpPr>
            <a:xfrm>
              <a:off x="7020272" y="1927865"/>
              <a:ext cx="1296144" cy="461665"/>
              <a:chOff x="7020272" y="1700460"/>
              <a:chExt cx="1296144" cy="461665"/>
            </a:xfrm>
          </p:grpSpPr>
          <p:sp>
            <p:nvSpPr>
              <p:cNvPr id="57" name="Rectangle 56">
                <a:extLst>
                  <a:ext uri="{FF2B5EF4-FFF2-40B4-BE49-F238E27FC236}">
                    <a16:creationId xmlns:a16="http://schemas.microsoft.com/office/drawing/2014/main" id="{2C791CA7-E2E9-419F-A059-35C4F6358380}"/>
                  </a:ext>
                </a:extLst>
              </p:cNvPr>
              <p:cNvSpPr/>
              <p:nvPr/>
            </p:nvSpPr>
            <p:spPr>
              <a:xfrm>
                <a:off x="7020272" y="1772816"/>
                <a:ext cx="288032" cy="1440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TextBox 57">
                <a:extLst>
                  <a:ext uri="{FF2B5EF4-FFF2-40B4-BE49-F238E27FC236}">
                    <a16:creationId xmlns:a16="http://schemas.microsoft.com/office/drawing/2014/main" id="{760EB164-62EC-4412-9E59-44B5B6DEC125}"/>
                  </a:ext>
                </a:extLst>
              </p:cNvPr>
              <p:cNvSpPr txBox="1"/>
              <p:nvPr/>
            </p:nvSpPr>
            <p:spPr>
              <a:xfrm>
                <a:off x="7304112" y="1700460"/>
                <a:ext cx="1012304" cy="461665"/>
              </a:xfrm>
              <a:prstGeom prst="rect">
                <a:avLst/>
              </a:prstGeom>
              <a:noFill/>
            </p:spPr>
            <p:txBody>
              <a:bodyPr wrap="square" rtlCol="0">
                <a:spAutoFit/>
              </a:bodyPr>
              <a:lstStyle/>
              <a:p>
                <a:r>
                  <a:rPr lang="en-US" altLang="ko-KR" sz="1200" dirty="0" smtClean="0">
                    <a:solidFill>
                      <a:schemeClr val="tx1">
                        <a:lumMod val="65000"/>
                        <a:lumOff val="35000"/>
                      </a:schemeClr>
                    </a:solidFill>
                    <a:cs typeface="Calibri" pitchFamily="34" charset="0"/>
                  </a:rPr>
                  <a:t>North America</a:t>
                </a:r>
                <a:endParaRPr lang="ko-KR" altLang="en-US" sz="1200" dirty="0">
                  <a:solidFill>
                    <a:schemeClr val="tx1">
                      <a:lumMod val="65000"/>
                      <a:lumOff val="35000"/>
                    </a:schemeClr>
                  </a:solidFill>
                  <a:cs typeface="Calibri" pitchFamily="34" charset="0"/>
                </a:endParaRPr>
              </a:p>
            </p:txBody>
          </p:sp>
        </p:grpSp>
        <p:grpSp>
          <p:nvGrpSpPr>
            <p:cNvPr id="51" name="Group 50">
              <a:extLst>
                <a:ext uri="{FF2B5EF4-FFF2-40B4-BE49-F238E27FC236}">
                  <a16:creationId xmlns:a16="http://schemas.microsoft.com/office/drawing/2014/main" id="{62627EF3-A7A2-4CCA-A3BE-BE097E24ABB6}"/>
                </a:ext>
              </a:extLst>
            </p:cNvPr>
            <p:cNvGrpSpPr/>
            <p:nvPr/>
          </p:nvGrpSpPr>
          <p:grpSpPr>
            <a:xfrm>
              <a:off x="7020272" y="2155270"/>
              <a:ext cx="1296144" cy="276999"/>
              <a:chOff x="7020272" y="1700460"/>
              <a:chExt cx="1296144" cy="276999"/>
            </a:xfrm>
          </p:grpSpPr>
          <p:sp>
            <p:nvSpPr>
              <p:cNvPr id="55" name="Rectangle 54">
                <a:extLst>
                  <a:ext uri="{FF2B5EF4-FFF2-40B4-BE49-F238E27FC236}">
                    <a16:creationId xmlns:a16="http://schemas.microsoft.com/office/drawing/2014/main" id="{F5196FC2-43DD-4CFE-8039-4A51BEC60CBF}"/>
                  </a:ext>
                </a:extLst>
              </p:cNvPr>
              <p:cNvSpPr/>
              <p:nvPr/>
            </p:nvSpPr>
            <p:spPr>
              <a:xfrm>
                <a:off x="7020272" y="1772816"/>
                <a:ext cx="288032" cy="14401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TextBox 55">
                <a:extLst>
                  <a:ext uri="{FF2B5EF4-FFF2-40B4-BE49-F238E27FC236}">
                    <a16:creationId xmlns:a16="http://schemas.microsoft.com/office/drawing/2014/main" id="{FD00577D-9090-4981-9C49-DF06FD01623C}"/>
                  </a:ext>
                </a:extLst>
              </p:cNvPr>
              <p:cNvSpPr txBox="1"/>
              <p:nvPr/>
            </p:nvSpPr>
            <p:spPr>
              <a:xfrm>
                <a:off x="7304112" y="1700460"/>
                <a:ext cx="1012304" cy="276999"/>
              </a:xfrm>
              <a:prstGeom prst="rect">
                <a:avLst/>
              </a:prstGeom>
              <a:noFill/>
            </p:spPr>
            <p:txBody>
              <a:bodyPr wrap="square" rtlCol="0">
                <a:spAutoFit/>
              </a:bodyPr>
              <a:lstStyle/>
              <a:p>
                <a:r>
                  <a:rPr lang="en-US" altLang="ko-KR" sz="1200" dirty="0" smtClean="0">
                    <a:solidFill>
                      <a:schemeClr val="tx1">
                        <a:lumMod val="65000"/>
                        <a:lumOff val="35000"/>
                      </a:schemeClr>
                    </a:solidFill>
                    <a:cs typeface="Calibri" pitchFamily="34" charset="0"/>
                  </a:rPr>
                  <a:t>Asia</a:t>
                </a:r>
                <a:endParaRPr lang="ko-KR" altLang="en-US" sz="1200" dirty="0">
                  <a:solidFill>
                    <a:schemeClr val="tx1">
                      <a:lumMod val="65000"/>
                      <a:lumOff val="35000"/>
                    </a:schemeClr>
                  </a:solidFill>
                  <a:cs typeface="Calibri" pitchFamily="34" charset="0"/>
                </a:endParaRPr>
              </a:p>
            </p:txBody>
          </p:sp>
        </p:grpSp>
        <p:grpSp>
          <p:nvGrpSpPr>
            <p:cNvPr id="52" name="Group 51">
              <a:extLst>
                <a:ext uri="{FF2B5EF4-FFF2-40B4-BE49-F238E27FC236}">
                  <a16:creationId xmlns:a16="http://schemas.microsoft.com/office/drawing/2014/main" id="{9B090159-36D3-462B-B934-3BFE6B4EEEBC}"/>
                </a:ext>
              </a:extLst>
            </p:cNvPr>
            <p:cNvGrpSpPr/>
            <p:nvPr/>
          </p:nvGrpSpPr>
          <p:grpSpPr>
            <a:xfrm>
              <a:off x="7020272" y="2382675"/>
              <a:ext cx="1296144" cy="276999"/>
              <a:chOff x="7020272" y="1700460"/>
              <a:chExt cx="1296144" cy="276999"/>
            </a:xfrm>
          </p:grpSpPr>
          <p:sp>
            <p:nvSpPr>
              <p:cNvPr id="53" name="Rectangle 52">
                <a:extLst>
                  <a:ext uri="{FF2B5EF4-FFF2-40B4-BE49-F238E27FC236}">
                    <a16:creationId xmlns:a16="http://schemas.microsoft.com/office/drawing/2014/main" id="{913A9F8C-AEA0-4442-A58B-DFE58A0D9AB7}"/>
                  </a:ext>
                </a:extLst>
              </p:cNvPr>
              <p:cNvSpPr/>
              <p:nvPr/>
            </p:nvSpPr>
            <p:spPr>
              <a:xfrm>
                <a:off x="7020272" y="1772816"/>
                <a:ext cx="288032" cy="14401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54" name="TextBox 53">
                <a:extLst>
                  <a:ext uri="{FF2B5EF4-FFF2-40B4-BE49-F238E27FC236}">
                    <a16:creationId xmlns:a16="http://schemas.microsoft.com/office/drawing/2014/main" id="{D14AB2BD-3A7A-492B-8D36-401CF27B3544}"/>
                  </a:ext>
                </a:extLst>
              </p:cNvPr>
              <p:cNvSpPr txBox="1"/>
              <p:nvPr/>
            </p:nvSpPr>
            <p:spPr>
              <a:xfrm>
                <a:off x="7304112" y="1700460"/>
                <a:ext cx="1012304" cy="276999"/>
              </a:xfrm>
              <a:prstGeom prst="rect">
                <a:avLst/>
              </a:prstGeom>
              <a:noFill/>
            </p:spPr>
            <p:txBody>
              <a:bodyPr wrap="square" rtlCol="0">
                <a:spAutoFit/>
              </a:bodyPr>
              <a:lstStyle/>
              <a:p>
                <a:r>
                  <a:rPr lang="en-US" altLang="ko-KR" sz="1200" dirty="0" smtClean="0">
                    <a:solidFill>
                      <a:schemeClr val="tx1">
                        <a:lumMod val="65000"/>
                        <a:lumOff val="35000"/>
                      </a:schemeClr>
                    </a:solidFill>
                    <a:cs typeface="Calibri" pitchFamily="34" charset="0"/>
                  </a:rPr>
                  <a:t>Australia</a:t>
                </a:r>
                <a:endParaRPr lang="ko-KR" altLang="en-US" sz="1200" dirty="0">
                  <a:solidFill>
                    <a:schemeClr val="tx1">
                      <a:lumMod val="65000"/>
                      <a:lumOff val="35000"/>
                    </a:schemeClr>
                  </a:solidFill>
                  <a:cs typeface="Calibri" pitchFamily="34" charset="0"/>
                </a:endParaRPr>
              </a:p>
            </p:txBody>
          </p:sp>
        </p:grpSp>
      </p:grpSp>
    </p:spTree>
    <p:extLst>
      <p:ext uri="{BB962C8B-B14F-4D97-AF65-F5344CB8AC3E}">
        <p14:creationId xmlns:p14="http://schemas.microsoft.com/office/powerpoint/2010/main" val="16931041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Challenges Experienced</a:t>
            </a:r>
            <a:endParaRPr lang="en-US" dirty="0"/>
          </a:p>
        </p:txBody>
      </p:sp>
      <p:sp>
        <p:nvSpPr>
          <p:cNvPr id="3" name="Freeform: Shape 14">
            <a:extLst>
              <a:ext uri="{FF2B5EF4-FFF2-40B4-BE49-F238E27FC236}">
                <a16:creationId xmlns:a16="http://schemas.microsoft.com/office/drawing/2014/main" id="{B2084D16-DE41-4B62-B4D6-3A614156A6F5}"/>
              </a:ext>
            </a:extLst>
          </p:cNvPr>
          <p:cNvSpPr/>
          <p:nvPr/>
        </p:nvSpPr>
        <p:spPr>
          <a:xfrm>
            <a:off x="4778337" y="2563084"/>
            <a:ext cx="2605497" cy="2603795"/>
          </a:xfrm>
          <a:custGeom>
            <a:avLst/>
            <a:gdLst>
              <a:gd name="connsiteX0" fmla="*/ 1303677 w 2605497"/>
              <a:gd name="connsiteY0" fmla="*/ 429391 h 2603795"/>
              <a:gd name="connsiteX1" fmla="*/ 2175902 w 2605497"/>
              <a:gd name="connsiteY1" fmla="*/ 1303989 h 2603795"/>
              <a:gd name="connsiteX2" fmla="*/ 1300355 w 2605497"/>
              <a:gd name="connsiteY2" fmla="*/ 2175265 h 2603795"/>
              <a:gd name="connsiteX3" fmla="*/ 429553 w 2605497"/>
              <a:gd name="connsiteY3" fmla="*/ 1301141 h 2603795"/>
              <a:gd name="connsiteX4" fmla="*/ 1303677 w 2605497"/>
              <a:gd name="connsiteY4" fmla="*/ 429391 h 2603795"/>
              <a:gd name="connsiteX5" fmla="*/ 1303776 w 2605497"/>
              <a:gd name="connsiteY5" fmla="*/ 349643 h 2603795"/>
              <a:gd name="connsiteX6" fmla="*/ 351976 w 2605497"/>
              <a:gd name="connsiteY6" fmla="*/ 1295922 h 2603795"/>
              <a:gd name="connsiteX7" fmla="*/ 1302271 w 2605497"/>
              <a:gd name="connsiteY7" fmla="*/ 2250232 h 2603795"/>
              <a:gd name="connsiteX8" fmla="*/ 2254070 w 2605497"/>
              <a:gd name="connsiteY8" fmla="*/ 1299435 h 2603795"/>
              <a:gd name="connsiteX9" fmla="*/ 1303776 w 2605497"/>
              <a:gd name="connsiteY9" fmla="*/ 349643 h 2603795"/>
              <a:gd name="connsiteX10" fmla="*/ 1158392 w 2605497"/>
              <a:gd name="connsiteY10" fmla="*/ 139 h 2603795"/>
              <a:gd name="connsiteX11" fmla="*/ 1202372 w 2605497"/>
              <a:gd name="connsiteY11" fmla="*/ 47437 h 2603795"/>
              <a:gd name="connsiteX12" fmla="*/ 1235504 w 2605497"/>
              <a:gd name="connsiteY12" fmla="*/ 157878 h 2603795"/>
              <a:gd name="connsiteX13" fmla="*/ 1268134 w 2605497"/>
              <a:gd name="connsiteY13" fmla="*/ 187497 h 2603795"/>
              <a:gd name="connsiteX14" fmla="*/ 1339418 w 2605497"/>
              <a:gd name="connsiteY14" fmla="*/ 187497 h 2603795"/>
              <a:gd name="connsiteX15" fmla="*/ 1371045 w 2605497"/>
              <a:gd name="connsiteY15" fmla="*/ 158882 h 2603795"/>
              <a:gd name="connsiteX16" fmla="*/ 1408194 w 2605497"/>
              <a:gd name="connsiteY16" fmla="*/ 36895 h 2603795"/>
              <a:gd name="connsiteX17" fmla="*/ 1458895 w 2605497"/>
              <a:gd name="connsiteY17" fmla="*/ 249 h 2603795"/>
              <a:gd name="connsiteX18" fmla="*/ 1472449 w 2605497"/>
              <a:gd name="connsiteY18" fmla="*/ 751 h 2603795"/>
              <a:gd name="connsiteX19" fmla="*/ 1530682 w 2605497"/>
              <a:gd name="connsiteY19" fmla="*/ 63501 h 2603795"/>
              <a:gd name="connsiteX20" fmla="*/ 1534196 w 2605497"/>
              <a:gd name="connsiteY20" fmla="*/ 180468 h 2603795"/>
              <a:gd name="connsiteX21" fmla="*/ 1554778 w 2605497"/>
              <a:gd name="connsiteY21" fmla="*/ 214604 h 2603795"/>
              <a:gd name="connsiteX22" fmla="*/ 1629075 w 2605497"/>
              <a:gd name="connsiteY22" fmla="*/ 234183 h 2603795"/>
              <a:gd name="connsiteX23" fmla="*/ 1664215 w 2605497"/>
              <a:gd name="connsiteY23" fmla="*/ 215608 h 2603795"/>
              <a:gd name="connsiteX24" fmla="*/ 1730982 w 2605497"/>
              <a:gd name="connsiteY24" fmla="*/ 108682 h 2603795"/>
              <a:gd name="connsiteX25" fmla="*/ 1795740 w 2605497"/>
              <a:gd name="connsiteY25" fmla="*/ 86091 h 2603795"/>
              <a:gd name="connsiteX26" fmla="*/ 1807287 w 2605497"/>
              <a:gd name="connsiteY26" fmla="*/ 90108 h 2603795"/>
              <a:gd name="connsiteX27" fmla="*/ 1843933 w 2605497"/>
              <a:gd name="connsiteY27" fmla="*/ 161895 h 2603795"/>
              <a:gd name="connsiteX28" fmla="*/ 1817828 w 2605497"/>
              <a:gd name="connsiteY28" fmla="*/ 274343 h 2603795"/>
              <a:gd name="connsiteX29" fmla="*/ 1835900 w 2605497"/>
              <a:gd name="connsiteY29" fmla="*/ 323038 h 2603795"/>
              <a:gd name="connsiteX30" fmla="*/ 1894132 w 2605497"/>
              <a:gd name="connsiteY30" fmla="*/ 355166 h 2603795"/>
              <a:gd name="connsiteX31" fmla="*/ 1932788 w 2605497"/>
              <a:gd name="connsiteY31" fmla="*/ 346130 h 2603795"/>
              <a:gd name="connsiteX32" fmla="*/ 2025156 w 2605497"/>
              <a:gd name="connsiteY32" fmla="*/ 260287 h 2603795"/>
              <a:gd name="connsiteX33" fmla="*/ 2093429 w 2605497"/>
              <a:gd name="connsiteY33" fmla="*/ 254765 h 2603795"/>
              <a:gd name="connsiteX34" fmla="*/ 2096942 w 2605497"/>
              <a:gd name="connsiteY34" fmla="*/ 257276 h 2603795"/>
              <a:gd name="connsiteX35" fmla="*/ 2118529 w 2605497"/>
              <a:gd name="connsiteY35" fmla="*/ 344122 h 2603795"/>
              <a:gd name="connsiteX36" fmla="*/ 2064815 w 2605497"/>
              <a:gd name="connsiteY36" fmla="*/ 444523 h 2603795"/>
              <a:gd name="connsiteX37" fmla="*/ 2069333 w 2605497"/>
              <a:gd name="connsiteY37" fmla="*/ 492213 h 2603795"/>
              <a:gd name="connsiteX38" fmla="*/ 2114513 w 2605497"/>
              <a:gd name="connsiteY38" fmla="*/ 536892 h 2603795"/>
              <a:gd name="connsiteX39" fmla="*/ 2159693 w 2605497"/>
              <a:gd name="connsiteY39" fmla="*/ 540908 h 2603795"/>
              <a:gd name="connsiteX40" fmla="*/ 2273648 w 2605497"/>
              <a:gd name="connsiteY40" fmla="*/ 480667 h 2603795"/>
              <a:gd name="connsiteX41" fmla="*/ 2335896 w 2605497"/>
              <a:gd name="connsiteY41" fmla="*/ 493719 h 2603795"/>
              <a:gd name="connsiteX42" fmla="*/ 2354973 w 2605497"/>
              <a:gd name="connsiteY42" fmla="*/ 519322 h 2603795"/>
              <a:gd name="connsiteX43" fmla="*/ 2349953 w 2605497"/>
              <a:gd name="connsiteY43" fmla="*/ 575546 h 2603795"/>
              <a:gd name="connsiteX44" fmla="*/ 2259090 w 2605497"/>
              <a:gd name="connsiteY44" fmla="*/ 673437 h 2603795"/>
              <a:gd name="connsiteX45" fmla="*/ 2251058 w 2605497"/>
              <a:gd name="connsiteY45" fmla="*/ 713597 h 2603795"/>
              <a:gd name="connsiteX46" fmla="*/ 2285696 w 2605497"/>
              <a:gd name="connsiteY46" fmla="*/ 773837 h 2603795"/>
              <a:gd name="connsiteX47" fmla="*/ 2329872 w 2605497"/>
              <a:gd name="connsiteY47" fmla="*/ 788396 h 2603795"/>
              <a:gd name="connsiteX48" fmla="*/ 2458385 w 2605497"/>
              <a:gd name="connsiteY48" fmla="*/ 759279 h 2603795"/>
              <a:gd name="connsiteX49" fmla="*/ 2506076 w 2605497"/>
              <a:gd name="connsiteY49" fmla="*/ 781368 h 2603795"/>
              <a:gd name="connsiteX50" fmla="*/ 2521136 w 2605497"/>
              <a:gd name="connsiteY50" fmla="*/ 816006 h 2603795"/>
              <a:gd name="connsiteX51" fmla="*/ 2500554 w 2605497"/>
              <a:gd name="connsiteY51" fmla="*/ 872230 h 2603795"/>
              <a:gd name="connsiteX52" fmla="*/ 2394631 w 2605497"/>
              <a:gd name="connsiteY52" fmla="*/ 937993 h 2603795"/>
              <a:gd name="connsiteX53" fmla="*/ 2372041 w 2605497"/>
              <a:gd name="connsiteY53" fmla="*/ 987190 h 2603795"/>
              <a:gd name="connsiteX54" fmla="*/ 2387603 w 2605497"/>
              <a:gd name="connsiteY54" fmla="*/ 1044418 h 2603795"/>
              <a:gd name="connsiteX55" fmla="*/ 2425254 w 2605497"/>
              <a:gd name="connsiteY55" fmla="*/ 1071024 h 2603795"/>
              <a:gd name="connsiteX56" fmla="*/ 2557281 w 2605497"/>
              <a:gd name="connsiteY56" fmla="*/ 1076044 h 2603795"/>
              <a:gd name="connsiteX57" fmla="*/ 2599951 w 2605497"/>
              <a:gd name="connsiteY57" fmla="*/ 1109678 h 2603795"/>
              <a:gd name="connsiteX58" fmla="*/ 2605473 w 2605497"/>
              <a:gd name="connsiteY58" fmla="*/ 1150340 h 2603795"/>
              <a:gd name="connsiteX59" fmla="*/ 2572842 w 2605497"/>
              <a:gd name="connsiteY59" fmla="*/ 1196525 h 2603795"/>
              <a:gd name="connsiteX60" fmla="*/ 2453867 w 2605497"/>
              <a:gd name="connsiteY60" fmla="*/ 1233172 h 2603795"/>
              <a:gd name="connsiteX61" fmla="*/ 2416719 w 2605497"/>
              <a:gd name="connsiteY61" fmla="*/ 1280359 h 2603795"/>
              <a:gd name="connsiteX62" fmla="*/ 2419229 w 2605497"/>
              <a:gd name="connsiteY62" fmla="*/ 1342608 h 2603795"/>
              <a:gd name="connsiteX63" fmla="*/ 2444832 w 2605497"/>
              <a:gd name="connsiteY63" fmla="*/ 1369716 h 2603795"/>
              <a:gd name="connsiteX64" fmla="*/ 2569830 w 2605497"/>
              <a:gd name="connsiteY64" fmla="*/ 1407869 h 2603795"/>
              <a:gd name="connsiteX65" fmla="*/ 2605473 w 2605497"/>
              <a:gd name="connsiteY65" fmla="*/ 1457567 h 2603795"/>
              <a:gd name="connsiteX66" fmla="*/ 2605473 w 2605497"/>
              <a:gd name="connsiteY66" fmla="*/ 1466603 h 2603795"/>
              <a:gd name="connsiteX67" fmla="*/ 2541216 w 2605497"/>
              <a:gd name="connsiteY67" fmla="*/ 1530357 h 2603795"/>
              <a:gd name="connsiteX68" fmla="*/ 2422743 w 2605497"/>
              <a:gd name="connsiteY68" fmla="*/ 1533872 h 2603795"/>
              <a:gd name="connsiteX69" fmla="*/ 2391117 w 2605497"/>
              <a:gd name="connsiteY69" fmla="*/ 1553450 h 2603795"/>
              <a:gd name="connsiteX70" fmla="*/ 2371037 w 2605497"/>
              <a:gd name="connsiteY70" fmla="*/ 1627747 h 2603795"/>
              <a:gd name="connsiteX71" fmla="*/ 2390615 w 2605497"/>
              <a:gd name="connsiteY71" fmla="*/ 1663891 h 2603795"/>
              <a:gd name="connsiteX72" fmla="*/ 2495032 w 2605497"/>
              <a:gd name="connsiteY72" fmla="*/ 1729151 h 2603795"/>
              <a:gd name="connsiteX73" fmla="*/ 2518625 w 2605497"/>
              <a:gd name="connsiteY73" fmla="*/ 1795918 h 2603795"/>
              <a:gd name="connsiteX74" fmla="*/ 2502060 w 2605497"/>
              <a:gd name="connsiteY74" fmla="*/ 1830054 h 2603795"/>
              <a:gd name="connsiteX75" fmla="*/ 2469932 w 2605497"/>
              <a:gd name="connsiteY75" fmla="*/ 1846118 h 2603795"/>
              <a:gd name="connsiteX76" fmla="*/ 2390113 w 2605497"/>
              <a:gd name="connsiteY76" fmla="*/ 1828548 h 2603795"/>
              <a:gd name="connsiteX77" fmla="*/ 2324852 w 2605497"/>
              <a:gd name="connsiteY77" fmla="*/ 1813487 h 2603795"/>
              <a:gd name="connsiteX78" fmla="*/ 2290715 w 2605497"/>
              <a:gd name="connsiteY78" fmla="*/ 1824030 h 2603795"/>
              <a:gd name="connsiteX79" fmla="*/ 2249552 w 2605497"/>
              <a:gd name="connsiteY79" fmla="*/ 1897825 h 2603795"/>
              <a:gd name="connsiteX80" fmla="*/ 2259592 w 2605497"/>
              <a:gd name="connsiteY80" fmla="*/ 1929451 h 2603795"/>
              <a:gd name="connsiteX81" fmla="*/ 2347442 w 2605497"/>
              <a:gd name="connsiteY81" fmla="*/ 2023828 h 2603795"/>
              <a:gd name="connsiteX82" fmla="*/ 2352965 w 2605497"/>
              <a:gd name="connsiteY82" fmla="*/ 2088586 h 2603795"/>
              <a:gd name="connsiteX83" fmla="*/ 2349451 w 2605497"/>
              <a:gd name="connsiteY83" fmla="*/ 2093606 h 2603795"/>
              <a:gd name="connsiteX84" fmla="*/ 2261098 w 2605497"/>
              <a:gd name="connsiteY84" fmla="*/ 2115694 h 2603795"/>
              <a:gd name="connsiteX85" fmla="*/ 2159191 w 2605497"/>
              <a:gd name="connsiteY85" fmla="*/ 2061478 h 2603795"/>
              <a:gd name="connsiteX86" fmla="*/ 2119532 w 2605497"/>
              <a:gd name="connsiteY86" fmla="*/ 2062984 h 2603795"/>
              <a:gd name="connsiteX87" fmla="*/ 2067827 w 2605497"/>
              <a:gd name="connsiteY87" fmla="*/ 2113686 h 2603795"/>
              <a:gd name="connsiteX88" fmla="*/ 2065317 w 2605497"/>
              <a:gd name="connsiteY88" fmla="*/ 2157361 h 2603795"/>
              <a:gd name="connsiteX89" fmla="*/ 2125557 w 2605497"/>
              <a:gd name="connsiteY89" fmla="*/ 2271316 h 2603795"/>
              <a:gd name="connsiteX90" fmla="*/ 2115517 w 2605497"/>
              <a:gd name="connsiteY90" fmla="*/ 2330552 h 2603795"/>
              <a:gd name="connsiteX91" fmla="*/ 2105477 w 2605497"/>
              <a:gd name="connsiteY91" fmla="*/ 2339588 h 2603795"/>
              <a:gd name="connsiteX92" fmla="*/ 2019132 w 2605497"/>
              <a:gd name="connsiteY92" fmla="*/ 2336576 h 2603795"/>
              <a:gd name="connsiteX93" fmla="*/ 1934796 w 2605497"/>
              <a:gd name="connsiteY93" fmla="*/ 2257761 h 2603795"/>
              <a:gd name="connsiteX94" fmla="*/ 1891622 w 2605497"/>
              <a:gd name="connsiteY94" fmla="*/ 2249228 h 2603795"/>
              <a:gd name="connsiteX95" fmla="*/ 1832386 w 2605497"/>
              <a:gd name="connsiteY95" fmla="*/ 2282861 h 2603795"/>
              <a:gd name="connsiteX96" fmla="*/ 1817828 w 2605497"/>
              <a:gd name="connsiteY96" fmla="*/ 2327038 h 2603795"/>
              <a:gd name="connsiteX97" fmla="*/ 1847949 w 2605497"/>
              <a:gd name="connsiteY97" fmla="*/ 2458563 h 2603795"/>
              <a:gd name="connsiteX98" fmla="*/ 1828370 w 2605497"/>
              <a:gd name="connsiteY98" fmla="*/ 2502237 h 2603795"/>
              <a:gd name="connsiteX99" fmla="*/ 1791222 w 2605497"/>
              <a:gd name="connsiteY99" fmla="*/ 2518804 h 2603795"/>
              <a:gd name="connsiteX100" fmla="*/ 1734496 w 2605497"/>
              <a:gd name="connsiteY100" fmla="*/ 2498724 h 2603795"/>
              <a:gd name="connsiteX101" fmla="*/ 1668734 w 2605497"/>
              <a:gd name="connsiteY101" fmla="*/ 2392800 h 2603795"/>
              <a:gd name="connsiteX102" fmla="*/ 1619537 w 2605497"/>
              <a:gd name="connsiteY102" fmla="*/ 2369708 h 2603795"/>
              <a:gd name="connsiteX103" fmla="*/ 1566826 w 2605497"/>
              <a:gd name="connsiteY103" fmla="*/ 2383765 h 2603795"/>
              <a:gd name="connsiteX104" fmla="*/ 1534698 w 2605497"/>
              <a:gd name="connsiteY104" fmla="*/ 2427439 h 2603795"/>
              <a:gd name="connsiteX105" fmla="*/ 1531184 w 2605497"/>
              <a:gd name="connsiteY105" fmla="*/ 2545911 h 2603795"/>
              <a:gd name="connsiteX106" fmla="*/ 1485502 w 2605497"/>
              <a:gd name="connsiteY106" fmla="*/ 2600128 h 2603795"/>
              <a:gd name="connsiteX107" fmla="*/ 1456887 w 2605497"/>
              <a:gd name="connsiteY107" fmla="*/ 2603642 h 2603795"/>
              <a:gd name="connsiteX108" fmla="*/ 1410704 w 2605497"/>
              <a:gd name="connsiteY108" fmla="*/ 2572518 h 2603795"/>
              <a:gd name="connsiteX109" fmla="*/ 1372049 w 2605497"/>
              <a:gd name="connsiteY109" fmla="*/ 2446515 h 2603795"/>
              <a:gd name="connsiteX110" fmla="*/ 1335905 w 2605497"/>
              <a:gd name="connsiteY110" fmla="*/ 2415390 h 2603795"/>
              <a:gd name="connsiteX111" fmla="*/ 1269640 w 2605497"/>
              <a:gd name="connsiteY111" fmla="*/ 2415892 h 2603795"/>
              <a:gd name="connsiteX112" fmla="*/ 1237512 w 2605497"/>
              <a:gd name="connsiteY112" fmla="*/ 2443503 h 2603795"/>
              <a:gd name="connsiteX113" fmla="*/ 1200866 w 2605497"/>
              <a:gd name="connsiteY113" fmla="*/ 2562478 h 2603795"/>
              <a:gd name="connsiteX114" fmla="*/ 1139119 w 2605497"/>
              <a:gd name="connsiteY114" fmla="*/ 2602136 h 2603795"/>
              <a:gd name="connsiteX115" fmla="*/ 1076871 w 2605497"/>
              <a:gd name="connsiteY115" fmla="*/ 2531856 h 2603795"/>
              <a:gd name="connsiteX116" fmla="*/ 1073859 w 2605497"/>
              <a:gd name="connsiteY116" fmla="*/ 2423925 h 2603795"/>
              <a:gd name="connsiteX117" fmla="*/ 1051269 w 2605497"/>
              <a:gd name="connsiteY117" fmla="*/ 2387780 h 2603795"/>
              <a:gd name="connsiteX118" fmla="*/ 977976 w 2605497"/>
              <a:gd name="connsiteY118" fmla="*/ 2369206 h 2603795"/>
              <a:gd name="connsiteX119" fmla="*/ 942835 w 2605497"/>
              <a:gd name="connsiteY119" fmla="*/ 2387780 h 2603795"/>
              <a:gd name="connsiteX120" fmla="*/ 876070 w 2605497"/>
              <a:gd name="connsiteY120" fmla="*/ 2494708 h 2603795"/>
              <a:gd name="connsiteX121" fmla="*/ 813820 w 2605497"/>
              <a:gd name="connsiteY121" fmla="*/ 2517298 h 2603795"/>
              <a:gd name="connsiteX122" fmla="*/ 809302 w 2605497"/>
              <a:gd name="connsiteY122" fmla="*/ 2515792 h 2603795"/>
              <a:gd name="connsiteX123" fmla="*/ 764122 w 2605497"/>
              <a:gd name="connsiteY123" fmla="*/ 2436976 h 2603795"/>
              <a:gd name="connsiteX124" fmla="*/ 789724 w 2605497"/>
              <a:gd name="connsiteY124" fmla="*/ 2326034 h 2603795"/>
              <a:gd name="connsiteX125" fmla="*/ 773158 w 2605497"/>
              <a:gd name="connsiteY125" fmla="*/ 2280853 h 2603795"/>
              <a:gd name="connsiteX126" fmla="*/ 719443 w 2605497"/>
              <a:gd name="connsiteY126" fmla="*/ 2249730 h 2603795"/>
              <a:gd name="connsiteX127" fmla="*/ 670750 w 2605497"/>
              <a:gd name="connsiteY127" fmla="*/ 2258765 h 2603795"/>
              <a:gd name="connsiteX128" fmla="*/ 579887 w 2605497"/>
              <a:gd name="connsiteY128" fmla="*/ 2343604 h 2603795"/>
              <a:gd name="connsiteX129" fmla="*/ 516133 w 2605497"/>
              <a:gd name="connsiteY129" fmla="*/ 2349628 h 2603795"/>
              <a:gd name="connsiteX130" fmla="*/ 507096 w 2605497"/>
              <a:gd name="connsiteY130" fmla="*/ 2343604 h 2603795"/>
              <a:gd name="connsiteX131" fmla="*/ 487016 w 2605497"/>
              <a:gd name="connsiteY131" fmla="*/ 2259769 h 2603795"/>
              <a:gd name="connsiteX132" fmla="*/ 541232 w 2605497"/>
              <a:gd name="connsiteY132" fmla="*/ 2157863 h 2603795"/>
              <a:gd name="connsiteX133" fmla="*/ 537217 w 2605497"/>
              <a:gd name="connsiteY133" fmla="*/ 2110172 h 2603795"/>
              <a:gd name="connsiteX134" fmla="*/ 492036 w 2605497"/>
              <a:gd name="connsiteY134" fmla="*/ 2065494 h 2603795"/>
              <a:gd name="connsiteX135" fmla="*/ 445350 w 2605497"/>
              <a:gd name="connsiteY135" fmla="*/ 2061980 h 2603795"/>
              <a:gd name="connsiteX136" fmla="*/ 332398 w 2605497"/>
              <a:gd name="connsiteY136" fmla="*/ 2121719 h 2603795"/>
              <a:gd name="connsiteX137" fmla="*/ 270652 w 2605497"/>
              <a:gd name="connsiteY137" fmla="*/ 2110172 h 2603795"/>
              <a:gd name="connsiteX138" fmla="*/ 266636 w 2605497"/>
              <a:gd name="connsiteY138" fmla="*/ 2105654 h 2603795"/>
              <a:gd name="connsiteX139" fmla="*/ 269146 w 2605497"/>
              <a:gd name="connsiteY139" fmla="*/ 2013285 h 2603795"/>
              <a:gd name="connsiteX140" fmla="*/ 344948 w 2605497"/>
              <a:gd name="connsiteY140" fmla="*/ 1932463 h 2603795"/>
              <a:gd name="connsiteX141" fmla="*/ 353984 w 2605497"/>
              <a:gd name="connsiteY141" fmla="*/ 1888286 h 2603795"/>
              <a:gd name="connsiteX142" fmla="*/ 319347 w 2605497"/>
              <a:gd name="connsiteY142" fmla="*/ 1828046 h 2603795"/>
              <a:gd name="connsiteX143" fmla="*/ 275672 w 2605497"/>
              <a:gd name="connsiteY143" fmla="*/ 1815496 h 2603795"/>
              <a:gd name="connsiteX144" fmla="*/ 166236 w 2605497"/>
              <a:gd name="connsiteY144" fmla="*/ 1840596 h 2603795"/>
              <a:gd name="connsiteX145" fmla="*/ 151677 w 2605497"/>
              <a:gd name="connsiteY145" fmla="*/ 1844110 h 2603795"/>
              <a:gd name="connsiteX146" fmla="*/ 97461 w 2605497"/>
              <a:gd name="connsiteY146" fmla="*/ 1817504 h 2603795"/>
              <a:gd name="connsiteX147" fmla="*/ 84910 w 2605497"/>
              <a:gd name="connsiteY147" fmla="*/ 1788388 h 2603795"/>
              <a:gd name="connsiteX148" fmla="*/ 104991 w 2605497"/>
              <a:gd name="connsiteY148" fmla="*/ 1731661 h 2603795"/>
              <a:gd name="connsiteX149" fmla="*/ 207902 w 2605497"/>
              <a:gd name="connsiteY149" fmla="*/ 1667405 h 2603795"/>
              <a:gd name="connsiteX150" fmla="*/ 232499 w 2605497"/>
              <a:gd name="connsiteY150" fmla="*/ 1609675 h 2603795"/>
              <a:gd name="connsiteX151" fmla="*/ 216937 w 2605497"/>
              <a:gd name="connsiteY151" fmla="*/ 1557466 h 2603795"/>
              <a:gd name="connsiteX152" fmla="*/ 179287 w 2605497"/>
              <a:gd name="connsiteY152" fmla="*/ 1532366 h 2603795"/>
              <a:gd name="connsiteX153" fmla="*/ 57803 w 2605497"/>
              <a:gd name="connsiteY153" fmla="*/ 1528851 h 2603795"/>
              <a:gd name="connsiteX154" fmla="*/ 3586 w 2605497"/>
              <a:gd name="connsiteY154" fmla="*/ 1483169 h 2603795"/>
              <a:gd name="connsiteX155" fmla="*/ 1578 w 2605497"/>
              <a:gd name="connsiteY155" fmla="*/ 1472627 h 2603795"/>
              <a:gd name="connsiteX156" fmla="*/ 47260 w 2605497"/>
              <a:gd name="connsiteY156" fmla="*/ 1403351 h 2603795"/>
              <a:gd name="connsiteX157" fmla="*/ 156195 w 2605497"/>
              <a:gd name="connsiteY157" fmla="*/ 1370218 h 2603795"/>
              <a:gd name="connsiteX158" fmla="*/ 188826 w 2605497"/>
              <a:gd name="connsiteY158" fmla="*/ 1333572 h 2603795"/>
              <a:gd name="connsiteX159" fmla="*/ 187319 w 2605497"/>
              <a:gd name="connsiteY159" fmla="*/ 1263793 h 2603795"/>
              <a:gd name="connsiteX160" fmla="*/ 161717 w 2605497"/>
              <a:gd name="connsiteY160" fmla="*/ 1235179 h 2603795"/>
              <a:gd name="connsiteX161" fmla="*/ 45754 w 2605497"/>
              <a:gd name="connsiteY161" fmla="*/ 1199537 h 2603795"/>
              <a:gd name="connsiteX162" fmla="*/ 1578 w 2605497"/>
              <a:gd name="connsiteY162" fmla="*/ 1135280 h 2603795"/>
              <a:gd name="connsiteX163" fmla="*/ 6096 w 2605497"/>
              <a:gd name="connsiteY163" fmla="*/ 1108674 h 2603795"/>
              <a:gd name="connsiteX164" fmla="*/ 47762 w 2605497"/>
              <a:gd name="connsiteY164" fmla="*/ 1075542 h 2603795"/>
              <a:gd name="connsiteX165" fmla="*/ 160211 w 2605497"/>
              <a:gd name="connsiteY165" fmla="*/ 1072028 h 2603795"/>
              <a:gd name="connsiteX166" fmla="*/ 176777 w 2605497"/>
              <a:gd name="connsiteY166" fmla="*/ 1071526 h 2603795"/>
              <a:gd name="connsiteX167" fmla="*/ 221455 w 2605497"/>
              <a:gd name="connsiteY167" fmla="*/ 1036385 h 2603795"/>
              <a:gd name="connsiteX168" fmla="*/ 234507 w 2605497"/>
              <a:gd name="connsiteY168" fmla="*/ 986688 h 2603795"/>
              <a:gd name="connsiteX169" fmla="*/ 213424 w 2605497"/>
              <a:gd name="connsiteY169" fmla="*/ 939499 h 2603795"/>
              <a:gd name="connsiteX170" fmla="*/ 110513 w 2605497"/>
              <a:gd name="connsiteY170" fmla="*/ 875243 h 2603795"/>
              <a:gd name="connsiteX171" fmla="*/ 87420 w 2605497"/>
              <a:gd name="connsiteY171" fmla="*/ 809480 h 2603795"/>
              <a:gd name="connsiteX172" fmla="*/ 101978 w 2605497"/>
              <a:gd name="connsiteY172" fmla="*/ 777853 h 2603795"/>
              <a:gd name="connsiteX173" fmla="*/ 147159 w 2605497"/>
              <a:gd name="connsiteY173" fmla="*/ 758777 h 2603795"/>
              <a:gd name="connsiteX174" fmla="*/ 275672 w 2605497"/>
              <a:gd name="connsiteY174" fmla="*/ 788396 h 2603795"/>
              <a:gd name="connsiteX175" fmla="*/ 322358 w 2605497"/>
              <a:gd name="connsiteY175" fmla="*/ 772833 h 2603795"/>
              <a:gd name="connsiteX176" fmla="*/ 353984 w 2605497"/>
              <a:gd name="connsiteY176" fmla="*/ 717613 h 2603795"/>
              <a:gd name="connsiteX177" fmla="*/ 344948 w 2605497"/>
              <a:gd name="connsiteY177" fmla="*/ 670425 h 2603795"/>
              <a:gd name="connsiteX178" fmla="*/ 259607 w 2605497"/>
              <a:gd name="connsiteY178" fmla="*/ 579562 h 2603795"/>
              <a:gd name="connsiteX179" fmla="*/ 254587 w 2605497"/>
              <a:gd name="connsiteY179" fmla="*/ 514804 h 2603795"/>
              <a:gd name="connsiteX180" fmla="*/ 263122 w 2605497"/>
              <a:gd name="connsiteY180" fmla="*/ 502253 h 2603795"/>
              <a:gd name="connsiteX181" fmla="*/ 340430 w 2605497"/>
              <a:gd name="connsiteY181" fmla="*/ 485185 h 2603795"/>
              <a:gd name="connsiteX182" fmla="*/ 444848 w 2605497"/>
              <a:gd name="connsiteY182" fmla="*/ 540908 h 2603795"/>
              <a:gd name="connsiteX183" fmla="*/ 494044 w 2605497"/>
              <a:gd name="connsiteY183" fmla="*/ 536390 h 2603795"/>
              <a:gd name="connsiteX184" fmla="*/ 536213 w 2605497"/>
              <a:gd name="connsiteY184" fmla="*/ 494723 h 2603795"/>
              <a:gd name="connsiteX185" fmla="*/ 541735 w 2605497"/>
              <a:gd name="connsiteY185" fmla="*/ 444523 h 2603795"/>
              <a:gd name="connsiteX186" fmla="*/ 480992 w 2605497"/>
              <a:gd name="connsiteY186" fmla="*/ 330567 h 2603795"/>
              <a:gd name="connsiteX187" fmla="*/ 491534 w 2605497"/>
              <a:gd name="connsiteY187" fmla="*/ 272837 h 2603795"/>
              <a:gd name="connsiteX188" fmla="*/ 523160 w 2605497"/>
              <a:gd name="connsiteY188" fmla="*/ 249243 h 2603795"/>
              <a:gd name="connsiteX189" fmla="*/ 574365 w 2605497"/>
              <a:gd name="connsiteY189" fmla="*/ 254765 h 2603795"/>
              <a:gd name="connsiteX190" fmla="*/ 661211 w 2605497"/>
              <a:gd name="connsiteY190" fmla="*/ 335588 h 2603795"/>
              <a:gd name="connsiteX191" fmla="*/ 734504 w 2605497"/>
              <a:gd name="connsiteY191" fmla="*/ 346130 h 2603795"/>
              <a:gd name="connsiteX192" fmla="*/ 775668 w 2605497"/>
              <a:gd name="connsiteY192" fmla="*/ 320528 h 2603795"/>
              <a:gd name="connsiteX193" fmla="*/ 789724 w 2605497"/>
              <a:gd name="connsiteY193" fmla="*/ 277356 h 2603795"/>
              <a:gd name="connsiteX194" fmla="*/ 760608 w 2605497"/>
              <a:gd name="connsiteY194" fmla="*/ 151854 h 2603795"/>
              <a:gd name="connsiteX195" fmla="*/ 785207 w 2605497"/>
              <a:gd name="connsiteY195" fmla="*/ 98140 h 2603795"/>
              <a:gd name="connsiteX196" fmla="*/ 818841 w 2605497"/>
              <a:gd name="connsiteY196" fmla="*/ 84083 h 2603795"/>
              <a:gd name="connsiteX197" fmla="*/ 872053 w 2605497"/>
              <a:gd name="connsiteY197" fmla="*/ 103159 h 2603795"/>
              <a:gd name="connsiteX198" fmla="*/ 939322 w 2605497"/>
              <a:gd name="connsiteY198" fmla="*/ 211593 h 2603795"/>
              <a:gd name="connsiteX199" fmla="*/ 986008 w 2605497"/>
              <a:gd name="connsiteY199" fmla="*/ 234183 h 2603795"/>
              <a:gd name="connsiteX200" fmla="*/ 1048759 w 2605497"/>
              <a:gd name="connsiteY200" fmla="*/ 216612 h 2603795"/>
              <a:gd name="connsiteX201" fmla="*/ 1071851 w 2605497"/>
              <a:gd name="connsiteY201" fmla="*/ 182979 h 2603795"/>
              <a:gd name="connsiteX202" fmla="*/ 1076871 w 2605497"/>
              <a:gd name="connsiteY202" fmla="*/ 52458 h 2603795"/>
              <a:gd name="connsiteX203" fmla="*/ 1114019 w 2605497"/>
              <a:gd name="connsiteY203" fmla="*/ 4767 h 2603795"/>
              <a:gd name="connsiteX204" fmla="*/ 1127573 w 2605497"/>
              <a:gd name="connsiteY204" fmla="*/ 1755 h 2603795"/>
              <a:gd name="connsiteX205" fmla="*/ 1158392 w 2605497"/>
              <a:gd name="connsiteY205" fmla="*/ 139 h 2603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Lst>
            <a:rect l="l" t="t" r="r" b="b"/>
            <a:pathLst>
              <a:path w="2605497" h="2603795">
                <a:moveTo>
                  <a:pt x="1303677" y="429391"/>
                </a:moveTo>
                <a:cubicBezTo>
                  <a:pt x="1783448" y="430340"/>
                  <a:pt x="2176851" y="822794"/>
                  <a:pt x="2175902" y="1303989"/>
                </a:cubicBezTo>
                <a:cubicBezTo>
                  <a:pt x="2174953" y="1779963"/>
                  <a:pt x="1788668" y="2176214"/>
                  <a:pt x="1300355" y="2175265"/>
                </a:cubicBezTo>
                <a:cubicBezTo>
                  <a:pt x="808246" y="2173841"/>
                  <a:pt x="425757" y="1772371"/>
                  <a:pt x="429553" y="1301141"/>
                </a:cubicBezTo>
                <a:cubicBezTo>
                  <a:pt x="426706" y="823268"/>
                  <a:pt x="821533" y="428442"/>
                  <a:pt x="1303677" y="429391"/>
                </a:cubicBezTo>
                <a:close/>
                <a:moveTo>
                  <a:pt x="1303776" y="349643"/>
                </a:moveTo>
                <a:cubicBezTo>
                  <a:pt x="774664" y="349141"/>
                  <a:pt x="353984" y="773335"/>
                  <a:pt x="351976" y="1295922"/>
                </a:cubicBezTo>
                <a:cubicBezTo>
                  <a:pt x="349968" y="1831058"/>
                  <a:pt x="784203" y="2251738"/>
                  <a:pt x="1302271" y="2250232"/>
                </a:cubicBezTo>
                <a:cubicBezTo>
                  <a:pt x="1818832" y="2252240"/>
                  <a:pt x="2254572" y="1836580"/>
                  <a:pt x="2254070" y="1299435"/>
                </a:cubicBezTo>
                <a:cubicBezTo>
                  <a:pt x="2253568" y="771327"/>
                  <a:pt x="1829877" y="350145"/>
                  <a:pt x="1303776" y="349643"/>
                </a:cubicBezTo>
                <a:close/>
                <a:moveTo>
                  <a:pt x="1158392" y="139"/>
                </a:moveTo>
                <a:cubicBezTo>
                  <a:pt x="1183359" y="1504"/>
                  <a:pt x="1192583" y="13176"/>
                  <a:pt x="1202372" y="47437"/>
                </a:cubicBezTo>
                <a:cubicBezTo>
                  <a:pt x="1212913" y="84585"/>
                  <a:pt x="1225464" y="120730"/>
                  <a:pt x="1235504" y="157878"/>
                </a:cubicBezTo>
                <a:cubicBezTo>
                  <a:pt x="1240524" y="175448"/>
                  <a:pt x="1251065" y="184987"/>
                  <a:pt x="1268134" y="187497"/>
                </a:cubicBezTo>
                <a:cubicBezTo>
                  <a:pt x="1291729" y="190509"/>
                  <a:pt x="1315825" y="190509"/>
                  <a:pt x="1339418" y="187497"/>
                </a:cubicBezTo>
                <a:cubicBezTo>
                  <a:pt x="1355985" y="185489"/>
                  <a:pt x="1366025" y="175448"/>
                  <a:pt x="1371045" y="158882"/>
                </a:cubicBezTo>
                <a:cubicBezTo>
                  <a:pt x="1383093" y="118220"/>
                  <a:pt x="1395643" y="77558"/>
                  <a:pt x="1408194" y="36895"/>
                </a:cubicBezTo>
                <a:cubicBezTo>
                  <a:pt x="1417731" y="6775"/>
                  <a:pt x="1427269" y="-253"/>
                  <a:pt x="1458895" y="249"/>
                </a:cubicBezTo>
                <a:cubicBezTo>
                  <a:pt x="1463414" y="249"/>
                  <a:pt x="1467932" y="249"/>
                  <a:pt x="1472449" y="751"/>
                </a:cubicBezTo>
                <a:cubicBezTo>
                  <a:pt x="1517128" y="5269"/>
                  <a:pt x="1529678" y="18823"/>
                  <a:pt x="1530682" y="63501"/>
                </a:cubicBezTo>
                <a:cubicBezTo>
                  <a:pt x="1531686" y="102657"/>
                  <a:pt x="1533192" y="141312"/>
                  <a:pt x="1534196" y="180468"/>
                </a:cubicBezTo>
                <a:cubicBezTo>
                  <a:pt x="1534698" y="196030"/>
                  <a:pt x="1540220" y="208079"/>
                  <a:pt x="1554778" y="214604"/>
                </a:cubicBezTo>
                <a:cubicBezTo>
                  <a:pt x="1578373" y="225147"/>
                  <a:pt x="1602970" y="232175"/>
                  <a:pt x="1629075" y="234183"/>
                </a:cubicBezTo>
                <a:cubicBezTo>
                  <a:pt x="1645139" y="235186"/>
                  <a:pt x="1656184" y="228661"/>
                  <a:pt x="1664215" y="215608"/>
                </a:cubicBezTo>
                <a:cubicBezTo>
                  <a:pt x="1686303" y="179966"/>
                  <a:pt x="1708894" y="144325"/>
                  <a:pt x="1730982" y="108682"/>
                </a:cubicBezTo>
                <a:cubicBezTo>
                  <a:pt x="1750058" y="78562"/>
                  <a:pt x="1761604" y="74546"/>
                  <a:pt x="1795740" y="86091"/>
                </a:cubicBezTo>
                <a:cubicBezTo>
                  <a:pt x="1799756" y="87598"/>
                  <a:pt x="1803271" y="88602"/>
                  <a:pt x="1807287" y="90108"/>
                </a:cubicBezTo>
                <a:cubicBezTo>
                  <a:pt x="1846945" y="107176"/>
                  <a:pt x="1853470" y="119726"/>
                  <a:pt x="1843933" y="161895"/>
                </a:cubicBezTo>
                <a:cubicBezTo>
                  <a:pt x="1835398" y="199545"/>
                  <a:pt x="1826865" y="236692"/>
                  <a:pt x="1817828" y="274343"/>
                </a:cubicBezTo>
                <a:cubicBezTo>
                  <a:pt x="1812808" y="294926"/>
                  <a:pt x="1817828" y="310989"/>
                  <a:pt x="1835900" y="323038"/>
                </a:cubicBezTo>
                <a:cubicBezTo>
                  <a:pt x="1854475" y="335588"/>
                  <a:pt x="1873049" y="347133"/>
                  <a:pt x="1894132" y="355166"/>
                </a:cubicBezTo>
                <a:cubicBezTo>
                  <a:pt x="1909193" y="360688"/>
                  <a:pt x="1921241" y="357174"/>
                  <a:pt x="1932788" y="346130"/>
                </a:cubicBezTo>
                <a:cubicBezTo>
                  <a:pt x="1963409" y="317014"/>
                  <a:pt x="1994032" y="288901"/>
                  <a:pt x="2025156" y="260287"/>
                </a:cubicBezTo>
                <a:cubicBezTo>
                  <a:pt x="2050759" y="236190"/>
                  <a:pt x="2064815" y="235186"/>
                  <a:pt x="2093429" y="254765"/>
                </a:cubicBezTo>
                <a:cubicBezTo>
                  <a:pt x="2094934" y="255769"/>
                  <a:pt x="2095939" y="256272"/>
                  <a:pt x="2096942" y="257276"/>
                </a:cubicBezTo>
                <a:cubicBezTo>
                  <a:pt x="2145638" y="292415"/>
                  <a:pt x="2138609" y="307475"/>
                  <a:pt x="2118529" y="344122"/>
                </a:cubicBezTo>
                <a:cubicBezTo>
                  <a:pt x="2100457" y="377254"/>
                  <a:pt x="2083388" y="411391"/>
                  <a:pt x="2064815" y="444523"/>
                </a:cubicBezTo>
                <a:cubicBezTo>
                  <a:pt x="2055277" y="462093"/>
                  <a:pt x="2057284" y="477153"/>
                  <a:pt x="2069333" y="492213"/>
                </a:cubicBezTo>
                <a:cubicBezTo>
                  <a:pt x="2082886" y="508779"/>
                  <a:pt x="2097947" y="523840"/>
                  <a:pt x="2114513" y="536892"/>
                </a:cubicBezTo>
                <a:cubicBezTo>
                  <a:pt x="2128569" y="547935"/>
                  <a:pt x="2143128" y="549441"/>
                  <a:pt x="2159693" y="540908"/>
                </a:cubicBezTo>
                <a:cubicBezTo>
                  <a:pt x="2197343" y="520326"/>
                  <a:pt x="2235495" y="500246"/>
                  <a:pt x="2273648" y="480667"/>
                </a:cubicBezTo>
                <a:cubicBezTo>
                  <a:pt x="2300756" y="466611"/>
                  <a:pt x="2316319" y="469623"/>
                  <a:pt x="2335896" y="493719"/>
                </a:cubicBezTo>
                <a:cubicBezTo>
                  <a:pt x="2342924" y="501751"/>
                  <a:pt x="2349451" y="510285"/>
                  <a:pt x="2354973" y="519322"/>
                </a:cubicBezTo>
                <a:cubicBezTo>
                  <a:pt x="2369029" y="541410"/>
                  <a:pt x="2367522" y="555968"/>
                  <a:pt x="2349953" y="575546"/>
                </a:cubicBezTo>
                <a:cubicBezTo>
                  <a:pt x="2319832" y="608176"/>
                  <a:pt x="2289712" y="641308"/>
                  <a:pt x="2259090" y="673437"/>
                </a:cubicBezTo>
                <a:cubicBezTo>
                  <a:pt x="2247544" y="685485"/>
                  <a:pt x="2245034" y="698537"/>
                  <a:pt x="2251058" y="713597"/>
                </a:cubicBezTo>
                <a:cubicBezTo>
                  <a:pt x="2260094" y="735183"/>
                  <a:pt x="2271138" y="755263"/>
                  <a:pt x="2285696" y="773837"/>
                </a:cubicBezTo>
                <a:cubicBezTo>
                  <a:pt x="2297242" y="788898"/>
                  <a:pt x="2311298" y="792913"/>
                  <a:pt x="2329872" y="788396"/>
                </a:cubicBezTo>
                <a:cubicBezTo>
                  <a:pt x="2372543" y="777853"/>
                  <a:pt x="2415715" y="768315"/>
                  <a:pt x="2458385" y="759279"/>
                </a:cubicBezTo>
                <a:cubicBezTo>
                  <a:pt x="2480975" y="754259"/>
                  <a:pt x="2494530" y="760786"/>
                  <a:pt x="2506076" y="781368"/>
                </a:cubicBezTo>
                <a:cubicBezTo>
                  <a:pt x="2512100" y="792411"/>
                  <a:pt x="2517120" y="803958"/>
                  <a:pt x="2521136" y="816006"/>
                </a:cubicBezTo>
                <a:cubicBezTo>
                  <a:pt x="2529670" y="843616"/>
                  <a:pt x="2525152" y="856669"/>
                  <a:pt x="2500554" y="872230"/>
                </a:cubicBezTo>
                <a:cubicBezTo>
                  <a:pt x="2465414" y="894319"/>
                  <a:pt x="2430775" y="917411"/>
                  <a:pt x="2394631" y="937993"/>
                </a:cubicBezTo>
                <a:cubicBezTo>
                  <a:pt x="2374049" y="950041"/>
                  <a:pt x="2368527" y="966105"/>
                  <a:pt x="2372041" y="987190"/>
                </a:cubicBezTo>
                <a:cubicBezTo>
                  <a:pt x="2375053" y="1006768"/>
                  <a:pt x="2380575" y="1025844"/>
                  <a:pt x="2387603" y="1044418"/>
                </a:cubicBezTo>
                <a:cubicBezTo>
                  <a:pt x="2394129" y="1061486"/>
                  <a:pt x="2405675" y="1070522"/>
                  <a:pt x="2425254" y="1071024"/>
                </a:cubicBezTo>
                <a:cubicBezTo>
                  <a:pt x="2469430" y="1071526"/>
                  <a:pt x="2513104" y="1074538"/>
                  <a:pt x="2557281" y="1076044"/>
                </a:cubicBezTo>
                <a:cubicBezTo>
                  <a:pt x="2581376" y="1077048"/>
                  <a:pt x="2593424" y="1086586"/>
                  <a:pt x="2599951" y="1109678"/>
                </a:cubicBezTo>
                <a:cubicBezTo>
                  <a:pt x="2603966" y="1122731"/>
                  <a:pt x="2605473" y="1136285"/>
                  <a:pt x="2605473" y="1150340"/>
                </a:cubicBezTo>
                <a:cubicBezTo>
                  <a:pt x="2605473" y="1177449"/>
                  <a:pt x="2597943" y="1188493"/>
                  <a:pt x="2572842" y="1196525"/>
                </a:cubicBezTo>
                <a:cubicBezTo>
                  <a:pt x="2533184" y="1209075"/>
                  <a:pt x="2493525" y="1221123"/>
                  <a:pt x="2453867" y="1233172"/>
                </a:cubicBezTo>
                <a:cubicBezTo>
                  <a:pt x="2425254" y="1241705"/>
                  <a:pt x="2417723" y="1250742"/>
                  <a:pt x="2416719" y="1280359"/>
                </a:cubicBezTo>
                <a:cubicBezTo>
                  <a:pt x="2416217" y="1300941"/>
                  <a:pt x="2414711" y="1322025"/>
                  <a:pt x="2419229" y="1342608"/>
                </a:cubicBezTo>
                <a:cubicBezTo>
                  <a:pt x="2422241" y="1356664"/>
                  <a:pt x="2430775" y="1365199"/>
                  <a:pt x="2444832" y="1369716"/>
                </a:cubicBezTo>
                <a:cubicBezTo>
                  <a:pt x="2486498" y="1382267"/>
                  <a:pt x="2528164" y="1394816"/>
                  <a:pt x="2569830" y="1407869"/>
                </a:cubicBezTo>
                <a:cubicBezTo>
                  <a:pt x="2598947" y="1416904"/>
                  <a:pt x="2605975" y="1426945"/>
                  <a:pt x="2605473" y="1457567"/>
                </a:cubicBezTo>
                <a:cubicBezTo>
                  <a:pt x="2605473" y="1460579"/>
                  <a:pt x="2605473" y="1463591"/>
                  <a:pt x="2605473" y="1466603"/>
                </a:cubicBezTo>
                <a:cubicBezTo>
                  <a:pt x="2603465" y="1513792"/>
                  <a:pt x="2588404" y="1528851"/>
                  <a:pt x="2541216" y="1530357"/>
                </a:cubicBezTo>
                <a:cubicBezTo>
                  <a:pt x="2501558" y="1531361"/>
                  <a:pt x="2462402" y="1533370"/>
                  <a:pt x="2422743" y="1533872"/>
                </a:cubicBezTo>
                <a:cubicBezTo>
                  <a:pt x="2407683" y="1534374"/>
                  <a:pt x="2397141" y="1540900"/>
                  <a:pt x="2391117" y="1553450"/>
                </a:cubicBezTo>
                <a:cubicBezTo>
                  <a:pt x="2380073" y="1577044"/>
                  <a:pt x="2373045" y="1601642"/>
                  <a:pt x="2371037" y="1627747"/>
                </a:cubicBezTo>
                <a:cubicBezTo>
                  <a:pt x="2369531" y="1644312"/>
                  <a:pt x="2376559" y="1655357"/>
                  <a:pt x="2390615" y="1663891"/>
                </a:cubicBezTo>
                <a:cubicBezTo>
                  <a:pt x="2425756" y="1685477"/>
                  <a:pt x="2460393" y="1707063"/>
                  <a:pt x="2495032" y="1729151"/>
                </a:cubicBezTo>
                <a:cubicBezTo>
                  <a:pt x="2526658" y="1748729"/>
                  <a:pt x="2530674" y="1760778"/>
                  <a:pt x="2518625" y="1795918"/>
                </a:cubicBezTo>
                <a:cubicBezTo>
                  <a:pt x="2514610" y="1807966"/>
                  <a:pt x="2509088" y="1819512"/>
                  <a:pt x="2502060" y="1830054"/>
                </a:cubicBezTo>
                <a:cubicBezTo>
                  <a:pt x="2495533" y="1839592"/>
                  <a:pt x="2484992" y="1846118"/>
                  <a:pt x="2469932" y="1846118"/>
                </a:cubicBezTo>
                <a:cubicBezTo>
                  <a:pt x="2443325" y="1840094"/>
                  <a:pt x="2416719" y="1834070"/>
                  <a:pt x="2390113" y="1828548"/>
                </a:cubicBezTo>
                <a:cubicBezTo>
                  <a:pt x="2368527" y="1823528"/>
                  <a:pt x="2346438" y="1819010"/>
                  <a:pt x="2324852" y="1813487"/>
                </a:cubicBezTo>
                <a:cubicBezTo>
                  <a:pt x="2310796" y="1809973"/>
                  <a:pt x="2299752" y="1813990"/>
                  <a:pt x="2290715" y="1824030"/>
                </a:cubicBezTo>
                <a:cubicBezTo>
                  <a:pt x="2272142" y="1845616"/>
                  <a:pt x="2257584" y="1870214"/>
                  <a:pt x="2249552" y="1897825"/>
                </a:cubicBezTo>
                <a:cubicBezTo>
                  <a:pt x="2245536" y="1910877"/>
                  <a:pt x="2251560" y="1920414"/>
                  <a:pt x="2259592" y="1929451"/>
                </a:cubicBezTo>
                <a:cubicBezTo>
                  <a:pt x="2288708" y="1961077"/>
                  <a:pt x="2318326" y="1992703"/>
                  <a:pt x="2347442" y="2023828"/>
                </a:cubicBezTo>
                <a:cubicBezTo>
                  <a:pt x="2369531" y="2047422"/>
                  <a:pt x="2370535" y="2061478"/>
                  <a:pt x="2352965" y="2088586"/>
                </a:cubicBezTo>
                <a:cubicBezTo>
                  <a:pt x="2351961" y="2090092"/>
                  <a:pt x="2350957" y="2092100"/>
                  <a:pt x="2349451" y="2093606"/>
                </a:cubicBezTo>
                <a:cubicBezTo>
                  <a:pt x="2316319" y="2138285"/>
                  <a:pt x="2301760" y="2138787"/>
                  <a:pt x="2261098" y="2115694"/>
                </a:cubicBezTo>
                <a:cubicBezTo>
                  <a:pt x="2227965" y="2096618"/>
                  <a:pt x="2192825" y="2079550"/>
                  <a:pt x="2159191" y="2061478"/>
                </a:cubicBezTo>
                <a:cubicBezTo>
                  <a:pt x="2145135" y="2053948"/>
                  <a:pt x="2132083" y="2053948"/>
                  <a:pt x="2119532" y="2062984"/>
                </a:cubicBezTo>
                <a:cubicBezTo>
                  <a:pt x="2099452" y="2077040"/>
                  <a:pt x="2082384" y="2094108"/>
                  <a:pt x="2067827" y="2113686"/>
                </a:cubicBezTo>
                <a:cubicBezTo>
                  <a:pt x="2057284" y="2127742"/>
                  <a:pt x="2056782" y="2141799"/>
                  <a:pt x="2065317" y="2157361"/>
                </a:cubicBezTo>
                <a:cubicBezTo>
                  <a:pt x="2085899" y="2195011"/>
                  <a:pt x="2105979" y="2233163"/>
                  <a:pt x="2125557" y="2271316"/>
                </a:cubicBezTo>
                <a:cubicBezTo>
                  <a:pt x="2139111" y="2297922"/>
                  <a:pt x="2137103" y="2309970"/>
                  <a:pt x="2115517" y="2330552"/>
                </a:cubicBezTo>
                <a:cubicBezTo>
                  <a:pt x="2112003" y="2333564"/>
                  <a:pt x="2108991" y="2337078"/>
                  <a:pt x="2105477" y="2339588"/>
                </a:cubicBezTo>
                <a:cubicBezTo>
                  <a:pt x="2073349" y="2363183"/>
                  <a:pt x="2056782" y="2374728"/>
                  <a:pt x="2019132" y="2336576"/>
                </a:cubicBezTo>
                <a:cubicBezTo>
                  <a:pt x="1992024" y="2308966"/>
                  <a:pt x="1962908" y="2284367"/>
                  <a:pt x="1934796" y="2257761"/>
                </a:cubicBezTo>
                <a:cubicBezTo>
                  <a:pt x="1921743" y="2245211"/>
                  <a:pt x="1907687" y="2242701"/>
                  <a:pt x="1891622" y="2249228"/>
                </a:cubicBezTo>
                <a:cubicBezTo>
                  <a:pt x="1870539" y="2257761"/>
                  <a:pt x="1850459" y="2268806"/>
                  <a:pt x="1832386" y="2282861"/>
                </a:cubicBezTo>
                <a:cubicBezTo>
                  <a:pt x="1817326" y="2294408"/>
                  <a:pt x="1813310" y="2308966"/>
                  <a:pt x="1817828" y="2327038"/>
                </a:cubicBezTo>
                <a:cubicBezTo>
                  <a:pt x="1828370" y="2370712"/>
                  <a:pt x="1838411" y="2414888"/>
                  <a:pt x="1847949" y="2458563"/>
                </a:cubicBezTo>
                <a:cubicBezTo>
                  <a:pt x="1851965" y="2477639"/>
                  <a:pt x="1845439" y="2492197"/>
                  <a:pt x="1828370" y="2502237"/>
                </a:cubicBezTo>
                <a:cubicBezTo>
                  <a:pt x="1816824" y="2509265"/>
                  <a:pt x="1804275" y="2514788"/>
                  <a:pt x="1791222" y="2518804"/>
                </a:cubicBezTo>
                <a:cubicBezTo>
                  <a:pt x="1764617" y="2527337"/>
                  <a:pt x="1749556" y="2522317"/>
                  <a:pt x="1734496" y="2498724"/>
                </a:cubicBezTo>
                <a:cubicBezTo>
                  <a:pt x="1712408" y="2463583"/>
                  <a:pt x="1689818" y="2428945"/>
                  <a:pt x="1668734" y="2392800"/>
                </a:cubicBezTo>
                <a:cubicBezTo>
                  <a:pt x="1657187" y="2373222"/>
                  <a:pt x="1642127" y="2365693"/>
                  <a:pt x="1619537" y="2369708"/>
                </a:cubicBezTo>
                <a:cubicBezTo>
                  <a:pt x="1601465" y="2373222"/>
                  <a:pt x="1583895" y="2377740"/>
                  <a:pt x="1566826" y="2383765"/>
                </a:cubicBezTo>
                <a:cubicBezTo>
                  <a:pt x="1543233" y="2392298"/>
                  <a:pt x="1535702" y="2402339"/>
                  <a:pt x="1534698" y="2427439"/>
                </a:cubicBezTo>
                <a:cubicBezTo>
                  <a:pt x="1533192" y="2467097"/>
                  <a:pt x="1532188" y="2506253"/>
                  <a:pt x="1531184" y="2545911"/>
                </a:cubicBezTo>
                <a:cubicBezTo>
                  <a:pt x="1530180" y="2582056"/>
                  <a:pt x="1521145" y="2593602"/>
                  <a:pt x="1485502" y="2600128"/>
                </a:cubicBezTo>
                <a:cubicBezTo>
                  <a:pt x="1475964" y="2602136"/>
                  <a:pt x="1466426" y="2603140"/>
                  <a:pt x="1456887" y="2603642"/>
                </a:cubicBezTo>
                <a:cubicBezTo>
                  <a:pt x="1433294" y="2605148"/>
                  <a:pt x="1418233" y="2595610"/>
                  <a:pt x="1410704" y="2572518"/>
                </a:cubicBezTo>
                <a:cubicBezTo>
                  <a:pt x="1397149" y="2530349"/>
                  <a:pt x="1384096" y="2488683"/>
                  <a:pt x="1372049" y="2446515"/>
                </a:cubicBezTo>
                <a:cubicBezTo>
                  <a:pt x="1366527" y="2427439"/>
                  <a:pt x="1354981" y="2418403"/>
                  <a:pt x="1335905" y="2415390"/>
                </a:cubicBezTo>
                <a:cubicBezTo>
                  <a:pt x="1313817" y="2412378"/>
                  <a:pt x="1291729" y="2412378"/>
                  <a:pt x="1269640" y="2415892"/>
                </a:cubicBezTo>
                <a:cubicBezTo>
                  <a:pt x="1253075" y="2418403"/>
                  <a:pt x="1242532" y="2426937"/>
                  <a:pt x="1237512" y="2443503"/>
                </a:cubicBezTo>
                <a:cubicBezTo>
                  <a:pt x="1225966" y="2483161"/>
                  <a:pt x="1213415" y="2522819"/>
                  <a:pt x="1200866" y="2562478"/>
                </a:cubicBezTo>
                <a:cubicBezTo>
                  <a:pt x="1189821" y="2598120"/>
                  <a:pt x="1175765" y="2607157"/>
                  <a:pt x="1139119" y="2602136"/>
                </a:cubicBezTo>
                <a:cubicBezTo>
                  <a:pt x="1083899" y="2594606"/>
                  <a:pt x="1077372" y="2587075"/>
                  <a:pt x="1076871" y="2531856"/>
                </a:cubicBezTo>
                <a:cubicBezTo>
                  <a:pt x="1076369" y="2495712"/>
                  <a:pt x="1074863" y="2460069"/>
                  <a:pt x="1073859" y="2423925"/>
                </a:cubicBezTo>
                <a:cubicBezTo>
                  <a:pt x="1073356" y="2407359"/>
                  <a:pt x="1066831" y="2394306"/>
                  <a:pt x="1051269" y="2387780"/>
                </a:cubicBezTo>
                <a:cubicBezTo>
                  <a:pt x="1027675" y="2377740"/>
                  <a:pt x="1003578" y="2370712"/>
                  <a:pt x="977976" y="2369206"/>
                </a:cubicBezTo>
                <a:cubicBezTo>
                  <a:pt x="962413" y="2368202"/>
                  <a:pt x="951370" y="2374226"/>
                  <a:pt x="942835" y="2387780"/>
                </a:cubicBezTo>
                <a:cubicBezTo>
                  <a:pt x="921250" y="2423925"/>
                  <a:pt x="898158" y="2459065"/>
                  <a:pt x="876070" y="2494708"/>
                </a:cubicBezTo>
                <a:cubicBezTo>
                  <a:pt x="858499" y="2522819"/>
                  <a:pt x="844945" y="2527839"/>
                  <a:pt x="813820" y="2517298"/>
                </a:cubicBezTo>
                <a:cubicBezTo>
                  <a:pt x="812314" y="2516796"/>
                  <a:pt x="810809" y="2516294"/>
                  <a:pt x="809302" y="2515792"/>
                </a:cubicBezTo>
                <a:cubicBezTo>
                  <a:pt x="761110" y="2496214"/>
                  <a:pt x="751572" y="2485169"/>
                  <a:pt x="764122" y="2436976"/>
                </a:cubicBezTo>
                <a:cubicBezTo>
                  <a:pt x="773660" y="2400331"/>
                  <a:pt x="780689" y="2363183"/>
                  <a:pt x="789724" y="2326034"/>
                </a:cubicBezTo>
                <a:cubicBezTo>
                  <a:pt x="794242" y="2306958"/>
                  <a:pt x="789222" y="2292400"/>
                  <a:pt x="773158" y="2280853"/>
                </a:cubicBezTo>
                <a:cubicBezTo>
                  <a:pt x="756090" y="2268806"/>
                  <a:pt x="738520" y="2258263"/>
                  <a:pt x="719443" y="2249730"/>
                </a:cubicBezTo>
                <a:cubicBezTo>
                  <a:pt x="701371" y="2241697"/>
                  <a:pt x="685810" y="2244709"/>
                  <a:pt x="670750" y="2258765"/>
                </a:cubicBezTo>
                <a:cubicBezTo>
                  <a:pt x="640629" y="2287380"/>
                  <a:pt x="610007" y="2315492"/>
                  <a:pt x="579887" y="2343604"/>
                </a:cubicBezTo>
                <a:cubicBezTo>
                  <a:pt x="557297" y="2365191"/>
                  <a:pt x="542739" y="2366194"/>
                  <a:pt x="516133" y="2349628"/>
                </a:cubicBezTo>
                <a:cubicBezTo>
                  <a:pt x="513120" y="2347620"/>
                  <a:pt x="510108" y="2345612"/>
                  <a:pt x="507096" y="2343604"/>
                </a:cubicBezTo>
                <a:cubicBezTo>
                  <a:pt x="468442" y="2315994"/>
                  <a:pt x="464928" y="2301435"/>
                  <a:pt x="487016" y="2259769"/>
                </a:cubicBezTo>
                <a:cubicBezTo>
                  <a:pt x="505088" y="2225633"/>
                  <a:pt x="522658" y="2191496"/>
                  <a:pt x="541232" y="2157863"/>
                </a:cubicBezTo>
                <a:cubicBezTo>
                  <a:pt x="550770" y="2140293"/>
                  <a:pt x="549265" y="2125232"/>
                  <a:pt x="537217" y="2110172"/>
                </a:cubicBezTo>
                <a:cubicBezTo>
                  <a:pt x="524165" y="2093606"/>
                  <a:pt x="509104" y="2078546"/>
                  <a:pt x="492036" y="2065494"/>
                </a:cubicBezTo>
                <a:cubicBezTo>
                  <a:pt x="476976" y="2053948"/>
                  <a:pt x="461916" y="2052944"/>
                  <a:pt x="445350" y="2061980"/>
                </a:cubicBezTo>
                <a:cubicBezTo>
                  <a:pt x="408200" y="2082060"/>
                  <a:pt x="370550" y="2102140"/>
                  <a:pt x="332398" y="2121719"/>
                </a:cubicBezTo>
                <a:cubicBezTo>
                  <a:pt x="305792" y="2135774"/>
                  <a:pt x="290230" y="2132260"/>
                  <a:pt x="270652" y="2110172"/>
                </a:cubicBezTo>
                <a:cubicBezTo>
                  <a:pt x="269146" y="2108666"/>
                  <a:pt x="268142" y="2107160"/>
                  <a:pt x="266636" y="2105654"/>
                </a:cubicBezTo>
                <a:cubicBezTo>
                  <a:pt x="231997" y="2065494"/>
                  <a:pt x="232499" y="2051438"/>
                  <a:pt x="269146" y="2013285"/>
                </a:cubicBezTo>
                <a:cubicBezTo>
                  <a:pt x="294748" y="1986178"/>
                  <a:pt x="318845" y="1958567"/>
                  <a:pt x="344948" y="1932463"/>
                </a:cubicBezTo>
                <a:cubicBezTo>
                  <a:pt x="358001" y="1918909"/>
                  <a:pt x="360511" y="1904852"/>
                  <a:pt x="353984" y="1888286"/>
                </a:cubicBezTo>
                <a:cubicBezTo>
                  <a:pt x="345450" y="1866700"/>
                  <a:pt x="333402" y="1846620"/>
                  <a:pt x="319347" y="1828046"/>
                </a:cubicBezTo>
                <a:cubicBezTo>
                  <a:pt x="307800" y="1812985"/>
                  <a:pt x="292238" y="1811479"/>
                  <a:pt x="275672" y="1815496"/>
                </a:cubicBezTo>
                <a:cubicBezTo>
                  <a:pt x="239025" y="1824030"/>
                  <a:pt x="202881" y="1832563"/>
                  <a:pt x="166236" y="1840596"/>
                </a:cubicBezTo>
                <a:cubicBezTo>
                  <a:pt x="161215" y="1841600"/>
                  <a:pt x="156195" y="1843106"/>
                  <a:pt x="151677" y="1844110"/>
                </a:cubicBezTo>
                <a:cubicBezTo>
                  <a:pt x="124066" y="1849130"/>
                  <a:pt x="110011" y="1842604"/>
                  <a:pt x="97461" y="1817504"/>
                </a:cubicBezTo>
                <a:cubicBezTo>
                  <a:pt x="92943" y="1807966"/>
                  <a:pt x="88424" y="1798428"/>
                  <a:pt x="84910" y="1788388"/>
                </a:cubicBezTo>
                <a:cubicBezTo>
                  <a:pt x="75875" y="1761782"/>
                  <a:pt x="80894" y="1746721"/>
                  <a:pt x="104991" y="1731661"/>
                </a:cubicBezTo>
                <a:cubicBezTo>
                  <a:pt x="139127" y="1710075"/>
                  <a:pt x="173765" y="1688489"/>
                  <a:pt x="207902" y="1667405"/>
                </a:cubicBezTo>
                <a:cubicBezTo>
                  <a:pt x="235009" y="1650337"/>
                  <a:pt x="239025" y="1640798"/>
                  <a:pt x="232499" y="1609675"/>
                </a:cubicBezTo>
                <a:cubicBezTo>
                  <a:pt x="228484" y="1592104"/>
                  <a:pt x="223966" y="1574032"/>
                  <a:pt x="216937" y="1557466"/>
                </a:cubicBezTo>
                <a:cubicBezTo>
                  <a:pt x="209909" y="1540900"/>
                  <a:pt x="197861" y="1532868"/>
                  <a:pt x="179287" y="1532366"/>
                </a:cubicBezTo>
                <a:cubicBezTo>
                  <a:pt x="138625" y="1531864"/>
                  <a:pt x="98465" y="1530357"/>
                  <a:pt x="57803" y="1528851"/>
                </a:cubicBezTo>
                <a:cubicBezTo>
                  <a:pt x="21156" y="1527847"/>
                  <a:pt x="10112" y="1518310"/>
                  <a:pt x="3586" y="1483169"/>
                </a:cubicBezTo>
                <a:cubicBezTo>
                  <a:pt x="3084" y="1479655"/>
                  <a:pt x="2080" y="1476142"/>
                  <a:pt x="1578" y="1472627"/>
                </a:cubicBezTo>
                <a:cubicBezTo>
                  <a:pt x="-3944" y="1427949"/>
                  <a:pt x="3586" y="1416402"/>
                  <a:pt x="47260" y="1403351"/>
                </a:cubicBezTo>
                <a:cubicBezTo>
                  <a:pt x="83404" y="1392306"/>
                  <a:pt x="119548" y="1380258"/>
                  <a:pt x="156195" y="1370218"/>
                </a:cubicBezTo>
                <a:cubicBezTo>
                  <a:pt x="176275" y="1364697"/>
                  <a:pt x="186817" y="1353150"/>
                  <a:pt x="188826" y="1333572"/>
                </a:cubicBezTo>
                <a:cubicBezTo>
                  <a:pt x="190834" y="1310480"/>
                  <a:pt x="191837" y="1286886"/>
                  <a:pt x="187319" y="1263793"/>
                </a:cubicBezTo>
                <a:cubicBezTo>
                  <a:pt x="184809" y="1248733"/>
                  <a:pt x="176275" y="1239697"/>
                  <a:pt x="161717" y="1235179"/>
                </a:cubicBezTo>
                <a:cubicBezTo>
                  <a:pt x="123063" y="1223633"/>
                  <a:pt x="84408" y="1211586"/>
                  <a:pt x="45754" y="1199537"/>
                </a:cubicBezTo>
                <a:cubicBezTo>
                  <a:pt x="3586" y="1186485"/>
                  <a:pt x="-932" y="1179457"/>
                  <a:pt x="1578" y="1135280"/>
                </a:cubicBezTo>
                <a:cubicBezTo>
                  <a:pt x="2080" y="1126244"/>
                  <a:pt x="4088" y="1117209"/>
                  <a:pt x="6096" y="1108674"/>
                </a:cubicBezTo>
                <a:cubicBezTo>
                  <a:pt x="12120" y="1086586"/>
                  <a:pt x="24670" y="1076546"/>
                  <a:pt x="47762" y="1075542"/>
                </a:cubicBezTo>
                <a:cubicBezTo>
                  <a:pt x="85412" y="1074036"/>
                  <a:pt x="122561" y="1073032"/>
                  <a:pt x="160211" y="1072028"/>
                </a:cubicBezTo>
                <a:cubicBezTo>
                  <a:pt x="165733" y="1072028"/>
                  <a:pt x="171255" y="1071526"/>
                  <a:pt x="176777" y="1071526"/>
                </a:cubicBezTo>
                <a:cubicBezTo>
                  <a:pt x="201877" y="1072530"/>
                  <a:pt x="214929" y="1058473"/>
                  <a:pt x="221455" y="1036385"/>
                </a:cubicBezTo>
                <a:cubicBezTo>
                  <a:pt x="226476" y="1019819"/>
                  <a:pt x="230994" y="1003253"/>
                  <a:pt x="234507" y="986688"/>
                </a:cubicBezTo>
                <a:cubicBezTo>
                  <a:pt x="239025" y="963595"/>
                  <a:pt x="233504" y="952551"/>
                  <a:pt x="213424" y="939499"/>
                </a:cubicBezTo>
                <a:cubicBezTo>
                  <a:pt x="179287" y="917913"/>
                  <a:pt x="144648" y="896327"/>
                  <a:pt x="110513" y="875243"/>
                </a:cubicBezTo>
                <a:cubicBezTo>
                  <a:pt x="79891" y="856166"/>
                  <a:pt x="75373" y="844118"/>
                  <a:pt x="87420" y="809480"/>
                </a:cubicBezTo>
                <a:cubicBezTo>
                  <a:pt x="90935" y="798436"/>
                  <a:pt x="95453" y="787392"/>
                  <a:pt x="101978" y="777853"/>
                </a:cubicBezTo>
                <a:cubicBezTo>
                  <a:pt x="112521" y="761790"/>
                  <a:pt x="127078" y="753757"/>
                  <a:pt x="147159" y="758777"/>
                </a:cubicBezTo>
                <a:cubicBezTo>
                  <a:pt x="189829" y="768817"/>
                  <a:pt x="233002" y="777853"/>
                  <a:pt x="275672" y="788396"/>
                </a:cubicBezTo>
                <a:cubicBezTo>
                  <a:pt x="295249" y="793415"/>
                  <a:pt x="310310" y="788898"/>
                  <a:pt x="322358" y="772833"/>
                </a:cubicBezTo>
                <a:cubicBezTo>
                  <a:pt x="334908" y="755765"/>
                  <a:pt x="345953" y="737191"/>
                  <a:pt x="353984" y="717613"/>
                </a:cubicBezTo>
                <a:cubicBezTo>
                  <a:pt x="361013" y="700043"/>
                  <a:pt x="359005" y="684983"/>
                  <a:pt x="344948" y="670425"/>
                </a:cubicBezTo>
                <a:cubicBezTo>
                  <a:pt x="315832" y="640806"/>
                  <a:pt x="288222" y="610185"/>
                  <a:pt x="259607" y="579562"/>
                </a:cubicBezTo>
                <a:cubicBezTo>
                  <a:pt x="237519" y="555466"/>
                  <a:pt x="236515" y="541912"/>
                  <a:pt x="254587" y="514804"/>
                </a:cubicBezTo>
                <a:cubicBezTo>
                  <a:pt x="257599" y="510787"/>
                  <a:pt x="260110" y="506269"/>
                  <a:pt x="263122" y="502253"/>
                </a:cubicBezTo>
                <a:cubicBezTo>
                  <a:pt x="288724" y="468619"/>
                  <a:pt x="302780" y="465607"/>
                  <a:pt x="340430" y="485185"/>
                </a:cubicBezTo>
                <a:cubicBezTo>
                  <a:pt x="375571" y="503759"/>
                  <a:pt x="410710" y="521832"/>
                  <a:pt x="444848" y="540908"/>
                </a:cubicBezTo>
                <a:cubicBezTo>
                  <a:pt x="462920" y="550947"/>
                  <a:pt x="478985" y="548939"/>
                  <a:pt x="494044" y="536390"/>
                </a:cubicBezTo>
                <a:cubicBezTo>
                  <a:pt x="509104" y="523840"/>
                  <a:pt x="523160" y="509783"/>
                  <a:pt x="536213" y="494723"/>
                </a:cubicBezTo>
                <a:cubicBezTo>
                  <a:pt x="549265" y="479162"/>
                  <a:pt x="552276" y="463599"/>
                  <a:pt x="541735" y="444523"/>
                </a:cubicBezTo>
                <a:cubicBezTo>
                  <a:pt x="520650" y="406872"/>
                  <a:pt x="501072" y="368719"/>
                  <a:pt x="480992" y="330567"/>
                </a:cubicBezTo>
                <a:cubicBezTo>
                  <a:pt x="467940" y="305467"/>
                  <a:pt x="470952" y="291913"/>
                  <a:pt x="491534" y="272837"/>
                </a:cubicBezTo>
                <a:cubicBezTo>
                  <a:pt x="501072" y="263801"/>
                  <a:pt x="511614" y="256272"/>
                  <a:pt x="523160" y="249243"/>
                </a:cubicBezTo>
                <a:cubicBezTo>
                  <a:pt x="543240" y="237697"/>
                  <a:pt x="557297" y="239203"/>
                  <a:pt x="574365" y="254765"/>
                </a:cubicBezTo>
                <a:cubicBezTo>
                  <a:pt x="603481" y="281371"/>
                  <a:pt x="632598" y="308479"/>
                  <a:pt x="661211" y="335588"/>
                </a:cubicBezTo>
                <a:cubicBezTo>
                  <a:pt x="691332" y="364202"/>
                  <a:pt x="697858" y="365206"/>
                  <a:pt x="734504" y="346130"/>
                </a:cubicBezTo>
                <a:cubicBezTo>
                  <a:pt x="749062" y="338600"/>
                  <a:pt x="762617" y="330567"/>
                  <a:pt x="775668" y="320528"/>
                </a:cubicBezTo>
                <a:cubicBezTo>
                  <a:pt x="789724" y="308981"/>
                  <a:pt x="794242" y="295428"/>
                  <a:pt x="789724" y="277356"/>
                </a:cubicBezTo>
                <a:cubicBezTo>
                  <a:pt x="779182" y="235688"/>
                  <a:pt x="770147" y="193520"/>
                  <a:pt x="760608" y="151854"/>
                </a:cubicBezTo>
                <a:cubicBezTo>
                  <a:pt x="754584" y="124746"/>
                  <a:pt x="761110" y="111192"/>
                  <a:pt x="785207" y="98140"/>
                </a:cubicBezTo>
                <a:cubicBezTo>
                  <a:pt x="796250" y="92618"/>
                  <a:pt x="807294" y="88100"/>
                  <a:pt x="818841" y="84083"/>
                </a:cubicBezTo>
                <a:cubicBezTo>
                  <a:pt x="843439" y="76554"/>
                  <a:pt x="857495" y="81071"/>
                  <a:pt x="872053" y="103159"/>
                </a:cubicBezTo>
                <a:cubicBezTo>
                  <a:pt x="895145" y="138802"/>
                  <a:pt x="918238" y="174444"/>
                  <a:pt x="939322" y="211593"/>
                </a:cubicBezTo>
                <a:cubicBezTo>
                  <a:pt x="950366" y="230669"/>
                  <a:pt x="965425" y="237195"/>
                  <a:pt x="986008" y="234183"/>
                </a:cubicBezTo>
                <a:cubicBezTo>
                  <a:pt x="1007594" y="230669"/>
                  <a:pt x="1028679" y="225147"/>
                  <a:pt x="1048759" y="216612"/>
                </a:cubicBezTo>
                <a:cubicBezTo>
                  <a:pt x="1063316" y="210087"/>
                  <a:pt x="1071349" y="200047"/>
                  <a:pt x="1071851" y="182979"/>
                </a:cubicBezTo>
                <a:cubicBezTo>
                  <a:pt x="1072855" y="139304"/>
                  <a:pt x="1075364" y="96132"/>
                  <a:pt x="1076871" y="52458"/>
                </a:cubicBezTo>
                <a:cubicBezTo>
                  <a:pt x="1077874" y="24345"/>
                  <a:pt x="1086911" y="12298"/>
                  <a:pt x="1114019" y="4767"/>
                </a:cubicBezTo>
                <a:cubicBezTo>
                  <a:pt x="1118536" y="3763"/>
                  <a:pt x="1123055" y="2257"/>
                  <a:pt x="1127573" y="1755"/>
                </a:cubicBezTo>
                <a:cubicBezTo>
                  <a:pt x="1139998" y="375"/>
                  <a:pt x="1150069" y="-316"/>
                  <a:pt x="1158392" y="139"/>
                </a:cubicBezTo>
                <a:close/>
              </a:path>
            </a:pathLst>
          </a:custGeom>
          <a:solidFill>
            <a:schemeClr val="accent6"/>
          </a:solidFill>
          <a:ln w="5155" cap="flat">
            <a:noFill/>
            <a:prstDash val="solid"/>
            <a:miter/>
          </a:ln>
        </p:spPr>
        <p:txBody>
          <a:bodyPr wrap="square" rtlCol="0" anchor="ctr">
            <a:noAutofit/>
          </a:bodyPr>
          <a:lstStyle/>
          <a:p>
            <a:endParaRPr lang="en-US" dirty="0"/>
          </a:p>
        </p:txBody>
      </p:sp>
      <p:sp>
        <p:nvSpPr>
          <p:cNvPr id="4" name="Freeform: Shape 11">
            <a:extLst>
              <a:ext uri="{FF2B5EF4-FFF2-40B4-BE49-F238E27FC236}">
                <a16:creationId xmlns:a16="http://schemas.microsoft.com/office/drawing/2014/main" id="{12421EAD-F511-4F1B-965E-03CF5420E36B}"/>
              </a:ext>
            </a:extLst>
          </p:cNvPr>
          <p:cNvSpPr/>
          <p:nvPr/>
        </p:nvSpPr>
        <p:spPr>
          <a:xfrm>
            <a:off x="6872449" y="1681928"/>
            <a:ext cx="1759043" cy="1757630"/>
          </a:xfrm>
          <a:custGeom>
            <a:avLst/>
            <a:gdLst>
              <a:gd name="connsiteX0" fmla="*/ 878992 w 1759043"/>
              <a:gd name="connsiteY0" fmla="*/ 397674 h 1757630"/>
              <a:gd name="connsiteX1" fmla="*/ 400037 w 1759043"/>
              <a:gd name="connsiteY1" fmla="*/ 876629 h 1757630"/>
              <a:gd name="connsiteX2" fmla="*/ 878992 w 1759043"/>
              <a:gd name="connsiteY2" fmla="*/ 1355584 h 1757630"/>
              <a:gd name="connsiteX3" fmla="*/ 1357947 w 1759043"/>
              <a:gd name="connsiteY3" fmla="*/ 876629 h 1757630"/>
              <a:gd name="connsiteX4" fmla="*/ 878992 w 1759043"/>
              <a:gd name="connsiteY4" fmla="*/ 397674 h 1757630"/>
              <a:gd name="connsiteX5" fmla="*/ 840714 w 1759043"/>
              <a:gd name="connsiteY5" fmla="*/ 591 h 1757630"/>
              <a:gd name="connsiteX6" fmla="*/ 875684 w 1759043"/>
              <a:gd name="connsiteY6" fmla="*/ 28945 h 1757630"/>
              <a:gd name="connsiteX7" fmla="*/ 910182 w 1759043"/>
              <a:gd name="connsiteY7" fmla="*/ 149924 h 1757630"/>
              <a:gd name="connsiteX8" fmla="*/ 998082 w 1759043"/>
              <a:gd name="connsiteY8" fmla="*/ 199545 h 1757630"/>
              <a:gd name="connsiteX9" fmla="*/ 1026436 w 1759043"/>
              <a:gd name="connsiteY9" fmla="*/ 174971 h 1757630"/>
              <a:gd name="connsiteX10" fmla="*/ 1092597 w 1759043"/>
              <a:gd name="connsiteY10" fmla="*/ 62971 h 1757630"/>
              <a:gd name="connsiteX11" fmla="*/ 1145998 w 1759043"/>
              <a:gd name="connsiteY11" fmla="*/ 40760 h 1757630"/>
              <a:gd name="connsiteX12" fmla="*/ 1198927 w 1759043"/>
              <a:gd name="connsiteY12" fmla="*/ 126296 h 1757630"/>
              <a:gd name="connsiteX13" fmla="*/ 1185694 w 1759043"/>
              <a:gd name="connsiteY13" fmla="*/ 234044 h 1757630"/>
              <a:gd name="connsiteX14" fmla="*/ 1185694 w 1759043"/>
              <a:gd name="connsiteY14" fmla="*/ 245385 h 1757630"/>
              <a:gd name="connsiteX15" fmla="*/ 1281627 w 1759043"/>
              <a:gd name="connsiteY15" fmla="*/ 287917 h 1757630"/>
              <a:gd name="connsiteX16" fmla="*/ 1387012 w 1759043"/>
              <a:gd name="connsiteY16" fmla="*/ 208997 h 1757630"/>
              <a:gd name="connsiteX17" fmla="*/ 1450809 w 1759043"/>
              <a:gd name="connsiteY17" fmla="*/ 209942 h 1757630"/>
              <a:gd name="connsiteX18" fmla="*/ 1460733 w 1759043"/>
              <a:gd name="connsiteY18" fmla="*/ 218448 h 1757630"/>
              <a:gd name="connsiteX19" fmla="*/ 1471603 w 1759043"/>
              <a:gd name="connsiteY19" fmla="*/ 291225 h 1757630"/>
              <a:gd name="connsiteX20" fmla="*/ 1413476 w 1759043"/>
              <a:gd name="connsiteY20" fmla="*/ 394719 h 1757630"/>
              <a:gd name="connsiteX21" fmla="*/ 1421510 w 1759043"/>
              <a:gd name="connsiteY21" fmla="*/ 461825 h 1757630"/>
              <a:gd name="connsiteX22" fmla="*/ 1482945 w 1759043"/>
              <a:gd name="connsiteY22" fmla="*/ 486399 h 1757630"/>
              <a:gd name="connsiteX23" fmla="*/ 1607232 w 1759043"/>
              <a:gd name="connsiteY23" fmla="*/ 453791 h 1757630"/>
              <a:gd name="connsiteX24" fmla="*/ 1660161 w 1759043"/>
              <a:gd name="connsiteY24" fmla="*/ 474112 h 1757630"/>
              <a:gd name="connsiteX25" fmla="*/ 1676228 w 1759043"/>
              <a:gd name="connsiteY25" fmla="*/ 505775 h 1757630"/>
              <a:gd name="connsiteX26" fmla="*/ 1662996 w 1759043"/>
              <a:gd name="connsiteY26" fmla="*/ 552559 h 1757630"/>
              <a:gd name="connsiteX27" fmla="*/ 1556667 w 1759043"/>
              <a:gd name="connsiteY27" fmla="*/ 637151 h 1757630"/>
              <a:gd name="connsiteX28" fmla="*/ 1537763 w 1759043"/>
              <a:gd name="connsiteY28" fmla="*/ 688662 h 1757630"/>
              <a:gd name="connsiteX29" fmla="*/ 1543434 w 1759043"/>
              <a:gd name="connsiteY29" fmla="*/ 709455 h 1757630"/>
              <a:gd name="connsiteX30" fmla="*/ 1586911 w 1759043"/>
              <a:gd name="connsiteY30" fmla="*/ 746789 h 1757630"/>
              <a:gd name="connsiteX31" fmla="*/ 1715452 w 1759043"/>
              <a:gd name="connsiteY31" fmla="*/ 764274 h 1757630"/>
              <a:gd name="connsiteX32" fmla="*/ 1757039 w 1759043"/>
              <a:gd name="connsiteY32" fmla="*/ 805388 h 1757630"/>
              <a:gd name="connsiteX33" fmla="*/ 1758457 w 1759043"/>
              <a:gd name="connsiteY33" fmla="*/ 842249 h 1757630"/>
              <a:gd name="connsiteX34" fmla="*/ 1728212 w 1759043"/>
              <a:gd name="connsiteY34" fmla="*/ 877692 h 1757630"/>
              <a:gd name="connsiteX35" fmla="*/ 1607232 w 1759043"/>
              <a:gd name="connsiteY35" fmla="*/ 912190 h 1757630"/>
              <a:gd name="connsiteX36" fmla="*/ 1558085 w 1759043"/>
              <a:gd name="connsiteY36" fmla="*/ 993946 h 1757630"/>
              <a:gd name="connsiteX37" fmla="*/ 1583130 w 1759043"/>
              <a:gd name="connsiteY37" fmla="*/ 1027027 h 1757630"/>
              <a:gd name="connsiteX38" fmla="*/ 1694186 w 1759043"/>
              <a:gd name="connsiteY38" fmla="*/ 1092241 h 1757630"/>
              <a:gd name="connsiteX39" fmla="*/ 1718288 w 1759043"/>
              <a:gd name="connsiteY39" fmla="*/ 1148479 h 1757630"/>
              <a:gd name="connsiteX40" fmla="*/ 1717342 w 1759043"/>
              <a:gd name="connsiteY40" fmla="*/ 1154149 h 1757630"/>
              <a:gd name="connsiteX41" fmla="*/ 1650709 w 1759043"/>
              <a:gd name="connsiteY41" fmla="*/ 1201879 h 1757630"/>
              <a:gd name="connsiteX42" fmla="*/ 1534456 w 1759043"/>
              <a:gd name="connsiteY42" fmla="*/ 1187230 h 1757630"/>
              <a:gd name="connsiteX43" fmla="*/ 1475857 w 1759043"/>
              <a:gd name="connsiteY43" fmla="*/ 1217474 h 1757630"/>
              <a:gd name="connsiteX44" fmla="*/ 1474910 w 1759043"/>
              <a:gd name="connsiteY44" fmla="*/ 1287416 h 1757630"/>
              <a:gd name="connsiteX45" fmla="*/ 1550050 w 1759043"/>
              <a:gd name="connsiteY45" fmla="*/ 1386657 h 1757630"/>
              <a:gd name="connsiteX46" fmla="*/ 1550050 w 1759043"/>
              <a:gd name="connsiteY46" fmla="*/ 1451400 h 1757630"/>
              <a:gd name="connsiteX47" fmla="*/ 1547215 w 1759043"/>
              <a:gd name="connsiteY47" fmla="*/ 1454708 h 1757630"/>
              <a:gd name="connsiteX48" fmla="*/ 1465932 w 1759043"/>
              <a:gd name="connsiteY48" fmla="*/ 1470775 h 1757630"/>
              <a:gd name="connsiteX49" fmla="*/ 1365273 w 1759043"/>
              <a:gd name="connsiteY49" fmla="*/ 1414066 h 1757630"/>
              <a:gd name="connsiteX50" fmla="*/ 1296277 w 1759043"/>
              <a:gd name="connsiteY50" fmla="*/ 1423991 h 1757630"/>
              <a:gd name="connsiteX51" fmla="*/ 1274066 w 1759043"/>
              <a:gd name="connsiteY51" fmla="*/ 1486370 h 1757630"/>
              <a:gd name="connsiteX52" fmla="*/ 1306673 w 1759043"/>
              <a:gd name="connsiteY52" fmla="*/ 1612076 h 1757630"/>
              <a:gd name="connsiteX53" fmla="*/ 1288243 w 1759043"/>
              <a:gd name="connsiteY53" fmla="*/ 1659333 h 1757630"/>
              <a:gd name="connsiteX54" fmla="*/ 1255163 w 1759043"/>
              <a:gd name="connsiteY54" fmla="*/ 1676346 h 1757630"/>
              <a:gd name="connsiteX55" fmla="*/ 1205542 w 1759043"/>
              <a:gd name="connsiteY55" fmla="*/ 1662641 h 1757630"/>
              <a:gd name="connsiteX56" fmla="*/ 1127567 w 1759043"/>
              <a:gd name="connsiteY56" fmla="*/ 1563873 h 1757630"/>
              <a:gd name="connsiteX57" fmla="*/ 1026909 w 1759043"/>
              <a:gd name="connsiteY57" fmla="*/ 1555366 h 1757630"/>
              <a:gd name="connsiteX58" fmla="*/ 1013676 w 1759043"/>
              <a:gd name="connsiteY58" fmla="*/ 1581831 h 1757630"/>
              <a:gd name="connsiteX59" fmla="*/ 995719 w 1759043"/>
              <a:gd name="connsiteY59" fmla="*/ 1711790 h 1757630"/>
              <a:gd name="connsiteX60" fmla="*/ 961693 w 1759043"/>
              <a:gd name="connsiteY60" fmla="*/ 1757630 h 1757630"/>
              <a:gd name="connsiteX61" fmla="*/ 904511 w 1759043"/>
              <a:gd name="connsiteY61" fmla="*/ 1757630 h 1757630"/>
              <a:gd name="connsiteX62" fmla="*/ 879465 w 1759043"/>
              <a:gd name="connsiteY62" fmla="*/ 1722658 h 1757630"/>
              <a:gd name="connsiteX63" fmla="*/ 844021 w 1759043"/>
              <a:gd name="connsiteY63" fmla="*/ 1597426 h 1757630"/>
              <a:gd name="connsiteX64" fmla="*/ 801963 w 1759043"/>
              <a:gd name="connsiteY64" fmla="*/ 1560565 h 1757630"/>
              <a:gd name="connsiteX65" fmla="*/ 776443 w 1759043"/>
              <a:gd name="connsiteY65" fmla="*/ 1557729 h 1757630"/>
              <a:gd name="connsiteX66" fmla="*/ 732966 w 1759043"/>
              <a:gd name="connsiteY66" fmla="*/ 1581831 h 1757630"/>
              <a:gd name="connsiteX67" fmla="*/ 722097 w 1759043"/>
              <a:gd name="connsiteY67" fmla="*/ 1600261 h 1757630"/>
              <a:gd name="connsiteX68" fmla="*/ 662553 w 1759043"/>
              <a:gd name="connsiteY68" fmla="*/ 1700920 h 1757630"/>
              <a:gd name="connsiteX69" fmla="*/ 617658 w 1759043"/>
              <a:gd name="connsiteY69" fmla="*/ 1719350 h 1757630"/>
              <a:gd name="connsiteX70" fmla="*/ 581269 w 1759043"/>
              <a:gd name="connsiteY70" fmla="*/ 1707064 h 1757630"/>
              <a:gd name="connsiteX71" fmla="*/ 556696 w 1759043"/>
              <a:gd name="connsiteY71" fmla="*/ 1661224 h 1757630"/>
              <a:gd name="connsiteX72" fmla="*/ 572290 w 1759043"/>
              <a:gd name="connsiteY72" fmla="*/ 1532210 h 1757630"/>
              <a:gd name="connsiteX73" fmla="*/ 536847 w 1759043"/>
              <a:gd name="connsiteY73" fmla="*/ 1472193 h 1757630"/>
              <a:gd name="connsiteX74" fmla="*/ 471159 w 1759043"/>
              <a:gd name="connsiteY74" fmla="*/ 1475501 h 1757630"/>
              <a:gd name="connsiteX75" fmla="*/ 379007 w 1759043"/>
              <a:gd name="connsiteY75" fmla="*/ 1545443 h 1757630"/>
              <a:gd name="connsiteX76" fmla="*/ 297251 w 1759043"/>
              <a:gd name="connsiteY76" fmla="*/ 1540717 h 1757630"/>
              <a:gd name="connsiteX77" fmla="*/ 290162 w 1759043"/>
              <a:gd name="connsiteY77" fmla="*/ 1533628 h 1757630"/>
              <a:gd name="connsiteX78" fmla="*/ 283074 w 1759043"/>
              <a:gd name="connsiteY78" fmla="*/ 1476919 h 1757630"/>
              <a:gd name="connsiteX79" fmla="*/ 344509 w 1759043"/>
              <a:gd name="connsiteY79" fmla="*/ 1367281 h 1757630"/>
              <a:gd name="connsiteX80" fmla="*/ 354905 w 1759043"/>
              <a:gd name="connsiteY80" fmla="*/ 1333728 h 1757630"/>
              <a:gd name="connsiteX81" fmla="*/ 272204 w 1759043"/>
              <a:gd name="connsiteY81" fmla="*/ 1274657 h 1757630"/>
              <a:gd name="connsiteX82" fmla="*/ 145081 w 1759043"/>
              <a:gd name="connsiteY82" fmla="*/ 1307737 h 1757630"/>
              <a:gd name="connsiteX83" fmla="*/ 104440 w 1759043"/>
              <a:gd name="connsiteY83" fmla="*/ 1294032 h 1757630"/>
              <a:gd name="connsiteX84" fmla="*/ 84119 w 1759043"/>
              <a:gd name="connsiteY84" fmla="*/ 1258116 h 1757630"/>
              <a:gd name="connsiteX85" fmla="*/ 97824 w 1759043"/>
              <a:gd name="connsiteY85" fmla="*/ 1205188 h 1757630"/>
              <a:gd name="connsiteX86" fmla="*/ 191866 w 1759043"/>
              <a:gd name="connsiteY86" fmla="*/ 1130521 h 1757630"/>
              <a:gd name="connsiteX87" fmla="*/ 216913 w 1759043"/>
              <a:gd name="connsiteY87" fmla="*/ 1054436 h 1757630"/>
              <a:gd name="connsiteX88" fmla="*/ 166347 w 1759043"/>
              <a:gd name="connsiteY88" fmla="*/ 1011904 h 1757630"/>
              <a:gd name="connsiteX89" fmla="*/ 47731 w 1759043"/>
              <a:gd name="connsiteY89" fmla="*/ 995836 h 1757630"/>
              <a:gd name="connsiteX90" fmla="*/ 945 w 1759043"/>
              <a:gd name="connsiteY90" fmla="*/ 962756 h 1757630"/>
              <a:gd name="connsiteX91" fmla="*/ 0 w 1759043"/>
              <a:gd name="connsiteY91" fmla="*/ 904157 h 1757630"/>
              <a:gd name="connsiteX92" fmla="*/ 34499 w 1759043"/>
              <a:gd name="connsiteY92" fmla="*/ 879109 h 1757630"/>
              <a:gd name="connsiteX93" fmla="*/ 155478 w 1759043"/>
              <a:gd name="connsiteY93" fmla="*/ 845084 h 1757630"/>
              <a:gd name="connsiteX94" fmla="*/ 197065 w 1759043"/>
              <a:gd name="connsiteY94" fmla="*/ 798772 h 1757630"/>
              <a:gd name="connsiteX95" fmla="*/ 199428 w 1759043"/>
              <a:gd name="connsiteY95" fmla="*/ 778923 h 1757630"/>
              <a:gd name="connsiteX96" fmla="*/ 173436 w 1759043"/>
              <a:gd name="connsiteY96" fmla="*/ 730721 h 1757630"/>
              <a:gd name="connsiteX97" fmla="*/ 63798 w 1759043"/>
              <a:gd name="connsiteY97" fmla="*/ 666451 h 1757630"/>
              <a:gd name="connsiteX98" fmla="*/ 40169 w 1759043"/>
              <a:gd name="connsiteY98" fmla="*/ 608797 h 1757630"/>
              <a:gd name="connsiteX99" fmla="*/ 42532 w 1759043"/>
              <a:gd name="connsiteY99" fmla="*/ 600763 h 1757630"/>
              <a:gd name="connsiteX100" fmla="*/ 104912 w 1759043"/>
              <a:gd name="connsiteY100" fmla="*/ 557758 h 1757630"/>
              <a:gd name="connsiteX101" fmla="*/ 221166 w 1759043"/>
              <a:gd name="connsiteY101" fmla="*/ 570990 h 1757630"/>
              <a:gd name="connsiteX102" fmla="*/ 280711 w 1759043"/>
              <a:gd name="connsiteY102" fmla="*/ 543581 h 1757630"/>
              <a:gd name="connsiteX103" fmla="*/ 275985 w 1759043"/>
              <a:gd name="connsiteY103" fmla="*/ 462771 h 1757630"/>
              <a:gd name="connsiteX104" fmla="*/ 203680 w 1759043"/>
              <a:gd name="connsiteY104" fmla="*/ 366837 h 1757630"/>
              <a:gd name="connsiteX105" fmla="*/ 203680 w 1759043"/>
              <a:gd name="connsiteY105" fmla="*/ 313436 h 1757630"/>
              <a:gd name="connsiteX106" fmla="*/ 227309 w 1759043"/>
              <a:gd name="connsiteY106" fmla="*/ 286972 h 1757630"/>
              <a:gd name="connsiteX107" fmla="*/ 277875 w 1759043"/>
              <a:gd name="connsiteY107" fmla="*/ 281301 h 1757630"/>
              <a:gd name="connsiteX108" fmla="*/ 385150 w 1759043"/>
              <a:gd name="connsiteY108" fmla="*/ 341790 h 1757630"/>
              <a:gd name="connsiteX109" fmla="*/ 481083 w 1759043"/>
              <a:gd name="connsiteY109" fmla="*/ 314854 h 1757630"/>
              <a:gd name="connsiteX110" fmla="*/ 483446 w 1759043"/>
              <a:gd name="connsiteY110" fmla="*/ 273267 h 1757630"/>
              <a:gd name="connsiteX111" fmla="*/ 452256 w 1759043"/>
              <a:gd name="connsiteY111" fmla="*/ 152760 h 1757630"/>
              <a:gd name="connsiteX112" fmla="*/ 474939 w 1759043"/>
              <a:gd name="connsiteY112" fmla="*/ 96996 h 1757630"/>
              <a:gd name="connsiteX113" fmla="*/ 492425 w 1759043"/>
              <a:gd name="connsiteY113" fmla="*/ 87545 h 1757630"/>
              <a:gd name="connsiteX114" fmla="*/ 557640 w 1759043"/>
              <a:gd name="connsiteY114" fmla="*/ 103612 h 1757630"/>
              <a:gd name="connsiteX115" fmla="*/ 632780 w 1759043"/>
              <a:gd name="connsiteY115" fmla="*/ 199072 h 1757630"/>
              <a:gd name="connsiteX116" fmla="*/ 735329 w 1759043"/>
              <a:gd name="connsiteY116" fmla="*/ 198600 h 1757630"/>
              <a:gd name="connsiteX117" fmla="*/ 747617 w 1759043"/>
              <a:gd name="connsiteY117" fmla="*/ 155123 h 1757630"/>
              <a:gd name="connsiteX118" fmla="*/ 762739 w 1759043"/>
              <a:gd name="connsiteY118" fmla="*/ 44540 h 1757630"/>
              <a:gd name="connsiteX119" fmla="*/ 803852 w 1759043"/>
              <a:gd name="connsiteY119" fmla="*/ 2009 h 1757630"/>
              <a:gd name="connsiteX120" fmla="*/ 840714 w 1759043"/>
              <a:gd name="connsiteY120" fmla="*/ 591 h 17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759043" h="1757630">
                <a:moveTo>
                  <a:pt x="878992" y="397674"/>
                </a:moveTo>
                <a:cubicBezTo>
                  <a:pt x="614472" y="397674"/>
                  <a:pt x="400037" y="612109"/>
                  <a:pt x="400037" y="876629"/>
                </a:cubicBezTo>
                <a:cubicBezTo>
                  <a:pt x="400037" y="1141149"/>
                  <a:pt x="614472" y="1355584"/>
                  <a:pt x="878992" y="1355584"/>
                </a:cubicBezTo>
                <a:cubicBezTo>
                  <a:pt x="1143512" y="1355584"/>
                  <a:pt x="1357947" y="1141149"/>
                  <a:pt x="1357947" y="876629"/>
                </a:cubicBezTo>
                <a:cubicBezTo>
                  <a:pt x="1357947" y="612109"/>
                  <a:pt x="1143512" y="397674"/>
                  <a:pt x="878992" y="397674"/>
                </a:cubicBezTo>
                <a:close/>
                <a:moveTo>
                  <a:pt x="840714" y="591"/>
                </a:moveTo>
                <a:cubicBezTo>
                  <a:pt x="858671" y="1536"/>
                  <a:pt x="870959" y="10987"/>
                  <a:pt x="875684" y="28945"/>
                </a:cubicBezTo>
                <a:cubicBezTo>
                  <a:pt x="887026" y="69114"/>
                  <a:pt x="898840" y="109755"/>
                  <a:pt x="910182" y="149924"/>
                </a:cubicBezTo>
                <a:cubicBezTo>
                  <a:pt x="921997" y="191039"/>
                  <a:pt x="956022" y="210415"/>
                  <a:pt x="998082" y="199545"/>
                </a:cubicBezTo>
                <a:cubicBezTo>
                  <a:pt x="1011786" y="196237"/>
                  <a:pt x="1019820" y="186313"/>
                  <a:pt x="1026436" y="174971"/>
                </a:cubicBezTo>
                <a:cubicBezTo>
                  <a:pt x="1048175" y="137638"/>
                  <a:pt x="1070386" y="100304"/>
                  <a:pt x="1092597" y="62971"/>
                </a:cubicBezTo>
                <a:cubicBezTo>
                  <a:pt x="1106774" y="38869"/>
                  <a:pt x="1119061" y="33671"/>
                  <a:pt x="1145998" y="40760"/>
                </a:cubicBezTo>
                <a:cubicBezTo>
                  <a:pt x="1199872" y="54464"/>
                  <a:pt x="1206960" y="66279"/>
                  <a:pt x="1198927" y="126296"/>
                </a:cubicBezTo>
                <a:cubicBezTo>
                  <a:pt x="1194201" y="162212"/>
                  <a:pt x="1189947" y="198127"/>
                  <a:pt x="1185694" y="234044"/>
                </a:cubicBezTo>
                <a:cubicBezTo>
                  <a:pt x="1185221" y="237824"/>
                  <a:pt x="1185221" y="241604"/>
                  <a:pt x="1185694" y="245385"/>
                </a:cubicBezTo>
                <a:cubicBezTo>
                  <a:pt x="1191838" y="283664"/>
                  <a:pt x="1249964" y="310128"/>
                  <a:pt x="1281627" y="287917"/>
                </a:cubicBezTo>
                <a:cubicBezTo>
                  <a:pt x="1317543" y="262398"/>
                  <a:pt x="1352041" y="235461"/>
                  <a:pt x="1387012" y="208997"/>
                </a:cubicBezTo>
                <a:cubicBezTo>
                  <a:pt x="1412530" y="189621"/>
                  <a:pt x="1425290" y="190094"/>
                  <a:pt x="1450809" y="209942"/>
                </a:cubicBezTo>
                <a:cubicBezTo>
                  <a:pt x="1454118" y="212778"/>
                  <a:pt x="1457425" y="215140"/>
                  <a:pt x="1460733" y="218448"/>
                </a:cubicBezTo>
                <a:cubicBezTo>
                  <a:pt x="1490506" y="246803"/>
                  <a:pt x="1491924" y="255310"/>
                  <a:pt x="1471603" y="291225"/>
                </a:cubicBezTo>
                <a:cubicBezTo>
                  <a:pt x="1452228" y="325723"/>
                  <a:pt x="1433796" y="360693"/>
                  <a:pt x="1413476" y="394719"/>
                </a:cubicBezTo>
                <a:cubicBezTo>
                  <a:pt x="1398826" y="419766"/>
                  <a:pt x="1405442" y="440559"/>
                  <a:pt x="1421510" y="461825"/>
                </a:cubicBezTo>
                <a:cubicBezTo>
                  <a:pt x="1437578" y="483091"/>
                  <a:pt x="1456007" y="493488"/>
                  <a:pt x="1482945" y="486399"/>
                </a:cubicBezTo>
                <a:cubicBezTo>
                  <a:pt x="1524531" y="475530"/>
                  <a:pt x="1566118" y="465133"/>
                  <a:pt x="1607232" y="453791"/>
                </a:cubicBezTo>
                <a:cubicBezTo>
                  <a:pt x="1633696" y="446702"/>
                  <a:pt x="1645511" y="450956"/>
                  <a:pt x="1660161" y="474112"/>
                </a:cubicBezTo>
                <a:cubicBezTo>
                  <a:pt x="1666777" y="484037"/>
                  <a:pt x="1672447" y="494433"/>
                  <a:pt x="1676228" y="505775"/>
                </a:cubicBezTo>
                <a:cubicBezTo>
                  <a:pt x="1683317" y="526096"/>
                  <a:pt x="1680008" y="538855"/>
                  <a:pt x="1662996" y="552559"/>
                </a:cubicBezTo>
                <a:cubicBezTo>
                  <a:pt x="1627553" y="580914"/>
                  <a:pt x="1592582" y="609269"/>
                  <a:pt x="1556667" y="637151"/>
                </a:cubicBezTo>
                <a:cubicBezTo>
                  <a:pt x="1538708" y="650855"/>
                  <a:pt x="1533982" y="667869"/>
                  <a:pt x="1537763" y="688662"/>
                </a:cubicBezTo>
                <a:cubicBezTo>
                  <a:pt x="1539182" y="695750"/>
                  <a:pt x="1541545" y="702366"/>
                  <a:pt x="1543434" y="709455"/>
                </a:cubicBezTo>
                <a:cubicBezTo>
                  <a:pt x="1549578" y="731666"/>
                  <a:pt x="1564227" y="743953"/>
                  <a:pt x="1586911" y="746789"/>
                </a:cubicBezTo>
                <a:cubicBezTo>
                  <a:pt x="1629916" y="752460"/>
                  <a:pt x="1672920" y="758603"/>
                  <a:pt x="1715452" y="764274"/>
                </a:cubicBezTo>
                <a:cubicBezTo>
                  <a:pt x="1740971" y="767582"/>
                  <a:pt x="1754203" y="779869"/>
                  <a:pt x="1757039" y="805388"/>
                </a:cubicBezTo>
                <a:cubicBezTo>
                  <a:pt x="1758457" y="817675"/>
                  <a:pt x="1759874" y="829962"/>
                  <a:pt x="1758457" y="842249"/>
                </a:cubicBezTo>
                <a:cubicBezTo>
                  <a:pt x="1756093" y="861624"/>
                  <a:pt x="1746169" y="872494"/>
                  <a:pt x="1728212" y="877692"/>
                </a:cubicBezTo>
                <a:cubicBezTo>
                  <a:pt x="1688042" y="889034"/>
                  <a:pt x="1647401" y="900375"/>
                  <a:pt x="1607232" y="912190"/>
                </a:cubicBezTo>
                <a:cubicBezTo>
                  <a:pt x="1568008" y="923532"/>
                  <a:pt x="1550050" y="953304"/>
                  <a:pt x="1558085" y="993946"/>
                </a:cubicBezTo>
                <a:cubicBezTo>
                  <a:pt x="1560919" y="1009541"/>
                  <a:pt x="1569899" y="1019465"/>
                  <a:pt x="1583130" y="1027027"/>
                </a:cubicBezTo>
                <a:cubicBezTo>
                  <a:pt x="1619992" y="1048765"/>
                  <a:pt x="1656852" y="1070503"/>
                  <a:pt x="1694186" y="1092241"/>
                </a:cubicBezTo>
                <a:cubicBezTo>
                  <a:pt x="1721596" y="1108310"/>
                  <a:pt x="1725849" y="1117761"/>
                  <a:pt x="1718288" y="1148479"/>
                </a:cubicBezTo>
                <a:cubicBezTo>
                  <a:pt x="1717815" y="1150369"/>
                  <a:pt x="1717815" y="1152259"/>
                  <a:pt x="1717342" y="1154149"/>
                </a:cubicBezTo>
                <a:cubicBezTo>
                  <a:pt x="1706000" y="1191483"/>
                  <a:pt x="1693241" y="1209914"/>
                  <a:pt x="1650709" y="1201879"/>
                </a:cubicBezTo>
                <a:cubicBezTo>
                  <a:pt x="1612431" y="1194318"/>
                  <a:pt x="1573207" y="1192901"/>
                  <a:pt x="1534456" y="1187230"/>
                </a:cubicBezTo>
                <a:cubicBezTo>
                  <a:pt x="1507046" y="1183449"/>
                  <a:pt x="1489088" y="1194318"/>
                  <a:pt x="1475857" y="1217474"/>
                </a:cubicBezTo>
                <a:cubicBezTo>
                  <a:pt x="1462151" y="1241103"/>
                  <a:pt x="1456007" y="1263314"/>
                  <a:pt x="1474910" y="1287416"/>
                </a:cubicBezTo>
                <a:cubicBezTo>
                  <a:pt x="1500430" y="1320024"/>
                  <a:pt x="1525004" y="1353577"/>
                  <a:pt x="1550050" y="1386657"/>
                </a:cubicBezTo>
                <a:cubicBezTo>
                  <a:pt x="1570844" y="1413594"/>
                  <a:pt x="1570844" y="1424463"/>
                  <a:pt x="1550050" y="1451400"/>
                </a:cubicBezTo>
                <a:cubicBezTo>
                  <a:pt x="1549105" y="1452345"/>
                  <a:pt x="1548160" y="1453763"/>
                  <a:pt x="1547215" y="1454708"/>
                </a:cubicBezTo>
                <a:cubicBezTo>
                  <a:pt x="1519805" y="1484008"/>
                  <a:pt x="1508936" y="1496767"/>
                  <a:pt x="1465932" y="1470775"/>
                </a:cubicBezTo>
                <a:cubicBezTo>
                  <a:pt x="1432852" y="1450927"/>
                  <a:pt x="1397881" y="1433914"/>
                  <a:pt x="1365273" y="1414066"/>
                </a:cubicBezTo>
                <a:cubicBezTo>
                  <a:pt x="1338336" y="1397999"/>
                  <a:pt x="1317543" y="1407450"/>
                  <a:pt x="1296277" y="1423991"/>
                </a:cubicBezTo>
                <a:cubicBezTo>
                  <a:pt x="1275011" y="1440058"/>
                  <a:pt x="1266504" y="1459434"/>
                  <a:pt x="1274066" y="1486370"/>
                </a:cubicBezTo>
                <a:cubicBezTo>
                  <a:pt x="1285880" y="1527958"/>
                  <a:pt x="1296277" y="1570016"/>
                  <a:pt x="1306673" y="1612076"/>
                </a:cubicBezTo>
                <a:cubicBezTo>
                  <a:pt x="1312345" y="1634759"/>
                  <a:pt x="1307619" y="1647047"/>
                  <a:pt x="1288243" y="1659333"/>
                </a:cubicBezTo>
                <a:cubicBezTo>
                  <a:pt x="1277847" y="1665949"/>
                  <a:pt x="1266977" y="1672093"/>
                  <a:pt x="1255163" y="1676346"/>
                </a:cubicBezTo>
                <a:cubicBezTo>
                  <a:pt x="1234370" y="1683907"/>
                  <a:pt x="1219247" y="1680126"/>
                  <a:pt x="1205542" y="1662641"/>
                </a:cubicBezTo>
                <a:cubicBezTo>
                  <a:pt x="1179550" y="1630034"/>
                  <a:pt x="1153559" y="1596953"/>
                  <a:pt x="1127567" y="1563873"/>
                </a:cubicBezTo>
                <a:cubicBezTo>
                  <a:pt x="1102520" y="1532683"/>
                  <a:pt x="1057154" y="1528430"/>
                  <a:pt x="1026909" y="1555366"/>
                </a:cubicBezTo>
                <a:cubicBezTo>
                  <a:pt x="1018874" y="1562455"/>
                  <a:pt x="1015095" y="1571434"/>
                  <a:pt x="1013676" y="1581831"/>
                </a:cubicBezTo>
                <a:cubicBezTo>
                  <a:pt x="1007533" y="1625308"/>
                  <a:pt x="1000444" y="1668312"/>
                  <a:pt x="995719" y="1711790"/>
                </a:cubicBezTo>
                <a:cubicBezTo>
                  <a:pt x="992883" y="1734473"/>
                  <a:pt x="983904" y="1750541"/>
                  <a:pt x="961693" y="1757630"/>
                </a:cubicBezTo>
                <a:cubicBezTo>
                  <a:pt x="942790" y="1757630"/>
                  <a:pt x="923414" y="1757630"/>
                  <a:pt x="904511" y="1757630"/>
                </a:cubicBezTo>
                <a:cubicBezTo>
                  <a:pt x="891279" y="1749595"/>
                  <a:pt x="883718" y="1737781"/>
                  <a:pt x="879465" y="1722658"/>
                </a:cubicBezTo>
                <a:cubicBezTo>
                  <a:pt x="868123" y="1681072"/>
                  <a:pt x="855363" y="1639485"/>
                  <a:pt x="844021" y="1597426"/>
                </a:cubicBezTo>
                <a:cubicBezTo>
                  <a:pt x="837878" y="1575215"/>
                  <a:pt x="824174" y="1563401"/>
                  <a:pt x="801963" y="1560565"/>
                </a:cubicBezTo>
                <a:cubicBezTo>
                  <a:pt x="793456" y="1559620"/>
                  <a:pt x="784949" y="1558202"/>
                  <a:pt x="776443" y="1557729"/>
                </a:cubicBezTo>
                <a:cubicBezTo>
                  <a:pt x="756595" y="1556312"/>
                  <a:pt x="742891" y="1565291"/>
                  <a:pt x="732966" y="1581831"/>
                </a:cubicBezTo>
                <a:cubicBezTo>
                  <a:pt x="729185" y="1587975"/>
                  <a:pt x="725877" y="1594117"/>
                  <a:pt x="722097" y="1600261"/>
                </a:cubicBezTo>
                <a:cubicBezTo>
                  <a:pt x="702248" y="1633814"/>
                  <a:pt x="682873" y="1667840"/>
                  <a:pt x="662553" y="1700920"/>
                </a:cubicBezTo>
                <a:cubicBezTo>
                  <a:pt x="651683" y="1719350"/>
                  <a:pt x="638450" y="1724076"/>
                  <a:pt x="617658" y="1719350"/>
                </a:cubicBezTo>
                <a:cubicBezTo>
                  <a:pt x="604898" y="1716515"/>
                  <a:pt x="593084" y="1712262"/>
                  <a:pt x="581269" y="1707064"/>
                </a:cubicBezTo>
                <a:cubicBezTo>
                  <a:pt x="560476" y="1697139"/>
                  <a:pt x="553860" y="1684380"/>
                  <a:pt x="556696" y="1661224"/>
                </a:cubicBezTo>
                <a:cubicBezTo>
                  <a:pt x="561893" y="1618219"/>
                  <a:pt x="566147" y="1575215"/>
                  <a:pt x="572290" y="1532210"/>
                </a:cubicBezTo>
                <a:cubicBezTo>
                  <a:pt x="576543" y="1501966"/>
                  <a:pt x="560476" y="1485426"/>
                  <a:pt x="536847" y="1472193"/>
                </a:cubicBezTo>
                <a:cubicBezTo>
                  <a:pt x="513691" y="1459434"/>
                  <a:pt x="492898" y="1457543"/>
                  <a:pt x="471159" y="1475501"/>
                </a:cubicBezTo>
                <a:cubicBezTo>
                  <a:pt x="440914" y="1499603"/>
                  <a:pt x="409251" y="1521814"/>
                  <a:pt x="379007" y="1545443"/>
                </a:cubicBezTo>
                <a:cubicBezTo>
                  <a:pt x="348290" y="1569544"/>
                  <a:pt x="335057" y="1574742"/>
                  <a:pt x="297251" y="1540717"/>
                </a:cubicBezTo>
                <a:cubicBezTo>
                  <a:pt x="294888" y="1538354"/>
                  <a:pt x="292525" y="1535991"/>
                  <a:pt x="290162" y="1533628"/>
                </a:cubicBezTo>
                <a:cubicBezTo>
                  <a:pt x="271732" y="1514725"/>
                  <a:pt x="269841" y="1500075"/>
                  <a:pt x="283074" y="1476919"/>
                </a:cubicBezTo>
                <a:cubicBezTo>
                  <a:pt x="303395" y="1440531"/>
                  <a:pt x="324187" y="1403669"/>
                  <a:pt x="344509" y="1367281"/>
                </a:cubicBezTo>
                <a:cubicBezTo>
                  <a:pt x="350179" y="1356885"/>
                  <a:pt x="356323" y="1346488"/>
                  <a:pt x="354905" y="1333728"/>
                </a:cubicBezTo>
                <a:cubicBezTo>
                  <a:pt x="351597" y="1295450"/>
                  <a:pt x="309065" y="1265205"/>
                  <a:pt x="272204" y="1274657"/>
                </a:cubicBezTo>
                <a:cubicBezTo>
                  <a:pt x="229672" y="1285525"/>
                  <a:pt x="187140" y="1296395"/>
                  <a:pt x="145081" y="1307737"/>
                </a:cubicBezTo>
                <a:cubicBezTo>
                  <a:pt x="128069" y="1312462"/>
                  <a:pt x="115309" y="1307264"/>
                  <a:pt x="104440" y="1294032"/>
                </a:cubicBezTo>
                <a:cubicBezTo>
                  <a:pt x="95461" y="1283162"/>
                  <a:pt x="89790" y="1270876"/>
                  <a:pt x="84119" y="1258116"/>
                </a:cubicBezTo>
                <a:cubicBezTo>
                  <a:pt x="74668" y="1235905"/>
                  <a:pt x="78921" y="1219837"/>
                  <a:pt x="97824" y="1205188"/>
                </a:cubicBezTo>
                <a:cubicBezTo>
                  <a:pt x="129014" y="1180141"/>
                  <a:pt x="160676" y="1155567"/>
                  <a:pt x="191866" y="1130521"/>
                </a:cubicBezTo>
                <a:cubicBezTo>
                  <a:pt x="224946" y="1105002"/>
                  <a:pt x="227782" y="1094132"/>
                  <a:pt x="216913" y="1054436"/>
                </a:cubicBezTo>
                <a:cubicBezTo>
                  <a:pt x="209352" y="1028444"/>
                  <a:pt x="193757" y="1014739"/>
                  <a:pt x="166347" y="1011904"/>
                </a:cubicBezTo>
                <a:cubicBezTo>
                  <a:pt x="126651" y="1007650"/>
                  <a:pt x="87427" y="1000090"/>
                  <a:pt x="47731" y="995836"/>
                </a:cubicBezTo>
                <a:cubicBezTo>
                  <a:pt x="25047" y="993473"/>
                  <a:pt x="8980" y="984495"/>
                  <a:pt x="945" y="962756"/>
                </a:cubicBezTo>
                <a:cubicBezTo>
                  <a:pt x="0" y="942435"/>
                  <a:pt x="0" y="923532"/>
                  <a:pt x="0" y="904157"/>
                </a:cubicBezTo>
                <a:cubicBezTo>
                  <a:pt x="7562" y="889979"/>
                  <a:pt x="19376" y="882891"/>
                  <a:pt x="34499" y="879109"/>
                </a:cubicBezTo>
                <a:cubicBezTo>
                  <a:pt x="75140" y="868241"/>
                  <a:pt x="114837" y="855954"/>
                  <a:pt x="155478" y="845084"/>
                </a:cubicBezTo>
                <a:cubicBezTo>
                  <a:pt x="180051" y="838469"/>
                  <a:pt x="194702" y="824763"/>
                  <a:pt x="197065" y="798772"/>
                </a:cubicBezTo>
                <a:cubicBezTo>
                  <a:pt x="197538" y="792156"/>
                  <a:pt x="198482" y="785540"/>
                  <a:pt x="199428" y="778923"/>
                </a:cubicBezTo>
                <a:cubicBezTo>
                  <a:pt x="201791" y="756713"/>
                  <a:pt x="191866" y="741590"/>
                  <a:pt x="173436" y="730721"/>
                </a:cubicBezTo>
                <a:cubicBezTo>
                  <a:pt x="136575" y="709455"/>
                  <a:pt x="100187" y="687717"/>
                  <a:pt x="63798" y="666451"/>
                </a:cubicBezTo>
                <a:cubicBezTo>
                  <a:pt x="36861" y="650855"/>
                  <a:pt x="32136" y="639041"/>
                  <a:pt x="40169" y="608797"/>
                </a:cubicBezTo>
                <a:cubicBezTo>
                  <a:pt x="41114" y="605961"/>
                  <a:pt x="41587" y="603126"/>
                  <a:pt x="42532" y="600763"/>
                </a:cubicBezTo>
                <a:cubicBezTo>
                  <a:pt x="54346" y="561539"/>
                  <a:pt x="64743" y="553977"/>
                  <a:pt x="104912" y="557758"/>
                </a:cubicBezTo>
                <a:cubicBezTo>
                  <a:pt x="143663" y="561539"/>
                  <a:pt x="182414" y="565792"/>
                  <a:pt x="221166" y="570990"/>
                </a:cubicBezTo>
                <a:cubicBezTo>
                  <a:pt x="251883" y="574771"/>
                  <a:pt x="265115" y="569572"/>
                  <a:pt x="280711" y="543581"/>
                </a:cubicBezTo>
                <a:cubicBezTo>
                  <a:pt x="302921" y="507665"/>
                  <a:pt x="301977" y="496323"/>
                  <a:pt x="275985" y="462771"/>
                </a:cubicBezTo>
                <a:cubicBezTo>
                  <a:pt x="251411" y="431107"/>
                  <a:pt x="227309" y="398973"/>
                  <a:pt x="203680" y="366837"/>
                </a:cubicBezTo>
                <a:cubicBezTo>
                  <a:pt x="189503" y="347934"/>
                  <a:pt x="189503" y="332339"/>
                  <a:pt x="203680" y="313436"/>
                </a:cubicBezTo>
                <a:cubicBezTo>
                  <a:pt x="210769" y="303984"/>
                  <a:pt x="218331" y="294533"/>
                  <a:pt x="227309" y="286972"/>
                </a:cubicBezTo>
                <a:cubicBezTo>
                  <a:pt x="245267" y="271850"/>
                  <a:pt x="257555" y="269959"/>
                  <a:pt x="277875" y="281301"/>
                </a:cubicBezTo>
                <a:cubicBezTo>
                  <a:pt x="313791" y="301149"/>
                  <a:pt x="350653" y="319579"/>
                  <a:pt x="385150" y="341790"/>
                </a:cubicBezTo>
                <a:cubicBezTo>
                  <a:pt x="424847" y="367310"/>
                  <a:pt x="452256" y="350297"/>
                  <a:pt x="481083" y="314854"/>
                </a:cubicBezTo>
                <a:cubicBezTo>
                  <a:pt x="490535" y="303039"/>
                  <a:pt x="487227" y="287444"/>
                  <a:pt x="483446" y="273267"/>
                </a:cubicBezTo>
                <a:cubicBezTo>
                  <a:pt x="473049" y="233098"/>
                  <a:pt x="462653" y="192929"/>
                  <a:pt x="452256" y="152760"/>
                </a:cubicBezTo>
                <a:cubicBezTo>
                  <a:pt x="444695" y="123933"/>
                  <a:pt x="449420" y="112118"/>
                  <a:pt x="474939" y="96996"/>
                </a:cubicBezTo>
                <a:cubicBezTo>
                  <a:pt x="480610" y="93688"/>
                  <a:pt x="486281" y="90380"/>
                  <a:pt x="492425" y="87545"/>
                </a:cubicBezTo>
                <a:cubicBezTo>
                  <a:pt x="523142" y="73367"/>
                  <a:pt x="536847" y="76675"/>
                  <a:pt x="557640" y="103612"/>
                </a:cubicBezTo>
                <a:cubicBezTo>
                  <a:pt x="582687" y="135275"/>
                  <a:pt x="607733" y="167410"/>
                  <a:pt x="632780" y="199072"/>
                </a:cubicBezTo>
                <a:cubicBezTo>
                  <a:pt x="656409" y="228372"/>
                  <a:pt x="711700" y="228372"/>
                  <a:pt x="735329" y="198600"/>
                </a:cubicBezTo>
                <a:cubicBezTo>
                  <a:pt x="745254" y="185841"/>
                  <a:pt x="745254" y="169773"/>
                  <a:pt x="747617" y="155123"/>
                </a:cubicBezTo>
                <a:cubicBezTo>
                  <a:pt x="753287" y="118262"/>
                  <a:pt x="758013" y="81401"/>
                  <a:pt x="762739" y="44540"/>
                </a:cubicBezTo>
                <a:cubicBezTo>
                  <a:pt x="766520" y="15240"/>
                  <a:pt x="774553" y="7206"/>
                  <a:pt x="803852" y="2009"/>
                </a:cubicBezTo>
                <a:cubicBezTo>
                  <a:pt x="816140" y="-355"/>
                  <a:pt x="828427" y="-355"/>
                  <a:pt x="840714" y="591"/>
                </a:cubicBezTo>
                <a:close/>
              </a:path>
            </a:pathLst>
          </a:custGeom>
          <a:solidFill>
            <a:schemeClr val="accent2"/>
          </a:solidFill>
          <a:ln w="5155" cap="flat">
            <a:noFill/>
            <a:prstDash val="solid"/>
            <a:miter/>
          </a:ln>
        </p:spPr>
        <p:txBody>
          <a:bodyPr wrap="square" rtlCol="0" anchor="ctr">
            <a:noAutofit/>
          </a:bodyPr>
          <a:lstStyle/>
          <a:p>
            <a:endParaRPr lang="en-US"/>
          </a:p>
        </p:txBody>
      </p:sp>
      <p:sp>
        <p:nvSpPr>
          <p:cNvPr id="5" name="Freeform: Shape 15">
            <a:extLst>
              <a:ext uri="{FF2B5EF4-FFF2-40B4-BE49-F238E27FC236}">
                <a16:creationId xmlns:a16="http://schemas.microsoft.com/office/drawing/2014/main" id="{5B43DBFB-FB43-46B1-9BEE-DA3B5F4106E5}"/>
              </a:ext>
            </a:extLst>
          </p:cNvPr>
          <p:cNvSpPr/>
          <p:nvPr/>
        </p:nvSpPr>
        <p:spPr>
          <a:xfrm>
            <a:off x="3325464" y="2089245"/>
            <a:ext cx="1759043" cy="1757630"/>
          </a:xfrm>
          <a:custGeom>
            <a:avLst/>
            <a:gdLst>
              <a:gd name="connsiteX0" fmla="*/ 878992 w 1759043"/>
              <a:gd name="connsiteY0" fmla="*/ 397674 h 1757630"/>
              <a:gd name="connsiteX1" fmla="*/ 400037 w 1759043"/>
              <a:gd name="connsiteY1" fmla="*/ 876629 h 1757630"/>
              <a:gd name="connsiteX2" fmla="*/ 878992 w 1759043"/>
              <a:gd name="connsiteY2" fmla="*/ 1355584 h 1757630"/>
              <a:gd name="connsiteX3" fmla="*/ 1357947 w 1759043"/>
              <a:gd name="connsiteY3" fmla="*/ 876629 h 1757630"/>
              <a:gd name="connsiteX4" fmla="*/ 878992 w 1759043"/>
              <a:gd name="connsiteY4" fmla="*/ 397674 h 1757630"/>
              <a:gd name="connsiteX5" fmla="*/ 840714 w 1759043"/>
              <a:gd name="connsiteY5" fmla="*/ 591 h 1757630"/>
              <a:gd name="connsiteX6" fmla="*/ 875684 w 1759043"/>
              <a:gd name="connsiteY6" fmla="*/ 28945 h 1757630"/>
              <a:gd name="connsiteX7" fmla="*/ 910182 w 1759043"/>
              <a:gd name="connsiteY7" fmla="*/ 149924 h 1757630"/>
              <a:gd name="connsiteX8" fmla="*/ 998082 w 1759043"/>
              <a:gd name="connsiteY8" fmla="*/ 199545 h 1757630"/>
              <a:gd name="connsiteX9" fmla="*/ 1026436 w 1759043"/>
              <a:gd name="connsiteY9" fmla="*/ 174971 h 1757630"/>
              <a:gd name="connsiteX10" fmla="*/ 1092597 w 1759043"/>
              <a:gd name="connsiteY10" fmla="*/ 62971 h 1757630"/>
              <a:gd name="connsiteX11" fmla="*/ 1145998 w 1759043"/>
              <a:gd name="connsiteY11" fmla="*/ 40760 h 1757630"/>
              <a:gd name="connsiteX12" fmla="*/ 1198927 w 1759043"/>
              <a:gd name="connsiteY12" fmla="*/ 126296 h 1757630"/>
              <a:gd name="connsiteX13" fmla="*/ 1185694 w 1759043"/>
              <a:gd name="connsiteY13" fmla="*/ 234044 h 1757630"/>
              <a:gd name="connsiteX14" fmla="*/ 1185694 w 1759043"/>
              <a:gd name="connsiteY14" fmla="*/ 245385 h 1757630"/>
              <a:gd name="connsiteX15" fmla="*/ 1281627 w 1759043"/>
              <a:gd name="connsiteY15" fmla="*/ 287917 h 1757630"/>
              <a:gd name="connsiteX16" fmla="*/ 1387012 w 1759043"/>
              <a:gd name="connsiteY16" fmla="*/ 208997 h 1757630"/>
              <a:gd name="connsiteX17" fmla="*/ 1450809 w 1759043"/>
              <a:gd name="connsiteY17" fmla="*/ 209942 h 1757630"/>
              <a:gd name="connsiteX18" fmla="*/ 1460733 w 1759043"/>
              <a:gd name="connsiteY18" fmla="*/ 218448 h 1757630"/>
              <a:gd name="connsiteX19" fmla="*/ 1471603 w 1759043"/>
              <a:gd name="connsiteY19" fmla="*/ 291225 h 1757630"/>
              <a:gd name="connsiteX20" fmla="*/ 1413476 w 1759043"/>
              <a:gd name="connsiteY20" fmla="*/ 394719 h 1757630"/>
              <a:gd name="connsiteX21" fmla="*/ 1421510 w 1759043"/>
              <a:gd name="connsiteY21" fmla="*/ 461825 h 1757630"/>
              <a:gd name="connsiteX22" fmla="*/ 1482945 w 1759043"/>
              <a:gd name="connsiteY22" fmla="*/ 486399 h 1757630"/>
              <a:gd name="connsiteX23" fmla="*/ 1607232 w 1759043"/>
              <a:gd name="connsiteY23" fmla="*/ 453791 h 1757630"/>
              <a:gd name="connsiteX24" fmla="*/ 1660161 w 1759043"/>
              <a:gd name="connsiteY24" fmla="*/ 474112 h 1757630"/>
              <a:gd name="connsiteX25" fmla="*/ 1676228 w 1759043"/>
              <a:gd name="connsiteY25" fmla="*/ 505775 h 1757630"/>
              <a:gd name="connsiteX26" fmla="*/ 1662996 w 1759043"/>
              <a:gd name="connsiteY26" fmla="*/ 552559 h 1757630"/>
              <a:gd name="connsiteX27" fmla="*/ 1556667 w 1759043"/>
              <a:gd name="connsiteY27" fmla="*/ 637151 h 1757630"/>
              <a:gd name="connsiteX28" fmla="*/ 1537763 w 1759043"/>
              <a:gd name="connsiteY28" fmla="*/ 688662 h 1757630"/>
              <a:gd name="connsiteX29" fmla="*/ 1543434 w 1759043"/>
              <a:gd name="connsiteY29" fmla="*/ 709455 h 1757630"/>
              <a:gd name="connsiteX30" fmla="*/ 1586911 w 1759043"/>
              <a:gd name="connsiteY30" fmla="*/ 746789 h 1757630"/>
              <a:gd name="connsiteX31" fmla="*/ 1715452 w 1759043"/>
              <a:gd name="connsiteY31" fmla="*/ 764274 h 1757630"/>
              <a:gd name="connsiteX32" fmla="*/ 1757039 w 1759043"/>
              <a:gd name="connsiteY32" fmla="*/ 805388 h 1757630"/>
              <a:gd name="connsiteX33" fmla="*/ 1758457 w 1759043"/>
              <a:gd name="connsiteY33" fmla="*/ 842249 h 1757630"/>
              <a:gd name="connsiteX34" fmla="*/ 1728212 w 1759043"/>
              <a:gd name="connsiteY34" fmla="*/ 877692 h 1757630"/>
              <a:gd name="connsiteX35" fmla="*/ 1607232 w 1759043"/>
              <a:gd name="connsiteY35" fmla="*/ 912190 h 1757630"/>
              <a:gd name="connsiteX36" fmla="*/ 1558085 w 1759043"/>
              <a:gd name="connsiteY36" fmla="*/ 993946 h 1757630"/>
              <a:gd name="connsiteX37" fmla="*/ 1583130 w 1759043"/>
              <a:gd name="connsiteY37" fmla="*/ 1027027 h 1757630"/>
              <a:gd name="connsiteX38" fmla="*/ 1694186 w 1759043"/>
              <a:gd name="connsiteY38" fmla="*/ 1092241 h 1757630"/>
              <a:gd name="connsiteX39" fmla="*/ 1718288 w 1759043"/>
              <a:gd name="connsiteY39" fmla="*/ 1148479 h 1757630"/>
              <a:gd name="connsiteX40" fmla="*/ 1717342 w 1759043"/>
              <a:gd name="connsiteY40" fmla="*/ 1154149 h 1757630"/>
              <a:gd name="connsiteX41" fmla="*/ 1650709 w 1759043"/>
              <a:gd name="connsiteY41" fmla="*/ 1201879 h 1757630"/>
              <a:gd name="connsiteX42" fmla="*/ 1534456 w 1759043"/>
              <a:gd name="connsiteY42" fmla="*/ 1187230 h 1757630"/>
              <a:gd name="connsiteX43" fmla="*/ 1475857 w 1759043"/>
              <a:gd name="connsiteY43" fmla="*/ 1217474 h 1757630"/>
              <a:gd name="connsiteX44" fmla="*/ 1474910 w 1759043"/>
              <a:gd name="connsiteY44" fmla="*/ 1287416 h 1757630"/>
              <a:gd name="connsiteX45" fmla="*/ 1550050 w 1759043"/>
              <a:gd name="connsiteY45" fmla="*/ 1386657 h 1757630"/>
              <a:gd name="connsiteX46" fmla="*/ 1550050 w 1759043"/>
              <a:gd name="connsiteY46" fmla="*/ 1451400 h 1757630"/>
              <a:gd name="connsiteX47" fmla="*/ 1547215 w 1759043"/>
              <a:gd name="connsiteY47" fmla="*/ 1454708 h 1757630"/>
              <a:gd name="connsiteX48" fmla="*/ 1465932 w 1759043"/>
              <a:gd name="connsiteY48" fmla="*/ 1470775 h 1757630"/>
              <a:gd name="connsiteX49" fmla="*/ 1365273 w 1759043"/>
              <a:gd name="connsiteY49" fmla="*/ 1414066 h 1757630"/>
              <a:gd name="connsiteX50" fmla="*/ 1296277 w 1759043"/>
              <a:gd name="connsiteY50" fmla="*/ 1423991 h 1757630"/>
              <a:gd name="connsiteX51" fmla="*/ 1274066 w 1759043"/>
              <a:gd name="connsiteY51" fmla="*/ 1486370 h 1757630"/>
              <a:gd name="connsiteX52" fmla="*/ 1306673 w 1759043"/>
              <a:gd name="connsiteY52" fmla="*/ 1612076 h 1757630"/>
              <a:gd name="connsiteX53" fmla="*/ 1288243 w 1759043"/>
              <a:gd name="connsiteY53" fmla="*/ 1659333 h 1757630"/>
              <a:gd name="connsiteX54" fmla="*/ 1255163 w 1759043"/>
              <a:gd name="connsiteY54" fmla="*/ 1676346 h 1757630"/>
              <a:gd name="connsiteX55" fmla="*/ 1205542 w 1759043"/>
              <a:gd name="connsiteY55" fmla="*/ 1662641 h 1757630"/>
              <a:gd name="connsiteX56" fmla="*/ 1127567 w 1759043"/>
              <a:gd name="connsiteY56" fmla="*/ 1563873 h 1757630"/>
              <a:gd name="connsiteX57" fmla="*/ 1026909 w 1759043"/>
              <a:gd name="connsiteY57" fmla="*/ 1555366 h 1757630"/>
              <a:gd name="connsiteX58" fmla="*/ 1013676 w 1759043"/>
              <a:gd name="connsiteY58" fmla="*/ 1581831 h 1757630"/>
              <a:gd name="connsiteX59" fmla="*/ 995719 w 1759043"/>
              <a:gd name="connsiteY59" fmla="*/ 1711790 h 1757630"/>
              <a:gd name="connsiteX60" fmla="*/ 961693 w 1759043"/>
              <a:gd name="connsiteY60" fmla="*/ 1757630 h 1757630"/>
              <a:gd name="connsiteX61" fmla="*/ 904511 w 1759043"/>
              <a:gd name="connsiteY61" fmla="*/ 1757630 h 1757630"/>
              <a:gd name="connsiteX62" fmla="*/ 879465 w 1759043"/>
              <a:gd name="connsiteY62" fmla="*/ 1722658 h 1757630"/>
              <a:gd name="connsiteX63" fmla="*/ 844021 w 1759043"/>
              <a:gd name="connsiteY63" fmla="*/ 1597426 h 1757630"/>
              <a:gd name="connsiteX64" fmla="*/ 801963 w 1759043"/>
              <a:gd name="connsiteY64" fmla="*/ 1560565 h 1757630"/>
              <a:gd name="connsiteX65" fmla="*/ 776443 w 1759043"/>
              <a:gd name="connsiteY65" fmla="*/ 1557729 h 1757630"/>
              <a:gd name="connsiteX66" fmla="*/ 732966 w 1759043"/>
              <a:gd name="connsiteY66" fmla="*/ 1581831 h 1757630"/>
              <a:gd name="connsiteX67" fmla="*/ 722097 w 1759043"/>
              <a:gd name="connsiteY67" fmla="*/ 1600261 h 1757630"/>
              <a:gd name="connsiteX68" fmla="*/ 662553 w 1759043"/>
              <a:gd name="connsiteY68" fmla="*/ 1700920 h 1757630"/>
              <a:gd name="connsiteX69" fmla="*/ 617658 w 1759043"/>
              <a:gd name="connsiteY69" fmla="*/ 1719350 h 1757630"/>
              <a:gd name="connsiteX70" fmla="*/ 581269 w 1759043"/>
              <a:gd name="connsiteY70" fmla="*/ 1707064 h 1757630"/>
              <a:gd name="connsiteX71" fmla="*/ 556696 w 1759043"/>
              <a:gd name="connsiteY71" fmla="*/ 1661224 h 1757630"/>
              <a:gd name="connsiteX72" fmla="*/ 572290 w 1759043"/>
              <a:gd name="connsiteY72" fmla="*/ 1532210 h 1757630"/>
              <a:gd name="connsiteX73" fmla="*/ 536847 w 1759043"/>
              <a:gd name="connsiteY73" fmla="*/ 1472193 h 1757630"/>
              <a:gd name="connsiteX74" fmla="*/ 471159 w 1759043"/>
              <a:gd name="connsiteY74" fmla="*/ 1475501 h 1757630"/>
              <a:gd name="connsiteX75" fmla="*/ 379007 w 1759043"/>
              <a:gd name="connsiteY75" fmla="*/ 1545443 h 1757630"/>
              <a:gd name="connsiteX76" fmla="*/ 297251 w 1759043"/>
              <a:gd name="connsiteY76" fmla="*/ 1540717 h 1757630"/>
              <a:gd name="connsiteX77" fmla="*/ 290162 w 1759043"/>
              <a:gd name="connsiteY77" fmla="*/ 1533628 h 1757630"/>
              <a:gd name="connsiteX78" fmla="*/ 283074 w 1759043"/>
              <a:gd name="connsiteY78" fmla="*/ 1476919 h 1757630"/>
              <a:gd name="connsiteX79" fmla="*/ 344509 w 1759043"/>
              <a:gd name="connsiteY79" fmla="*/ 1367281 h 1757630"/>
              <a:gd name="connsiteX80" fmla="*/ 354905 w 1759043"/>
              <a:gd name="connsiteY80" fmla="*/ 1333728 h 1757630"/>
              <a:gd name="connsiteX81" fmla="*/ 272204 w 1759043"/>
              <a:gd name="connsiteY81" fmla="*/ 1274657 h 1757630"/>
              <a:gd name="connsiteX82" fmla="*/ 145081 w 1759043"/>
              <a:gd name="connsiteY82" fmla="*/ 1307737 h 1757630"/>
              <a:gd name="connsiteX83" fmla="*/ 104440 w 1759043"/>
              <a:gd name="connsiteY83" fmla="*/ 1294032 h 1757630"/>
              <a:gd name="connsiteX84" fmla="*/ 84119 w 1759043"/>
              <a:gd name="connsiteY84" fmla="*/ 1258116 h 1757630"/>
              <a:gd name="connsiteX85" fmla="*/ 97824 w 1759043"/>
              <a:gd name="connsiteY85" fmla="*/ 1205188 h 1757630"/>
              <a:gd name="connsiteX86" fmla="*/ 191866 w 1759043"/>
              <a:gd name="connsiteY86" fmla="*/ 1130521 h 1757630"/>
              <a:gd name="connsiteX87" fmla="*/ 216913 w 1759043"/>
              <a:gd name="connsiteY87" fmla="*/ 1054436 h 1757630"/>
              <a:gd name="connsiteX88" fmla="*/ 166347 w 1759043"/>
              <a:gd name="connsiteY88" fmla="*/ 1011904 h 1757630"/>
              <a:gd name="connsiteX89" fmla="*/ 47731 w 1759043"/>
              <a:gd name="connsiteY89" fmla="*/ 995836 h 1757630"/>
              <a:gd name="connsiteX90" fmla="*/ 945 w 1759043"/>
              <a:gd name="connsiteY90" fmla="*/ 962756 h 1757630"/>
              <a:gd name="connsiteX91" fmla="*/ 0 w 1759043"/>
              <a:gd name="connsiteY91" fmla="*/ 904157 h 1757630"/>
              <a:gd name="connsiteX92" fmla="*/ 34499 w 1759043"/>
              <a:gd name="connsiteY92" fmla="*/ 879109 h 1757630"/>
              <a:gd name="connsiteX93" fmla="*/ 155478 w 1759043"/>
              <a:gd name="connsiteY93" fmla="*/ 845084 h 1757630"/>
              <a:gd name="connsiteX94" fmla="*/ 197065 w 1759043"/>
              <a:gd name="connsiteY94" fmla="*/ 798772 h 1757630"/>
              <a:gd name="connsiteX95" fmla="*/ 199428 w 1759043"/>
              <a:gd name="connsiteY95" fmla="*/ 778923 h 1757630"/>
              <a:gd name="connsiteX96" fmla="*/ 173436 w 1759043"/>
              <a:gd name="connsiteY96" fmla="*/ 730721 h 1757630"/>
              <a:gd name="connsiteX97" fmla="*/ 63798 w 1759043"/>
              <a:gd name="connsiteY97" fmla="*/ 666451 h 1757630"/>
              <a:gd name="connsiteX98" fmla="*/ 40169 w 1759043"/>
              <a:gd name="connsiteY98" fmla="*/ 608797 h 1757630"/>
              <a:gd name="connsiteX99" fmla="*/ 42532 w 1759043"/>
              <a:gd name="connsiteY99" fmla="*/ 600763 h 1757630"/>
              <a:gd name="connsiteX100" fmla="*/ 104912 w 1759043"/>
              <a:gd name="connsiteY100" fmla="*/ 557758 h 1757630"/>
              <a:gd name="connsiteX101" fmla="*/ 221166 w 1759043"/>
              <a:gd name="connsiteY101" fmla="*/ 570990 h 1757630"/>
              <a:gd name="connsiteX102" fmla="*/ 280711 w 1759043"/>
              <a:gd name="connsiteY102" fmla="*/ 543581 h 1757630"/>
              <a:gd name="connsiteX103" fmla="*/ 275985 w 1759043"/>
              <a:gd name="connsiteY103" fmla="*/ 462771 h 1757630"/>
              <a:gd name="connsiteX104" fmla="*/ 203680 w 1759043"/>
              <a:gd name="connsiteY104" fmla="*/ 366837 h 1757630"/>
              <a:gd name="connsiteX105" fmla="*/ 203680 w 1759043"/>
              <a:gd name="connsiteY105" fmla="*/ 313436 h 1757630"/>
              <a:gd name="connsiteX106" fmla="*/ 227309 w 1759043"/>
              <a:gd name="connsiteY106" fmla="*/ 286972 h 1757630"/>
              <a:gd name="connsiteX107" fmla="*/ 277875 w 1759043"/>
              <a:gd name="connsiteY107" fmla="*/ 281301 h 1757630"/>
              <a:gd name="connsiteX108" fmla="*/ 385150 w 1759043"/>
              <a:gd name="connsiteY108" fmla="*/ 341790 h 1757630"/>
              <a:gd name="connsiteX109" fmla="*/ 481083 w 1759043"/>
              <a:gd name="connsiteY109" fmla="*/ 314854 h 1757630"/>
              <a:gd name="connsiteX110" fmla="*/ 483446 w 1759043"/>
              <a:gd name="connsiteY110" fmla="*/ 273267 h 1757630"/>
              <a:gd name="connsiteX111" fmla="*/ 452256 w 1759043"/>
              <a:gd name="connsiteY111" fmla="*/ 152760 h 1757630"/>
              <a:gd name="connsiteX112" fmla="*/ 474939 w 1759043"/>
              <a:gd name="connsiteY112" fmla="*/ 96996 h 1757630"/>
              <a:gd name="connsiteX113" fmla="*/ 492425 w 1759043"/>
              <a:gd name="connsiteY113" fmla="*/ 87545 h 1757630"/>
              <a:gd name="connsiteX114" fmla="*/ 557640 w 1759043"/>
              <a:gd name="connsiteY114" fmla="*/ 103612 h 1757630"/>
              <a:gd name="connsiteX115" fmla="*/ 632780 w 1759043"/>
              <a:gd name="connsiteY115" fmla="*/ 199072 h 1757630"/>
              <a:gd name="connsiteX116" fmla="*/ 735329 w 1759043"/>
              <a:gd name="connsiteY116" fmla="*/ 198600 h 1757630"/>
              <a:gd name="connsiteX117" fmla="*/ 747617 w 1759043"/>
              <a:gd name="connsiteY117" fmla="*/ 155123 h 1757630"/>
              <a:gd name="connsiteX118" fmla="*/ 762739 w 1759043"/>
              <a:gd name="connsiteY118" fmla="*/ 44540 h 1757630"/>
              <a:gd name="connsiteX119" fmla="*/ 803852 w 1759043"/>
              <a:gd name="connsiteY119" fmla="*/ 2009 h 1757630"/>
              <a:gd name="connsiteX120" fmla="*/ 840714 w 1759043"/>
              <a:gd name="connsiteY120" fmla="*/ 591 h 17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759043" h="1757630">
                <a:moveTo>
                  <a:pt x="878992" y="397674"/>
                </a:moveTo>
                <a:cubicBezTo>
                  <a:pt x="614472" y="397674"/>
                  <a:pt x="400037" y="612109"/>
                  <a:pt x="400037" y="876629"/>
                </a:cubicBezTo>
                <a:cubicBezTo>
                  <a:pt x="400037" y="1141149"/>
                  <a:pt x="614472" y="1355584"/>
                  <a:pt x="878992" y="1355584"/>
                </a:cubicBezTo>
                <a:cubicBezTo>
                  <a:pt x="1143512" y="1355584"/>
                  <a:pt x="1357947" y="1141149"/>
                  <a:pt x="1357947" y="876629"/>
                </a:cubicBezTo>
                <a:cubicBezTo>
                  <a:pt x="1357947" y="612109"/>
                  <a:pt x="1143512" y="397674"/>
                  <a:pt x="878992" y="397674"/>
                </a:cubicBezTo>
                <a:close/>
                <a:moveTo>
                  <a:pt x="840714" y="591"/>
                </a:moveTo>
                <a:cubicBezTo>
                  <a:pt x="858671" y="1536"/>
                  <a:pt x="870959" y="10987"/>
                  <a:pt x="875684" y="28945"/>
                </a:cubicBezTo>
                <a:cubicBezTo>
                  <a:pt x="887026" y="69114"/>
                  <a:pt x="898840" y="109755"/>
                  <a:pt x="910182" y="149924"/>
                </a:cubicBezTo>
                <a:cubicBezTo>
                  <a:pt x="921997" y="191039"/>
                  <a:pt x="956022" y="210415"/>
                  <a:pt x="998082" y="199545"/>
                </a:cubicBezTo>
                <a:cubicBezTo>
                  <a:pt x="1011786" y="196237"/>
                  <a:pt x="1019820" y="186313"/>
                  <a:pt x="1026436" y="174971"/>
                </a:cubicBezTo>
                <a:cubicBezTo>
                  <a:pt x="1048175" y="137638"/>
                  <a:pt x="1070386" y="100304"/>
                  <a:pt x="1092597" y="62971"/>
                </a:cubicBezTo>
                <a:cubicBezTo>
                  <a:pt x="1106774" y="38869"/>
                  <a:pt x="1119061" y="33671"/>
                  <a:pt x="1145998" y="40760"/>
                </a:cubicBezTo>
                <a:cubicBezTo>
                  <a:pt x="1199872" y="54464"/>
                  <a:pt x="1206960" y="66279"/>
                  <a:pt x="1198927" y="126296"/>
                </a:cubicBezTo>
                <a:cubicBezTo>
                  <a:pt x="1194201" y="162212"/>
                  <a:pt x="1189947" y="198127"/>
                  <a:pt x="1185694" y="234044"/>
                </a:cubicBezTo>
                <a:cubicBezTo>
                  <a:pt x="1185221" y="237824"/>
                  <a:pt x="1185221" y="241604"/>
                  <a:pt x="1185694" y="245385"/>
                </a:cubicBezTo>
                <a:cubicBezTo>
                  <a:pt x="1191838" y="283664"/>
                  <a:pt x="1249964" y="310128"/>
                  <a:pt x="1281627" y="287917"/>
                </a:cubicBezTo>
                <a:cubicBezTo>
                  <a:pt x="1317543" y="262398"/>
                  <a:pt x="1352041" y="235461"/>
                  <a:pt x="1387012" y="208997"/>
                </a:cubicBezTo>
                <a:cubicBezTo>
                  <a:pt x="1412530" y="189621"/>
                  <a:pt x="1425290" y="190094"/>
                  <a:pt x="1450809" y="209942"/>
                </a:cubicBezTo>
                <a:cubicBezTo>
                  <a:pt x="1454118" y="212778"/>
                  <a:pt x="1457425" y="215140"/>
                  <a:pt x="1460733" y="218448"/>
                </a:cubicBezTo>
                <a:cubicBezTo>
                  <a:pt x="1490506" y="246803"/>
                  <a:pt x="1491924" y="255310"/>
                  <a:pt x="1471603" y="291225"/>
                </a:cubicBezTo>
                <a:cubicBezTo>
                  <a:pt x="1452228" y="325723"/>
                  <a:pt x="1433796" y="360693"/>
                  <a:pt x="1413476" y="394719"/>
                </a:cubicBezTo>
                <a:cubicBezTo>
                  <a:pt x="1398826" y="419766"/>
                  <a:pt x="1405442" y="440559"/>
                  <a:pt x="1421510" y="461825"/>
                </a:cubicBezTo>
                <a:cubicBezTo>
                  <a:pt x="1437578" y="483091"/>
                  <a:pt x="1456007" y="493488"/>
                  <a:pt x="1482945" y="486399"/>
                </a:cubicBezTo>
                <a:cubicBezTo>
                  <a:pt x="1524531" y="475530"/>
                  <a:pt x="1566118" y="465133"/>
                  <a:pt x="1607232" y="453791"/>
                </a:cubicBezTo>
                <a:cubicBezTo>
                  <a:pt x="1633696" y="446702"/>
                  <a:pt x="1645511" y="450956"/>
                  <a:pt x="1660161" y="474112"/>
                </a:cubicBezTo>
                <a:cubicBezTo>
                  <a:pt x="1666777" y="484037"/>
                  <a:pt x="1672447" y="494433"/>
                  <a:pt x="1676228" y="505775"/>
                </a:cubicBezTo>
                <a:cubicBezTo>
                  <a:pt x="1683317" y="526096"/>
                  <a:pt x="1680008" y="538855"/>
                  <a:pt x="1662996" y="552559"/>
                </a:cubicBezTo>
                <a:cubicBezTo>
                  <a:pt x="1627553" y="580914"/>
                  <a:pt x="1592582" y="609269"/>
                  <a:pt x="1556667" y="637151"/>
                </a:cubicBezTo>
                <a:cubicBezTo>
                  <a:pt x="1538708" y="650855"/>
                  <a:pt x="1533982" y="667869"/>
                  <a:pt x="1537763" y="688662"/>
                </a:cubicBezTo>
                <a:cubicBezTo>
                  <a:pt x="1539182" y="695750"/>
                  <a:pt x="1541545" y="702366"/>
                  <a:pt x="1543434" y="709455"/>
                </a:cubicBezTo>
                <a:cubicBezTo>
                  <a:pt x="1549578" y="731666"/>
                  <a:pt x="1564227" y="743953"/>
                  <a:pt x="1586911" y="746789"/>
                </a:cubicBezTo>
                <a:cubicBezTo>
                  <a:pt x="1629916" y="752460"/>
                  <a:pt x="1672920" y="758603"/>
                  <a:pt x="1715452" y="764274"/>
                </a:cubicBezTo>
                <a:cubicBezTo>
                  <a:pt x="1740971" y="767582"/>
                  <a:pt x="1754203" y="779869"/>
                  <a:pt x="1757039" y="805388"/>
                </a:cubicBezTo>
                <a:cubicBezTo>
                  <a:pt x="1758457" y="817675"/>
                  <a:pt x="1759874" y="829962"/>
                  <a:pt x="1758457" y="842249"/>
                </a:cubicBezTo>
                <a:cubicBezTo>
                  <a:pt x="1756093" y="861624"/>
                  <a:pt x="1746169" y="872494"/>
                  <a:pt x="1728212" y="877692"/>
                </a:cubicBezTo>
                <a:cubicBezTo>
                  <a:pt x="1688042" y="889034"/>
                  <a:pt x="1647401" y="900375"/>
                  <a:pt x="1607232" y="912190"/>
                </a:cubicBezTo>
                <a:cubicBezTo>
                  <a:pt x="1568008" y="923532"/>
                  <a:pt x="1550050" y="953304"/>
                  <a:pt x="1558085" y="993946"/>
                </a:cubicBezTo>
                <a:cubicBezTo>
                  <a:pt x="1560919" y="1009541"/>
                  <a:pt x="1569899" y="1019465"/>
                  <a:pt x="1583130" y="1027027"/>
                </a:cubicBezTo>
                <a:cubicBezTo>
                  <a:pt x="1619992" y="1048765"/>
                  <a:pt x="1656852" y="1070503"/>
                  <a:pt x="1694186" y="1092241"/>
                </a:cubicBezTo>
                <a:cubicBezTo>
                  <a:pt x="1721596" y="1108310"/>
                  <a:pt x="1725849" y="1117761"/>
                  <a:pt x="1718288" y="1148479"/>
                </a:cubicBezTo>
                <a:cubicBezTo>
                  <a:pt x="1717815" y="1150369"/>
                  <a:pt x="1717815" y="1152259"/>
                  <a:pt x="1717342" y="1154149"/>
                </a:cubicBezTo>
                <a:cubicBezTo>
                  <a:pt x="1706000" y="1191483"/>
                  <a:pt x="1693241" y="1209914"/>
                  <a:pt x="1650709" y="1201879"/>
                </a:cubicBezTo>
                <a:cubicBezTo>
                  <a:pt x="1612431" y="1194318"/>
                  <a:pt x="1573207" y="1192901"/>
                  <a:pt x="1534456" y="1187230"/>
                </a:cubicBezTo>
                <a:cubicBezTo>
                  <a:pt x="1507046" y="1183449"/>
                  <a:pt x="1489088" y="1194318"/>
                  <a:pt x="1475857" y="1217474"/>
                </a:cubicBezTo>
                <a:cubicBezTo>
                  <a:pt x="1462151" y="1241103"/>
                  <a:pt x="1456007" y="1263314"/>
                  <a:pt x="1474910" y="1287416"/>
                </a:cubicBezTo>
                <a:cubicBezTo>
                  <a:pt x="1500430" y="1320024"/>
                  <a:pt x="1525004" y="1353577"/>
                  <a:pt x="1550050" y="1386657"/>
                </a:cubicBezTo>
                <a:cubicBezTo>
                  <a:pt x="1570844" y="1413594"/>
                  <a:pt x="1570844" y="1424463"/>
                  <a:pt x="1550050" y="1451400"/>
                </a:cubicBezTo>
                <a:cubicBezTo>
                  <a:pt x="1549105" y="1452345"/>
                  <a:pt x="1548160" y="1453763"/>
                  <a:pt x="1547215" y="1454708"/>
                </a:cubicBezTo>
                <a:cubicBezTo>
                  <a:pt x="1519805" y="1484008"/>
                  <a:pt x="1508936" y="1496767"/>
                  <a:pt x="1465932" y="1470775"/>
                </a:cubicBezTo>
                <a:cubicBezTo>
                  <a:pt x="1432852" y="1450927"/>
                  <a:pt x="1397881" y="1433914"/>
                  <a:pt x="1365273" y="1414066"/>
                </a:cubicBezTo>
                <a:cubicBezTo>
                  <a:pt x="1338336" y="1397999"/>
                  <a:pt x="1317543" y="1407450"/>
                  <a:pt x="1296277" y="1423991"/>
                </a:cubicBezTo>
                <a:cubicBezTo>
                  <a:pt x="1275011" y="1440058"/>
                  <a:pt x="1266504" y="1459434"/>
                  <a:pt x="1274066" y="1486370"/>
                </a:cubicBezTo>
                <a:cubicBezTo>
                  <a:pt x="1285880" y="1527958"/>
                  <a:pt x="1296277" y="1570016"/>
                  <a:pt x="1306673" y="1612076"/>
                </a:cubicBezTo>
                <a:cubicBezTo>
                  <a:pt x="1312345" y="1634759"/>
                  <a:pt x="1307619" y="1647047"/>
                  <a:pt x="1288243" y="1659333"/>
                </a:cubicBezTo>
                <a:cubicBezTo>
                  <a:pt x="1277847" y="1665949"/>
                  <a:pt x="1266977" y="1672093"/>
                  <a:pt x="1255163" y="1676346"/>
                </a:cubicBezTo>
                <a:cubicBezTo>
                  <a:pt x="1234370" y="1683907"/>
                  <a:pt x="1219247" y="1680126"/>
                  <a:pt x="1205542" y="1662641"/>
                </a:cubicBezTo>
                <a:cubicBezTo>
                  <a:pt x="1179550" y="1630034"/>
                  <a:pt x="1153559" y="1596953"/>
                  <a:pt x="1127567" y="1563873"/>
                </a:cubicBezTo>
                <a:cubicBezTo>
                  <a:pt x="1102520" y="1532683"/>
                  <a:pt x="1057154" y="1528430"/>
                  <a:pt x="1026909" y="1555366"/>
                </a:cubicBezTo>
                <a:cubicBezTo>
                  <a:pt x="1018874" y="1562455"/>
                  <a:pt x="1015095" y="1571434"/>
                  <a:pt x="1013676" y="1581831"/>
                </a:cubicBezTo>
                <a:cubicBezTo>
                  <a:pt x="1007533" y="1625308"/>
                  <a:pt x="1000444" y="1668312"/>
                  <a:pt x="995719" y="1711790"/>
                </a:cubicBezTo>
                <a:cubicBezTo>
                  <a:pt x="992883" y="1734473"/>
                  <a:pt x="983904" y="1750541"/>
                  <a:pt x="961693" y="1757630"/>
                </a:cubicBezTo>
                <a:cubicBezTo>
                  <a:pt x="942790" y="1757630"/>
                  <a:pt x="923414" y="1757630"/>
                  <a:pt x="904511" y="1757630"/>
                </a:cubicBezTo>
                <a:cubicBezTo>
                  <a:pt x="891279" y="1749595"/>
                  <a:pt x="883718" y="1737781"/>
                  <a:pt x="879465" y="1722658"/>
                </a:cubicBezTo>
                <a:cubicBezTo>
                  <a:pt x="868123" y="1681072"/>
                  <a:pt x="855363" y="1639485"/>
                  <a:pt x="844021" y="1597426"/>
                </a:cubicBezTo>
                <a:cubicBezTo>
                  <a:pt x="837878" y="1575215"/>
                  <a:pt x="824174" y="1563401"/>
                  <a:pt x="801963" y="1560565"/>
                </a:cubicBezTo>
                <a:cubicBezTo>
                  <a:pt x="793456" y="1559620"/>
                  <a:pt x="784949" y="1558202"/>
                  <a:pt x="776443" y="1557729"/>
                </a:cubicBezTo>
                <a:cubicBezTo>
                  <a:pt x="756595" y="1556312"/>
                  <a:pt x="742891" y="1565291"/>
                  <a:pt x="732966" y="1581831"/>
                </a:cubicBezTo>
                <a:cubicBezTo>
                  <a:pt x="729185" y="1587975"/>
                  <a:pt x="725877" y="1594117"/>
                  <a:pt x="722097" y="1600261"/>
                </a:cubicBezTo>
                <a:cubicBezTo>
                  <a:pt x="702248" y="1633814"/>
                  <a:pt x="682873" y="1667840"/>
                  <a:pt x="662553" y="1700920"/>
                </a:cubicBezTo>
                <a:cubicBezTo>
                  <a:pt x="651683" y="1719350"/>
                  <a:pt x="638450" y="1724076"/>
                  <a:pt x="617658" y="1719350"/>
                </a:cubicBezTo>
                <a:cubicBezTo>
                  <a:pt x="604898" y="1716515"/>
                  <a:pt x="593084" y="1712262"/>
                  <a:pt x="581269" y="1707064"/>
                </a:cubicBezTo>
                <a:cubicBezTo>
                  <a:pt x="560476" y="1697139"/>
                  <a:pt x="553860" y="1684380"/>
                  <a:pt x="556696" y="1661224"/>
                </a:cubicBezTo>
                <a:cubicBezTo>
                  <a:pt x="561893" y="1618219"/>
                  <a:pt x="566147" y="1575215"/>
                  <a:pt x="572290" y="1532210"/>
                </a:cubicBezTo>
                <a:cubicBezTo>
                  <a:pt x="576543" y="1501966"/>
                  <a:pt x="560476" y="1485426"/>
                  <a:pt x="536847" y="1472193"/>
                </a:cubicBezTo>
                <a:cubicBezTo>
                  <a:pt x="513691" y="1459434"/>
                  <a:pt x="492898" y="1457543"/>
                  <a:pt x="471159" y="1475501"/>
                </a:cubicBezTo>
                <a:cubicBezTo>
                  <a:pt x="440914" y="1499603"/>
                  <a:pt x="409251" y="1521814"/>
                  <a:pt x="379007" y="1545443"/>
                </a:cubicBezTo>
                <a:cubicBezTo>
                  <a:pt x="348290" y="1569544"/>
                  <a:pt x="335057" y="1574742"/>
                  <a:pt x="297251" y="1540717"/>
                </a:cubicBezTo>
                <a:cubicBezTo>
                  <a:pt x="294888" y="1538354"/>
                  <a:pt x="292525" y="1535991"/>
                  <a:pt x="290162" y="1533628"/>
                </a:cubicBezTo>
                <a:cubicBezTo>
                  <a:pt x="271732" y="1514725"/>
                  <a:pt x="269841" y="1500075"/>
                  <a:pt x="283074" y="1476919"/>
                </a:cubicBezTo>
                <a:cubicBezTo>
                  <a:pt x="303395" y="1440531"/>
                  <a:pt x="324187" y="1403669"/>
                  <a:pt x="344509" y="1367281"/>
                </a:cubicBezTo>
                <a:cubicBezTo>
                  <a:pt x="350179" y="1356885"/>
                  <a:pt x="356323" y="1346488"/>
                  <a:pt x="354905" y="1333728"/>
                </a:cubicBezTo>
                <a:cubicBezTo>
                  <a:pt x="351597" y="1295450"/>
                  <a:pt x="309065" y="1265205"/>
                  <a:pt x="272204" y="1274657"/>
                </a:cubicBezTo>
                <a:cubicBezTo>
                  <a:pt x="229672" y="1285525"/>
                  <a:pt x="187140" y="1296395"/>
                  <a:pt x="145081" y="1307737"/>
                </a:cubicBezTo>
                <a:cubicBezTo>
                  <a:pt x="128069" y="1312462"/>
                  <a:pt x="115309" y="1307264"/>
                  <a:pt x="104440" y="1294032"/>
                </a:cubicBezTo>
                <a:cubicBezTo>
                  <a:pt x="95461" y="1283162"/>
                  <a:pt x="89790" y="1270876"/>
                  <a:pt x="84119" y="1258116"/>
                </a:cubicBezTo>
                <a:cubicBezTo>
                  <a:pt x="74668" y="1235905"/>
                  <a:pt x="78921" y="1219837"/>
                  <a:pt x="97824" y="1205188"/>
                </a:cubicBezTo>
                <a:cubicBezTo>
                  <a:pt x="129014" y="1180141"/>
                  <a:pt x="160676" y="1155567"/>
                  <a:pt x="191866" y="1130521"/>
                </a:cubicBezTo>
                <a:cubicBezTo>
                  <a:pt x="224946" y="1105002"/>
                  <a:pt x="227782" y="1094132"/>
                  <a:pt x="216913" y="1054436"/>
                </a:cubicBezTo>
                <a:cubicBezTo>
                  <a:pt x="209352" y="1028444"/>
                  <a:pt x="193757" y="1014739"/>
                  <a:pt x="166347" y="1011904"/>
                </a:cubicBezTo>
                <a:cubicBezTo>
                  <a:pt x="126651" y="1007650"/>
                  <a:pt x="87427" y="1000090"/>
                  <a:pt x="47731" y="995836"/>
                </a:cubicBezTo>
                <a:cubicBezTo>
                  <a:pt x="25047" y="993473"/>
                  <a:pt x="8980" y="984495"/>
                  <a:pt x="945" y="962756"/>
                </a:cubicBezTo>
                <a:cubicBezTo>
                  <a:pt x="0" y="942435"/>
                  <a:pt x="0" y="923532"/>
                  <a:pt x="0" y="904157"/>
                </a:cubicBezTo>
                <a:cubicBezTo>
                  <a:pt x="7562" y="889979"/>
                  <a:pt x="19376" y="882891"/>
                  <a:pt x="34499" y="879109"/>
                </a:cubicBezTo>
                <a:cubicBezTo>
                  <a:pt x="75140" y="868241"/>
                  <a:pt x="114837" y="855954"/>
                  <a:pt x="155478" y="845084"/>
                </a:cubicBezTo>
                <a:cubicBezTo>
                  <a:pt x="180051" y="838469"/>
                  <a:pt x="194702" y="824763"/>
                  <a:pt x="197065" y="798772"/>
                </a:cubicBezTo>
                <a:cubicBezTo>
                  <a:pt x="197538" y="792156"/>
                  <a:pt x="198482" y="785540"/>
                  <a:pt x="199428" y="778923"/>
                </a:cubicBezTo>
                <a:cubicBezTo>
                  <a:pt x="201791" y="756713"/>
                  <a:pt x="191866" y="741590"/>
                  <a:pt x="173436" y="730721"/>
                </a:cubicBezTo>
                <a:cubicBezTo>
                  <a:pt x="136575" y="709455"/>
                  <a:pt x="100187" y="687717"/>
                  <a:pt x="63798" y="666451"/>
                </a:cubicBezTo>
                <a:cubicBezTo>
                  <a:pt x="36861" y="650855"/>
                  <a:pt x="32136" y="639041"/>
                  <a:pt x="40169" y="608797"/>
                </a:cubicBezTo>
                <a:cubicBezTo>
                  <a:pt x="41114" y="605961"/>
                  <a:pt x="41587" y="603126"/>
                  <a:pt x="42532" y="600763"/>
                </a:cubicBezTo>
                <a:cubicBezTo>
                  <a:pt x="54346" y="561539"/>
                  <a:pt x="64743" y="553977"/>
                  <a:pt x="104912" y="557758"/>
                </a:cubicBezTo>
                <a:cubicBezTo>
                  <a:pt x="143663" y="561539"/>
                  <a:pt x="182414" y="565792"/>
                  <a:pt x="221166" y="570990"/>
                </a:cubicBezTo>
                <a:cubicBezTo>
                  <a:pt x="251883" y="574771"/>
                  <a:pt x="265115" y="569572"/>
                  <a:pt x="280711" y="543581"/>
                </a:cubicBezTo>
                <a:cubicBezTo>
                  <a:pt x="302921" y="507665"/>
                  <a:pt x="301977" y="496323"/>
                  <a:pt x="275985" y="462771"/>
                </a:cubicBezTo>
                <a:cubicBezTo>
                  <a:pt x="251411" y="431107"/>
                  <a:pt x="227309" y="398973"/>
                  <a:pt x="203680" y="366837"/>
                </a:cubicBezTo>
                <a:cubicBezTo>
                  <a:pt x="189503" y="347934"/>
                  <a:pt x="189503" y="332339"/>
                  <a:pt x="203680" y="313436"/>
                </a:cubicBezTo>
                <a:cubicBezTo>
                  <a:pt x="210769" y="303984"/>
                  <a:pt x="218331" y="294533"/>
                  <a:pt x="227309" y="286972"/>
                </a:cubicBezTo>
                <a:cubicBezTo>
                  <a:pt x="245267" y="271850"/>
                  <a:pt x="257555" y="269959"/>
                  <a:pt x="277875" y="281301"/>
                </a:cubicBezTo>
                <a:cubicBezTo>
                  <a:pt x="313791" y="301149"/>
                  <a:pt x="350653" y="319579"/>
                  <a:pt x="385150" y="341790"/>
                </a:cubicBezTo>
                <a:cubicBezTo>
                  <a:pt x="424847" y="367310"/>
                  <a:pt x="452256" y="350297"/>
                  <a:pt x="481083" y="314854"/>
                </a:cubicBezTo>
                <a:cubicBezTo>
                  <a:pt x="490535" y="303039"/>
                  <a:pt x="487227" y="287444"/>
                  <a:pt x="483446" y="273267"/>
                </a:cubicBezTo>
                <a:cubicBezTo>
                  <a:pt x="473049" y="233098"/>
                  <a:pt x="462653" y="192929"/>
                  <a:pt x="452256" y="152760"/>
                </a:cubicBezTo>
                <a:cubicBezTo>
                  <a:pt x="444695" y="123933"/>
                  <a:pt x="449420" y="112118"/>
                  <a:pt x="474939" y="96996"/>
                </a:cubicBezTo>
                <a:cubicBezTo>
                  <a:pt x="480610" y="93688"/>
                  <a:pt x="486281" y="90380"/>
                  <a:pt x="492425" y="87545"/>
                </a:cubicBezTo>
                <a:cubicBezTo>
                  <a:pt x="523142" y="73367"/>
                  <a:pt x="536847" y="76675"/>
                  <a:pt x="557640" y="103612"/>
                </a:cubicBezTo>
                <a:cubicBezTo>
                  <a:pt x="582687" y="135275"/>
                  <a:pt x="607733" y="167410"/>
                  <a:pt x="632780" y="199072"/>
                </a:cubicBezTo>
                <a:cubicBezTo>
                  <a:pt x="656409" y="228372"/>
                  <a:pt x="711700" y="228372"/>
                  <a:pt x="735329" y="198600"/>
                </a:cubicBezTo>
                <a:cubicBezTo>
                  <a:pt x="745254" y="185841"/>
                  <a:pt x="745254" y="169773"/>
                  <a:pt x="747617" y="155123"/>
                </a:cubicBezTo>
                <a:cubicBezTo>
                  <a:pt x="753287" y="118262"/>
                  <a:pt x="758013" y="81401"/>
                  <a:pt x="762739" y="44540"/>
                </a:cubicBezTo>
                <a:cubicBezTo>
                  <a:pt x="766520" y="15240"/>
                  <a:pt x="774553" y="7206"/>
                  <a:pt x="803852" y="2009"/>
                </a:cubicBezTo>
                <a:cubicBezTo>
                  <a:pt x="816140" y="-355"/>
                  <a:pt x="828427" y="-355"/>
                  <a:pt x="840714" y="591"/>
                </a:cubicBezTo>
                <a:close/>
              </a:path>
            </a:pathLst>
          </a:custGeom>
          <a:solidFill>
            <a:schemeClr val="accent1"/>
          </a:solidFill>
          <a:ln w="5155" cap="flat">
            <a:noFill/>
            <a:prstDash val="solid"/>
            <a:miter/>
          </a:ln>
        </p:spPr>
        <p:txBody>
          <a:bodyPr wrap="square" rtlCol="0" anchor="ctr">
            <a:noAutofit/>
          </a:bodyPr>
          <a:lstStyle/>
          <a:p>
            <a:endParaRPr lang="en-US"/>
          </a:p>
        </p:txBody>
      </p:sp>
      <p:sp>
        <p:nvSpPr>
          <p:cNvPr id="6" name="Freeform: Shape 16">
            <a:extLst>
              <a:ext uri="{FF2B5EF4-FFF2-40B4-BE49-F238E27FC236}">
                <a16:creationId xmlns:a16="http://schemas.microsoft.com/office/drawing/2014/main" id="{94ED3FD9-CE6B-48F4-8EFD-1C80CB82E51F}"/>
              </a:ext>
            </a:extLst>
          </p:cNvPr>
          <p:cNvSpPr/>
          <p:nvPr/>
        </p:nvSpPr>
        <p:spPr>
          <a:xfrm>
            <a:off x="3530679" y="4282305"/>
            <a:ext cx="1759043" cy="1757630"/>
          </a:xfrm>
          <a:custGeom>
            <a:avLst/>
            <a:gdLst>
              <a:gd name="connsiteX0" fmla="*/ 878992 w 1759043"/>
              <a:gd name="connsiteY0" fmla="*/ 397674 h 1757630"/>
              <a:gd name="connsiteX1" fmla="*/ 400037 w 1759043"/>
              <a:gd name="connsiteY1" fmla="*/ 876629 h 1757630"/>
              <a:gd name="connsiteX2" fmla="*/ 878992 w 1759043"/>
              <a:gd name="connsiteY2" fmla="*/ 1355584 h 1757630"/>
              <a:gd name="connsiteX3" fmla="*/ 1357947 w 1759043"/>
              <a:gd name="connsiteY3" fmla="*/ 876629 h 1757630"/>
              <a:gd name="connsiteX4" fmla="*/ 878992 w 1759043"/>
              <a:gd name="connsiteY4" fmla="*/ 397674 h 1757630"/>
              <a:gd name="connsiteX5" fmla="*/ 840714 w 1759043"/>
              <a:gd name="connsiteY5" fmla="*/ 591 h 1757630"/>
              <a:gd name="connsiteX6" fmla="*/ 875684 w 1759043"/>
              <a:gd name="connsiteY6" fmla="*/ 28945 h 1757630"/>
              <a:gd name="connsiteX7" fmla="*/ 910182 w 1759043"/>
              <a:gd name="connsiteY7" fmla="*/ 149924 h 1757630"/>
              <a:gd name="connsiteX8" fmla="*/ 998082 w 1759043"/>
              <a:gd name="connsiteY8" fmla="*/ 199545 h 1757630"/>
              <a:gd name="connsiteX9" fmla="*/ 1026436 w 1759043"/>
              <a:gd name="connsiteY9" fmla="*/ 174971 h 1757630"/>
              <a:gd name="connsiteX10" fmla="*/ 1092597 w 1759043"/>
              <a:gd name="connsiteY10" fmla="*/ 62971 h 1757630"/>
              <a:gd name="connsiteX11" fmla="*/ 1145998 w 1759043"/>
              <a:gd name="connsiteY11" fmla="*/ 40760 h 1757630"/>
              <a:gd name="connsiteX12" fmla="*/ 1198927 w 1759043"/>
              <a:gd name="connsiteY12" fmla="*/ 126296 h 1757630"/>
              <a:gd name="connsiteX13" fmla="*/ 1185694 w 1759043"/>
              <a:gd name="connsiteY13" fmla="*/ 234044 h 1757630"/>
              <a:gd name="connsiteX14" fmla="*/ 1185694 w 1759043"/>
              <a:gd name="connsiteY14" fmla="*/ 245385 h 1757630"/>
              <a:gd name="connsiteX15" fmla="*/ 1281627 w 1759043"/>
              <a:gd name="connsiteY15" fmla="*/ 287917 h 1757630"/>
              <a:gd name="connsiteX16" fmla="*/ 1387012 w 1759043"/>
              <a:gd name="connsiteY16" fmla="*/ 208997 h 1757630"/>
              <a:gd name="connsiteX17" fmla="*/ 1450809 w 1759043"/>
              <a:gd name="connsiteY17" fmla="*/ 209942 h 1757630"/>
              <a:gd name="connsiteX18" fmla="*/ 1460733 w 1759043"/>
              <a:gd name="connsiteY18" fmla="*/ 218448 h 1757630"/>
              <a:gd name="connsiteX19" fmla="*/ 1471603 w 1759043"/>
              <a:gd name="connsiteY19" fmla="*/ 291225 h 1757630"/>
              <a:gd name="connsiteX20" fmla="*/ 1413476 w 1759043"/>
              <a:gd name="connsiteY20" fmla="*/ 394719 h 1757630"/>
              <a:gd name="connsiteX21" fmla="*/ 1421510 w 1759043"/>
              <a:gd name="connsiteY21" fmla="*/ 461825 h 1757630"/>
              <a:gd name="connsiteX22" fmla="*/ 1482945 w 1759043"/>
              <a:gd name="connsiteY22" fmla="*/ 486399 h 1757630"/>
              <a:gd name="connsiteX23" fmla="*/ 1607232 w 1759043"/>
              <a:gd name="connsiteY23" fmla="*/ 453791 h 1757630"/>
              <a:gd name="connsiteX24" fmla="*/ 1660161 w 1759043"/>
              <a:gd name="connsiteY24" fmla="*/ 474112 h 1757630"/>
              <a:gd name="connsiteX25" fmla="*/ 1676228 w 1759043"/>
              <a:gd name="connsiteY25" fmla="*/ 505775 h 1757630"/>
              <a:gd name="connsiteX26" fmla="*/ 1662996 w 1759043"/>
              <a:gd name="connsiteY26" fmla="*/ 552559 h 1757630"/>
              <a:gd name="connsiteX27" fmla="*/ 1556667 w 1759043"/>
              <a:gd name="connsiteY27" fmla="*/ 637151 h 1757630"/>
              <a:gd name="connsiteX28" fmla="*/ 1537763 w 1759043"/>
              <a:gd name="connsiteY28" fmla="*/ 688662 h 1757630"/>
              <a:gd name="connsiteX29" fmla="*/ 1543434 w 1759043"/>
              <a:gd name="connsiteY29" fmla="*/ 709455 h 1757630"/>
              <a:gd name="connsiteX30" fmla="*/ 1586911 w 1759043"/>
              <a:gd name="connsiteY30" fmla="*/ 746789 h 1757630"/>
              <a:gd name="connsiteX31" fmla="*/ 1715452 w 1759043"/>
              <a:gd name="connsiteY31" fmla="*/ 764274 h 1757630"/>
              <a:gd name="connsiteX32" fmla="*/ 1757039 w 1759043"/>
              <a:gd name="connsiteY32" fmla="*/ 805388 h 1757630"/>
              <a:gd name="connsiteX33" fmla="*/ 1758457 w 1759043"/>
              <a:gd name="connsiteY33" fmla="*/ 842249 h 1757630"/>
              <a:gd name="connsiteX34" fmla="*/ 1728212 w 1759043"/>
              <a:gd name="connsiteY34" fmla="*/ 877692 h 1757630"/>
              <a:gd name="connsiteX35" fmla="*/ 1607232 w 1759043"/>
              <a:gd name="connsiteY35" fmla="*/ 912190 h 1757630"/>
              <a:gd name="connsiteX36" fmla="*/ 1558085 w 1759043"/>
              <a:gd name="connsiteY36" fmla="*/ 993946 h 1757630"/>
              <a:gd name="connsiteX37" fmla="*/ 1583130 w 1759043"/>
              <a:gd name="connsiteY37" fmla="*/ 1027027 h 1757630"/>
              <a:gd name="connsiteX38" fmla="*/ 1694186 w 1759043"/>
              <a:gd name="connsiteY38" fmla="*/ 1092241 h 1757630"/>
              <a:gd name="connsiteX39" fmla="*/ 1718288 w 1759043"/>
              <a:gd name="connsiteY39" fmla="*/ 1148479 h 1757630"/>
              <a:gd name="connsiteX40" fmla="*/ 1717342 w 1759043"/>
              <a:gd name="connsiteY40" fmla="*/ 1154149 h 1757630"/>
              <a:gd name="connsiteX41" fmla="*/ 1650709 w 1759043"/>
              <a:gd name="connsiteY41" fmla="*/ 1201879 h 1757630"/>
              <a:gd name="connsiteX42" fmla="*/ 1534456 w 1759043"/>
              <a:gd name="connsiteY42" fmla="*/ 1187230 h 1757630"/>
              <a:gd name="connsiteX43" fmla="*/ 1475857 w 1759043"/>
              <a:gd name="connsiteY43" fmla="*/ 1217474 h 1757630"/>
              <a:gd name="connsiteX44" fmla="*/ 1474910 w 1759043"/>
              <a:gd name="connsiteY44" fmla="*/ 1287416 h 1757630"/>
              <a:gd name="connsiteX45" fmla="*/ 1550050 w 1759043"/>
              <a:gd name="connsiteY45" fmla="*/ 1386657 h 1757630"/>
              <a:gd name="connsiteX46" fmla="*/ 1550050 w 1759043"/>
              <a:gd name="connsiteY46" fmla="*/ 1451400 h 1757630"/>
              <a:gd name="connsiteX47" fmla="*/ 1547215 w 1759043"/>
              <a:gd name="connsiteY47" fmla="*/ 1454708 h 1757630"/>
              <a:gd name="connsiteX48" fmla="*/ 1465932 w 1759043"/>
              <a:gd name="connsiteY48" fmla="*/ 1470775 h 1757630"/>
              <a:gd name="connsiteX49" fmla="*/ 1365273 w 1759043"/>
              <a:gd name="connsiteY49" fmla="*/ 1414066 h 1757630"/>
              <a:gd name="connsiteX50" fmla="*/ 1296277 w 1759043"/>
              <a:gd name="connsiteY50" fmla="*/ 1423991 h 1757630"/>
              <a:gd name="connsiteX51" fmla="*/ 1274066 w 1759043"/>
              <a:gd name="connsiteY51" fmla="*/ 1486370 h 1757630"/>
              <a:gd name="connsiteX52" fmla="*/ 1306673 w 1759043"/>
              <a:gd name="connsiteY52" fmla="*/ 1612076 h 1757630"/>
              <a:gd name="connsiteX53" fmla="*/ 1288243 w 1759043"/>
              <a:gd name="connsiteY53" fmla="*/ 1659333 h 1757630"/>
              <a:gd name="connsiteX54" fmla="*/ 1255163 w 1759043"/>
              <a:gd name="connsiteY54" fmla="*/ 1676346 h 1757630"/>
              <a:gd name="connsiteX55" fmla="*/ 1205542 w 1759043"/>
              <a:gd name="connsiteY55" fmla="*/ 1662641 h 1757630"/>
              <a:gd name="connsiteX56" fmla="*/ 1127567 w 1759043"/>
              <a:gd name="connsiteY56" fmla="*/ 1563873 h 1757630"/>
              <a:gd name="connsiteX57" fmla="*/ 1026909 w 1759043"/>
              <a:gd name="connsiteY57" fmla="*/ 1555366 h 1757630"/>
              <a:gd name="connsiteX58" fmla="*/ 1013676 w 1759043"/>
              <a:gd name="connsiteY58" fmla="*/ 1581831 h 1757630"/>
              <a:gd name="connsiteX59" fmla="*/ 995719 w 1759043"/>
              <a:gd name="connsiteY59" fmla="*/ 1711790 h 1757630"/>
              <a:gd name="connsiteX60" fmla="*/ 961693 w 1759043"/>
              <a:gd name="connsiteY60" fmla="*/ 1757630 h 1757630"/>
              <a:gd name="connsiteX61" fmla="*/ 904511 w 1759043"/>
              <a:gd name="connsiteY61" fmla="*/ 1757630 h 1757630"/>
              <a:gd name="connsiteX62" fmla="*/ 879465 w 1759043"/>
              <a:gd name="connsiteY62" fmla="*/ 1722658 h 1757630"/>
              <a:gd name="connsiteX63" fmla="*/ 844021 w 1759043"/>
              <a:gd name="connsiteY63" fmla="*/ 1597426 h 1757630"/>
              <a:gd name="connsiteX64" fmla="*/ 801963 w 1759043"/>
              <a:gd name="connsiteY64" fmla="*/ 1560565 h 1757630"/>
              <a:gd name="connsiteX65" fmla="*/ 776443 w 1759043"/>
              <a:gd name="connsiteY65" fmla="*/ 1557729 h 1757630"/>
              <a:gd name="connsiteX66" fmla="*/ 732966 w 1759043"/>
              <a:gd name="connsiteY66" fmla="*/ 1581831 h 1757630"/>
              <a:gd name="connsiteX67" fmla="*/ 722097 w 1759043"/>
              <a:gd name="connsiteY67" fmla="*/ 1600261 h 1757630"/>
              <a:gd name="connsiteX68" fmla="*/ 662553 w 1759043"/>
              <a:gd name="connsiteY68" fmla="*/ 1700920 h 1757630"/>
              <a:gd name="connsiteX69" fmla="*/ 617658 w 1759043"/>
              <a:gd name="connsiteY69" fmla="*/ 1719350 h 1757630"/>
              <a:gd name="connsiteX70" fmla="*/ 581269 w 1759043"/>
              <a:gd name="connsiteY70" fmla="*/ 1707064 h 1757630"/>
              <a:gd name="connsiteX71" fmla="*/ 556696 w 1759043"/>
              <a:gd name="connsiteY71" fmla="*/ 1661224 h 1757630"/>
              <a:gd name="connsiteX72" fmla="*/ 572290 w 1759043"/>
              <a:gd name="connsiteY72" fmla="*/ 1532210 h 1757630"/>
              <a:gd name="connsiteX73" fmla="*/ 536847 w 1759043"/>
              <a:gd name="connsiteY73" fmla="*/ 1472193 h 1757630"/>
              <a:gd name="connsiteX74" fmla="*/ 471159 w 1759043"/>
              <a:gd name="connsiteY74" fmla="*/ 1475501 h 1757630"/>
              <a:gd name="connsiteX75" fmla="*/ 379007 w 1759043"/>
              <a:gd name="connsiteY75" fmla="*/ 1545443 h 1757630"/>
              <a:gd name="connsiteX76" fmla="*/ 297251 w 1759043"/>
              <a:gd name="connsiteY76" fmla="*/ 1540717 h 1757630"/>
              <a:gd name="connsiteX77" fmla="*/ 290162 w 1759043"/>
              <a:gd name="connsiteY77" fmla="*/ 1533628 h 1757630"/>
              <a:gd name="connsiteX78" fmla="*/ 283074 w 1759043"/>
              <a:gd name="connsiteY78" fmla="*/ 1476919 h 1757630"/>
              <a:gd name="connsiteX79" fmla="*/ 344509 w 1759043"/>
              <a:gd name="connsiteY79" fmla="*/ 1367281 h 1757630"/>
              <a:gd name="connsiteX80" fmla="*/ 354905 w 1759043"/>
              <a:gd name="connsiteY80" fmla="*/ 1333728 h 1757630"/>
              <a:gd name="connsiteX81" fmla="*/ 272204 w 1759043"/>
              <a:gd name="connsiteY81" fmla="*/ 1274657 h 1757630"/>
              <a:gd name="connsiteX82" fmla="*/ 145081 w 1759043"/>
              <a:gd name="connsiteY82" fmla="*/ 1307737 h 1757630"/>
              <a:gd name="connsiteX83" fmla="*/ 104440 w 1759043"/>
              <a:gd name="connsiteY83" fmla="*/ 1294032 h 1757630"/>
              <a:gd name="connsiteX84" fmla="*/ 84119 w 1759043"/>
              <a:gd name="connsiteY84" fmla="*/ 1258116 h 1757630"/>
              <a:gd name="connsiteX85" fmla="*/ 97824 w 1759043"/>
              <a:gd name="connsiteY85" fmla="*/ 1205188 h 1757630"/>
              <a:gd name="connsiteX86" fmla="*/ 191866 w 1759043"/>
              <a:gd name="connsiteY86" fmla="*/ 1130521 h 1757630"/>
              <a:gd name="connsiteX87" fmla="*/ 216913 w 1759043"/>
              <a:gd name="connsiteY87" fmla="*/ 1054436 h 1757630"/>
              <a:gd name="connsiteX88" fmla="*/ 166347 w 1759043"/>
              <a:gd name="connsiteY88" fmla="*/ 1011904 h 1757630"/>
              <a:gd name="connsiteX89" fmla="*/ 47731 w 1759043"/>
              <a:gd name="connsiteY89" fmla="*/ 995836 h 1757630"/>
              <a:gd name="connsiteX90" fmla="*/ 945 w 1759043"/>
              <a:gd name="connsiteY90" fmla="*/ 962756 h 1757630"/>
              <a:gd name="connsiteX91" fmla="*/ 0 w 1759043"/>
              <a:gd name="connsiteY91" fmla="*/ 904157 h 1757630"/>
              <a:gd name="connsiteX92" fmla="*/ 34499 w 1759043"/>
              <a:gd name="connsiteY92" fmla="*/ 879109 h 1757630"/>
              <a:gd name="connsiteX93" fmla="*/ 155478 w 1759043"/>
              <a:gd name="connsiteY93" fmla="*/ 845084 h 1757630"/>
              <a:gd name="connsiteX94" fmla="*/ 197065 w 1759043"/>
              <a:gd name="connsiteY94" fmla="*/ 798772 h 1757630"/>
              <a:gd name="connsiteX95" fmla="*/ 199428 w 1759043"/>
              <a:gd name="connsiteY95" fmla="*/ 778923 h 1757630"/>
              <a:gd name="connsiteX96" fmla="*/ 173436 w 1759043"/>
              <a:gd name="connsiteY96" fmla="*/ 730721 h 1757630"/>
              <a:gd name="connsiteX97" fmla="*/ 63798 w 1759043"/>
              <a:gd name="connsiteY97" fmla="*/ 666451 h 1757630"/>
              <a:gd name="connsiteX98" fmla="*/ 40169 w 1759043"/>
              <a:gd name="connsiteY98" fmla="*/ 608797 h 1757630"/>
              <a:gd name="connsiteX99" fmla="*/ 42532 w 1759043"/>
              <a:gd name="connsiteY99" fmla="*/ 600763 h 1757630"/>
              <a:gd name="connsiteX100" fmla="*/ 104912 w 1759043"/>
              <a:gd name="connsiteY100" fmla="*/ 557758 h 1757630"/>
              <a:gd name="connsiteX101" fmla="*/ 221166 w 1759043"/>
              <a:gd name="connsiteY101" fmla="*/ 570990 h 1757630"/>
              <a:gd name="connsiteX102" fmla="*/ 280711 w 1759043"/>
              <a:gd name="connsiteY102" fmla="*/ 543581 h 1757630"/>
              <a:gd name="connsiteX103" fmla="*/ 275985 w 1759043"/>
              <a:gd name="connsiteY103" fmla="*/ 462771 h 1757630"/>
              <a:gd name="connsiteX104" fmla="*/ 203680 w 1759043"/>
              <a:gd name="connsiteY104" fmla="*/ 366837 h 1757630"/>
              <a:gd name="connsiteX105" fmla="*/ 203680 w 1759043"/>
              <a:gd name="connsiteY105" fmla="*/ 313436 h 1757630"/>
              <a:gd name="connsiteX106" fmla="*/ 227309 w 1759043"/>
              <a:gd name="connsiteY106" fmla="*/ 286972 h 1757630"/>
              <a:gd name="connsiteX107" fmla="*/ 277875 w 1759043"/>
              <a:gd name="connsiteY107" fmla="*/ 281301 h 1757630"/>
              <a:gd name="connsiteX108" fmla="*/ 385150 w 1759043"/>
              <a:gd name="connsiteY108" fmla="*/ 341790 h 1757630"/>
              <a:gd name="connsiteX109" fmla="*/ 481083 w 1759043"/>
              <a:gd name="connsiteY109" fmla="*/ 314854 h 1757630"/>
              <a:gd name="connsiteX110" fmla="*/ 483446 w 1759043"/>
              <a:gd name="connsiteY110" fmla="*/ 273267 h 1757630"/>
              <a:gd name="connsiteX111" fmla="*/ 452256 w 1759043"/>
              <a:gd name="connsiteY111" fmla="*/ 152760 h 1757630"/>
              <a:gd name="connsiteX112" fmla="*/ 474939 w 1759043"/>
              <a:gd name="connsiteY112" fmla="*/ 96996 h 1757630"/>
              <a:gd name="connsiteX113" fmla="*/ 492425 w 1759043"/>
              <a:gd name="connsiteY113" fmla="*/ 87545 h 1757630"/>
              <a:gd name="connsiteX114" fmla="*/ 557640 w 1759043"/>
              <a:gd name="connsiteY114" fmla="*/ 103612 h 1757630"/>
              <a:gd name="connsiteX115" fmla="*/ 632780 w 1759043"/>
              <a:gd name="connsiteY115" fmla="*/ 199072 h 1757630"/>
              <a:gd name="connsiteX116" fmla="*/ 735329 w 1759043"/>
              <a:gd name="connsiteY116" fmla="*/ 198600 h 1757630"/>
              <a:gd name="connsiteX117" fmla="*/ 747617 w 1759043"/>
              <a:gd name="connsiteY117" fmla="*/ 155123 h 1757630"/>
              <a:gd name="connsiteX118" fmla="*/ 762739 w 1759043"/>
              <a:gd name="connsiteY118" fmla="*/ 44540 h 1757630"/>
              <a:gd name="connsiteX119" fmla="*/ 803852 w 1759043"/>
              <a:gd name="connsiteY119" fmla="*/ 2009 h 1757630"/>
              <a:gd name="connsiteX120" fmla="*/ 840714 w 1759043"/>
              <a:gd name="connsiteY120" fmla="*/ 591 h 17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759043" h="1757630">
                <a:moveTo>
                  <a:pt x="878992" y="397674"/>
                </a:moveTo>
                <a:cubicBezTo>
                  <a:pt x="614472" y="397674"/>
                  <a:pt x="400037" y="612109"/>
                  <a:pt x="400037" y="876629"/>
                </a:cubicBezTo>
                <a:cubicBezTo>
                  <a:pt x="400037" y="1141149"/>
                  <a:pt x="614472" y="1355584"/>
                  <a:pt x="878992" y="1355584"/>
                </a:cubicBezTo>
                <a:cubicBezTo>
                  <a:pt x="1143512" y="1355584"/>
                  <a:pt x="1357947" y="1141149"/>
                  <a:pt x="1357947" y="876629"/>
                </a:cubicBezTo>
                <a:cubicBezTo>
                  <a:pt x="1357947" y="612109"/>
                  <a:pt x="1143512" y="397674"/>
                  <a:pt x="878992" y="397674"/>
                </a:cubicBezTo>
                <a:close/>
                <a:moveTo>
                  <a:pt x="840714" y="591"/>
                </a:moveTo>
                <a:cubicBezTo>
                  <a:pt x="858671" y="1536"/>
                  <a:pt x="870959" y="10987"/>
                  <a:pt x="875684" y="28945"/>
                </a:cubicBezTo>
                <a:cubicBezTo>
                  <a:pt x="887026" y="69114"/>
                  <a:pt x="898840" y="109755"/>
                  <a:pt x="910182" y="149924"/>
                </a:cubicBezTo>
                <a:cubicBezTo>
                  <a:pt x="921997" y="191039"/>
                  <a:pt x="956022" y="210415"/>
                  <a:pt x="998082" y="199545"/>
                </a:cubicBezTo>
                <a:cubicBezTo>
                  <a:pt x="1011786" y="196237"/>
                  <a:pt x="1019820" y="186313"/>
                  <a:pt x="1026436" y="174971"/>
                </a:cubicBezTo>
                <a:cubicBezTo>
                  <a:pt x="1048175" y="137638"/>
                  <a:pt x="1070386" y="100304"/>
                  <a:pt x="1092597" y="62971"/>
                </a:cubicBezTo>
                <a:cubicBezTo>
                  <a:pt x="1106774" y="38869"/>
                  <a:pt x="1119061" y="33671"/>
                  <a:pt x="1145998" y="40760"/>
                </a:cubicBezTo>
                <a:cubicBezTo>
                  <a:pt x="1199872" y="54464"/>
                  <a:pt x="1206960" y="66279"/>
                  <a:pt x="1198927" y="126296"/>
                </a:cubicBezTo>
                <a:cubicBezTo>
                  <a:pt x="1194201" y="162212"/>
                  <a:pt x="1189947" y="198127"/>
                  <a:pt x="1185694" y="234044"/>
                </a:cubicBezTo>
                <a:cubicBezTo>
                  <a:pt x="1185221" y="237824"/>
                  <a:pt x="1185221" y="241604"/>
                  <a:pt x="1185694" y="245385"/>
                </a:cubicBezTo>
                <a:cubicBezTo>
                  <a:pt x="1191838" y="283664"/>
                  <a:pt x="1249964" y="310128"/>
                  <a:pt x="1281627" y="287917"/>
                </a:cubicBezTo>
                <a:cubicBezTo>
                  <a:pt x="1317543" y="262398"/>
                  <a:pt x="1352041" y="235461"/>
                  <a:pt x="1387012" y="208997"/>
                </a:cubicBezTo>
                <a:cubicBezTo>
                  <a:pt x="1412530" y="189621"/>
                  <a:pt x="1425290" y="190094"/>
                  <a:pt x="1450809" y="209942"/>
                </a:cubicBezTo>
                <a:cubicBezTo>
                  <a:pt x="1454118" y="212778"/>
                  <a:pt x="1457425" y="215140"/>
                  <a:pt x="1460733" y="218448"/>
                </a:cubicBezTo>
                <a:cubicBezTo>
                  <a:pt x="1490506" y="246803"/>
                  <a:pt x="1491924" y="255310"/>
                  <a:pt x="1471603" y="291225"/>
                </a:cubicBezTo>
                <a:cubicBezTo>
                  <a:pt x="1452228" y="325723"/>
                  <a:pt x="1433796" y="360693"/>
                  <a:pt x="1413476" y="394719"/>
                </a:cubicBezTo>
                <a:cubicBezTo>
                  <a:pt x="1398826" y="419766"/>
                  <a:pt x="1405442" y="440559"/>
                  <a:pt x="1421510" y="461825"/>
                </a:cubicBezTo>
                <a:cubicBezTo>
                  <a:pt x="1437578" y="483091"/>
                  <a:pt x="1456007" y="493488"/>
                  <a:pt x="1482945" y="486399"/>
                </a:cubicBezTo>
                <a:cubicBezTo>
                  <a:pt x="1524531" y="475530"/>
                  <a:pt x="1566118" y="465133"/>
                  <a:pt x="1607232" y="453791"/>
                </a:cubicBezTo>
                <a:cubicBezTo>
                  <a:pt x="1633696" y="446702"/>
                  <a:pt x="1645511" y="450956"/>
                  <a:pt x="1660161" y="474112"/>
                </a:cubicBezTo>
                <a:cubicBezTo>
                  <a:pt x="1666777" y="484037"/>
                  <a:pt x="1672447" y="494433"/>
                  <a:pt x="1676228" y="505775"/>
                </a:cubicBezTo>
                <a:cubicBezTo>
                  <a:pt x="1683317" y="526096"/>
                  <a:pt x="1680008" y="538855"/>
                  <a:pt x="1662996" y="552559"/>
                </a:cubicBezTo>
                <a:cubicBezTo>
                  <a:pt x="1627553" y="580914"/>
                  <a:pt x="1592582" y="609269"/>
                  <a:pt x="1556667" y="637151"/>
                </a:cubicBezTo>
                <a:cubicBezTo>
                  <a:pt x="1538708" y="650855"/>
                  <a:pt x="1533982" y="667869"/>
                  <a:pt x="1537763" y="688662"/>
                </a:cubicBezTo>
                <a:cubicBezTo>
                  <a:pt x="1539182" y="695750"/>
                  <a:pt x="1541545" y="702366"/>
                  <a:pt x="1543434" y="709455"/>
                </a:cubicBezTo>
                <a:cubicBezTo>
                  <a:pt x="1549578" y="731666"/>
                  <a:pt x="1564227" y="743953"/>
                  <a:pt x="1586911" y="746789"/>
                </a:cubicBezTo>
                <a:cubicBezTo>
                  <a:pt x="1629916" y="752460"/>
                  <a:pt x="1672920" y="758603"/>
                  <a:pt x="1715452" y="764274"/>
                </a:cubicBezTo>
                <a:cubicBezTo>
                  <a:pt x="1740971" y="767582"/>
                  <a:pt x="1754203" y="779869"/>
                  <a:pt x="1757039" y="805388"/>
                </a:cubicBezTo>
                <a:cubicBezTo>
                  <a:pt x="1758457" y="817675"/>
                  <a:pt x="1759874" y="829962"/>
                  <a:pt x="1758457" y="842249"/>
                </a:cubicBezTo>
                <a:cubicBezTo>
                  <a:pt x="1756093" y="861624"/>
                  <a:pt x="1746169" y="872494"/>
                  <a:pt x="1728212" y="877692"/>
                </a:cubicBezTo>
                <a:cubicBezTo>
                  <a:pt x="1688042" y="889034"/>
                  <a:pt x="1647401" y="900375"/>
                  <a:pt x="1607232" y="912190"/>
                </a:cubicBezTo>
                <a:cubicBezTo>
                  <a:pt x="1568008" y="923532"/>
                  <a:pt x="1550050" y="953304"/>
                  <a:pt x="1558085" y="993946"/>
                </a:cubicBezTo>
                <a:cubicBezTo>
                  <a:pt x="1560919" y="1009541"/>
                  <a:pt x="1569899" y="1019465"/>
                  <a:pt x="1583130" y="1027027"/>
                </a:cubicBezTo>
                <a:cubicBezTo>
                  <a:pt x="1619992" y="1048765"/>
                  <a:pt x="1656852" y="1070503"/>
                  <a:pt x="1694186" y="1092241"/>
                </a:cubicBezTo>
                <a:cubicBezTo>
                  <a:pt x="1721596" y="1108310"/>
                  <a:pt x="1725849" y="1117761"/>
                  <a:pt x="1718288" y="1148479"/>
                </a:cubicBezTo>
                <a:cubicBezTo>
                  <a:pt x="1717815" y="1150369"/>
                  <a:pt x="1717815" y="1152259"/>
                  <a:pt x="1717342" y="1154149"/>
                </a:cubicBezTo>
                <a:cubicBezTo>
                  <a:pt x="1706000" y="1191483"/>
                  <a:pt x="1693241" y="1209914"/>
                  <a:pt x="1650709" y="1201879"/>
                </a:cubicBezTo>
                <a:cubicBezTo>
                  <a:pt x="1612431" y="1194318"/>
                  <a:pt x="1573207" y="1192901"/>
                  <a:pt x="1534456" y="1187230"/>
                </a:cubicBezTo>
                <a:cubicBezTo>
                  <a:pt x="1507046" y="1183449"/>
                  <a:pt x="1489088" y="1194318"/>
                  <a:pt x="1475857" y="1217474"/>
                </a:cubicBezTo>
                <a:cubicBezTo>
                  <a:pt x="1462151" y="1241103"/>
                  <a:pt x="1456007" y="1263314"/>
                  <a:pt x="1474910" y="1287416"/>
                </a:cubicBezTo>
                <a:cubicBezTo>
                  <a:pt x="1500430" y="1320024"/>
                  <a:pt x="1525004" y="1353577"/>
                  <a:pt x="1550050" y="1386657"/>
                </a:cubicBezTo>
                <a:cubicBezTo>
                  <a:pt x="1570844" y="1413594"/>
                  <a:pt x="1570844" y="1424463"/>
                  <a:pt x="1550050" y="1451400"/>
                </a:cubicBezTo>
                <a:cubicBezTo>
                  <a:pt x="1549105" y="1452345"/>
                  <a:pt x="1548160" y="1453763"/>
                  <a:pt x="1547215" y="1454708"/>
                </a:cubicBezTo>
                <a:cubicBezTo>
                  <a:pt x="1519805" y="1484008"/>
                  <a:pt x="1508936" y="1496767"/>
                  <a:pt x="1465932" y="1470775"/>
                </a:cubicBezTo>
                <a:cubicBezTo>
                  <a:pt x="1432852" y="1450927"/>
                  <a:pt x="1397881" y="1433914"/>
                  <a:pt x="1365273" y="1414066"/>
                </a:cubicBezTo>
                <a:cubicBezTo>
                  <a:pt x="1338336" y="1397999"/>
                  <a:pt x="1317543" y="1407450"/>
                  <a:pt x="1296277" y="1423991"/>
                </a:cubicBezTo>
                <a:cubicBezTo>
                  <a:pt x="1275011" y="1440058"/>
                  <a:pt x="1266504" y="1459434"/>
                  <a:pt x="1274066" y="1486370"/>
                </a:cubicBezTo>
                <a:cubicBezTo>
                  <a:pt x="1285880" y="1527958"/>
                  <a:pt x="1296277" y="1570016"/>
                  <a:pt x="1306673" y="1612076"/>
                </a:cubicBezTo>
                <a:cubicBezTo>
                  <a:pt x="1312345" y="1634759"/>
                  <a:pt x="1307619" y="1647047"/>
                  <a:pt x="1288243" y="1659333"/>
                </a:cubicBezTo>
                <a:cubicBezTo>
                  <a:pt x="1277847" y="1665949"/>
                  <a:pt x="1266977" y="1672093"/>
                  <a:pt x="1255163" y="1676346"/>
                </a:cubicBezTo>
                <a:cubicBezTo>
                  <a:pt x="1234370" y="1683907"/>
                  <a:pt x="1219247" y="1680126"/>
                  <a:pt x="1205542" y="1662641"/>
                </a:cubicBezTo>
                <a:cubicBezTo>
                  <a:pt x="1179550" y="1630034"/>
                  <a:pt x="1153559" y="1596953"/>
                  <a:pt x="1127567" y="1563873"/>
                </a:cubicBezTo>
                <a:cubicBezTo>
                  <a:pt x="1102520" y="1532683"/>
                  <a:pt x="1057154" y="1528430"/>
                  <a:pt x="1026909" y="1555366"/>
                </a:cubicBezTo>
                <a:cubicBezTo>
                  <a:pt x="1018874" y="1562455"/>
                  <a:pt x="1015095" y="1571434"/>
                  <a:pt x="1013676" y="1581831"/>
                </a:cubicBezTo>
                <a:cubicBezTo>
                  <a:pt x="1007533" y="1625308"/>
                  <a:pt x="1000444" y="1668312"/>
                  <a:pt x="995719" y="1711790"/>
                </a:cubicBezTo>
                <a:cubicBezTo>
                  <a:pt x="992883" y="1734473"/>
                  <a:pt x="983904" y="1750541"/>
                  <a:pt x="961693" y="1757630"/>
                </a:cubicBezTo>
                <a:cubicBezTo>
                  <a:pt x="942790" y="1757630"/>
                  <a:pt x="923414" y="1757630"/>
                  <a:pt x="904511" y="1757630"/>
                </a:cubicBezTo>
                <a:cubicBezTo>
                  <a:pt x="891279" y="1749595"/>
                  <a:pt x="883718" y="1737781"/>
                  <a:pt x="879465" y="1722658"/>
                </a:cubicBezTo>
                <a:cubicBezTo>
                  <a:pt x="868123" y="1681072"/>
                  <a:pt x="855363" y="1639485"/>
                  <a:pt x="844021" y="1597426"/>
                </a:cubicBezTo>
                <a:cubicBezTo>
                  <a:pt x="837878" y="1575215"/>
                  <a:pt x="824174" y="1563401"/>
                  <a:pt x="801963" y="1560565"/>
                </a:cubicBezTo>
                <a:cubicBezTo>
                  <a:pt x="793456" y="1559620"/>
                  <a:pt x="784949" y="1558202"/>
                  <a:pt x="776443" y="1557729"/>
                </a:cubicBezTo>
                <a:cubicBezTo>
                  <a:pt x="756595" y="1556312"/>
                  <a:pt x="742891" y="1565291"/>
                  <a:pt x="732966" y="1581831"/>
                </a:cubicBezTo>
                <a:cubicBezTo>
                  <a:pt x="729185" y="1587975"/>
                  <a:pt x="725877" y="1594117"/>
                  <a:pt x="722097" y="1600261"/>
                </a:cubicBezTo>
                <a:cubicBezTo>
                  <a:pt x="702248" y="1633814"/>
                  <a:pt x="682873" y="1667840"/>
                  <a:pt x="662553" y="1700920"/>
                </a:cubicBezTo>
                <a:cubicBezTo>
                  <a:pt x="651683" y="1719350"/>
                  <a:pt x="638450" y="1724076"/>
                  <a:pt x="617658" y="1719350"/>
                </a:cubicBezTo>
                <a:cubicBezTo>
                  <a:pt x="604898" y="1716515"/>
                  <a:pt x="593084" y="1712262"/>
                  <a:pt x="581269" y="1707064"/>
                </a:cubicBezTo>
                <a:cubicBezTo>
                  <a:pt x="560476" y="1697139"/>
                  <a:pt x="553860" y="1684380"/>
                  <a:pt x="556696" y="1661224"/>
                </a:cubicBezTo>
                <a:cubicBezTo>
                  <a:pt x="561893" y="1618219"/>
                  <a:pt x="566147" y="1575215"/>
                  <a:pt x="572290" y="1532210"/>
                </a:cubicBezTo>
                <a:cubicBezTo>
                  <a:pt x="576543" y="1501966"/>
                  <a:pt x="560476" y="1485426"/>
                  <a:pt x="536847" y="1472193"/>
                </a:cubicBezTo>
                <a:cubicBezTo>
                  <a:pt x="513691" y="1459434"/>
                  <a:pt x="492898" y="1457543"/>
                  <a:pt x="471159" y="1475501"/>
                </a:cubicBezTo>
                <a:cubicBezTo>
                  <a:pt x="440914" y="1499603"/>
                  <a:pt x="409251" y="1521814"/>
                  <a:pt x="379007" y="1545443"/>
                </a:cubicBezTo>
                <a:cubicBezTo>
                  <a:pt x="348290" y="1569544"/>
                  <a:pt x="335057" y="1574742"/>
                  <a:pt x="297251" y="1540717"/>
                </a:cubicBezTo>
                <a:cubicBezTo>
                  <a:pt x="294888" y="1538354"/>
                  <a:pt x="292525" y="1535991"/>
                  <a:pt x="290162" y="1533628"/>
                </a:cubicBezTo>
                <a:cubicBezTo>
                  <a:pt x="271732" y="1514725"/>
                  <a:pt x="269841" y="1500075"/>
                  <a:pt x="283074" y="1476919"/>
                </a:cubicBezTo>
                <a:cubicBezTo>
                  <a:pt x="303395" y="1440531"/>
                  <a:pt x="324187" y="1403669"/>
                  <a:pt x="344509" y="1367281"/>
                </a:cubicBezTo>
                <a:cubicBezTo>
                  <a:pt x="350179" y="1356885"/>
                  <a:pt x="356323" y="1346488"/>
                  <a:pt x="354905" y="1333728"/>
                </a:cubicBezTo>
                <a:cubicBezTo>
                  <a:pt x="351597" y="1295450"/>
                  <a:pt x="309065" y="1265205"/>
                  <a:pt x="272204" y="1274657"/>
                </a:cubicBezTo>
                <a:cubicBezTo>
                  <a:pt x="229672" y="1285525"/>
                  <a:pt x="187140" y="1296395"/>
                  <a:pt x="145081" y="1307737"/>
                </a:cubicBezTo>
                <a:cubicBezTo>
                  <a:pt x="128069" y="1312462"/>
                  <a:pt x="115309" y="1307264"/>
                  <a:pt x="104440" y="1294032"/>
                </a:cubicBezTo>
                <a:cubicBezTo>
                  <a:pt x="95461" y="1283162"/>
                  <a:pt x="89790" y="1270876"/>
                  <a:pt x="84119" y="1258116"/>
                </a:cubicBezTo>
                <a:cubicBezTo>
                  <a:pt x="74668" y="1235905"/>
                  <a:pt x="78921" y="1219837"/>
                  <a:pt x="97824" y="1205188"/>
                </a:cubicBezTo>
                <a:cubicBezTo>
                  <a:pt x="129014" y="1180141"/>
                  <a:pt x="160676" y="1155567"/>
                  <a:pt x="191866" y="1130521"/>
                </a:cubicBezTo>
                <a:cubicBezTo>
                  <a:pt x="224946" y="1105002"/>
                  <a:pt x="227782" y="1094132"/>
                  <a:pt x="216913" y="1054436"/>
                </a:cubicBezTo>
                <a:cubicBezTo>
                  <a:pt x="209352" y="1028444"/>
                  <a:pt x="193757" y="1014739"/>
                  <a:pt x="166347" y="1011904"/>
                </a:cubicBezTo>
                <a:cubicBezTo>
                  <a:pt x="126651" y="1007650"/>
                  <a:pt x="87427" y="1000090"/>
                  <a:pt x="47731" y="995836"/>
                </a:cubicBezTo>
                <a:cubicBezTo>
                  <a:pt x="25047" y="993473"/>
                  <a:pt x="8980" y="984495"/>
                  <a:pt x="945" y="962756"/>
                </a:cubicBezTo>
                <a:cubicBezTo>
                  <a:pt x="0" y="942435"/>
                  <a:pt x="0" y="923532"/>
                  <a:pt x="0" y="904157"/>
                </a:cubicBezTo>
                <a:cubicBezTo>
                  <a:pt x="7562" y="889979"/>
                  <a:pt x="19376" y="882891"/>
                  <a:pt x="34499" y="879109"/>
                </a:cubicBezTo>
                <a:cubicBezTo>
                  <a:pt x="75140" y="868241"/>
                  <a:pt x="114837" y="855954"/>
                  <a:pt x="155478" y="845084"/>
                </a:cubicBezTo>
                <a:cubicBezTo>
                  <a:pt x="180051" y="838469"/>
                  <a:pt x="194702" y="824763"/>
                  <a:pt x="197065" y="798772"/>
                </a:cubicBezTo>
                <a:cubicBezTo>
                  <a:pt x="197538" y="792156"/>
                  <a:pt x="198482" y="785540"/>
                  <a:pt x="199428" y="778923"/>
                </a:cubicBezTo>
                <a:cubicBezTo>
                  <a:pt x="201791" y="756713"/>
                  <a:pt x="191866" y="741590"/>
                  <a:pt x="173436" y="730721"/>
                </a:cubicBezTo>
                <a:cubicBezTo>
                  <a:pt x="136575" y="709455"/>
                  <a:pt x="100187" y="687717"/>
                  <a:pt x="63798" y="666451"/>
                </a:cubicBezTo>
                <a:cubicBezTo>
                  <a:pt x="36861" y="650855"/>
                  <a:pt x="32136" y="639041"/>
                  <a:pt x="40169" y="608797"/>
                </a:cubicBezTo>
                <a:cubicBezTo>
                  <a:pt x="41114" y="605961"/>
                  <a:pt x="41587" y="603126"/>
                  <a:pt x="42532" y="600763"/>
                </a:cubicBezTo>
                <a:cubicBezTo>
                  <a:pt x="54346" y="561539"/>
                  <a:pt x="64743" y="553977"/>
                  <a:pt x="104912" y="557758"/>
                </a:cubicBezTo>
                <a:cubicBezTo>
                  <a:pt x="143663" y="561539"/>
                  <a:pt x="182414" y="565792"/>
                  <a:pt x="221166" y="570990"/>
                </a:cubicBezTo>
                <a:cubicBezTo>
                  <a:pt x="251883" y="574771"/>
                  <a:pt x="265115" y="569572"/>
                  <a:pt x="280711" y="543581"/>
                </a:cubicBezTo>
                <a:cubicBezTo>
                  <a:pt x="302921" y="507665"/>
                  <a:pt x="301977" y="496323"/>
                  <a:pt x="275985" y="462771"/>
                </a:cubicBezTo>
                <a:cubicBezTo>
                  <a:pt x="251411" y="431107"/>
                  <a:pt x="227309" y="398973"/>
                  <a:pt x="203680" y="366837"/>
                </a:cubicBezTo>
                <a:cubicBezTo>
                  <a:pt x="189503" y="347934"/>
                  <a:pt x="189503" y="332339"/>
                  <a:pt x="203680" y="313436"/>
                </a:cubicBezTo>
                <a:cubicBezTo>
                  <a:pt x="210769" y="303984"/>
                  <a:pt x="218331" y="294533"/>
                  <a:pt x="227309" y="286972"/>
                </a:cubicBezTo>
                <a:cubicBezTo>
                  <a:pt x="245267" y="271850"/>
                  <a:pt x="257555" y="269959"/>
                  <a:pt x="277875" y="281301"/>
                </a:cubicBezTo>
                <a:cubicBezTo>
                  <a:pt x="313791" y="301149"/>
                  <a:pt x="350653" y="319579"/>
                  <a:pt x="385150" y="341790"/>
                </a:cubicBezTo>
                <a:cubicBezTo>
                  <a:pt x="424847" y="367310"/>
                  <a:pt x="452256" y="350297"/>
                  <a:pt x="481083" y="314854"/>
                </a:cubicBezTo>
                <a:cubicBezTo>
                  <a:pt x="490535" y="303039"/>
                  <a:pt x="487227" y="287444"/>
                  <a:pt x="483446" y="273267"/>
                </a:cubicBezTo>
                <a:cubicBezTo>
                  <a:pt x="473049" y="233098"/>
                  <a:pt x="462653" y="192929"/>
                  <a:pt x="452256" y="152760"/>
                </a:cubicBezTo>
                <a:cubicBezTo>
                  <a:pt x="444695" y="123933"/>
                  <a:pt x="449420" y="112118"/>
                  <a:pt x="474939" y="96996"/>
                </a:cubicBezTo>
                <a:cubicBezTo>
                  <a:pt x="480610" y="93688"/>
                  <a:pt x="486281" y="90380"/>
                  <a:pt x="492425" y="87545"/>
                </a:cubicBezTo>
                <a:cubicBezTo>
                  <a:pt x="523142" y="73367"/>
                  <a:pt x="536847" y="76675"/>
                  <a:pt x="557640" y="103612"/>
                </a:cubicBezTo>
                <a:cubicBezTo>
                  <a:pt x="582687" y="135275"/>
                  <a:pt x="607733" y="167410"/>
                  <a:pt x="632780" y="199072"/>
                </a:cubicBezTo>
                <a:cubicBezTo>
                  <a:pt x="656409" y="228372"/>
                  <a:pt x="711700" y="228372"/>
                  <a:pt x="735329" y="198600"/>
                </a:cubicBezTo>
                <a:cubicBezTo>
                  <a:pt x="745254" y="185841"/>
                  <a:pt x="745254" y="169773"/>
                  <a:pt x="747617" y="155123"/>
                </a:cubicBezTo>
                <a:cubicBezTo>
                  <a:pt x="753287" y="118262"/>
                  <a:pt x="758013" y="81401"/>
                  <a:pt x="762739" y="44540"/>
                </a:cubicBezTo>
                <a:cubicBezTo>
                  <a:pt x="766520" y="15240"/>
                  <a:pt x="774553" y="7206"/>
                  <a:pt x="803852" y="2009"/>
                </a:cubicBezTo>
                <a:cubicBezTo>
                  <a:pt x="816140" y="-355"/>
                  <a:pt x="828427" y="-355"/>
                  <a:pt x="840714" y="591"/>
                </a:cubicBezTo>
                <a:close/>
              </a:path>
            </a:pathLst>
          </a:custGeom>
          <a:solidFill>
            <a:schemeClr val="accent4"/>
          </a:solidFill>
          <a:ln w="5155" cap="flat">
            <a:noFill/>
            <a:prstDash val="solid"/>
            <a:miter/>
          </a:ln>
        </p:spPr>
        <p:txBody>
          <a:bodyPr wrap="square" rtlCol="0" anchor="ctr">
            <a:noAutofit/>
          </a:bodyPr>
          <a:lstStyle/>
          <a:p>
            <a:endParaRPr lang="en-US"/>
          </a:p>
        </p:txBody>
      </p:sp>
      <p:sp>
        <p:nvSpPr>
          <p:cNvPr id="7" name="Freeform: Shape 17">
            <a:extLst>
              <a:ext uri="{FF2B5EF4-FFF2-40B4-BE49-F238E27FC236}">
                <a16:creationId xmlns:a16="http://schemas.microsoft.com/office/drawing/2014/main" id="{7630FEA8-DA38-4980-8D0B-C39271F510A2}"/>
              </a:ext>
            </a:extLst>
          </p:cNvPr>
          <p:cNvSpPr/>
          <p:nvPr/>
        </p:nvSpPr>
        <p:spPr>
          <a:xfrm>
            <a:off x="6902280" y="4144994"/>
            <a:ext cx="1759043" cy="1757630"/>
          </a:xfrm>
          <a:custGeom>
            <a:avLst/>
            <a:gdLst>
              <a:gd name="connsiteX0" fmla="*/ 878992 w 1759043"/>
              <a:gd name="connsiteY0" fmla="*/ 397674 h 1757630"/>
              <a:gd name="connsiteX1" fmla="*/ 400037 w 1759043"/>
              <a:gd name="connsiteY1" fmla="*/ 876629 h 1757630"/>
              <a:gd name="connsiteX2" fmla="*/ 878992 w 1759043"/>
              <a:gd name="connsiteY2" fmla="*/ 1355584 h 1757630"/>
              <a:gd name="connsiteX3" fmla="*/ 1357947 w 1759043"/>
              <a:gd name="connsiteY3" fmla="*/ 876629 h 1757630"/>
              <a:gd name="connsiteX4" fmla="*/ 878992 w 1759043"/>
              <a:gd name="connsiteY4" fmla="*/ 397674 h 1757630"/>
              <a:gd name="connsiteX5" fmla="*/ 840714 w 1759043"/>
              <a:gd name="connsiteY5" fmla="*/ 591 h 1757630"/>
              <a:gd name="connsiteX6" fmla="*/ 875684 w 1759043"/>
              <a:gd name="connsiteY6" fmla="*/ 28945 h 1757630"/>
              <a:gd name="connsiteX7" fmla="*/ 910182 w 1759043"/>
              <a:gd name="connsiteY7" fmla="*/ 149924 h 1757630"/>
              <a:gd name="connsiteX8" fmla="*/ 998082 w 1759043"/>
              <a:gd name="connsiteY8" fmla="*/ 199545 h 1757630"/>
              <a:gd name="connsiteX9" fmla="*/ 1026436 w 1759043"/>
              <a:gd name="connsiteY9" fmla="*/ 174971 h 1757630"/>
              <a:gd name="connsiteX10" fmla="*/ 1092597 w 1759043"/>
              <a:gd name="connsiteY10" fmla="*/ 62971 h 1757630"/>
              <a:gd name="connsiteX11" fmla="*/ 1145998 w 1759043"/>
              <a:gd name="connsiteY11" fmla="*/ 40760 h 1757630"/>
              <a:gd name="connsiteX12" fmla="*/ 1198927 w 1759043"/>
              <a:gd name="connsiteY12" fmla="*/ 126296 h 1757630"/>
              <a:gd name="connsiteX13" fmla="*/ 1185694 w 1759043"/>
              <a:gd name="connsiteY13" fmla="*/ 234044 h 1757630"/>
              <a:gd name="connsiteX14" fmla="*/ 1185694 w 1759043"/>
              <a:gd name="connsiteY14" fmla="*/ 245385 h 1757630"/>
              <a:gd name="connsiteX15" fmla="*/ 1281627 w 1759043"/>
              <a:gd name="connsiteY15" fmla="*/ 287917 h 1757630"/>
              <a:gd name="connsiteX16" fmla="*/ 1387012 w 1759043"/>
              <a:gd name="connsiteY16" fmla="*/ 208997 h 1757630"/>
              <a:gd name="connsiteX17" fmla="*/ 1450809 w 1759043"/>
              <a:gd name="connsiteY17" fmla="*/ 209942 h 1757630"/>
              <a:gd name="connsiteX18" fmla="*/ 1460733 w 1759043"/>
              <a:gd name="connsiteY18" fmla="*/ 218448 h 1757630"/>
              <a:gd name="connsiteX19" fmla="*/ 1471603 w 1759043"/>
              <a:gd name="connsiteY19" fmla="*/ 291225 h 1757630"/>
              <a:gd name="connsiteX20" fmla="*/ 1413476 w 1759043"/>
              <a:gd name="connsiteY20" fmla="*/ 394719 h 1757630"/>
              <a:gd name="connsiteX21" fmla="*/ 1421510 w 1759043"/>
              <a:gd name="connsiteY21" fmla="*/ 461825 h 1757630"/>
              <a:gd name="connsiteX22" fmla="*/ 1482945 w 1759043"/>
              <a:gd name="connsiteY22" fmla="*/ 486399 h 1757630"/>
              <a:gd name="connsiteX23" fmla="*/ 1607232 w 1759043"/>
              <a:gd name="connsiteY23" fmla="*/ 453791 h 1757630"/>
              <a:gd name="connsiteX24" fmla="*/ 1660161 w 1759043"/>
              <a:gd name="connsiteY24" fmla="*/ 474112 h 1757630"/>
              <a:gd name="connsiteX25" fmla="*/ 1676228 w 1759043"/>
              <a:gd name="connsiteY25" fmla="*/ 505775 h 1757630"/>
              <a:gd name="connsiteX26" fmla="*/ 1662996 w 1759043"/>
              <a:gd name="connsiteY26" fmla="*/ 552559 h 1757630"/>
              <a:gd name="connsiteX27" fmla="*/ 1556667 w 1759043"/>
              <a:gd name="connsiteY27" fmla="*/ 637151 h 1757630"/>
              <a:gd name="connsiteX28" fmla="*/ 1537763 w 1759043"/>
              <a:gd name="connsiteY28" fmla="*/ 688662 h 1757630"/>
              <a:gd name="connsiteX29" fmla="*/ 1543434 w 1759043"/>
              <a:gd name="connsiteY29" fmla="*/ 709455 h 1757630"/>
              <a:gd name="connsiteX30" fmla="*/ 1586911 w 1759043"/>
              <a:gd name="connsiteY30" fmla="*/ 746789 h 1757630"/>
              <a:gd name="connsiteX31" fmla="*/ 1715452 w 1759043"/>
              <a:gd name="connsiteY31" fmla="*/ 764274 h 1757630"/>
              <a:gd name="connsiteX32" fmla="*/ 1757039 w 1759043"/>
              <a:gd name="connsiteY32" fmla="*/ 805388 h 1757630"/>
              <a:gd name="connsiteX33" fmla="*/ 1758457 w 1759043"/>
              <a:gd name="connsiteY33" fmla="*/ 842249 h 1757630"/>
              <a:gd name="connsiteX34" fmla="*/ 1728212 w 1759043"/>
              <a:gd name="connsiteY34" fmla="*/ 877692 h 1757630"/>
              <a:gd name="connsiteX35" fmla="*/ 1607232 w 1759043"/>
              <a:gd name="connsiteY35" fmla="*/ 912190 h 1757630"/>
              <a:gd name="connsiteX36" fmla="*/ 1558085 w 1759043"/>
              <a:gd name="connsiteY36" fmla="*/ 993946 h 1757630"/>
              <a:gd name="connsiteX37" fmla="*/ 1583130 w 1759043"/>
              <a:gd name="connsiteY37" fmla="*/ 1027027 h 1757630"/>
              <a:gd name="connsiteX38" fmla="*/ 1694186 w 1759043"/>
              <a:gd name="connsiteY38" fmla="*/ 1092241 h 1757630"/>
              <a:gd name="connsiteX39" fmla="*/ 1718288 w 1759043"/>
              <a:gd name="connsiteY39" fmla="*/ 1148479 h 1757630"/>
              <a:gd name="connsiteX40" fmla="*/ 1717342 w 1759043"/>
              <a:gd name="connsiteY40" fmla="*/ 1154149 h 1757630"/>
              <a:gd name="connsiteX41" fmla="*/ 1650709 w 1759043"/>
              <a:gd name="connsiteY41" fmla="*/ 1201879 h 1757630"/>
              <a:gd name="connsiteX42" fmla="*/ 1534456 w 1759043"/>
              <a:gd name="connsiteY42" fmla="*/ 1187230 h 1757630"/>
              <a:gd name="connsiteX43" fmla="*/ 1475857 w 1759043"/>
              <a:gd name="connsiteY43" fmla="*/ 1217474 h 1757630"/>
              <a:gd name="connsiteX44" fmla="*/ 1474910 w 1759043"/>
              <a:gd name="connsiteY44" fmla="*/ 1287416 h 1757630"/>
              <a:gd name="connsiteX45" fmla="*/ 1550050 w 1759043"/>
              <a:gd name="connsiteY45" fmla="*/ 1386657 h 1757630"/>
              <a:gd name="connsiteX46" fmla="*/ 1550050 w 1759043"/>
              <a:gd name="connsiteY46" fmla="*/ 1451400 h 1757630"/>
              <a:gd name="connsiteX47" fmla="*/ 1547215 w 1759043"/>
              <a:gd name="connsiteY47" fmla="*/ 1454708 h 1757630"/>
              <a:gd name="connsiteX48" fmla="*/ 1465932 w 1759043"/>
              <a:gd name="connsiteY48" fmla="*/ 1470775 h 1757630"/>
              <a:gd name="connsiteX49" fmla="*/ 1365273 w 1759043"/>
              <a:gd name="connsiteY49" fmla="*/ 1414066 h 1757630"/>
              <a:gd name="connsiteX50" fmla="*/ 1296277 w 1759043"/>
              <a:gd name="connsiteY50" fmla="*/ 1423991 h 1757630"/>
              <a:gd name="connsiteX51" fmla="*/ 1274066 w 1759043"/>
              <a:gd name="connsiteY51" fmla="*/ 1486370 h 1757630"/>
              <a:gd name="connsiteX52" fmla="*/ 1306673 w 1759043"/>
              <a:gd name="connsiteY52" fmla="*/ 1612076 h 1757630"/>
              <a:gd name="connsiteX53" fmla="*/ 1288243 w 1759043"/>
              <a:gd name="connsiteY53" fmla="*/ 1659333 h 1757630"/>
              <a:gd name="connsiteX54" fmla="*/ 1255163 w 1759043"/>
              <a:gd name="connsiteY54" fmla="*/ 1676346 h 1757630"/>
              <a:gd name="connsiteX55" fmla="*/ 1205542 w 1759043"/>
              <a:gd name="connsiteY55" fmla="*/ 1662641 h 1757630"/>
              <a:gd name="connsiteX56" fmla="*/ 1127567 w 1759043"/>
              <a:gd name="connsiteY56" fmla="*/ 1563873 h 1757630"/>
              <a:gd name="connsiteX57" fmla="*/ 1026909 w 1759043"/>
              <a:gd name="connsiteY57" fmla="*/ 1555366 h 1757630"/>
              <a:gd name="connsiteX58" fmla="*/ 1013676 w 1759043"/>
              <a:gd name="connsiteY58" fmla="*/ 1581831 h 1757630"/>
              <a:gd name="connsiteX59" fmla="*/ 995719 w 1759043"/>
              <a:gd name="connsiteY59" fmla="*/ 1711790 h 1757630"/>
              <a:gd name="connsiteX60" fmla="*/ 961693 w 1759043"/>
              <a:gd name="connsiteY60" fmla="*/ 1757630 h 1757630"/>
              <a:gd name="connsiteX61" fmla="*/ 904511 w 1759043"/>
              <a:gd name="connsiteY61" fmla="*/ 1757630 h 1757630"/>
              <a:gd name="connsiteX62" fmla="*/ 879465 w 1759043"/>
              <a:gd name="connsiteY62" fmla="*/ 1722658 h 1757630"/>
              <a:gd name="connsiteX63" fmla="*/ 844021 w 1759043"/>
              <a:gd name="connsiteY63" fmla="*/ 1597426 h 1757630"/>
              <a:gd name="connsiteX64" fmla="*/ 801963 w 1759043"/>
              <a:gd name="connsiteY64" fmla="*/ 1560565 h 1757630"/>
              <a:gd name="connsiteX65" fmla="*/ 776443 w 1759043"/>
              <a:gd name="connsiteY65" fmla="*/ 1557729 h 1757630"/>
              <a:gd name="connsiteX66" fmla="*/ 732966 w 1759043"/>
              <a:gd name="connsiteY66" fmla="*/ 1581831 h 1757630"/>
              <a:gd name="connsiteX67" fmla="*/ 722097 w 1759043"/>
              <a:gd name="connsiteY67" fmla="*/ 1600261 h 1757630"/>
              <a:gd name="connsiteX68" fmla="*/ 662553 w 1759043"/>
              <a:gd name="connsiteY68" fmla="*/ 1700920 h 1757630"/>
              <a:gd name="connsiteX69" fmla="*/ 617658 w 1759043"/>
              <a:gd name="connsiteY69" fmla="*/ 1719350 h 1757630"/>
              <a:gd name="connsiteX70" fmla="*/ 581269 w 1759043"/>
              <a:gd name="connsiteY70" fmla="*/ 1707064 h 1757630"/>
              <a:gd name="connsiteX71" fmla="*/ 556696 w 1759043"/>
              <a:gd name="connsiteY71" fmla="*/ 1661224 h 1757630"/>
              <a:gd name="connsiteX72" fmla="*/ 572290 w 1759043"/>
              <a:gd name="connsiteY72" fmla="*/ 1532210 h 1757630"/>
              <a:gd name="connsiteX73" fmla="*/ 536847 w 1759043"/>
              <a:gd name="connsiteY73" fmla="*/ 1472193 h 1757630"/>
              <a:gd name="connsiteX74" fmla="*/ 471159 w 1759043"/>
              <a:gd name="connsiteY74" fmla="*/ 1475501 h 1757630"/>
              <a:gd name="connsiteX75" fmla="*/ 379007 w 1759043"/>
              <a:gd name="connsiteY75" fmla="*/ 1545443 h 1757630"/>
              <a:gd name="connsiteX76" fmla="*/ 297251 w 1759043"/>
              <a:gd name="connsiteY76" fmla="*/ 1540717 h 1757630"/>
              <a:gd name="connsiteX77" fmla="*/ 290162 w 1759043"/>
              <a:gd name="connsiteY77" fmla="*/ 1533628 h 1757630"/>
              <a:gd name="connsiteX78" fmla="*/ 283074 w 1759043"/>
              <a:gd name="connsiteY78" fmla="*/ 1476919 h 1757630"/>
              <a:gd name="connsiteX79" fmla="*/ 344509 w 1759043"/>
              <a:gd name="connsiteY79" fmla="*/ 1367281 h 1757630"/>
              <a:gd name="connsiteX80" fmla="*/ 354905 w 1759043"/>
              <a:gd name="connsiteY80" fmla="*/ 1333728 h 1757630"/>
              <a:gd name="connsiteX81" fmla="*/ 272204 w 1759043"/>
              <a:gd name="connsiteY81" fmla="*/ 1274657 h 1757630"/>
              <a:gd name="connsiteX82" fmla="*/ 145081 w 1759043"/>
              <a:gd name="connsiteY82" fmla="*/ 1307737 h 1757630"/>
              <a:gd name="connsiteX83" fmla="*/ 104440 w 1759043"/>
              <a:gd name="connsiteY83" fmla="*/ 1294032 h 1757630"/>
              <a:gd name="connsiteX84" fmla="*/ 84119 w 1759043"/>
              <a:gd name="connsiteY84" fmla="*/ 1258116 h 1757630"/>
              <a:gd name="connsiteX85" fmla="*/ 97824 w 1759043"/>
              <a:gd name="connsiteY85" fmla="*/ 1205188 h 1757630"/>
              <a:gd name="connsiteX86" fmla="*/ 191866 w 1759043"/>
              <a:gd name="connsiteY86" fmla="*/ 1130521 h 1757630"/>
              <a:gd name="connsiteX87" fmla="*/ 216913 w 1759043"/>
              <a:gd name="connsiteY87" fmla="*/ 1054436 h 1757630"/>
              <a:gd name="connsiteX88" fmla="*/ 166347 w 1759043"/>
              <a:gd name="connsiteY88" fmla="*/ 1011904 h 1757630"/>
              <a:gd name="connsiteX89" fmla="*/ 47731 w 1759043"/>
              <a:gd name="connsiteY89" fmla="*/ 995836 h 1757630"/>
              <a:gd name="connsiteX90" fmla="*/ 945 w 1759043"/>
              <a:gd name="connsiteY90" fmla="*/ 962756 h 1757630"/>
              <a:gd name="connsiteX91" fmla="*/ 0 w 1759043"/>
              <a:gd name="connsiteY91" fmla="*/ 904157 h 1757630"/>
              <a:gd name="connsiteX92" fmla="*/ 34499 w 1759043"/>
              <a:gd name="connsiteY92" fmla="*/ 879109 h 1757630"/>
              <a:gd name="connsiteX93" fmla="*/ 155478 w 1759043"/>
              <a:gd name="connsiteY93" fmla="*/ 845084 h 1757630"/>
              <a:gd name="connsiteX94" fmla="*/ 197065 w 1759043"/>
              <a:gd name="connsiteY94" fmla="*/ 798772 h 1757630"/>
              <a:gd name="connsiteX95" fmla="*/ 199428 w 1759043"/>
              <a:gd name="connsiteY95" fmla="*/ 778923 h 1757630"/>
              <a:gd name="connsiteX96" fmla="*/ 173436 w 1759043"/>
              <a:gd name="connsiteY96" fmla="*/ 730721 h 1757630"/>
              <a:gd name="connsiteX97" fmla="*/ 63798 w 1759043"/>
              <a:gd name="connsiteY97" fmla="*/ 666451 h 1757630"/>
              <a:gd name="connsiteX98" fmla="*/ 40169 w 1759043"/>
              <a:gd name="connsiteY98" fmla="*/ 608797 h 1757630"/>
              <a:gd name="connsiteX99" fmla="*/ 42532 w 1759043"/>
              <a:gd name="connsiteY99" fmla="*/ 600763 h 1757630"/>
              <a:gd name="connsiteX100" fmla="*/ 104912 w 1759043"/>
              <a:gd name="connsiteY100" fmla="*/ 557758 h 1757630"/>
              <a:gd name="connsiteX101" fmla="*/ 221166 w 1759043"/>
              <a:gd name="connsiteY101" fmla="*/ 570990 h 1757630"/>
              <a:gd name="connsiteX102" fmla="*/ 280711 w 1759043"/>
              <a:gd name="connsiteY102" fmla="*/ 543581 h 1757630"/>
              <a:gd name="connsiteX103" fmla="*/ 275985 w 1759043"/>
              <a:gd name="connsiteY103" fmla="*/ 462771 h 1757630"/>
              <a:gd name="connsiteX104" fmla="*/ 203680 w 1759043"/>
              <a:gd name="connsiteY104" fmla="*/ 366837 h 1757630"/>
              <a:gd name="connsiteX105" fmla="*/ 203680 w 1759043"/>
              <a:gd name="connsiteY105" fmla="*/ 313436 h 1757630"/>
              <a:gd name="connsiteX106" fmla="*/ 227309 w 1759043"/>
              <a:gd name="connsiteY106" fmla="*/ 286972 h 1757630"/>
              <a:gd name="connsiteX107" fmla="*/ 277875 w 1759043"/>
              <a:gd name="connsiteY107" fmla="*/ 281301 h 1757630"/>
              <a:gd name="connsiteX108" fmla="*/ 385150 w 1759043"/>
              <a:gd name="connsiteY108" fmla="*/ 341790 h 1757630"/>
              <a:gd name="connsiteX109" fmla="*/ 481083 w 1759043"/>
              <a:gd name="connsiteY109" fmla="*/ 314854 h 1757630"/>
              <a:gd name="connsiteX110" fmla="*/ 483446 w 1759043"/>
              <a:gd name="connsiteY110" fmla="*/ 273267 h 1757630"/>
              <a:gd name="connsiteX111" fmla="*/ 452256 w 1759043"/>
              <a:gd name="connsiteY111" fmla="*/ 152760 h 1757630"/>
              <a:gd name="connsiteX112" fmla="*/ 474939 w 1759043"/>
              <a:gd name="connsiteY112" fmla="*/ 96996 h 1757630"/>
              <a:gd name="connsiteX113" fmla="*/ 492425 w 1759043"/>
              <a:gd name="connsiteY113" fmla="*/ 87545 h 1757630"/>
              <a:gd name="connsiteX114" fmla="*/ 557640 w 1759043"/>
              <a:gd name="connsiteY114" fmla="*/ 103612 h 1757630"/>
              <a:gd name="connsiteX115" fmla="*/ 632780 w 1759043"/>
              <a:gd name="connsiteY115" fmla="*/ 199072 h 1757630"/>
              <a:gd name="connsiteX116" fmla="*/ 735329 w 1759043"/>
              <a:gd name="connsiteY116" fmla="*/ 198600 h 1757630"/>
              <a:gd name="connsiteX117" fmla="*/ 747617 w 1759043"/>
              <a:gd name="connsiteY117" fmla="*/ 155123 h 1757630"/>
              <a:gd name="connsiteX118" fmla="*/ 762739 w 1759043"/>
              <a:gd name="connsiteY118" fmla="*/ 44540 h 1757630"/>
              <a:gd name="connsiteX119" fmla="*/ 803852 w 1759043"/>
              <a:gd name="connsiteY119" fmla="*/ 2009 h 1757630"/>
              <a:gd name="connsiteX120" fmla="*/ 840714 w 1759043"/>
              <a:gd name="connsiteY120" fmla="*/ 591 h 1757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759043" h="1757630">
                <a:moveTo>
                  <a:pt x="878992" y="397674"/>
                </a:moveTo>
                <a:cubicBezTo>
                  <a:pt x="614472" y="397674"/>
                  <a:pt x="400037" y="612109"/>
                  <a:pt x="400037" y="876629"/>
                </a:cubicBezTo>
                <a:cubicBezTo>
                  <a:pt x="400037" y="1141149"/>
                  <a:pt x="614472" y="1355584"/>
                  <a:pt x="878992" y="1355584"/>
                </a:cubicBezTo>
                <a:cubicBezTo>
                  <a:pt x="1143512" y="1355584"/>
                  <a:pt x="1357947" y="1141149"/>
                  <a:pt x="1357947" y="876629"/>
                </a:cubicBezTo>
                <a:cubicBezTo>
                  <a:pt x="1357947" y="612109"/>
                  <a:pt x="1143512" y="397674"/>
                  <a:pt x="878992" y="397674"/>
                </a:cubicBezTo>
                <a:close/>
                <a:moveTo>
                  <a:pt x="840714" y="591"/>
                </a:moveTo>
                <a:cubicBezTo>
                  <a:pt x="858671" y="1536"/>
                  <a:pt x="870959" y="10987"/>
                  <a:pt x="875684" y="28945"/>
                </a:cubicBezTo>
                <a:cubicBezTo>
                  <a:pt x="887026" y="69114"/>
                  <a:pt x="898840" y="109755"/>
                  <a:pt x="910182" y="149924"/>
                </a:cubicBezTo>
                <a:cubicBezTo>
                  <a:pt x="921997" y="191039"/>
                  <a:pt x="956022" y="210415"/>
                  <a:pt x="998082" y="199545"/>
                </a:cubicBezTo>
                <a:cubicBezTo>
                  <a:pt x="1011786" y="196237"/>
                  <a:pt x="1019820" y="186313"/>
                  <a:pt x="1026436" y="174971"/>
                </a:cubicBezTo>
                <a:cubicBezTo>
                  <a:pt x="1048175" y="137638"/>
                  <a:pt x="1070386" y="100304"/>
                  <a:pt x="1092597" y="62971"/>
                </a:cubicBezTo>
                <a:cubicBezTo>
                  <a:pt x="1106774" y="38869"/>
                  <a:pt x="1119061" y="33671"/>
                  <a:pt x="1145998" y="40760"/>
                </a:cubicBezTo>
                <a:cubicBezTo>
                  <a:pt x="1199872" y="54464"/>
                  <a:pt x="1206960" y="66279"/>
                  <a:pt x="1198927" y="126296"/>
                </a:cubicBezTo>
                <a:cubicBezTo>
                  <a:pt x="1194201" y="162212"/>
                  <a:pt x="1189947" y="198127"/>
                  <a:pt x="1185694" y="234044"/>
                </a:cubicBezTo>
                <a:cubicBezTo>
                  <a:pt x="1185221" y="237824"/>
                  <a:pt x="1185221" y="241604"/>
                  <a:pt x="1185694" y="245385"/>
                </a:cubicBezTo>
                <a:cubicBezTo>
                  <a:pt x="1191838" y="283664"/>
                  <a:pt x="1249964" y="310128"/>
                  <a:pt x="1281627" y="287917"/>
                </a:cubicBezTo>
                <a:cubicBezTo>
                  <a:pt x="1317543" y="262398"/>
                  <a:pt x="1352041" y="235461"/>
                  <a:pt x="1387012" y="208997"/>
                </a:cubicBezTo>
                <a:cubicBezTo>
                  <a:pt x="1412530" y="189621"/>
                  <a:pt x="1425290" y="190094"/>
                  <a:pt x="1450809" y="209942"/>
                </a:cubicBezTo>
                <a:cubicBezTo>
                  <a:pt x="1454118" y="212778"/>
                  <a:pt x="1457425" y="215140"/>
                  <a:pt x="1460733" y="218448"/>
                </a:cubicBezTo>
                <a:cubicBezTo>
                  <a:pt x="1490506" y="246803"/>
                  <a:pt x="1491924" y="255310"/>
                  <a:pt x="1471603" y="291225"/>
                </a:cubicBezTo>
                <a:cubicBezTo>
                  <a:pt x="1452228" y="325723"/>
                  <a:pt x="1433796" y="360693"/>
                  <a:pt x="1413476" y="394719"/>
                </a:cubicBezTo>
                <a:cubicBezTo>
                  <a:pt x="1398826" y="419766"/>
                  <a:pt x="1405442" y="440559"/>
                  <a:pt x="1421510" y="461825"/>
                </a:cubicBezTo>
                <a:cubicBezTo>
                  <a:pt x="1437578" y="483091"/>
                  <a:pt x="1456007" y="493488"/>
                  <a:pt x="1482945" y="486399"/>
                </a:cubicBezTo>
                <a:cubicBezTo>
                  <a:pt x="1524531" y="475530"/>
                  <a:pt x="1566118" y="465133"/>
                  <a:pt x="1607232" y="453791"/>
                </a:cubicBezTo>
                <a:cubicBezTo>
                  <a:pt x="1633696" y="446702"/>
                  <a:pt x="1645511" y="450956"/>
                  <a:pt x="1660161" y="474112"/>
                </a:cubicBezTo>
                <a:cubicBezTo>
                  <a:pt x="1666777" y="484037"/>
                  <a:pt x="1672447" y="494433"/>
                  <a:pt x="1676228" y="505775"/>
                </a:cubicBezTo>
                <a:cubicBezTo>
                  <a:pt x="1683317" y="526096"/>
                  <a:pt x="1680008" y="538855"/>
                  <a:pt x="1662996" y="552559"/>
                </a:cubicBezTo>
                <a:cubicBezTo>
                  <a:pt x="1627553" y="580914"/>
                  <a:pt x="1592582" y="609269"/>
                  <a:pt x="1556667" y="637151"/>
                </a:cubicBezTo>
                <a:cubicBezTo>
                  <a:pt x="1538708" y="650855"/>
                  <a:pt x="1533982" y="667869"/>
                  <a:pt x="1537763" y="688662"/>
                </a:cubicBezTo>
                <a:cubicBezTo>
                  <a:pt x="1539182" y="695750"/>
                  <a:pt x="1541545" y="702366"/>
                  <a:pt x="1543434" y="709455"/>
                </a:cubicBezTo>
                <a:cubicBezTo>
                  <a:pt x="1549578" y="731666"/>
                  <a:pt x="1564227" y="743953"/>
                  <a:pt x="1586911" y="746789"/>
                </a:cubicBezTo>
                <a:cubicBezTo>
                  <a:pt x="1629916" y="752460"/>
                  <a:pt x="1672920" y="758603"/>
                  <a:pt x="1715452" y="764274"/>
                </a:cubicBezTo>
                <a:cubicBezTo>
                  <a:pt x="1740971" y="767582"/>
                  <a:pt x="1754203" y="779869"/>
                  <a:pt x="1757039" y="805388"/>
                </a:cubicBezTo>
                <a:cubicBezTo>
                  <a:pt x="1758457" y="817675"/>
                  <a:pt x="1759874" y="829962"/>
                  <a:pt x="1758457" y="842249"/>
                </a:cubicBezTo>
                <a:cubicBezTo>
                  <a:pt x="1756093" y="861624"/>
                  <a:pt x="1746169" y="872494"/>
                  <a:pt x="1728212" y="877692"/>
                </a:cubicBezTo>
                <a:cubicBezTo>
                  <a:pt x="1688042" y="889034"/>
                  <a:pt x="1647401" y="900375"/>
                  <a:pt x="1607232" y="912190"/>
                </a:cubicBezTo>
                <a:cubicBezTo>
                  <a:pt x="1568008" y="923532"/>
                  <a:pt x="1550050" y="953304"/>
                  <a:pt x="1558085" y="993946"/>
                </a:cubicBezTo>
                <a:cubicBezTo>
                  <a:pt x="1560919" y="1009541"/>
                  <a:pt x="1569899" y="1019465"/>
                  <a:pt x="1583130" y="1027027"/>
                </a:cubicBezTo>
                <a:cubicBezTo>
                  <a:pt x="1619992" y="1048765"/>
                  <a:pt x="1656852" y="1070503"/>
                  <a:pt x="1694186" y="1092241"/>
                </a:cubicBezTo>
                <a:cubicBezTo>
                  <a:pt x="1721596" y="1108310"/>
                  <a:pt x="1725849" y="1117761"/>
                  <a:pt x="1718288" y="1148479"/>
                </a:cubicBezTo>
                <a:cubicBezTo>
                  <a:pt x="1717815" y="1150369"/>
                  <a:pt x="1717815" y="1152259"/>
                  <a:pt x="1717342" y="1154149"/>
                </a:cubicBezTo>
                <a:cubicBezTo>
                  <a:pt x="1706000" y="1191483"/>
                  <a:pt x="1693241" y="1209914"/>
                  <a:pt x="1650709" y="1201879"/>
                </a:cubicBezTo>
                <a:cubicBezTo>
                  <a:pt x="1612431" y="1194318"/>
                  <a:pt x="1573207" y="1192901"/>
                  <a:pt x="1534456" y="1187230"/>
                </a:cubicBezTo>
                <a:cubicBezTo>
                  <a:pt x="1507046" y="1183449"/>
                  <a:pt x="1489088" y="1194318"/>
                  <a:pt x="1475857" y="1217474"/>
                </a:cubicBezTo>
                <a:cubicBezTo>
                  <a:pt x="1462151" y="1241103"/>
                  <a:pt x="1456007" y="1263314"/>
                  <a:pt x="1474910" y="1287416"/>
                </a:cubicBezTo>
                <a:cubicBezTo>
                  <a:pt x="1500430" y="1320024"/>
                  <a:pt x="1525004" y="1353577"/>
                  <a:pt x="1550050" y="1386657"/>
                </a:cubicBezTo>
                <a:cubicBezTo>
                  <a:pt x="1570844" y="1413594"/>
                  <a:pt x="1570844" y="1424463"/>
                  <a:pt x="1550050" y="1451400"/>
                </a:cubicBezTo>
                <a:cubicBezTo>
                  <a:pt x="1549105" y="1452345"/>
                  <a:pt x="1548160" y="1453763"/>
                  <a:pt x="1547215" y="1454708"/>
                </a:cubicBezTo>
                <a:cubicBezTo>
                  <a:pt x="1519805" y="1484008"/>
                  <a:pt x="1508936" y="1496767"/>
                  <a:pt x="1465932" y="1470775"/>
                </a:cubicBezTo>
                <a:cubicBezTo>
                  <a:pt x="1432852" y="1450927"/>
                  <a:pt x="1397881" y="1433914"/>
                  <a:pt x="1365273" y="1414066"/>
                </a:cubicBezTo>
                <a:cubicBezTo>
                  <a:pt x="1338336" y="1397999"/>
                  <a:pt x="1317543" y="1407450"/>
                  <a:pt x="1296277" y="1423991"/>
                </a:cubicBezTo>
                <a:cubicBezTo>
                  <a:pt x="1275011" y="1440058"/>
                  <a:pt x="1266504" y="1459434"/>
                  <a:pt x="1274066" y="1486370"/>
                </a:cubicBezTo>
                <a:cubicBezTo>
                  <a:pt x="1285880" y="1527958"/>
                  <a:pt x="1296277" y="1570016"/>
                  <a:pt x="1306673" y="1612076"/>
                </a:cubicBezTo>
                <a:cubicBezTo>
                  <a:pt x="1312345" y="1634759"/>
                  <a:pt x="1307619" y="1647047"/>
                  <a:pt x="1288243" y="1659333"/>
                </a:cubicBezTo>
                <a:cubicBezTo>
                  <a:pt x="1277847" y="1665949"/>
                  <a:pt x="1266977" y="1672093"/>
                  <a:pt x="1255163" y="1676346"/>
                </a:cubicBezTo>
                <a:cubicBezTo>
                  <a:pt x="1234370" y="1683907"/>
                  <a:pt x="1219247" y="1680126"/>
                  <a:pt x="1205542" y="1662641"/>
                </a:cubicBezTo>
                <a:cubicBezTo>
                  <a:pt x="1179550" y="1630034"/>
                  <a:pt x="1153559" y="1596953"/>
                  <a:pt x="1127567" y="1563873"/>
                </a:cubicBezTo>
                <a:cubicBezTo>
                  <a:pt x="1102520" y="1532683"/>
                  <a:pt x="1057154" y="1528430"/>
                  <a:pt x="1026909" y="1555366"/>
                </a:cubicBezTo>
                <a:cubicBezTo>
                  <a:pt x="1018874" y="1562455"/>
                  <a:pt x="1015095" y="1571434"/>
                  <a:pt x="1013676" y="1581831"/>
                </a:cubicBezTo>
                <a:cubicBezTo>
                  <a:pt x="1007533" y="1625308"/>
                  <a:pt x="1000444" y="1668312"/>
                  <a:pt x="995719" y="1711790"/>
                </a:cubicBezTo>
                <a:cubicBezTo>
                  <a:pt x="992883" y="1734473"/>
                  <a:pt x="983904" y="1750541"/>
                  <a:pt x="961693" y="1757630"/>
                </a:cubicBezTo>
                <a:cubicBezTo>
                  <a:pt x="942790" y="1757630"/>
                  <a:pt x="923414" y="1757630"/>
                  <a:pt x="904511" y="1757630"/>
                </a:cubicBezTo>
                <a:cubicBezTo>
                  <a:pt x="891279" y="1749595"/>
                  <a:pt x="883718" y="1737781"/>
                  <a:pt x="879465" y="1722658"/>
                </a:cubicBezTo>
                <a:cubicBezTo>
                  <a:pt x="868123" y="1681072"/>
                  <a:pt x="855363" y="1639485"/>
                  <a:pt x="844021" y="1597426"/>
                </a:cubicBezTo>
                <a:cubicBezTo>
                  <a:pt x="837878" y="1575215"/>
                  <a:pt x="824174" y="1563401"/>
                  <a:pt x="801963" y="1560565"/>
                </a:cubicBezTo>
                <a:cubicBezTo>
                  <a:pt x="793456" y="1559620"/>
                  <a:pt x="784949" y="1558202"/>
                  <a:pt x="776443" y="1557729"/>
                </a:cubicBezTo>
                <a:cubicBezTo>
                  <a:pt x="756595" y="1556312"/>
                  <a:pt x="742891" y="1565291"/>
                  <a:pt x="732966" y="1581831"/>
                </a:cubicBezTo>
                <a:cubicBezTo>
                  <a:pt x="729185" y="1587975"/>
                  <a:pt x="725877" y="1594117"/>
                  <a:pt x="722097" y="1600261"/>
                </a:cubicBezTo>
                <a:cubicBezTo>
                  <a:pt x="702248" y="1633814"/>
                  <a:pt x="682873" y="1667840"/>
                  <a:pt x="662553" y="1700920"/>
                </a:cubicBezTo>
                <a:cubicBezTo>
                  <a:pt x="651683" y="1719350"/>
                  <a:pt x="638450" y="1724076"/>
                  <a:pt x="617658" y="1719350"/>
                </a:cubicBezTo>
                <a:cubicBezTo>
                  <a:pt x="604898" y="1716515"/>
                  <a:pt x="593084" y="1712262"/>
                  <a:pt x="581269" y="1707064"/>
                </a:cubicBezTo>
                <a:cubicBezTo>
                  <a:pt x="560476" y="1697139"/>
                  <a:pt x="553860" y="1684380"/>
                  <a:pt x="556696" y="1661224"/>
                </a:cubicBezTo>
                <a:cubicBezTo>
                  <a:pt x="561893" y="1618219"/>
                  <a:pt x="566147" y="1575215"/>
                  <a:pt x="572290" y="1532210"/>
                </a:cubicBezTo>
                <a:cubicBezTo>
                  <a:pt x="576543" y="1501966"/>
                  <a:pt x="560476" y="1485426"/>
                  <a:pt x="536847" y="1472193"/>
                </a:cubicBezTo>
                <a:cubicBezTo>
                  <a:pt x="513691" y="1459434"/>
                  <a:pt x="492898" y="1457543"/>
                  <a:pt x="471159" y="1475501"/>
                </a:cubicBezTo>
                <a:cubicBezTo>
                  <a:pt x="440914" y="1499603"/>
                  <a:pt x="409251" y="1521814"/>
                  <a:pt x="379007" y="1545443"/>
                </a:cubicBezTo>
                <a:cubicBezTo>
                  <a:pt x="348290" y="1569544"/>
                  <a:pt x="335057" y="1574742"/>
                  <a:pt x="297251" y="1540717"/>
                </a:cubicBezTo>
                <a:cubicBezTo>
                  <a:pt x="294888" y="1538354"/>
                  <a:pt x="292525" y="1535991"/>
                  <a:pt x="290162" y="1533628"/>
                </a:cubicBezTo>
                <a:cubicBezTo>
                  <a:pt x="271732" y="1514725"/>
                  <a:pt x="269841" y="1500075"/>
                  <a:pt x="283074" y="1476919"/>
                </a:cubicBezTo>
                <a:cubicBezTo>
                  <a:pt x="303395" y="1440531"/>
                  <a:pt x="324187" y="1403669"/>
                  <a:pt x="344509" y="1367281"/>
                </a:cubicBezTo>
                <a:cubicBezTo>
                  <a:pt x="350179" y="1356885"/>
                  <a:pt x="356323" y="1346488"/>
                  <a:pt x="354905" y="1333728"/>
                </a:cubicBezTo>
                <a:cubicBezTo>
                  <a:pt x="351597" y="1295450"/>
                  <a:pt x="309065" y="1265205"/>
                  <a:pt x="272204" y="1274657"/>
                </a:cubicBezTo>
                <a:cubicBezTo>
                  <a:pt x="229672" y="1285525"/>
                  <a:pt x="187140" y="1296395"/>
                  <a:pt x="145081" y="1307737"/>
                </a:cubicBezTo>
                <a:cubicBezTo>
                  <a:pt x="128069" y="1312462"/>
                  <a:pt x="115309" y="1307264"/>
                  <a:pt x="104440" y="1294032"/>
                </a:cubicBezTo>
                <a:cubicBezTo>
                  <a:pt x="95461" y="1283162"/>
                  <a:pt x="89790" y="1270876"/>
                  <a:pt x="84119" y="1258116"/>
                </a:cubicBezTo>
                <a:cubicBezTo>
                  <a:pt x="74668" y="1235905"/>
                  <a:pt x="78921" y="1219837"/>
                  <a:pt x="97824" y="1205188"/>
                </a:cubicBezTo>
                <a:cubicBezTo>
                  <a:pt x="129014" y="1180141"/>
                  <a:pt x="160676" y="1155567"/>
                  <a:pt x="191866" y="1130521"/>
                </a:cubicBezTo>
                <a:cubicBezTo>
                  <a:pt x="224946" y="1105002"/>
                  <a:pt x="227782" y="1094132"/>
                  <a:pt x="216913" y="1054436"/>
                </a:cubicBezTo>
                <a:cubicBezTo>
                  <a:pt x="209352" y="1028444"/>
                  <a:pt x="193757" y="1014739"/>
                  <a:pt x="166347" y="1011904"/>
                </a:cubicBezTo>
                <a:cubicBezTo>
                  <a:pt x="126651" y="1007650"/>
                  <a:pt x="87427" y="1000090"/>
                  <a:pt x="47731" y="995836"/>
                </a:cubicBezTo>
                <a:cubicBezTo>
                  <a:pt x="25047" y="993473"/>
                  <a:pt x="8980" y="984495"/>
                  <a:pt x="945" y="962756"/>
                </a:cubicBezTo>
                <a:cubicBezTo>
                  <a:pt x="0" y="942435"/>
                  <a:pt x="0" y="923532"/>
                  <a:pt x="0" y="904157"/>
                </a:cubicBezTo>
                <a:cubicBezTo>
                  <a:pt x="7562" y="889979"/>
                  <a:pt x="19376" y="882891"/>
                  <a:pt x="34499" y="879109"/>
                </a:cubicBezTo>
                <a:cubicBezTo>
                  <a:pt x="75140" y="868241"/>
                  <a:pt x="114837" y="855954"/>
                  <a:pt x="155478" y="845084"/>
                </a:cubicBezTo>
                <a:cubicBezTo>
                  <a:pt x="180051" y="838469"/>
                  <a:pt x="194702" y="824763"/>
                  <a:pt x="197065" y="798772"/>
                </a:cubicBezTo>
                <a:cubicBezTo>
                  <a:pt x="197538" y="792156"/>
                  <a:pt x="198482" y="785540"/>
                  <a:pt x="199428" y="778923"/>
                </a:cubicBezTo>
                <a:cubicBezTo>
                  <a:pt x="201791" y="756713"/>
                  <a:pt x="191866" y="741590"/>
                  <a:pt x="173436" y="730721"/>
                </a:cubicBezTo>
                <a:cubicBezTo>
                  <a:pt x="136575" y="709455"/>
                  <a:pt x="100187" y="687717"/>
                  <a:pt x="63798" y="666451"/>
                </a:cubicBezTo>
                <a:cubicBezTo>
                  <a:pt x="36861" y="650855"/>
                  <a:pt x="32136" y="639041"/>
                  <a:pt x="40169" y="608797"/>
                </a:cubicBezTo>
                <a:cubicBezTo>
                  <a:pt x="41114" y="605961"/>
                  <a:pt x="41587" y="603126"/>
                  <a:pt x="42532" y="600763"/>
                </a:cubicBezTo>
                <a:cubicBezTo>
                  <a:pt x="54346" y="561539"/>
                  <a:pt x="64743" y="553977"/>
                  <a:pt x="104912" y="557758"/>
                </a:cubicBezTo>
                <a:cubicBezTo>
                  <a:pt x="143663" y="561539"/>
                  <a:pt x="182414" y="565792"/>
                  <a:pt x="221166" y="570990"/>
                </a:cubicBezTo>
                <a:cubicBezTo>
                  <a:pt x="251883" y="574771"/>
                  <a:pt x="265115" y="569572"/>
                  <a:pt x="280711" y="543581"/>
                </a:cubicBezTo>
                <a:cubicBezTo>
                  <a:pt x="302921" y="507665"/>
                  <a:pt x="301977" y="496323"/>
                  <a:pt x="275985" y="462771"/>
                </a:cubicBezTo>
                <a:cubicBezTo>
                  <a:pt x="251411" y="431107"/>
                  <a:pt x="227309" y="398973"/>
                  <a:pt x="203680" y="366837"/>
                </a:cubicBezTo>
                <a:cubicBezTo>
                  <a:pt x="189503" y="347934"/>
                  <a:pt x="189503" y="332339"/>
                  <a:pt x="203680" y="313436"/>
                </a:cubicBezTo>
                <a:cubicBezTo>
                  <a:pt x="210769" y="303984"/>
                  <a:pt x="218331" y="294533"/>
                  <a:pt x="227309" y="286972"/>
                </a:cubicBezTo>
                <a:cubicBezTo>
                  <a:pt x="245267" y="271850"/>
                  <a:pt x="257555" y="269959"/>
                  <a:pt x="277875" y="281301"/>
                </a:cubicBezTo>
                <a:cubicBezTo>
                  <a:pt x="313791" y="301149"/>
                  <a:pt x="350653" y="319579"/>
                  <a:pt x="385150" y="341790"/>
                </a:cubicBezTo>
                <a:cubicBezTo>
                  <a:pt x="424847" y="367310"/>
                  <a:pt x="452256" y="350297"/>
                  <a:pt x="481083" y="314854"/>
                </a:cubicBezTo>
                <a:cubicBezTo>
                  <a:pt x="490535" y="303039"/>
                  <a:pt x="487227" y="287444"/>
                  <a:pt x="483446" y="273267"/>
                </a:cubicBezTo>
                <a:cubicBezTo>
                  <a:pt x="473049" y="233098"/>
                  <a:pt x="462653" y="192929"/>
                  <a:pt x="452256" y="152760"/>
                </a:cubicBezTo>
                <a:cubicBezTo>
                  <a:pt x="444695" y="123933"/>
                  <a:pt x="449420" y="112118"/>
                  <a:pt x="474939" y="96996"/>
                </a:cubicBezTo>
                <a:cubicBezTo>
                  <a:pt x="480610" y="93688"/>
                  <a:pt x="486281" y="90380"/>
                  <a:pt x="492425" y="87545"/>
                </a:cubicBezTo>
                <a:cubicBezTo>
                  <a:pt x="523142" y="73367"/>
                  <a:pt x="536847" y="76675"/>
                  <a:pt x="557640" y="103612"/>
                </a:cubicBezTo>
                <a:cubicBezTo>
                  <a:pt x="582687" y="135275"/>
                  <a:pt x="607733" y="167410"/>
                  <a:pt x="632780" y="199072"/>
                </a:cubicBezTo>
                <a:cubicBezTo>
                  <a:pt x="656409" y="228372"/>
                  <a:pt x="711700" y="228372"/>
                  <a:pt x="735329" y="198600"/>
                </a:cubicBezTo>
                <a:cubicBezTo>
                  <a:pt x="745254" y="185841"/>
                  <a:pt x="745254" y="169773"/>
                  <a:pt x="747617" y="155123"/>
                </a:cubicBezTo>
                <a:cubicBezTo>
                  <a:pt x="753287" y="118262"/>
                  <a:pt x="758013" y="81401"/>
                  <a:pt x="762739" y="44540"/>
                </a:cubicBezTo>
                <a:cubicBezTo>
                  <a:pt x="766520" y="15240"/>
                  <a:pt x="774553" y="7206"/>
                  <a:pt x="803852" y="2009"/>
                </a:cubicBezTo>
                <a:cubicBezTo>
                  <a:pt x="816140" y="-355"/>
                  <a:pt x="828427" y="-355"/>
                  <a:pt x="840714" y="591"/>
                </a:cubicBezTo>
                <a:close/>
              </a:path>
            </a:pathLst>
          </a:custGeom>
          <a:solidFill>
            <a:schemeClr val="accent3"/>
          </a:solidFill>
          <a:ln w="5155" cap="flat">
            <a:noFill/>
            <a:prstDash val="solid"/>
            <a:miter/>
          </a:ln>
        </p:spPr>
        <p:txBody>
          <a:bodyPr wrap="square" rtlCol="0" anchor="ctr">
            <a:noAutofit/>
          </a:bodyPr>
          <a:lstStyle/>
          <a:p>
            <a:endParaRPr lang="en-US"/>
          </a:p>
        </p:txBody>
      </p:sp>
      <p:sp>
        <p:nvSpPr>
          <p:cNvPr id="8" name="Freeform: Shape 10">
            <a:extLst>
              <a:ext uri="{FF2B5EF4-FFF2-40B4-BE49-F238E27FC236}">
                <a16:creationId xmlns:a16="http://schemas.microsoft.com/office/drawing/2014/main" id="{9180115C-7F94-4F4B-B5AA-C8825D35105B}"/>
              </a:ext>
            </a:extLst>
          </p:cNvPr>
          <p:cNvSpPr/>
          <p:nvPr/>
        </p:nvSpPr>
        <p:spPr>
          <a:xfrm>
            <a:off x="7529538" y="2269827"/>
            <a:ext cx="483284" cy="581831"/>
          </a:xfrm>
          <a:custGeom>
            <a:avLst/>
            <a:gdLst>
              <a:gd name="connsiteX0" fmla="*/ 451864 w 901271"/>
              <a:gd name="connsiteY0" fmla="*/ 600810 h 1085050"/>
              <a:gd name="connsiteX1" fmla="*/ 479027 w 901271"/>
              <a:gd name="connsiteY1" fmla="*/ 629814 h 1085050"/>
              <a:gd name="connsiteX2" fmla="*/ 513096 w 901271"/>
              <a:gd name="connsiteY2" fmla="*/ 986617 h 1085050"/>
              <a:gd name="connsiteX3" fmla="*/ 520462 w 901271"/>
              <a:gd name="connsiteY3" fmla="*/ 1061661 h 1085050"/>
              <a:gd name="connsiteX4" fmla="*/ 506651 w 901271"/>
              <a:gd name="connsiteY4" fmla="*/ 1079616 h 1085050"/>
              <a:gd name="connsiteX5" fmla="*/ 450943 w 901271"/>
              <a:gd name="connsiteY5" fmla="*/ 1084680 h 1085050"/>
              <a:gd name="connsiteX6" fmla="*/ 396617 w 901271"/>
              <a:gd name="connsiteY6" fmla="*/ 1080997 h 1085050"/>
              <a:gd name="connsiteX7" fmla="*/ 380043 w 901271"/>
              <a:gd name="connsiteY7" fmla="*/ 1060280 h 1085050"/>
              <a:gd name="connsiteX8" fmla="*/ 399840 w 901271"/>
              <a:gd name="connsiteY8" fmla="*/ 852183 h 1085050"/>
              <a:gd name="connsiteX9" fmla="*/ 419176 w 901271"/>
              <a:gd name="connsiteY9" fmla="*/ 647309 h 1085050"/>
              <a:gd name="connsiteX10" fmla="*/ 421018 w 901271"/>
              <a:gd name="connsiteY10" fmla="*/ 627973 h 1085050"/>
              <a:gd name="connsiteX11" fmla="*/ 451864 w 901271"/>
              <a:gd name="connsiteY11" fmla="*/ 600810 h 1085050"/>
              <a:gd name="connsiteX12" fmla="*/ 528347 w 901271"/>
              <a:gd name="connsiteY12" fmla="*/ 520644 h 1085050"/>
              <a:gd name="connsiteX13" fmla="*/ 542101 w 901271"/>
              <a:gd name="connsiteY13" fmla="*/ 521622 h 1085050"/>
              <a:gd name="connsiteX14" fmla="*/ 694951 w 901271"/>
              <a:gd name="connsiteY14" fmla="*/ 596206 h 1085050"/>
              <a:gd name="connsiteX15" fmla="*/ 886474 w 901271"/>
              <a:gd name="connsiteY15" fmla="*/ 757344 h 1085050"/>
              <a:gd name="connsiteX16" fmla="*/ 897063 w 901271"/>
              <a:gd name="connsiteY16" fmla="*/ 771616 h 1085050"/>
              <a:gd name="connsiteX17" fmla="*/ 900286 w 901271"/>
              <a:gd name="connsiteY17" fmla="*/ 782665 h 1085050"/>
              <a:gd name="connsiteX18" fmla="*/ 890157 w 901271"/>
              <a:gd name="connsiteY18" fmla="*/ 784967 h 1085050"/>
              <a:gd name="connsiteX19" fmla="*/ 760327 w 901271"/>
              <a:gd name="connsiteY19" fmla="*/ 750438 h 1085050"/>
              <a:gd name="connsiteX20" fmla="*/ 518160 w 901271"/>
              <a:gd name="connsiteY20" fmla="*/ 616463 h 1085050"/>
              <a:gd name="connsiteX21" fmla="*/ 512636 w 901271"/>
              <a:gd name="connsiteY21" fmla="*/ 611859 h 1085050"/>
              <a:gd name="connsiteX22" fmla="*/ 490076 w 901271"/>
              <a:gd name="connsiteY22" fmla="*/ 587919 h 1085050"/>
              <a:gd name="connsiteX23" fmla="*/ 508032 w 901271"/>
              <a:gd name="connsiteY23" fmla="*/ 564899 h 1085050"/>
              <a:gd name="connsiteX24" fmla="*/ 521843 w 901271"/>
              <a:gd name="connsiteY24" fmla="*/ 533132 h 1085050"/>
              <a:gd name="connsiteX25" fmla="*/ 528347 w 901271"/>
              <a:gd name="connsiteY25" fmla="*/ 520644 h 1085050"/>
              <a:gd name="connsiteX26" fmla="*/ 371470 w 901271"/>
              <a:gd name="connsiteY26" fmla="*/ 520644 h 1085050"/>
              <a:gd name="connsiteX27" fmla="*/ 378663 w 901271"/>
              <a:gd name="connsiteY27" fmla="*/ 535894 h 1085050"/>
              <a:gd name="connsiteX28" fmla="*/ 402604 w 901271"/>
              <a:gd name="connsiteY28" fmla="*/ 575488 h 1085050"/>
              <a:gd name="connsiteX29" fmla="*/ 402143 w 901271"/>
              <a:gd name="connsiteY29" fmla="*/ 598968 h 1085050"/>
              <a:gd name="connsiteX30" fmla="*/ 303159 w 901271"/>
              <a:gd name="connsiteY30" fmla="*/ 671711 h 1085050"/>
              <a:gd name="connsiteX31" fmla="*/ 56389 w 901271"/>
              <a:gd name="connsiteY31" fmla="*/ 776680 h 1085050"/>
              <a:gd name="connsiteX32" fmla="*/ 15414 w 901271"/>
              <a:gd name="connsiteY32" fmla="*/ 784967 h 1085050"/>
              <a:gd name="connsiteX33" fmla="*/ 3904 w 901271"/>
              <a:gd name="connsiteY33" fmla="*/ 771615 h 1085050"/>
              <a:gd name="connsiteX34" fmla="*/ 80789 w 901271"/>
              <a:gd name="connsiteY34" fmla="*/ 689666 h 1085050"/>
              <a:gd name="connsiteX35" fmla="*/ 344134 w 901271"/>
              <a:gd name="connsiteY35" fmla="*/ 527147 h 1085050"/>
              <a:gd name="connsiteX36" fmla="*/ 355644 w 901271"/>
              <a:gd name="connsiteY36" fmla="*/ 523003 h 1085050"/>
              <a:gd name="connsiteX37" fmla="*/ 371470 w 901271"/>
              <a:gd name="connsiteY37" fmla="*/ 520644 h 1085050"/>
              <a:gd name="connsiteX38" fmla="*/ 450024 w 901271"/>
              <a:gd name="connsiteY38" fmla="*/ 466836 h 1085050"/>
              <a:gd name="connsiteX39" fmla="*/ 503429 w 901271"/>
              <a:gd name="connsiteY39" fmla="*/ 521163 h 1085050"/>
              <a:gd name="connsiteX40" fmla="*/ 450024 w 901271"/>
              <a:gd name="connsiteY40" fmla="*/ 574108 h 1085050"/>
              <a:gd name="connsiteX41" fmla="*/ 397538 w 901271"/>
              <a:gd name="connsiteY41" fmla="*/ 519321 h 1085050"/>
              <a:gd name="connsiteX42" fmla="*/ 450024 w 901271"/>
              <a:gd name="connsiteY42" fmla="*/ 466836 h 1085050"/>
              <a:gd name="connsiteX43" fmla="*/ 450484 w 901271"/>
              <a:gd name="connsiteY43" fmla="*/ 0 h 1085050"/>
              <a:gd name="connsiteX44" fmla="*/ 458311 w 901271"/>
              <a:gd name="connsiteY44" fmla="*/ 8287 h 1085050"/>
              <a:gd name="connsiteX45" fmla="*/ 485934 w 901271"/>
              <a:gd name="connsiteY45" fmla="*/ 95301 h 1085050"/>
              <a:gd name="connsiteX46" fmla="*/ 508033 w 901271"/>
              <a:gd name="connsiteY46" fmla="*/ 311225 h 1085050"/>
              <a:gd name="connsiteX47" fmla="*/ 494682 w 901271"/>
              <a:gd name="connsiteY47" fmla="*/ 440595 h 1085050"/>
              <a:gd name="connsiteX48" fmla="*/ 474885 w 901271"/>
              <a:gd name="connsiteY48" fmla="*/ 451644 h 1085050"/>
              <a:gd name="connsiteX49" fmla="*/ 425162 w 901271"/>
              <a:gd name="connsiteY49" fmla="*/ 452105 h 1085050"/>
              <a:gd name="connsiteX50" fmla="*/ 406746 w 901271"/>
              <a:gd name="connsiteY50" fmla="*/ 441055 h 1085050"/>
              <a:gd name="connsiteX51" fmla="*/ 392934 w 901271"/>
              <a:gd name="connsiteY51" fmla="*/ 296032 h 1085050"/>
              <a:gd name="connsiteX52" fmla="*/ 426083 w 901271"/>
              <a:gd name="connsiteY52" fmla="*/ 52945 h 1085050"/>
              <a:gd name="connsiteX53" fmla="*/ 442657 w 901271"/>
              <a:gd name="connsiteY53" fmla="*/ 8747 h 1085050"/>
              <a:gd name="connsiteX54" fmla="*/ 450484 w 901271"/>
              <a:gd name="connsiteY54" fmla="*/ 0 h 1085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901271" h="1085050">
                <a:moveTo>
                  <a:pt x="451864" y="600810"/>
                </a:moveTo>
                <a:cubicBezTo>
                  <a:pt x="470740" y="601730"/>
                  <a:pt x="477186" y="608636"/>
                  <a:pt x="479027" y="629814"/>
                </a:cubicBezTo>
                <a:cubicBezTo>
                  <a:pt x="490077" y="748595"/>
                  <a:pt x="501586" y="867836"/>
                  <a:pt x="513096" y="986617"/>
                </a:cubicBezTo>
                <a:cubicBezTo>
                  <a:pt x="515398" y="1011478"/>
                  <a:pt x="517700" y="1036800"/>
                  <a:pt x="520462" y="1061661"/>
                </a:cubicBezTo>
                <a:cubicBezTo>
                  <a:pt x="521844" y="1072710"/>
                  <a:pt x="517240" y="1078235"/>
                  <a:pt x="506651" y="1079616"/>
                </a:cubicBezTo>
                <a:cubicBezTo>
                  <a:pt x="488695" y="1082839"/>
                  <a:pt x="469819" y="1085601"/>
                  <a:pt x="450943" y="1084680"/>
                </a:cubicBezTo>
                <a:cubicBezTo>
                  <a:pt x="432528" y="1086062"/>
                  <a:pt x="414572" y="1083299"/>
                  <a:pt x="396617" y="1080997"/>
                </a:cubicBezTo>
                <a:cubicBezTo>
                  <a:pt x="384187" y="1079616"/>
                  <a:pt x="378662" y="1074092"/>
                  <a:pt x="380043" y="1060280"/>
                </a:cubicBezTo>
                <a:cubicBezTo>
                  <a:pt x="387409" y="990761"/>
                  <a:pt x="393394" y="921702"/>
                  <a:pt x="399840" y="852183"/>
                </a:cubicBezTo>
                <a:cubicBezTo>
                  <a:pt x="406285" y="784045"/>
                  <a:pt x="412731" y="715907"/>
                  <a:pt x="419176" y="647309"/>
                </a:cubicBezTo>
                <a:cubicBezTo>
                  <a:pt x="419637" y="640864"/>
                  <a:pt x="420097" y="634418"/>
                  <a:pt x="421018" y="627973"/>
                </a:cubicBezTo>
                <a:cubicBezTo>
                  <a:pt x="423780" y="606795"/>
                  <a:pt x="431607" y="600349"/>
                  <a:pt x="451864" y="600810"/>
                </a:cubicBezTo>
                <a:close/>
                <a:moveTo>
                  <a:pt x="528347" y="520644"/>
                </a:moveTo>
                <a:cubicBezTo>
                  <a:pt x="531742" y="519090"/>
                  <a:pt x="536346" y="519781"/>
                  <a:pt x="542101" y="521622"/>
                </a:cubicBezTo>
                <a:cubicBezTo>
                  <a:pt x="596887" y="538657"/>
                  <a:pt x="647070" y="565360"/>
                  <a:pt x="694951" y="596206"/>
                </a:cubicBezTo>
                <a:cubicBezTo>
                  <a:pt x="765852" y="641785"/>
                  <a:pt x="832608" y="691968"/>
                  <a:pt x="886474" y="757344"/>
                </a:cubicBezTo>
                <a:cubicBezTo>
                  <a:pt x="890157" y="761947"/>
                  <a:pt x="893840" y="766551"/>
                  <a:pt x="897063" y="771616"/>
                </a:cubicBezTo>
                <a:cubicBezTo>
                  <a:pt x="899365" y="774838"/>
                  <a:pt x="903048" y="778522"/>
                  <a:pt x="900286" y="782665"/>
                </a:cubicBezTo>
                <a:cubicBezTo>
                  <a:pt x="897984" y="786809"/>
                  <a:pt x="892919" y="784507"/>
                  <a:pt x="890157" y="784967"/>
                </a:cubicBezTo>
                <a:cubicBezTo>
                  <a:pt x="844118" y="780363"/>
                  <a:pt x="801762" y="766551"/>
                  <a:pt x="760327" y="750438"/>
                </a:cubicBezTo>
                <a:cubicBezTo>
                  <a:pt x="673313" y="717289"/>
                  <a:pt x="591362" y="674934"/>
                  <a:pt x="518160" y="616463"/>
                </a:cubicBezTo>
                <a:cubicBezTo>
                  <a:pt x="516319" y="615082"/>
                  <a:pt x="514477" y="613701"/>
                  <a:pt x="512636" y="611859"/>
                </a:cubicBezTo>
                <a:cubicBezTo>
                  <a:pt x="504809" y="604032"/>
                  <a:pt x="493299" y="597587"/>
                  <a:pt x="490076" y="587919"/>
                </a:cubicBezTo>
                <a:cubicBezTo>
                  <a:pt x="486393" y="576869"/>
                  <a:pt x="502507" y="573647"/>
                  <a:pt x="508032" y="564899"/>
                </a:cubicBezTo>
                <a:cubicBezTo>
                  <a:pt x="514477" y="554771"/>
                  <a:pt x="520462" y="544642"/>
                  <a:pt x="521843" y="533132"/>
                </a:cubicBezTo>
                <a:cubicBezTo>
                  <a:pt x="522764" y="525996"/>
                  <a:pt x="524951" y="522198"/>
                  <a:pt x="528347" y="520644"/>
                </a:cubicBezTo>
                <a:close/>
                <a:moveTo>
                  <a:pt x="371470" y="520644"/>
                </a:moveTo>
                <a:cubicBezTo>
                  <a:pt x="375325" y="522313"/>
                  <a:pt x="377742" y="526917"/>
                  <a:pt x="378663" y="535894"/>
                </a:cubicBezTo>
                <a:cubicBezTo>
                  <a:pt x="380505" y="552008"/>
                  <a:pt x="389252" y="566741"/>
                  <a:pt x="402604" y="575488"/>
                </a:cubicBezTo>
                <a:cubicBezTo>
                  <a:pt x="416415" y="585156"/>
                  <a:pt x="411351" y="590681"/>
                  <a:pt x="402143" y="598968"/>
                </a:cubicBezTo>
                <a:cubicBezTo>
                  <a:pt x="371757" y="626592"/>
                  <a:pt x="338609" y="650533"/>
                  <a:pt x="303159" y="671711"/>
                </a:cubicBezTo>
                <a:cubicBezTo>
                  <a:pt x="225813" y="717750"/>
                  <a:pt x="144323" y="755041"/>
                  <a:pt x="56389" y="776680"/>
                </a:cubicBezTo>
                <a:cubicBezTo>
                  <a:pt x="41196" y="780823"/>
                  <a:pt x="25542" y="783125"/>
                  <a:pt x="15414" y="784967"/>
                </a:cubicBezTo>
                <a:cubicBezTo>
                  <a:pt x="-3923" y="785887"/>
                  <a:pt x="-1621" y="778982"/>
                  <a:pt x="3904" y="771615"/>
                </a:cubicBezTo>
                <a:cubicBezTo>
                  <a:pt x="25082" y="740309"/>
                  <a:pt x="51785" y="714067"/>
                  <a:pt x="80789" y="689666"/>
                </a:cubicBezTo>
                <a:cubicBezTo>
                  <a:pt x="160437" y="621988"/>
                  <a:pt x="245150" y="563518"/>
                  <a:pt x="344134" y="527147"/>
                </a:cubicBezTo>
                <a:cubicBezTo>
                  <a:pt x="347817" y="525766"/>
                  <a:pt x="351961" y="524845"/>
                  <a:pt x="355644" y="523003"/>
                </a:cubicBezTo>
                <a:cubicBezTo>
                  <a:pt x="362319" y="520241"/>
                  <a:pt x="367614" y="518975"/>
                  <a:pt x="371470" y="520644"/>
                </a:cubicBezTo>
                <a:close/>
                <a:moveTo>
                  <a:pt x="450024" y="466836"/>
                </a:moveTo>
                <a:cubicBezTo>
                  <a:pt x="479489" y="467296"/>
                  <a:pt x="503889" y="492157"/>
                  <a:pt x="503429" y="521163"/>
                </a:cubicBezTo>
                <a:cubicBezTo>
                  <a:pt x="502968" y="549707"/>
                  <a:pt x="478107" y="574108"/>
                  <a:pt x="450024" y="574108"/>
                </a:cubicBezTo>
                <a:cubicBezTo>
                  <a:pt x="420097" y="573647"/>
                  <a:pt x="397538" y="550167"/>
                  <a:pt x="397538" y="519321"/>
                </a:cubicBezTo>
                <a:cubicBezTo>
                  <a:pt x="397998" y="489855"/>
                  <a:pt x="421478" y="466375"/>
                  <a:pt x="450024" y="466836"/>
                </a:cubicBezTo>
                <a:close/>
                <a:moveTo>
                  <a:pt x="450484" y="0"/>
                </a:moveTo>
                <a:cubicBezTo>
                  <a:pt x="455549" y="0"/>
                  <a:pt x="456469" y="5064"/>
                  <a:pt x="458311" y="8287"/>
                </a:cubicBezTo>
                <a:cubicBezTo>
                  <a:pt x="471662" y="35910"/>
                  <a:pt x="479489" y="65375"/>
                  <a:pt x="485934" y="95301"/>
                </a:cubicBezTo>
                <a:cubicBezTo>
                  <a:pt x="500667" y="162978"/>
                  <a:pt x="508033" y="231577"/>
                  <a:pt x="508033" y="311225"/>
                </a:cubicBezTo>
                <a:cubicBezTo>
                  <a:pt x="508494" y="348056"/>
                  <a:pt x="504810" y="394556"/>
                  <a:pt x="494682" y="440595"/>
                </a:cubicBezTo>
                <a:cubicBezTo>
                  <a:pt x="491920" y="453486"/>
                  <a:pt x="487776" y="457169"/>
                  <a:pt x="474885" y="451644"/>
                </a:cubicBezTo>
                <a:cubicBezTo>
                  <a:pt x="458771" y="444739"/>
                  <a:pt x="441276" y="444739"/>
                  <a:pt x="425162" y="452105"/>
                </a:cubicBezTo>
                <a:cubicBezTo>
                  <a:pt x="411350" y="458090"/>
                  <a:pt x="409048" y="451644"/>
                  <a:pt x="406746" y="441055"/>
                </a:cubicBezTo>
                <a:cubicBezTo>
                  <a:pt x="395236" y="393175"/>
                  <a:pt x="392474" y="344834"/>
                  <a:pt x="392934" y="296032"/>
                </a:cubicBezTo>
                <a:cubicBezTo>
                  <a:pt x="394316" y="214082"/>
                  <a:pt x="402603" y="132132"/>
                  <a:pt x="426083" y="52945"/>
                </a:cubicBezTo>
                <a:cubicBezTo>
                  <a:pt x="430687" y="37752"/>
                  <a:pt x="437132" y="23480"/>
                  <a:pt x="442657" y="8747"/>
                </a:cubicBezTo>
                <a:cubicBezTo>
                  <a:pt x="444038" y="5064"/>
                  <a:pt x="445419" y="460"/>
                  <a:pt x="450484" y="0"/>
                </a:cubicBezTo>
                <a:close/>
              </a:path>
            </a:pathLst>
          </a:custGeom>
          <a:solidFill>
            <a:schemeClr val="accent2"/>
          </a:solidFill>
          <a:ln w="4596" cap="flat">
            <a:noFill/>
            <a:prstDash val="solid"/>
            <a:miter/>
          </a:ln>
        </p:spPr>
        <p:txBody>
          <a:bodyPr rtlCol="0" anchor="ctr"/>
          <a:lstStyle/>
          <a:p>
            <a:endParaRPr lang="en-US" dirty="0"/>
          </a:p>
        </p:txBody>
      </p:sp>
      <p:sp>
        <p:nvSpPr>
          <p:cNvPr id="9" name="Freeform: Shape 12">
            <a:extLst>
              <a:ext uri="{FF2B5EF4-FFF2-40B4-BE49-F238E27FC236}">
                <a16:creationId xmlns:a16="http://schemas.microsoft.com/office/drawing/2014/main" id="{1C9CF23D-5C48-47B4-B599-74C8F95FB847}"/>
              </a:ext>
            </a:extLst>
          </p:cNvPr>
          <p:cNvSpPr/>
          <p:nvPr/>
        </p:nvSpPr>
        <p:spPr>
          <a:xfrm>
            <a:off x="7696851" y="4761731"/>
            <a:ext cx="248123" cy="524693"/>
          </a:xfrm>
          <a:custGeom>
            <a:avLst/>
            <a:gdLst>
              <a:gd name="connsiteX0" fmla="*/ 426622 w 462722"/>
              <a:gd name="connsiteY0" fmla="*/ 343291 h 978493"/>
              <a:gd name="connsiteX1" fmla="*/ 451944 w 462722"/>
              <a:gd name="connsiteY1" fmla="*/ 376036 h 978493"/>
              <a:gd name="connsiteX2" fmla="*/ 461151 w 462722"/>
              <a:gd name="connsiteY2" fmla="*/ 435887 h 978493"/>
              <a:gd name="connsiteX3" fmla="*/ 422939 w 462722"/>
              <a:gd name="connsiteY3" fmla="*/ 480084 h 978493"/>
              <a:gd name="connsiteX4" fmla="*/ 198268 w 462722"/>
              <a:gd name="connsiteY4" fmla="*/ 562494 h 978493"/>
              <a:gd name="connsiteX5" fmla="*/ 192283 w 462722"/>
              <a:gd name="connsiteY5" fmla="*/ 584133 h 978493"/>
              <a:gd name="connsiteX6" fmla="*/ 238322 w 462722"/>
              <a:gd name="connsiteY6" fmla="*/ 706136 h 978493"/>
              <a:gd name="connsiteX7" fmla="*/ 246149 w 462722"/>
              <a:gd name="connsiteY7" fmla="*/ 722710 h 978493"/>
              <a:gd name="connsiteX8" fmla="*/ 258579 w 462722"/>
              <a:gd name="connsiteY8" fmla="*/ 708438 h 978493"/>
              <a:gd name="connsiteX9" fmla="*/ 301396 w 462722"/>
              <a:gd name="connsiteY9" fmla="*/ 578148 h 978493"/>
              <a:gd name="connsiteX10" fmla="*/ 337767 w 462722"/>
              <a:gd name="connsiteY10" fmla="*/ 543158 h 978493"/>
              <a:gd name="connsiteX11" fmla="*/ 380583 w 462722"/>
              <a:gd name="connsiteY11" fmla="*/ 527505 h 978493"/>
              <a:gd name="connsiteX12" fmla="*/ 405444 w 462722"/>
              <a:gd name="connsiteY12" fmla="*/ 538554 h 978493"/>
              <a:gd name="connsiteX13" fmla="*/ 397618 w 462722"/>
              <a:gd name="connsiteY13" fmla="*/ 629711 h 978493"/>
              <a:gd name="connsiteX14" fmla="*/ 364930 w 462722"/>
              <a:gd name="connsiteY14" fmla="*/ 705215 h 978493"/>
              <a:gd name="connsiteX15" fmla="*/ 369994 w 462722"/>
              <a:gd name="connsiteY15" fmla="*/ 724552 h 978493"/>
              <a:gd name="connsiteX16" fmla="*/ 374598 w 462722"/>
              <a:gd name="connsiteY16" fmla="*/ 740205 h 978493"/>
              <a:gd name="connsiteX17" fmla="*/ 374598 w 462722"/>
              <a:gd name="connsiteY17" fmla="*/ 881085 h 978493"/>
              <a:gd name="connsiteX18" fmla="*/ 364009 w 462722"/>
              <a:gd name="connsiteY18" fmla="*/ 903644 h 978493"/>
              <a:gd name="connsiteX19" fmla="*/ 278376 w 462722"/>
              <a:gd name="connsiteY19" fmla="*/ 961193 h 978493"/>
              <a:gd name="connsiteX20" fmla="*/ 235560 w 462722"/>
              <a:gd name="connsiteY20" fmla="*/ 977306 h 978493"/>
              <a:gd name="connsiteX21" fmla="*/ 225431 w 462722"/>
              <a:gd name="connsiteY21" fmla="*/ 975925 h 978493"/>
              <a:gd name="connsiteX22" fmla="*/ 128288 w 462722"/>
              <a:gd name="connsiteY22" fmla="*/ 911470 h 978493"/>
              <a:gd name="connsiteX23" fmla="*/ 113555 w 462722"/>
              <a:gd name="connsiteY23" fmla="*/ 880164 h 978493"/>
              <a:gd name="connsiteX24" fmla="*/ 114476 w 462722"/>
              <a:gd name="connsiteY24" fmla="*/ 812026 h 978493"/>
              <a:gd name="connsiteX25" fmla="*/ 114476 w 462722"/>
              <a:gd name="connsiteY25" fmla="*/ 748492 h 978493"/>
              <a:gd name="connsiteX26" fmla="*/ 122763 w 462722"/>
              <a:gd name="connsiteY26" fmla="*/ 720869 h 978493"/>
              <a:gd name="connsiteX27" fmla="*/ 123684 w 462722"/>
              <a:gd name="connsiteY27" fmla="*/ 714423 h 978493"/>
              <a:gd name="connsiteX28" fmla="*/ 81788 w 462722"/>
              <a:gd name="connsiteY28" fmla="*/ 627870 h 978493"/>
              <a:gd name="connsiteX29" fmla="*/ 53705 w 462722"/>
              <a:gd name="connsiteY29" fmla="*/ 613598 h 978493"/>
              <a:gd name="connsiteX30" fmla="*/ 45418 w 462722"/>
              <a:gd name="connsiteY30" fmla="*/ 611296 h 978493"/>
              <a:gd name="connsiteX31" fmla="*/ 299 w 462722"/>
              <a:gd name="connsiteY31" fmla="*/ 526584 h 978493"/>
              <a:gd name="connsiteX32" fmla="*/ 41274 w 462722"/>
              <a:gd name="connsiteY32" fmla="*/ 469495 h 978493"/>
              <a:gd name="connsiteX33" fmla="*/ 384727 w 462722"/>
              <a:gd name="connsiteY33" fmla="*/ 343348 h 978493"/>
              <a:gd name="connsiteX34" fmla="*/ 426622 w 462722"/>
              <a:gd name="connsiteY34" fmla="*/ 343291 h 978493"/>
              <a:gd name="connsiteX35" fmla="*/ 422422 w 462722"/>
              <a:gd name="connsiteY35" fmla="*/ 162011 h 978493"/>
              <a:gd name="connsiteX36" fmla="*/ 446419 w 462722"/>
              <a:gd name="connsiteY36" fmla="*/ 184052 h 978493"/>
              <a:gd name="connsiteX37" fmla="*/ 462533 w 462722"/>
              <a:gd name="connsiteY37" fmla="*/ 242062 h 978493"/>
              <a:gd name="connsiteX38" fmla="*/ 424320 w 462722"/>
              <a:gd name="connsiteY38" fmla="*/ 300532 h 978493"/>
              <a:gd name="connsiteX39" fmla="*/ 74883 w 462722"/>
              <a:gd name="connsiteY39" fmla="*/ 429442 h 978493"/>
              <a:gd name="connsiteX40" fmla="*/ 18255 w 462722"/>
              <a:gd name="connsiteY40" fmla="*/ 411026 h 978493"/>
              <a:gd name="connsiteX41" fmla="*/ 760 w 462722"/>
              <a:gd name="connsiteY41" fmla="*/ 343809 h 978493"/>
              <a:gd name="connsiteX42" fmla="*/ 38512 w 462722"/>
              <a:gd name="connsiteY42" fmla="*/ 291785 h 978493"/>
              <a:gd name="connsiteX43" fmla="*/ 389791 w 462722"/>
              <a:gd name="connsiteY43" fmla="*/ 162414 h 978493"/>
              <a:gd name="connsiteX44" fmla="*/ 422422 w 462722"/>
              <a:gd name="connsiteY44" fmla="*/ 162011 h 978493"/>
              <a:gd name="connsiteX45" fmla="*/ 373505 w 462722"/>
              <a:gd name="connsiteY45" fmla="*/ 1681 h 978493"/>
              <a:gd name="connsiteX46" fmla="*/ 394395 w 462722"/>
              <a:gd name="connsiteY46" fmla="*/ 17852 h 978493"/>
              <a:gd name="connsiteX47" fmla="*/ 414192 w 462722"/>
              <a:gd name="connsiteY47" fmla="*/ 101183 h 978493"/>
              <a:gd name="connsiteX48" fmla="*/ 379202 w 462722"/>
              <a:gd name="connsiteY48" fmla="*/ 142157 h 978493"/>
              <a:gd name="connsiteX49" fmla="*/ 128288 w 462722"/>
              <a:gd name="connsiteY49" fmla="*/ 234236 h 978493"/>
              <a:gd name="connsiteX50" fmla="*/ 71660 w 462722"/>
              <a:gd name="connsiteY50" fmla="*/ 212597 h 978493"/>
              <a:gd name="connsiteX51" fmla="*/ 55546 w 462722"/>
              <a:gd name="connsiteY51" fmla="*/ 155048 h 978493"/>
              <a:gd name="connsiteX52" fmla="*/ 91917 w 462722"/>
              <a:gd name="connsiteY52" fmla="*/ 96579 h 978493"/>
              <a:gd name="connsiteX53" fmla="*/ 346054 w 462722"/>
              <a:gd name="connsiteY53" fmla="*/ 3119 h 978493"/>
              <a:gd name="connsiteX54" fmla="*/ 373505 w 462722"/>
              <a:gd name="connsiteY54" fmla="*/ 1681 h 97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462722" h="978493">
                <a:moveTo>
                  <a:pt x="426622" y="343291"/>
                </a:moveTo>
                <a:cubicBezTo>
                  <a:pt x="438247" y="348873"/>
                  <a:pt x="447110" y="359923"/>
                  <a:pt x="451944" y="376036"/>
                </a:cubicBezTo>
                <a:cubicBezTo>
                  <a:pt x="457929" y="395372"/>
                  <a:pt x="466216" y="414709"/>
                  <a:pt x="461151" y="435887"/>
                </a:cubicBezTo>
                <a:cubicBezTo>
                  <a:pt x="456548" y="457525"/>
                  <a:pt x="444117" y="472258"/>
                  <a:pt x="422939" y="480084"/>
                </a:cubicBezTo>
                <a:cubicBezTo>
                  <a:pt x="347895" y="507247"/>
                  <a:pt x="273312" y="535331"/>
                  <a:pt x="198268" y="562494"/>
                </a:cubicBezTo>
                <a:cubicBezTo>
                  <a:pt x="183996" y="567558"/>
                  <a:pt x="181694" y="573544"/>
                  <a:pt x="192283" y="584133"/>
                </a:cubicBezTo>
                <a:cubicBezTo>
                  <a:pt x="226352" y="617741"/>
                  <a:pt x="235100" y="661018"/>
                  <a:pt x="238322" y="706136"/>
                </a:cubicBezTo>
                <a:cubicBezTo>
                  <a:pt x="238783" y="712582"/>
                  <a:pt x="235560" y="721789"/>
                  <a:pt x="246149" y="722710"/>
                </a:cubicBezTo>
                <a:cubicBezTo>
                  <a:pt x="255817" y="723631"/>
                  <a:pt x="256738" y="714884"/>
                  <a:pt x="258579" y="708438"/>
                </a:cubicBezTo>
                <a:cubicBezTo>
                  <a:pt x="270089" y="664241"/>
                  <a:pt x="284361" y="620964"/>
                  <a:pt x="301396" y="578148"/>
                </a:cubicBezTo>
                <a:cubicBezTo>
                  <a:pt x="308302" y="560653"/>
                  <a:pt x="319351" y="548683"/>
                  <a:pt x="337767" y="543158"/>
                </a:cubicBezTo>
                <a:cubicBezTo>
                  <a:pt x="352499" y="538554"/>
                  <a:pt x="366771" y="533029"/>
                  <a:pt x="380583" y="527505"/>
                </a:cubicBezTo>
                <a:cubicBezTo>
                  <a:pt x="393014" y="522440"/>
                  <a:pt x="400840" y="527044"/>
                  <a:pt x="405444" y="538554"/>
                </a:cubicBezTo>
                <a:cubicBezTo>
                  <a:pt x="417875" y="570321"/>
                  <a:pt x="415112" y="600707"/>
                  <a:pt x="397618" y="629711"/>
                </a:cubicBezTo>
                <a:cubicBezTo>
                  <a:pt x="383345" y="653191"/>
                  <a:pt x="370915" y="678052"/>
                  <a:pt x="364930" y="705215"/>
                </a:cubicBezTo>
                <a:cubicBezTo>
                  <a:pt x="363549" y="712582"/>
                  <a:pt x="359865" y="719948"/>
                  <a:pt x="369994" y="724552"/>
                </a:cubicBezTo>
                <a:cubicBezTo>
                  <a:pt x="376440" y="727774"/>
                  <a:pt x="374598" y="734680"/>
                  <a:pt x="374598" y="740205"/>
                </a:cubicBezTo>
                <a:cubicBezTo>
                  <a:pt x="374598" y="787165"/>
                  <a:pt x="374598" y="834125"/>
                  <a:pt x="374598" y="881085"/>
                </a:cubicBezTo>
                <a:cubicBezTo>
                  <a:pt x="374598" y="890753"/>
                  <a:pt x="371375" y="897659"/>
                  <a:pt x="364009" y="903644"/>
                </a:cubicBezTo>
                <a:cubicBezTo>
                  <a:pt x="337767" y="926663"/>
                  <a:pt x="309683" y="946000"/>
                  <a:pt x="278376" y="961193"/>
                </a:cubicBezTo>
                <a:cubicBezTo>
                  <a:pt x="264565" y="967638"/>
                  <a:pt x="254436" y="982831"/>
                  <a:pt x="235560" y="977306"/>
                </a:cubicBezTo>
                <a:cubicBezTo>
                  <a:pt x="232337" y="976385"/>
                  <a:pt x="227273" y="977767"/>
                  <a:pt x="225431" y="975925"/>
                </a:cubicBezTo>
                <a:cubicBezTo>
                  <a:pt x="195966" y="950143"/>
                  <a:pt x="157293" y="938173"/>
                  <a:pt x="128288" y="911470"/>
                </a:cubicBezTo>
                <a:cubicBezTo>
                  <a:pt x="118620" y="902263"/>
                  <a:pt x="112635" y="893976"/>
                  <a:pt x="113555" y="880164"/>
                </a:cubicBezTo>
                <a:cubicBezTo>
                  <a:pt x="114937" y="858065"/>
                  <a:pt x="114476" y="835046"/>
                  <a:pt x="114476" y="812026"/>
                </a:cubicBezTo>
                <a:cubicBezTo>
                  <a:pt x="114476" y="790848"/>
                  <a:pt x="114016" y="769670"/>
                  <a:pt x="114476" y="748492"/>
                </a:cubicBezTo>
                <a:cubicBezTo>
                  <a:pt x="114937" y="738824"/>
                  <a:pt x="109872" y="726854"/>
                  <a:pt x="122763" y="720869"/>
                </a:cubicBezTo>
                <a:cubicBezTo>
                  <a:pt x="123684" y="720408"/>
                  <a:pt x="124144" y="716265"/>
                  <a:pt x="123684" y="714423"/>
                </a:cubicBezTo>
                <a:cubicBezTo>
                  <a:pt x="116318" y="682196"/>
                  <a:pt x="109872" y="649969"/>
                  <a:pt x="81788" y="627870"/>
                </a:cubicBezTo>
                <a:cubicBezTo>
                  <a:pt x="73501" y="621424"/>
                  <a:pt x="64294" y="616360"/>
                  <a:pt x="53705" y="613598"/>
                </a:cubicBezTo>
                <a:cubicBezTo>
                  <a:pt x="50942" y="612677"/>
                  <a:pt x="48180" y="612216"/>
                  <a:pt x="45418" y="611296"/>
                </a:cubicBezTo>
                <a:cubicBezTo>
                  <a:pt x="15492" y="601627"/>
                  <a:pt x="4903" y="569860"/>
                  <a:pt x="299" y="526584"/>
                </a:cubicBezTo>
                <a:cubicBezTo>
                  <a:pt x="-2463" y="500342"/>
                  <a:pt x="14111" y="479624"/>
                  <a:pt x="41274" y="469495"/>
                </a:cubicBezTo>
                <a:cubicBezTo>
                  <a:pt x="155451" y="427139"/>
                  <a:pt x="270089" y="385244"/>
                  <a:pt x="384727" y="343348"/>
                </a:cubicBezTo>
                <a:cubicBezTo>
                  <a:pt x="400610" y="337593"/>
                  <a:pt x="414998" y="337708"/>
                  <a:pt x="426622" y="343291"/>
                </a:cubicBezTo>
                <a:close/>
                <a:moveTo>
                  <a:pt x="422422" y="162011"/>
                </a:moveTo>
                <a:cubicBezTo>
                  <a:pt x="432263" y="165752"/>
                  <a:pt x="440665" y="173233"/>
                  <a:pt x="446419" y="184052"/>
                </a:cubicBezTo>
                <a:cubicBezTo>
                  <a:pt x="456087" y="202928"/>
                  <a:pt x="459310" y="224106"/>
                  <a:pt x="462533" y="242062"/>
                </a:cubicBezTo>
                <a:cubicBezTo>
                  <a:pt x="462533" y="270606"/>
                  <a:pt x="448721" y="291785"/>
                  <a:pt x="424320" y="300532"/>
                </a:cubicBezTo>
                <a:cubicBezTo>
                  <a:pt x="307842" y="343809"/>
                  <a:pt x="191363" y="386625"/>
                  <a:pt x="74883" y="429442"/>
                </a:cubicBezTo>
                <a:cubicBezTo>
                  <a:pt x="51403" y="438189"/>
                  <a:pt x="29765" y="431744"/>
                  <a:pt x="18255" y="411026"/>
                </a:cubicBezTo>
                <a:cubicBezTo>
                  <a:pt x="6745" y="390308"/>
                  <a:pt x="-161" y="367289"/>
                  <a:pt x="760" y="343809"/>
                </a:cubicBezTo>
                <a:cubicBezTo>
                  <a:pt x="1220" y="319408"/>
                  <a:pt x="13651" y="300993"/>
                  <a:pt x="38512" y="291785"/>
                </a:cubicBezTo>
                <a:cubicBezTo>
                  <a:pt x="155451" y="248967"/>
                  <a:pt x="272852" y="205230"/>
                  <a:pt x="389791" y="162414"/>
                </a:cubicBezTo>
                <a:cubicBezTo>
                  <a:pt x="401301" y="158271"/>
                  <a:pt x="412581" y="158271"/>
                  <a:pt x="422422" y="162011"/>
                </a:cubicBezTo>
                <a:close/>
                <a:moveTo>
                  <a:pt x="373505" y="1681"/>
                </a:moveTo>
                <a:cubicBezTo>
                  <a:pt x="381734" y="4270"/>
                  <a:pt x="388870" y="9795"/>
                  <a:pt x="394395" y="17852"/>
                </a:cubicBezTo>
                <a:cubicBezTo>
                  <a:pt x="411429" y="42253"/>
                  <a:pt x="419716" y="70797"/>
                  <a:pt x="414192" y="101183"/>
                </a:cubicBezTo>
                <a:cubicBezTo>
                  <a:pt x="410969" y="120979"/>
                  <a:pt x="398538" y="134791"/>
                  <a:pt x="379202" y="142157"/>
                </a:cubicBezTo>
                <a:cubicBezTo>
                  <a:pt x="295411" y="173004"/>
                  <a:pt x="212080" y="203850"/>
                  <a:pt x="128288" y="234236"/>
                </a:cubicBezTo>
                <a:cubicBezTo>
                  <a:pt x="104808" y="242983"/>
                  <a:pt x="83169" y="234696"/>
                  <a:pt x="71660" y="212597"/>
                </a:cubicBezTo>
                <a:cubicBezTo>
                  <a:pt x="61992" y="193721"/>
                  <a:pt x="58308" y="172543"/>
                  <a:pt x="55546" y="155048"/>
                </a:cubicBezTo>
                <a:cubicBezTo>
                  <a:pt x="55546" y="126504"/>
                  <a:pt x="67977" y="105326"/>
                  <a:pt x="91917" y="96579"/>
                </a:cubicBezTo>
                <a:cubicBezTo>
                  <a:pt x="176629" y="64812"/>
                  <a:pt x="261342" y="33966"/>
                  <a:pt x="346054" y="3119"/>
                </a:cubicBezTo>
                <a:cubicBezTo>
                  <a:pt x="355953" y="-564"/>
                  <a:pt x="365275" y="-909"/>
                  <a:pt x="373505" y="1681"/>
                </a:cubicBezTo>
                <a:close/>
              </a:path>
            </a:pathLst>
          </a:custGeom>
          <a:solidFill>
            <a:schemeClr val="accent3"/>
          </a:solidFill>
          <a:ln w="4596" cap="flat">
            <a:noFill/>
            <a:prstDash val="solid"/>
            <a:miter/>
          </a:ln>
        </p:spPr>
        <p:txBody>
          <a:bodyPr rtlCol="0" anchor="ctr"/>
          <a:lstStyle/>
          <a:p>
            <a:endParaRPr lang="en-US"/>
          </a:p>
        </p:txBody>
      </p:sp>
      <p:sp>
        <p:nvSpPr>
          <p:cNvPr id="10" name="Freeform: Shape 13">
            <a:extLst>
              <a:ext uri="{FF2B5EF4-FFF2-40B4-BE49-F238E27FC236}">
                <a16:creationId xmlns:a16="http://schemas.microsoft.com/office/drawing/2014/main" id="{F271701B-085F-4154-9A8D-0401E7BBD9BF}"/>
              </a:ext>
            </a:extLst>
          </p:cNvPr>
          <p:cNvSpPr/>
          <p:nvPr/>
        </p:nvSpPr>
        <p:spPr>
          <a:xfrm>
            <a:off x="4187767" y="4939180"/>
            <a:ext cx="444866" cy="443880"/>
          </a:xfrm>
          <a:custGeom>
            <a:avLst/>
            <a:gdLst>
              <a:gd name="connsiteX0" fmla="*/ 536356 w 829624"/>
              <a:gd name="connsiteY0" fmla="*/ 416658 h 827786"/>
              <a:gd name="connsiteX1" fmla="*/ 638563 w 829624"/>
              <a:gd name="connsiteY1" fmla="*/ 416658 h 827786"/>
              <a:gd name="connsiteX2" fmla="*/ 637642 w 829624"/>
              <a:gd name="connsiteY2" fmla="*/ 418039 h 827786"/>
              <a:gd name="connsiteX3" fmla="*/ 736165 w 829624"/>
              <a:gd name="connsiteY3" fmla="*/ 417579 h 827786"/>
              <a:gd name="connsiteX4" fmla="*/ 750437 w 829624"/>
              <a:gd name="connsiteY4" fmla="*/ 432771 h 827786"/>
              <a:gd name="connsiteX5" fmla="*/ 593905 w 829624"/>
              <a:gd name="connsiteY5" fmla="*/ 700258 h 827786"/>
              <a:gd name="connsiteX6" fmla="*/ 574568 w 829624"/>
              <a:gd name="connsiteY6" fmla="*/ 695655 h 827786"/>
              <a:gd name="connsiteX7" fmla="*/ 473282 w 829624"/>
              <a:gd name="connsiteY7" fmla="*/ 518404 h 827786"/>
              <a:gd name="connsiteX8" fmla="*/ 477426 w 829624"/>
              <a:gd name="connsiteY8" fmla="*/ 498147 h 827786"/>
              <a:gd name="connsiteX9" fmla="*/ 518401 w 829624"/>
              <a:gd name="connsiteY9" fmla="*/ 430930 h 827786"/>
              <a:gd name="connsiteX10" fmla="*/ 536356 w 829624"/>
              <a:gd name="connsiteY10" fmla="*/ 416658 h 827786"/>
              <a:gd name="connsiteX11" fmla="*/ 90237 w 829624"/>
              <a:gd name="connsiteY11" fmla="*/ 415277 h 827786"/>
              <a:gd name="connsiteX12" fmla="*/ 190602 w 829624"/>
              <a:gd name="connsiteY12" fmla="*/ 415737 h 827786"/>
              <a:gd name="connsiteX13" fmla="*/ 289126 w 829624"/>
              <a:gd name="connsiteY13" fmla="*/ 415737 h 827786"/>
              <a:gd name="connsiteX14" fmla="*/ 308923 w 829624"/>
              <a:gd name="connsiteY14" fmla="*/ 431851 h 827786"/>
              <a:gd name="connsiteX15" fmla="*/ 350358 w 829624"/>
              <a:gd name="connsiteY15" fmla="*/ 498608 h 827786"/>
              <a:gd name="connsiteX16" fmla="*/ 354962 w 829624"/>
              <a:gd name="connsiteY16" fmla="*/ 518404 h 827786"/>
              <a:gd name="connsiteX17" fmla="*/ 251834 w 829624"/>
              <a:gd name="connsiteY17" fmla="*/ 696115 h 827786"/>
              <a:gd name="connsiteX18" fmla="*/ 233879 w 829624"/>
              <a:gd name="connsiteY18" fmla="*/ 700719 h 827786"/>
              <a:gd name="connsiteX19" fmla="*/ 75965 w 829624"/>
              <a:gd name="connsiteY19" fmla="*/ 429089 h 827786"/>
              <a:gd name="connsiteX20" fmla="*/ 90237 w 829624"/>
              <a:gd name="connsiteY20" fmla="*/ 415277 h 827786"/>
              <a:gd name="connsiteX21" fmla="*/ 413432 w 829624"/>
              <a:gd name="connsiteY21" fmla="*/ 333788 h 827786"/>
              <a:gd name="connsiteX22" fmla="*/ 493080 w 829624"/>
              <a:gd name="connsiteY22" fmla="*/ 413897 h 827786"/>
              <a:gd name="connsiteX23" fmla="*/ 412972 w 829624"/>
              <a:gd name="connsiteY23" fmla="*/ 493545 h 827786"/>
              <a:gd name="connsiteX24" fmla="*/ 333323 w 829624"/>
              <a:gd name="connsiteY24" fmla="*/ 413437 h 827786"/>
              <a:gd name="connsiteX25" fmla="*/ 413432 w 829624"/>
              <a:gd name="connsiteY25" fmla="*/ 333788 h 827786"/>
              <a:gd name="connsiteX26" fmla="*/ 409288 w 829624"/>
              <a:gd name="connsiteY26" fmla="*/ 76890 h 827786"/>
              <a:gd name="connsiteX27" fmla="*/ 569964 w 829624"/>
              <a:gd name="connsiteY27" fmla="*/ 114642 h 827786"/>
              <a:gd name="connsiteX28" fmla="*/ 576410 w 829624"/>
              <a:gd name="connsiteY28" fmla="*/ 137661 h 827786"/>
              <a:gd name="connsiteX29" fmla="*/ 476505 w 829624"/>
              <a:gd name="connsiteY29" fmla="*/ 309387 h 827786"/>
              <a:gd name="connsiteX30" fmla="*/ 455327 w 829624"/>
              <a:gd name="connsiteY30" fmla="*/ 316293 h 827786"/>
              <a:gd name="connsiteX31" fmla="*/ 371996 w 829624"/>
              <a:gd name="connsiteY31" fmla="*/ 315372 h 827786"/>
              <a:gd name="connsiteX32" fmla="*/ 352199 w 829624"/>
              <a:gd name="connsiteY32" fmla="*/ 308926 h 827786"/>
              <a:gd name="connsiteX33" fmla="*/ 251834 w 829624"/>
              <a:gd name="connsiteY33" fmla="*/ 133518 h 827786"/>
              <a:gd name="connsiteX34" fmla="*/ 258280 w 829624"/>
              <a:gd name="connsiteY34" fmla="*/ 113260 h 827786"/>
              <a:gd name="connsiteX35" fmla="*/ 409288 w 829624"/>
              <a:gd name="connsiteY35" fmla="*/ 76890 h 827786"/>
              <a:gd name="connsiteX36" fmla="*/ 415273 w 829624"/>
              <a:gd name="connsiteY36" fmla="*/ 46963 h 827786"/>
              <a:gd name="connsiteX37" fmla="*/ 48802 w 829624"/>
              <a:gd name="connsiteY37" fmla="*/ 412053 h 827786"/>
              <a:gd name="connsiteX38" fmla="*/ 413892 w 829624"/>
              <a:gd name="connsiteY38" fmla="*/ 778984 h 827786"/>
              <a:gd name="connsiteX39" fmla="*/ 781284 w 829624"/>
              <a:gd name="connsiteY39" fmla="*/ 415736 h 827786"/>
              <a:gd name="connsiteX40" fmla="*/ 415273 w 829624"/>
              <a:gd name="connsiteY40" fmla="*/ 46963 h 827786"/>
              <a:gd name="connsiteX41" fmla="*/ 416193 w 829624"/>
              <a:gd name="connsiteY41" fmla="*/ 3 h 827786"/>
              <a:gd name="connsiteX42" fmla="*/ 829624 w 829624"/>
              <a:gd name="connsiteY42" fmla="*/ 415276 h 827786"/>
              <a:gd name="connsiteX43" fmla="*/ 413431 w 829624"/>
              <a:gd name="connsiteY43" fmla="*/ 827786 h 827786"/>
              <a:gd name="connsiteX44" fmla="*/ 0 w 829624"/>
              <a:gd name="connsiteY44" fmla="*/ 412053 h 827786"/>
              <a:gd name="connsiteX45" fmla="*/ 416193 w 829624"/>
              <a:gd name="connsiteY45" fmla="*/ 3 h 827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829624" h="827786">
                <a:moveTo>
                  <a:pt x="536356" y="416658"/>
                </a:moveTo>
                <a:cubicBezTo>
                  <a:pt x="570425" y="417118"/>
                  <a:pt x="604494" y="416658"/>
                  <a:pt x="638563" y="416658"/>
                </a:cubicBezTo>
                <a:cubicBezTo>
                  <a:pt x="637642" y="417118"/>
                  <a:pt x="637642" y="417579"/>
                  <a:pt x="637642" y="418039"/>
                </a:cubicBezTo>
                <a:cubicBezTo>
                  <a:pt x="670330" y="418039"/>
                  <a:pt x="703478" y="418499"/>
                  <a:pt x="736165" y="417579"/>
                </a:cubicBezTo>
                <a:cubicBezTo>
                  <a:pt x="748596" y="417118"/>
                  <a:pt x="750898" y="421262"/>
                  <a:pt x="750437" y="432771"/>
                </a:cubicBezTo>
                <a:cubicBezTo>
                  <a:pt x="742611" y="547869"/>
                  <a:pt x="689206" y="636264"/>
                  <a:pt x="593905" y="700258"/>
                </a:cubicBezTo>
                <a:cubicBezTo>
                  <a:pt x="585157" y="706244"/>
                  <a:pt x="580093" y="705323"/>
                  <a:pt x="574568" y="695655"/>
                </a:cubicBezTo>
                <a:cubicBezTo>
                  <a:pt x="540960" y="636264"/>
                  <a:pt x="507351" y="577334"/>
                  <a:pt x="473282" y="518404"/>
                </a:cubicBezTo>
                <a:cubicBezTo>
                  <a:pt x="468218" y="509657"/>
                  <a:pt x="469139" y="504132"/>
                  <a:pt x="477426" y="498147"/>
                </a:cubicBezTo>
                <a:cubicBezTo>
                  <a:pt x="499985" y="481113"/>
                  <a:pt x="514257" y="459014"/>
                  <a:pt x="518401" y="430930"/>
                </a:cubicBezTo>
                <a:cubicBezTo>
                  <a:pt x="520242" y="419881"/>
                  <a:pt x="525767" y="416198"/>
                  <a:pt x="536356" y="416658"/>
                </a:cubicBezTo>
                <a:close/>
                <a:moveTo>
                  <a:pt x="90237" y="415277"/>
                </a:moveTo>
                <a:cubicBezTo>
                  <a:pt x="123846" y="415737"/>
                  <a:pt x="156994" y="415737"/>
                  <a:pt x="190602" y="415737"/>
                </a:cubicBezTo>
                <a:cubicBezTo>
                  <a:pt x="223290" y="415737"/>
                  <a:pt x="256438" y="416198"/>
                  <a:pt x="289126" y="415737"/>
                </a:cubicBezTo>
                <a:cubicBezTo>
                  <a:pt x="301096" y="415737"/>
                  <a:pt x="307081" y="419420"/>
                  <a:pt x="308923" y="431851"/>
                </a:cubicBezTo>
                <a:cubicBezTo>
                  <a:pt x="313066" y="459935"/>
                  <a:pt x="327799" y="482034"/>
                  <a:pt x="350358" y="498608"/>
                </a:cubicBezTo>
                <a:cubicBezTo>
                  <a:pt x="358645" y="504593"/>
                  <a:pt x="360486" y="509197"/>
                  <a:pt x="354962" y="518404"/>
                </a:cubicBezTo>
                <a:cubicBezTo>
                  <a:pt x="319972" y="577335"/>
                  <a:pt x="285903" y="636725"/>
                  <a:pt x="251834" y="696115"/>
                </a:cubicBezTo>
                <a:cubicBezTo>
                  <a:pt x="246770" y="704863"/>
                  <a:pt x="242166" y="706244"/>
                  <a:pt x="233879" y="700719"/>
                </a:cubicBezTo>
                <a:cubicBezTo>
                  <a:pt x="136736" y="635804"/>
                  <a:pt x="82871" y="546488"/>
                  <a:pt x="75965" y="429089"/>
                </a:cubicBezTo>
                <a:cubicBezTo>
                  <a:pt x="75505" y="417118"/>
                  <a:pt x="80569" y="415277"/>
                  <a:pt x="90237" y="415277"/>
                </a:cubicBezTo>
                <a:close/>
                <a:moveTo>
                  <a:pt x="413432" y="333788"/>
                </a:moveTo>
                <a:cubicBezTo>
                  <a:pt x="459011" y="333788"/>
                  <a:pt x="493540" y="368317"/>
                  <a:pt x="493080" y="413897"/>
                </a:cubicBezTo>
                <a:cubicBezTo>
                  <a:pt x="493080" y="459476"/>
                  <a:pt x="458550" y="493545"/>
                  <a:pt x="412972" y="493545"/>
                </a:cubicBezTo>
                <a:cubicBezTo>
                  <a:pt x="367392" y="493545"/>
                  <a:pt x="333323" y="459015"/>
                  <a:pt x="333323" y="413437"/>
                </a:cubicBezTo>
                <a:cubicBezTo>
                  <a:pt x="333323" y="367857"/>
                  <a:pt x="367852" y="333788"/>
                  <a:pt x="413432" y="333788"/>
                </a:cubicBezTo>
                <a:close/>
                <a:moveTo>
                  <a:pt x="409288" y="76890"/>
                </a:moveTo>
                <a:cubicBezTo>
                  <a:pt x="468218" y="75969"/>
                  <a:pt x="520703" y="89781"/>
                  <a:pt x="569964" y="114642"/>
                </a:cubicBezTo>
                <a:cubicBezTo>
                  <a:pt x="581935" y="120627"/>
                  <a:pt x="583316" y="126152"/>
                  <a:pt x="576410" y="137661"/>
                </a:cubicBezTo>
                <a:cubicBezTo>
                  <a:pt x="542801" y="194750"/>
                  <a:pt x="509653" y="251838"/>
                  <a:pt x="476505" y="309387"/>
                </a:cubicBezTo>
                <a:cubicBezTo>
                  <a:pt x="470980" y="319055"/>
                  <a:pt x="465456" y="321357"/>
                  <a:pt x="455327" y="316293"/>
                </a:cubicBezTo>
                <a:cubicBezTo>
                  <a:pt x="427704" y="303402"/>
                  <a:pt x="399620" y="303402"/>
                  <a:pt x="371996" y="315372"/>
                </a:cubicBezTo>
                <a:cubicBezTo>
                  <a:pt x="362328" y="319516"/>
                  <a:pt x="357264" y="317674"/>
                  <a:pt x="352199" y="308926"/>
                </a:cubicBezTo>
                <a:cubicBezTo>
                  <a:pt x="319051" y="250457"/>
                  <a:pt x="285443" y="191527"/>
                  <a:pt x="251834" y="133518"/>
                </a:cubicBezTo>
                <a:cubicBezTo>
                  <a:pt x="245389" y="122929"/>
                  <a:pt x="248612" y="118325"/>
                  <a:pt x="258280" y="113260"/>
                </a:cubicBezTo>
                <a:cubicBezTo>
                  <a:pt x="307542" y="89320"/>
                  <a:pt x="358185" y="75509"/>
                  <a:pt x="409288" y="76890"/>
                </a:cubicBezTo>
                <a:close/>
                <a:moveTo>
                  <a:pt x="415273" y="46963"/>
                </a:moveTo>
                <a:cubicBezTo>
                  <a:pt x="215003" y="46502"/>
                  <a:pt x="49262" y="211783"/>
                  <a:pt x="48802" y="412053"/>
                </a:cubicBezTo>
                <a:cubicBezTo>
                  <a:pt x="48802" y="615085"/>
                  <a:pt x="211320" y="778524"/>
                  <a:pt x="413892" y="778984"/>
                </a:cubicBezTo>
                <a:cubicBezTo>
                  <a:pt x="616464" y="778984"/>
                  <a:pt x="780824" y="616927"/>
                  <a:pt x="781284" y="415736"/>
                </a:cubicBezTo>
                <a:cubicBezTo>
                  <a:pt x="781744" y="212704"/>
                  <a:pt x="617845" y="47423"/>
                  <a:pt x="415273" y="46963"/>
                </a:cubicBezTo>
                <a:close/>
                <a:moveTo>
                  <a:pt x="416193" y="3"/>
                </a:moveTo>
                <a:cubicBezTo>
                  <a:pt x="644547" y="464"/>
                  <a:pt x="830084" y="186922"/>
                  <a:pt x="829624" y="415276"/>
                </a:cubicBezTo>
                <a:cubicBezTo>
                  <a:pt x="829164" y="642709"/>
                  <a:pt x="642245" y="828247"/>
                  <a:pt x="413431" y="827786"/>
                </a:cubicBezTo>
                <a:cubicBezTo>
                  <a:pt x="185537" y="827326"/>
                  <a:pt x="-460" y="640407"/>
                  <a:pt x="0" y="412053"/>
                </a:cubicBezTo>
                <a:cubicBezTo>
                  <a:pt x="921" y="183699"/>
                  <a:pt x="187379" y="-917"/>
                  <a:pt x="416193" y="3"/>
                </a:cubicBezTo>
                <a:close/>
              </a:path>
            </a:pathLst>
          </a:custGeom>
          <a:solidFill>
            <a:schemeClr val="accent4"/>
          </a:solidFill>
          <a:ln w="4596" cap="flat">
            <a:noFill/>
            <a:prstDash val="solid"/>
            <a:miter/>
          </a:ln>
        </p:spPr>
        <p:txBody>
          <a:bodyPr rtlCol="0" anchor="ctr"/>
          <a:lstStyle/>
          <a:p>
            <a:endParaRPr lang="en-US"/>
          </a:p>
        </p:txBody>
      </p:sp>
      <p:sp>
        <p:nvSpPr>
          <p:cNvPr id="11" name="Freeform: Shape 18">
            <a:extLst>
              <a:ext uri="{FF2B5EF4-FFF2-40B4-BE49-F238E27FC236}">
                <a16:creationId xmlns:a16="http://schemas.microsoft.com/office/drawing/2014/main" id="{AD20D370-06D5-48C1-9BED-DEE0337AB27A}"/>
              </a:ext>
            </a:extLst>
          </p:cNvPr>
          <p:cNvSpPr/>
          <p:nvPr/>
        </p:nvSpPr>
        <p:spPr>
          <a:xfrm>
            <a:off x="3957126" y="2742791"/>
            <a:ext cx="513982" cy="426212"/>
          </a:xfrm>
          <a:custGeom>
            <a:avLst/>
            <a:gdLst>
              <a:gd name="connsiteX0" fmla="*/ 652747 w 958519"/>
              <a:gd name="connsiteY0" fmla="*/ 294854 h 794837"/>
              <a:gd name="connsiteX1" fmla="*/ 846112 w 958519"/>
              <a:gd name="connsiteY1" fmla="*/ 294854 h 794837"/>
              <a:gd name="connsiteX2" fmla="*/ 866369 w 958519"/>
              <a:gd name="connsiteY2" fmla="*/ 313270 h 794837"/>
              <a:gd name="connsiteX3" fmla="*/ 892151 w 958519"/>
              <a:gd name="connsiteY3" fmla="*/ 514000 h 794837"/>
              <a:gd name="connsiteX4" fmla="*/ 864527 w 958519"/>
              <a:gd name="connsiteY4" fmla="*/ 544846 h 794837"/>
              <a:gd name="connsiteX5" fmla="*/ 764623 w 958519"/>
              <a:gd name="connsiteY5" fmla="*/ 545307 h 794837"/>
              <a:gd name="connsiteX6" fmla="*/ 664256 w 958519"/>
              <a:gd name="connsiteY6" fmla="*/ 545307 h 794837"/>
              <a:gd name="connsiteX7" fmla="*/ 644920 w 958519"/>
              <a:gd name="connsiteY7" fmla="*/ 526431 h 794837"/>
              <a:gd name="connsiteX8" fmla="*/ 641880 w 958519"/>
              <a:gd name="connsiteY8" fmla="*/ 465357 h 794837"/>
              <a:gd name="connsiteX9" fmla="*/ 629441 w 958519"/>
              <a:gd name="connsiteY9" fmla="*/ 467387 h 794837"/>
              <a:gd name="connsiteX10" fmla="*/ 616525 w 958519"/>
              <a:gd name="connsiteY10" fmla="*/ 466971 h 794837"/>
              <a:gd name="connsiteX11" fmla="*/ 619140 w 958519"/>
              <a:gd name="connsiteY11" fmla="*/ 519985 h 794837"/>
              <a:gd name="connsiteX12" fmla="*/ 594278 w 958519"/>
              <a:gd name="connsiteY12" fmla="*/ 545767 h 794837"/>
              <a:gd name="connsiteX13" fmla="*/ 481942 w 958519"/>
              <a:gd name="connsiteY13" fmla="*/ 545306 h 794837"/>
              <a:gd name="connsiteX14" fmla="*/ 369607 w 958519"/>
              <a:gd name="connsiteY14" fmla="*/ 545306 h 794837"/>
              <a:gd name="connsiteX15" fmla="*/ 345666 w 958519"/>
              <a:gd name="connsiteY15" fmla="*/ 521826 h 794837"/>
              <a:gd name="connsiteX16" fmla="*/ 355795 w 958519"/>
              <a:gd name="connsiteY16" fmla="*/ 313269 h 794837"/>
              <a:gd name="connsiteX17" fmla="*/ 374211 w 958519"/>
              <a:gd name="connsiteY17" fmla="*/ 295775 h 794837"/>
              <a:gd name="connsiteX18" fmla="*/ 590135 w 958519"/>
              <a:gd name="connsiteY18" fmla="*/ 295775 h 794837"/>
              <a:gd name="connsiteX19" fmla="*/ 609011 w 958519"/>
              <a:gd name="connsiteY19" fmla="*/ 314651 h 794837"/>
              <a:gd name="connsiteX20" fmla="*/ 616342 w 958519"/>
              <a:gd name="connsiteY20" fmla="*/ 463262 h 794837"/>
              <a:gd name="connsiteX21" fmla="*/ 641779 w 958519"/>
              <a:gd name="connsiteY21" fmla="*/ 463326 h 794837"/>
              <a:gd name="connsiteX22" fmla="*/ 634331 w 958519"/>
              <a:gd name="connsiteY22" fmla="*/ 313730 h 794837"/>
              <a:gd name="connsiteX23" fmla="*/ 652747 w 958519"/>
              <a:gd name="connsiteY23" fmla="*/ 294854 h 794837"/>
              <a:gd name="connsiteX24" fmla="*/ 115471 w 958519"/>
              <a:gd name="connsiteY24" fmla="*/ 294854 h 794837"/>
              <a:gd name="connsiteX25" fmla="*/ 310677 w 958519"/>
              <a:gd name="connsiteY25" fmla="*/ 294854 h 794837"/>
              <a:gd name="connsiteX26" fmla="*/ 330474 w 958519"/>
              <a:gd name="connsiteY26" fmla="*/ 316032 h 794837"/>
              <a:gd name="connsiteX27" fmla="*/ 320346 w 958519"/>
              <a:gd name="connsiteY27" fmla="*/ 519985 h 794837"/>
              <a:gd name="connsiteX28" fmla="*/ 295024 w 958519"/>
              <a:gd name="connsiteY28" fmla="*/ 545307 h 794837"/>
              <a:gd name="connsiteX29" fmla="*/ 196499 w 958519"/>
              <a:gd name="connsiteY29" fmla="*/ 545307 h 794837"/>
              <a:gd name="connsiteX30" fmla="*/ 96134 w 958519"/>
              <a:gd name="connsiteY30" fmla="*/ 545307 h 794837"/>
              <a:gd name="connsiteX31" fmla="*/ 68050 w 958519"/>
              <a:gd name="connsiteY31" fmla="*/ 514460 h 794837"/>
              <a:gd name="connsiteX32" fmla="*/ 93832 w 958519"/>
              <a:gd name="connsiteY32" fmla="*/ 315572 h 794837"/>
              <a:gd name="connsiteX33" fmla="*/ 115471 w 958519"/>
              <a:gd name="connsiteY33" fmla="*/ 294854 h 794837"/>
              <a:gd name="connsiteX34" fmla="*/ 644460 w 958519"/>
              <a:gd name="connsiteY34" fmla="*/ 61896 h 794837"/>
              <a:gd name="connsiteX35" fmla="*/ 804215 w 958519"/>
              <a:gd name="connsiteY35" fmla="*/ 62357 h 794837"/>
              <a:gd name="connsiteX36" fmla="*/ 836443 w 958519"/>
              <a:gd name="connsiteY36" fmla="*/ 90901 h 794837"/>
              <a:gd name="connsiteX37" fmla="*/ 857621 w 958519"/>
              <a:gd name="connsiteY37" fmla="*/ 251118 h 794837"/>
              <a:gd name="connsiteX38" fmla="*/ 841968 w 958519"/>
              <a:gd name="connsiteY38" fmla="*/ 268153 h 794837"/>
              <a:gd name="connsiteX39" fmla="*/ 745746 w 958519"/>
              <a:gd name="connsiteY39" fmla="*/ 268153 h 794837"/>
              <a:gd name="connsiteX40" fmla="*/ 650905 w 958519"/>
              <a:gd name="connsiteY40" fmla="*/ 268153 h 794837"/>
              <a:gd name="connsiteX41" fmla="*/ 631109 w 958519"/>
              <a:gd name="connsiteY41" fmla="*/ 249737 h 794837"/>
              <a:gd name="connsiteX42" fmla="*/ 623282 w 958519"/>
              <a:gd name="connsiteY42" fmla="*/ 83074 h 794837"/>
              <a:gd name="connsiteX43" fmla="*/ 644460 w 958519"/>
              <a:gd name="connsiteY43" fmla="*/ 61896 h 794837"/>
              <a:gd name="connsiteX44" fmla="*/ 390324 w 958519"/>
              <a:gd name="connsiteY44" fmla="*/ 61896 h 794837"/>
              <a:gd name="connsiteX45" fmla="*/ 574941 w 958519"/>
              <a:gd name="connsiteY45" fmla="*/ 61896 h 794837"/>
              <a:gd name="connsiteX46" fmla="*/ 597500 w 958519"/>
              <a:gd name="connsiteY46" fmla="*/ 83074 h 794837"/>
              <a:gd name="connsiteX47" fmla="*/ 605327 w 958519"/>
              <a:gd name="connsiteY47" fmla="*/ 247895 h 794837"/>
              <a:gd name="connsiteX48" fmla="*/ 584609 w 958519"/>
              <a:gd name="connsiteY48" fmla="*/ 268152 h 794837"/>
              <a:gd name="connsiteX49" fmla="*/ 483323 w 958519"/>
              <a:gd name="connsiteY49" fmla="*/ 268152 h 794837"/>
              <a:gd name="connsiteX50" fmla="*/ 377894 w 958519"/>
              <a:gd name="connsiteY50" fmla="*/ 268152 h 794837"/>
              <a:gd name="connsiteX51" fmla="*/ 359478 w 958519"/>
              <a:gd name="connsiteY51" fmla="*/ 249276 h 794837"/>
              <a:gd name="connsiteX52" fmla="*/ 367305 w 958519"/>
              <a:gd name="connsiteY52" fmla="*/ 82614 h 794837"/>
              <a:gd name="connsiteX53" fmla="*/ 390324 w 958519"/>
              <a:gd name="connsiteY53" fmla="*/ 61896 h 794837"/>
              <a:gd name="connsiteX54" fmla="*/ 152302 w 958519"/>
              <a:gd name="connsiteY54" fmla="*/ 61896 h 794837"/>
              <a:gd name="connsiteX55" fmla="*/ 324488 w 958519"/>
              <a:gd name="connsiteY55" fmla="*/ 61896 h 794837"/>
              <a:gd name="connsiteX56" fmla="*/ 341522 w 958519"/>
              <a:gd name="connsiteY56" fmla="*/ 80312 h 794837"/>
              <a:gd name="connsiteX57" fmla="*/ 333696 w 958519"/>
              <a:gd name="connsiteY57" fmla="*/ 250197 h 794837"/>
              <a:gd name="connsiteX58" fmla="*/ 314820 w 958519"/>
              <a:gd name="connsiteY58" fmla="*/ 267692 h 794837"/>
              <a:gd name="connsiteX59" fmla="*/ 216757 w 958519"/>
              <a:gd name="connsiteY59" fmla="*/ 268152 h 794837"/>
              <a:gd name="connsiteX60" fmla="*/ 121916 w 958519"/>
              <a:gd name="connsiteY60" fmla="*/ 268152 h 794837"/>
              <a:gd name="connsiteX61" fmla="*/ 102580 w 958519"/>
              <a:gd name="connsiteY61" fmla="*/ 247435 h 794837"/>
              <a:gd name="connsiteX62" fmla="*/ 123758 w 958519"/>
              <a:gd name="connsiteY62" fmla="*/ 87217 h 794837"/>
              <a:gd name="connsiteX63" fmla="*/ 152302 w 958519"/>
              <a:gd name="connsiteY63" fmla="*/ 61896 h 794837"/>
              <a:gd name="connsiteX64" fmla="*/ 136187 w 958519"/>
              <a:gd name="connsiteY64" fmla="*/ 41639 h 794837"/>
              <a:gd name="connsiteX65" fmla="*/ 101198 w 958519"/>
              <a:gd name="connsiteY65" fmla="*/ 71564 h 794837"/>
              <a:gd name="connsiteX66" fmla="*/ 86465 w 958519"/>
              <a:gd name="connsiteY66" fmla="*/ 182979 h 794837"/>
              <a:gd name="connsiteX67" fmla="*/ 43188 w 958519"/>
              <a:gd name="connsiteY67" fmla="*/ 523209 h 794837"/>
              <a:gd name="connsiteX68" fmla="*/ 80020 w 958519"/>
              <a:gd name="connsiteY68" fmla="*/ 563723 h 794837"/>
              <a:gd name="connsiteX69" fmla="*/ 479180 w 958519"/>
              <a:gd name="connsiteY69" fmla="*/ 563723 h 794837"/>
              <a:gd name="connsiteX70" fmla="*/ 887546 w 958519"/>
              <a:gd name="connsiteY70" fmla="*/ 563263 h 794837"/>
              <a:gd name="connsiteX71" fmla="*/ 917932 w 958519"/>
              <a:gd name="connsiteY71" fmla="*/ 530115 h 794837"/>
              <a:gd name="connsiteX72" fmla="*/ 859462 w 958519"/>
              <a:gd name="connsiteY72" fmla="*/ 73406 h 794837"/>
              <a:gd name="connsiteX73" fmla="*/ 824012 w 958519"/>
              <a:gd name="connsiteY73" fmla="*/ 41639 h 794837"/>
              <a:gd name="connsiteX74" fmla="*/ 136187 w 958519"/>
              <a:gd name="connsiteY74" fmla="*/ 41639 h 794837"/>
              <a:gd name="connsiteX75" fmla="*/ 130202 w 958519"/>
              <a:gd name="connsiteY75" fmla="*/ 204 h 794837"/>
              <a:gd name="connsiteX76" fmla="*/ 342903 w 958519"/>
              <a:gd name="connsiteY76" fmla="*/ 204 h 794837"/>
              <a:gd name="connsiteX77" fmla="*/ 819408 w 958519"/>
              <a:gd name="connsiteY77" fmla="*/ 204 h 794837"/>
              <a:gd name="connsiteX78" fmla="*/ 899976 w 958519"/>
              <a:gd name="connsiteY78" fmla="*/ 71564 h 794837"/>
              <a:gd name="connsiteX79" fmla="*/ 957986 w 958519"/>
              <a:gd name="connsiteY79" fmla="*/ 528272 h 794837"/>
              <a:gd name="connsiteX80" fmla="*/ 904120 w 958519"/>
              <a:gd name="connsiteY80" fmla="*/ 636003 h 794837"/>
              <a:gd name="connsiteX81" fmla="*/ 870051 w 958519"/>
              <a:gd name="connsiteY81" fmla="*/ 643369 h 794837"/>
              <a:gd name="connsiteX82" fmla="*/ 707533 w 958519"/>
              <a:gd name="connsiteY82" fmla="*/ 643369 h 794837"/>
              <a:gd name="connsiteX83" fmla="*/ 536728 w 958519"/>
              <a:gd name="connsiteY83" fmla="*/ 642909 h 794837"/>
              <a:gd name="connsiteX84" fmla="*/ 521995 w 958519"/>
              <a:gd name="connsiteY84" fmla="*/ 661325 h 794837"/>
              <a:gd name="connsiteX85" fmla="*/ 547317 w 958519"/>
              <a:gd name="connsiteY85" fmla="*/ 770898 h 794837"/>
              <a:gd name="connsiteX86" fmla="*/ 531203 w 958519"/>
              <a:gd name="connsiteY86" fmla="*/ 792996 h 794837"/>
              <a:gd name="connsiteX87" fmla="*/ 423932 w 958519"/>
              <a:gd name="connsiteY87" fmla="*/ 792536 h 794837"/>
              <a:gd name="connsiteX88" fmla="*/ 411962 w 958519"/>
              <a:gd name="connsiteY88" fmla="*/ 775502 h 794837"/>
              <a:gd name="connsiteX89" fmla="*/ 436823 w 958519"/>
              <a:gd name="connsiteY89" fmla="*/ 664087 h 794837"/>
              <a:gd name="connsiteX90" fmla="*/ 419789 w 958519"/>
              <a:gd name="connsiteY90" fmla="*/ 643369 h 794837"/>
              <a:gd name="connsiteX91" fmla="*/ 103039 w 958519"/>
              <a:gd name="connsiteY91" fmla="*/ 643369 h 794837"/>
              <a:gd name="connsiteX92" fmla="*/ 832 w 958519"/>
              <a:gd name="connsiteY92" fmla="*/ 528732 h 794837"/>
              <a:gd name="connsiteX93" fmla="*/ 60683 w 958519"/>
              <a:gd name="connsiteY93" fmla="*/ 59594 h 794837"/>
              <a:gd name="connsiteX94" fmla="*/ 130202 w 958519"/>
              <a:gd name="connsiteY94" fmla="*/ 204 h 794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958519" h="794837">
                <a:moveTo>
                  <a:pt x="652747" y="294854"/>
                </a:moveTo>
                <a:cubicBezTo>
                  <a:pt x="717201" y="295314"/>
                  <a:pt x="781657" y="295314"/>
                  <a:pt x="846112" y="294854"/>
                </a:cubicBezTo>
                <a:cubicBezTo>
                  <a:pt x="859463" y="294854"/>
                  <a:pt x="864527" y="300379"/>
                  <a:pt x="866369" y="313270"/>
                </a:cubicBezTo>
                <a:cubicBezTo>
                  <a:pt x="874656" y="380026"/>
                  <a:pt x="883864" y="446783"/>
                  <a:pt x="892151" y="514000"/>
                </a:cubicBezTo>
                <a:cubicBezTo>
                  <a:pt x="894913" y="534257"/>
                  <a:pt x="885705" y="544846"/>
                  <a:pt x="864527" y="544846"/>
                </a:cubicBezTo>
                <a:cubicBezTo>
                  <a:pt x="831379" y="545767"/>
                  <a:pt x="797771" y="545307"/>
                  <a:pt x="764623" y="545307"/>
                </a:cubicBezTo>
                <a:cubicBezTo>
                  <a:pt x="731014" y="545307"/>
                  <a:pt x="697865" y="544846"/>
                  <a:pt x="664256" y="545307"/>
                </a:cubicBezTo>
                <a:cubicBezTo>
                  <a:pt x="650445" y="545307"/>
                  <a:pt x="645380" y="539782"/>
                  <a:pt x="644920" y="526431"/>
                </a:cubicBezTo>
                <a:lnTo>
                  <a:pt x="641880" y="465357"/>
                </a:lnTo>
                <a:lnTo>
                  <a:pt x="629441" y="467387"/>
                </a:lnTo>
                <a:lnTo>
                  <a:pt x="616525" y="466971"/>
                </a:lnTo>
                <a:lnTo>
                  <a:pt x="619140" y="519985"/>
                </a:lnTo>
                <a:cubicBezTo>
                  <a:pt x="620521" y="544386"/>
                  <a:pt x="618679" y="545767"/>
                  <a:pt x="594278" y="545767"/>
                </a:cubicBezTo>
                <a:cubicBezTo>
                  <a:pt x="556987" y="545306"/>
                  <a:pt x="519235" y="545306"/>
                  <a:pt x="481942" y="545306"/>
                </a:cubicBezTo>
                <a:cubicBezTo>
                  <a:pt x="444650" y="545306"/>
                  <a:pt x="406898" y="545306"/>
                  <a:pt x="369607" y="545306"/>
                </a:cubicBezTo>
                <a:cubicBezTo>
                  <a:pt x="346587" y="545306"/>
                  <a:pt x="344746" y="543925"/>
                  <a:pt x="345666" y="521826"/>
                </a:cubicBezTo>
                <a:cubicBezTo>
                  <a:pt x="348889" y="452307"/>
                  <a:pt x="352572" y="382788"/>
                  <a:pt x="355795" y="313269"/>
                </a:cubicBezTo>
                <a:cubicBezTo>
                  <a:pt x="356255" y="300839"/>
                  <a:pt x="361320" y="295314"/>
                  <a:pt x="374211" y="295775"/>
                </a:cubicBezTo>
                <a:cubicBezTo>
                  <a:pt x="446031" y="296235"/>
                  <a:pt x="518314" y="296235"/>
                  <a:pt x="590135" y="295775"/>
                </a:cubicBezTo>
                <a:cubicBezTo>
                  <a:pt x="603946" y="295775"/>
                  <a:pt x="608550" y="301760"/>
                  <a:pt x="609011" y="314651"/>
                </a:cubicBezTo>
                <a:lnTo>
                  <a:pt x="616342" y="463262"/>
                </a:lnTo>
                <a:lnTo>
                  <a:pt x="641779" y="463326"/>
                </a:lnTo>
                <a:lnTo>
                  <a:pt x="634331" y="313730"/>
                </a:lnTo>
                <a:cubicBezTo>
                  <a:pt x="633410" y="299918"/>
                  <a:pt x="638935" y="294854"/>
                  <a:pt x="652747" y="294854"/>
                </a:cubicBezTo>
                <a:close/>
                <a:moveTo>
                  <a:pt x="115471" y="294854"/>
                </a:moveTo>
                <a:cubicBezTo>
                  <a:pt x="180386" y="295314"/>
                  <a:pt x="245762" y="295314"/>
                  <a:pt x="310677" y="294854"/>
                </a:cubicBezTo>
                <a:cubicBezTo>
                  <a:pt x="326331" y="294854"/>
                  <a:pt x="330934" y="300839"/>
                  <a:pt x="330474" y="316032"/>
                </a:cubicBezTo>
                <a:cubicBezTo>
                  <a:pt x="326791" y="383710"/>
                  <a:pt x="323568" y="451847"/>
                  <a:pt x="320346" y="519985"/>
                </a:cubicBezTo>
                <a:cubicBezTo>
                  <a:pt x="319425" y="543005"/>
                  <a:pt x="317583" y="545307"/>
                  <a:pt x="295024" y="545307"/>
                </a:cubicBezTo>
                <a:cubicBezTo>
                  <a:pt x="261876" y="545767"/>
                  <a:pt x="229187" y="545307"/>
                  <a:pt x="196499" y="545307"/>
                </a:cubicBezTo>
                <a:cubicBezTo>
                  <a:pt x="162891" y="545307"/>
                  <a:pt x="129743" y="545767"/>
                  <a:pt x="96134" y="545307"/>
                </a:cubicBezTo>
                <a:cubicBezTo>
                  <a:pt x="74496" y="545307"/>
                  <a:pt x="65288" y="535638"/>
                  <a:pt x="68050" y="514460"/>
                </a:cubicBezTo>
                <a:cubicBezTo>
                  <a:pt x="76337" y="448164"/>
                  <a:pt x="85545" y="381868"/>
                  <a:pt x="93832" y="315572"/>
                </a:cubicBezTo>
                <a:cubicBezTo>
                  <a:pt x="95674" y="301760"/>
                  <a:pt x="100278" y="294854"/>
                  <a:pt x="115471" y="294854"/>
                </a:cubicBezTo>
                <a:close/>
                <a:moveTo>
                  <a:pt x="644460" y="61896"/>
                </a:moveTo>
                <a:cubicBezTo>
                  <a:pt x="697865" y="62357"/>
                  <a:pt x="750810" y="61896"/>
                  <a:pt x="804215" y="62357"/>
                </a:cubicBezTo>
                <a:cubicBezTo>
                  <a:pt x="826314" y="62357"/>
                  <a:pt x="833681" y="68802"/>
                  <a:pt x="836443" y="90901"/>
                </a:cubicBezTo>
                <a:cubicBezTo>
                  <a:pt x="843809" y="144306"/>
                  <a:pt x="850255" y="197713"/>
                  <a:pt x="857621" y="251118"/>
                </a:cubicBezTo>
                <a:cubicBezTo>
                  <a:pt x="859462" y="264009"/>
                  <a:pt x="853938" y="268153"/>
                  <a:pt x="841968" y="268153"/>
                </a:cubicBezTo>
                <a:cubicBezTo>
                  <a:pt x="810201" y="268153"/>
                  <a:pt x="777973" y="268153"/>
                  <a:pt x="745746" y="268153"/>
                </a:cubicBezTo>
                <a:cubicBezTo>
                  <a:pt x="713979" y="268153"/>
                  <a:pt x="682672" y="267692"/>
                  <a:pt x="650905" y="268153"/>
                </a:cubicBezTo>
                <a:cubicBezTo>
                  <a:pt x="637554" y="268153"/>
                  <a:pt x="631569" y="263088"/>
                  <a:pt x="631109" y="249737"/>
                </a:cubicBezTo>
                <a:cubicBezTo>
                  <a:pt x="628807" y="194030"/>
                  <a:pt x="626505" y="138782"/>
                  <a:pt x="623282" y="83074"/>
                </a:cubicBezTo>
                <a:cubicBezTo>
                  <a:pt x="622361" y="66500"/>
                  <a:pt x="628807" y="61436"/>
                  <a:pt x="644460" y="61896"/>
                </a:cubicBezTo>
                <a:close/>
                <a:moveTo>
                  <a:pt x="390324" y="61896"/>
                </a:moveTo>
                <a:cubicBezTo>
                  <a:pt x="452016" y="62817"/>
                  <a:pt x="513249" y="62817"/>
                  <a:pt x="574941" y="61896"/>
                </a:cubicBezTo>
                <a:cubicBezTo>
                  <a:pt x="591055" y="61896"/>
                  <a:pt x="597040" y="67881"/>
                  <a:pt x="597500" y="83074"/>
                </a:cubicBezTo>
                <a:cubicBezTo>
                  <a:pt x="599802" y="137861"/>
                  <a:pt x="602564" y="193109"/>
                  <a:pt x="605327" y="247895"/>
                </a:cubicBezTo>
                <a:cubicBezTo>
                  <a:pt x="606247" y="263549"/>
                  <a:pt x="599802" y="268152"/>
                  <a:pt x="584609" y="268152"/>
                </a:cubicBezTo>
                <a:cubicBezTo>
                  <a:pt x="551461" y="267692"/>
                  <a:pt x="517392" y="268152"/>
                  <a:pt x="483323" y="268152"/>
                </a:cubicBezTo>
                <a:cubicBezTo>
                  <a:pt x="448333" y="268152"/>
                  <a:pt x="412883" y="267692"/>
                  <a:pt x="377894" y="268152"/>
                </a:cubicBezTo>
                <a:cubicBezTo>
                  <a:pt x="364082" y="268152"/>
                  <a:pt x="358557" y="263088"/>
                  <a:pt x="359478" y="249276"/>
                </a:cubicBezTo>
                <a:cubicBezTo>
                  <a:pt x="362240" y="193569"/>
                  <a:pt x="365003" y="138321"/>
                  <a:pt x="367305" y="82614"/>
                </a:cubicBezTo>
                <a:cubicBezTo>
                  <a:pt x="367765" y="66961"/>
                  <a:pt x="374671" y="61436"/>
                  <a:pt x="390324" y="61896"/>
                </a:cubicBezTo>
                <a:close/>
                <a:moveTo>
                  <a:pt x="152302" y="61896"/>
                </a:moveTo>
                <a:cubicBezTo>
                  <a:pt x="209851" y="61896"/>
                  <a:pt x="266939" y="61896"/>
                  <a:pt x="324488" y="61896"/>
                </a:cubicBezTo>
                <a:cubicBezTo>
                  <a:pt x="337379" y="61896"/>
                  <a:pt x="342443" y="67881"/>
                  <a:pt x="341522" y="80312"/>
                </a:cubicBezTo>
                <a:cubicBezTo>
                  <a:pt x="338760" y="136940"/>
                  <a:pt x="335998" y="193569"/>
                  <a:pt x="333696" y="250197"/>
                </a:cubicBezTo>
                <a:cubicBezTo>
                  <a:pt x="333235" y="262627"/>
                  <a:pt x="327711" y="267692"/>
                  <a:pt x="314820" y="267692"/>
                </a:cubicBezTo>
                <a:cubicBezTo>
                  <a:pt x="282592" y="268152"/>
                  <a:pt x="249905" y="268152"/>
                  <a:pt x="216757" y="268152"/>
                </a:cubicBezTo>
                <a:cubicBezTo>
                  <a:pt x="184990" y="268152"/>
                  <a:pt x="153683" y="267692"/>
                  <a:pt x="121916" y="268152"/>
                </a:cubicBezTo>
                <a:cubicBezTo>
                  <a:pt x="106723" y="268613"/>
                  <a:pt x="100738" y="263088"/>
                  <a:pt x="102580" y="247435"/>
                </a:cubicBezTo>
                <a:cubicBezTo>
                  <a:pt x="109946" y="194029"/>
                  <a:pt x="116852" y="140623"/>
                  <a:pt x="123758" y="87217"/>
                </a:cubicBezTo>
                <a:cubicBezTo>
                  <a:pt x="126060" y="71104"/>
                  <a:pt x="135267" y="61896"/>
                  <a:pt x="152302" y="61896"/>
                </a:cubicBezTo>
                <a:close/>
                <a:moveTo>
                  <a:pt x="136187" y="41639"/>
                </a:moveTo>
                <a:cubicBezTo>
                  <a:pt x="112247" y="41639"/>
                  <a:pt x="104420" y="48084"/>
                  <a:pt x="101198" y="71564"/>
                </a:cubicBezTo>
                <a:cubicBezTo>
                  <a:pt x="95673" y="108396"/>
                  <a:pt x="91069" y="145687"/>
                  <a:pt x="86465" y="182979"/>
                </a:cubicBezTo>
                <a:cubicBezTo>
                  <a:pt x="72193" y="296696"/>
                  <a:pt x="57461" y="409953"/>
                  <a:pt x="43188" y="523209"/>
                </a:cubicBezTo>
                <a:cubicBezTo>
                  <a:pt x="38584" y="556817"/>
                  <a:pt x="45951" y="563723"/>
                  <a:pt x="80020" y="563723"/>
                </a:cubicBezTo>
                <a:cubicBezTo>
                  <a:pt x="213073" y="563723"/>
                  <a:pt x="346125" y="563723"/>
                  <a:pt x="479180" y="563723"/>
                </a:cubicBezTo>
                <a:cubicBezTo>
                  <a:pt x="615455" y="563723"/>
                  <a:pt x="751270" y="563723"/>
                  <a:pt x="887546" y="563263"/>
                </a:cubicBezTo>
                <a:cubicBezTo>
                  <a:pt x="912407" y="563263"/>
                  <a:pt x="921155" y="554055"/>
                  <a:pt x="917932" y="530115"/>
                </a:cubicBezTo>
                <a:cubicBezTo>
                  <a:pt x="898595" y="377725"/>
                  <a:pt x="878799" y="225795"/>
                  <a:pt x="859462" y="73406"/>
                </a:cubicBezTo>
                <a:cubicBezTo>
                  <a:pt x="856240" y="49005"/>
                  <a:pt x="848413" y="41639"/>
                  <a:pt x="824012" y="41639"/>
                </a:cubicBezTo>
                <a:cubicBezTo>
                  <a:pt x="594738" y="41639"/>
                  <a:pt x="365463" y="41639"/>
                  <a:pt x="136187" y="41639"/>
                </a:cubicBezTo>
                <a:close/>
                <a:moveTo>
                  <a:pt x="130202" y="204"/>
                </a:moveTo>
                <a:cubicBezTo>
                  <a:pt x="201102" y="-257"/>
                  <a:pt x="272002" y="204"/>
                  <a:pt x="342903" y="204"/>
                </a:cubicBezTo>
                <a:cubicBezTo>
                  <a:pt x="501738" y="204"/>
                  <a:pt x="660573" y="204"/>
                  <a:pt x="819408" y="204"/>
                </a:cubicBezTo>
                <a:cubicBezTo>
                  <a:pt x="869130" y="204"/>
                  <a:pt x="893991" y="22302"/>
                  <a:pt x="899976" y="71564"/>
                </a:cubicBezTo>
                <a:cubicBezTo>
                  <a:pt x="919313" y="223954"/>
                  <a:pt x="938649" y="376343"/>
                  <a:pt x="957986" y="528272"/>
                </a:cubicBezTo>
                <a:cubicBezTo>
                  <a:pt x="962590" y="566024"/>
                  <a:pt x="936808" y="617588"/>
                  <a:pt x="904120" y="636003"/>
                </a:cubicBezTo>
                <a:cubicBezTo>
                  <a:pt x="893531" y="641988"/>
                  <a:pt x="882021" y="643369"/>
                  <a:pt x="870051" y="643369"/>
                </a:cubicBezTo>
                <a:cubicBezTo>
                  <a:pt x="816646" y="643369"/>
                  <a:pt x="761859" y="643369"/>
                  <a:pt x="707533" y="643369"/>
                </a:cubicBezTo>
                <a:cubicBezTo>
                  <a:pt x="650445" y="643369"/>
                  <a:pt x="593817" y="643830"/>
                  <a:pt x="536728" y="642909"/>
                </a:cubicBezTo>
                <a:cubicBezTo>
                  <a:pt x="521995" y="642909"/>
                  <a:pt x="518312" y="647053"/>
                  <a:pt x="521995" y="661325"/>
                </a:cubicBezTo>
                <a:cubicBezTo>
                  <a:pt x="530743" y="697696"/>
                  <a:pt x="538109" y="734527"/>
                  <a:pt x="547317" y="770898"/>
                </a:cubicBezTo>
                <a:cubicBezTo>
                  <a:pt x="551461" y="786551"/>
                  <a:pt x="546857" y="792076"/>
                  <a:pt x="531203" y="792996"/>
                </a:cubicBezTo>
                <a:cubicBezTo>
                  <a:pt x="495293" y="795298"/>
                  <a:pt x="459843" y="795759"/>
                  <a:pt x="423932" y="792536"/>
                </a:cubicBezTo>
                <a:cubicBezTo>
                  <a:pt x="411502" y="791615"/>
                  <a:pt x="409200" y="786551"/>
                  <a:pt x="411962" y="775502"/>
                </a:cubicBezTo>
                <a:cubicBezTo>
                  <a:pt x="420709" y="738210"/>
                  <a:pt x="428536" y="701379"/>
                  <a:pt x="436823" y="664087"/>
                </a:cubicBezTo>
                <a:cubicBezTo>
                  <a:pt x="441427" y="644290"/>
                  <a:pt x="440506" y="643369"/>
                  <a:pt x="419789" y="643369"/>
                </a:cubicBezTo>
                <a:cubicBezTo>
                  <a:pt x="314358" y="643369"/>
                  <a:pt x="208929" y="643369"/>
                  <a:pt x="103039" y="643369"/>
                </a:cubicBezTo>
                <a:cubicBezTo>
                  <a:pt x="41347" y="643369"/>
                  <a:pt x="-6994" y="589964"/>
                  <a:pt x="832" y="528732"/>
                </a:cubicBezTo>
                <a:cubicBezTo>
                  <a:pt x="20168" y="372199"/>
                  <a:pt x="40426" y="216127"/>
                  <a:pt x="60683" y="59594"/>
                </a:cubicBezTo>
                <a:cubicBezTo>
                  <a:pt x="65287" y="24144"/>
                  <a:pt x="93371" y="664"/>
                  <a:pt x="130202" y="204"/>
                </a:cubicBezTo>
                <a:close/>
              </a:path>
            </a:pathLst>
          </a:custGeom>
          <a:solidFill>
            <a:schemeClr val="accent1"/>
          </a:solidFill>
          <a:ln w="4596" cap="flat">
            <a:noFill/>
            <a:prstDash val="solid"/>
            <a:miter/>
          </a:ln>
        </p:spPr>
        <p:txBody>
          <a:bodyPr rtlCol="0" anchor="ctr"/>
          <a:lstStyle/>
          <a:p>
            <a:endParaRPr lang="en-US" dirty="0"/>
          </a:p>
        </p:txBody>
      </p:sp>
      <p:grpSp>
        <p:nvGrpSpPr>
          <p:cNvPr id="12" name="Group 19">
            <a:extLst>
              <a:ext uri="{FF2B5EF4-FFF2-40B4-BE49-F238E27FC236}">
                <a16:creationId xmlns:a16="http://schemas.microsoft.com/office/drawing/2014/main" id="{1776441C-9FDB-4CD0-8DA7-B06F3189021E}"/>
              </a:ext>
            </a:extLst>
          </p:cNvPr>
          <p:cNvGrpSpPr/>
          <p:nvPr/>
        </p:nvGrpSpPr>
        <p:grpSpPr>
          <a:xfrm>
            <a:off x="822639" y="4461154"/>
            <a:ext cx="2383745" cy="1747998"/>
            <a:chOff x="3926520" y="4320643"/>
            <a:chExt cx="2383745" cy="1747998"/>
          </a:xfrm>
        </p:grpSpPr>
        <p:grpSp>
          <p:nvGrpSpPr>
            <p:cNvPr id="13" name="Group 20">
              <a:extLst>
                <a:ext uri="{FF2B5EF4-FFF2-40B4-BE49-F238E27FC236}">
                  <a16:creationId xmlns:a16="http://schemas.microsoft.com/office/drawing/2014/main" id="{1AC521F6-3FFB-49E3-AF8D-EDDE7CAB8176}"/>
                </a:ext>
              </a:extLst>
            </p:cNvPr>
            <p:cNvGrpSpPr/>
            <p:nvPr/>
          </p:nvGrpSpPr>
          <p:grpSpPr>
            <a:xfrm>
              <a:off x="3937346" y="4320643"/>
              <a:ext cx="2372919" cy="510778"/>
              <a:chOff x="8082213" y="4706509"/>
              <a:chExt cx="3183338" cy="510778"/>
            </a:xfrm>
          </p:grpSpPr>
          <p:sp>
            <p:nvSpPr>
              <p:cNvPr id="15" name="TextBox 14">
                <a:extLst>
                  <a:ext uri="{FF2B5EF4-FFF2-40B4-BE49-F238E27FC236}">
                    <a16:creationId xmlns:a16="http://schemas.microsoft.com/office/drawing/2014/main" id="{7C499834-37FF-4208-9597-1143D742E083}"/>
                  </a:ext>
                </a:extLst>
              </p:cNvPr>
              <p:cNvSpPr txBox="1"/>
              <p:nvPr/>
            </p:nvSpPr>
            <p:spPr>
              <a:xfrm>
                <a:off x="8114506" y="4758115"/>
                <a:ext cx="3151045" cy="306467"/>
              </a:xfrm>
              <a:prstGeom prst="roundRect">
                <a:avLst/>
              </a:prstGeom>
              <a:solidFill>
                <a:schemeClr val="accent4"/>
              </a:solidFill>
              <a:ln>
                <a:noFill/>
              </a:ln>
            </p:spPr>
            <p:txBody>
              <a:bodyPr wrap="square" rtlCol="0">
                <a:spAutoFit/>
              </a:bodyPr>
              <a:lstStyle/>
              <a:p>
                <a:endParaRPr lang="ko-KR" altLang="en-US" sz="1200" b="1" dirty="0">
                  <a:solidFill>
                    <a:schemeClr val="accent1"/>
                  </a:solidFill>
                  <a:cs typeface="Arial" pitchFamily="34" charset="0"/>
                </a:endParaRPr>
              </a:p>
            </p:txBody>
          </p:sp>
          <p:sp>
            <p:nvSpPr>
              <p:cNvPr id="16" name="TextBox 15">
                <a:extLst>
                  <a:ext uri="{FF2B5EF4-FFF2-40B4-BE49-F238E27FC236}">
                    <a16:creationId xmlns:a16="http://schemas.microsoft.com/office/drawing/2014/main" id="{FA390103-58D1-451A-A709-8B667D536170}"/>
                  </a:ext>
                </a:extLst>
              </p:cNvPr>
              <p:cNvSpPr txBox="1"/>
              <p:nvPr/>
            </p:nvSpPr>
            <p:spPr>
              <a:xfrm>
                <a:off x="8082213" y="4706509"/>
                <a:ext cx="3151045" cy="510778"/>
              </a:xfrm>
              <a:prstGeom prst="roundRect">
                <a:avLst/>
              </a:prstGeom>
              <a:solidFill>
                <a:schemeClr val="bg1"/>
              </a:solidFill>
              <a:ln w="12700">
                <a:solidFill>
                  <a:schemeClr val="accent4"/>
                </a:solidFill>
              </a:ln>
            </p:spPr>
            <p:txBody>
              <a:bodyPr wrap="square" rtlCol="0">
                <a:spAutoFit/>
              </a:bodyPr>
              <a:lstStyle/>
              <a:p>
                <a:r>
                  <a:rPr lang="en-US" altLang="ko-KR" sz="1200" b="1" dirty="0" smtClean="0">
                    <a:solidFill>
                      <a:schemeClr val="accent4"/>
                    </a:solidFill>
                    <a:cs typeface="Arial" pitchFamily="34" charset="0"/>
                  </a:rPr>
                  <a:t>Matching team skills and coordination</a:t>
                </a:r>
                <a:endParaRPr lang="ko-KR" altLang="en-US" sz="1200" b="1" dirty="0">
                  <a:solidFill>
                    <a:schemeClr val="accent4"/>
                  </a:solidFill>
                  <a:cs typeface="Arial" pitchFamily="34" charset="0"/>
                </a:endParaRPr>
              </a:p>
            </p:txBody>
          </p:sp>
        </p:grpSp>
        <p:sp>
          <p:nvSpPr>
            <p:cNvPr id="14" name="TextBox 13">
              <a:extLst>
                <a:ext uri="{FF2B5EF4-FFF2-40B4-BE49-F238E27FC236}">
                  <a16:creationId xmlns:a16="http://schemas.microsoft.com/office/drawing/2014/main" id="{3A21B8AB-4E8E-470E-BEC8-ACA7AA69DAEE}"/>
                </a:ext>
              </a:extLst>
            </p:cNvPr>
            <p:cNvSpPr txBox="1"/>
            <p:nvPr/>
          </p:nvSpPr>
          <p:spPr>
            <a:xfrm>
              <a:off x="3926520" y="5052978"/>
              <a:ext cx="2348848" cy="1015663"/>
            </a:xfrm>
            <a:prstGeom prst="rect">
              <a:avLst/>
            </a:prstGeom>
            <a:noFill/>
          </p:spPr>
          <p:txBody>
            <a:bodyPr wrap="square" rtlCol="0">
              <a:spAutoFit/>
            </a:bodyPr>
            <a:lstStyle/>
            <a:p>
              <a:r>
                <a:rPr lang="en-GB" sz="1200" dirty="0"/>
                <a:t>With multiple team members working simultaneously, integrating everyone's contributions efficiently </a:t>
              </a:r>
              <a:r>
                <a:rPr lang="en-GB" sz="1200" dirty="0" smtClean="0"/>
                <a:t>was challenging</a:t>
              </a:r>
              <a:endParaRPr lang="ko-KR" altLang="en-US" sz="1200" dirty="0">
                <a:solidFill>
                  <a:schemeClr val="tx1">
                    <a:lumMod val="75000"/>
                    <a:lumOff val="25000"/>
                  </a:schemeClr>
                </a:solidFill>
                <a:cs typeface="Arial" pitchFamily="34" charset="0"/>
              </a:endParaRPr>
            </a:p>
          </p:txBody>
        </p:sp>
      </p:grpSp>
      <p:grpSp>
        <p:nvGrpSpPr>
          <p:cNvPr id="17" name="Group 24">
            <a:extLst>
              <a:ext uri="{FF2B5EF4-FFF2-40B4-BE49-F238E27FC236}">
                <a16:creationId xmlns:a16="http://schemas.microsoft.com/office/drawing/2014/main" id="{B1C2204C-8FE4-4D1E-80A6-BFF183E81800}"/>
              </a:ext>
            </a:extLst>
          </p:cNvPr>
          <p:cNvGrpSpPr/>
          <p:nvPr/>
        </p:nvGrpSpPr>
        <p:grpSpPr>
          <a:xfrm>
            <a:off x="8974340" y="4419513"/>
            <a:ext cx="2395022" cy="1604972"/>
            <a:chOff x="3915243" y="1720430"/>
            <a:chExt cx="2395022" cy="1604972"/>
          </a:xfrm>
        </p:grpSpPr>
        <p:grpSp>
          <p:nvGrpSpPr>
            <p:cNvPr id="18" name="Group 25">
              <a:extLst>
                <a:ext uri="{FF2B5EF4-FFF2-40B4-BE49-F238E27FC236}">
                  <a16:creationId xmlns:a16="http://schemas.microsoft.com/office/drawing/2014/main" id="{FF2F36CD-F8E0-4411-A465-85759A19F6ED}"/>
                </a:ext>
              </a:extLst>
            </p:cNvPr>
            <p:cNvGrpSpPr/>
            <p:nvPr/>
          </p:nvGrpSpPr>
          <p:grpSpPr>
            <a:xfrm>
              <a:off x="3937346" y="1720430"/>
              <a:ext cx="2372919" cy="358073"/>
              <a:chOff x="8082213" y="1735109"/>
              <a:chExt cx="3183338" cy="358073"/>
            </a:xfrm>
          </p:grpSpPr>
          <p:sp>
            <p:nvSpPr>
              <p:cNvPr id="20" name="TextBox 19">
                <a:extLst>
                  <a:ext uri="{FF2B5EF4-FFF2-40B4-BE49-F238E27FC236}">
                    <a16:creationId xmlns:a16="http://schemas.microsoft.com/office/drawing/2014/main" id="{5678BEAF-181B-4F7A-86B4-BEA00ABB6C16}"/>
                  </a:ext>
                </a:extLst>
              </p:cNvPr>
              <p:cNvSpPr txBox="1"/>
              <p:nvPr/>
            </p:nvSpPr>
            <p:spPr>
              <a:xfrm>
                <a:off x="8114506" y="1786715"/>
                <a:ext cx="3151045" cy="306467"/>
              </a:xfrm>
              <a:prstGeom prst="roundRect">
                <a:avLst/>
              </a:prstGeom>
              <a:solidFill>
                <a:schemeClr val="accent3"/>
              </a:solidFill>
              <a:ln>
                <a:noFill/>
              </a:ln>
            </p:spPr>
            <p:txBody>
              <a:bodyPr wrap="square" rtlCol="0">
                <a:spAutoFit/>
              </a:bodyPr>
              <a:lstStyle/>
              <a:p>
                <a:endParaRPr lang="ko-KR" altLang="en-US" sz="1200" b="1" dirty="0">
                  <a:solidFill>
                    <a:schemeClr val="accent1"/>
                  </a:solidFill>
                  <a:cs typeface="Arial" pitchFamily="34" charset="0"/>
                </a:endParaRPr>
              </a:p>
            </p:txBody>
          </p:sp>
          <p:sp>
            <p:nvSpPr>
              <p:cNvPr id="21" name="TextBox 20">
                <a:extLst>
                  <a:ext uri="{FF2B5EF4-FFF2-40B4-BE49-F238E27FC236}">
                    <a16:creationId xmlns:a16="http://schemas.microsoft.com/office/drawing/2014/main" id="{9ACF474A-E8FA-4A89-AB14-5080AC592CA4}"/>
                  </a:ext>
                </a:extLst>
              </p:cNvPr>
              <p:cNvSpPr txBox="1"/>
              <p:nvPr/>
            </p:nvSpPr>
            <p:spPr>
              <a:xfrm>
                <a:off x="8082213" y="1735109"/>
                <a:ext cx="3151045" cy="306467"/>
              </a:xfrm>
              <a:prstGeom prst="roundRect">
                <a:avLst/>
              </a:prstGeom>
              <a:solidFill>
                <a:schemeClr val="bg1"/>
              </a:solidFill>
              <a:ln w="12700">
                <a:solidFill>
                  <a:schemeClr val="accent3"/>
                </a:solidFill>
              </a:ln>
            </p:spPr>
            <p:txBody>
              <a:bodyPr wrap="square" rtlCol="0">
                <a:spAutoFit/>
              </a:bodyPr>
              <a:lstStyle/>
              <a:p>
                <a:r>
                  <a:rPr lang="en-US" altLang="ko-KR" sz="1200" b="1" dirty="0" smtClean="0">
                    <a:solidFill>
                      <a:schemeClr val="accent3"/>
                    </a:solidFill>
                    <a:cs typeface="Arial" pitchFamily="34" charset="0"/>
                  </a:rPr>
                  <a:t>Designing for Scale</a:t>
                </a:r>
                <a:endParaRPr lang="ko-KR" altLang="en-US" sz="1200" b="1" dirty="0">
                  <a:solidFill>
                    <a:schemeClr val="accent3"/>
                  </a:solidFill>
                  <a:cs typeface="Arial" pitchFamily="34" charset="0"/>
                </a:endParaRPr>
              </a:p>
            </p:txBody>
          </p:sp>
        </p:grpSp>
        <p:sp>
          <p:nvSpPr>
            <p:cNvPr id="19" name="TextBox 18">
              <a:extLst>
                <a:ext uri="{FF2B5EF4-FFF2-40B4-BE49-F238E27FC236}">
                  <a16:creationId xmlns:a16="http://schemas.microsoft.com/office/drawing/2014/main" id="{42B52076-0056-4A44-8EE5-0722450DC8F1}"/>
                </a:ext>
              </a:extLst>
            </p:cNvPr>
            <p:cNvSpPr txBox="1"/>
            <p:nvPr/>
          </p:nvSpPr>
          <p:spPr>
            <a:xfrm>
              <a:off x="3915243" y="2309739"/>
              <a:ext cx="2348848" cy="1015663"/>
            </a:xfrm>
            <a:prstGeom prst="rect">
              <a:avLst/>
            </a:prstGeom>
            <a:noFill/>
          </p:spPr>
          <p:txBody>
            <a:bodyPr wrap="square" rtlCol="0">
              <a:spAutoFit/>
            </a:bodyPr>
            <a:lstStyle/>
            <a:p>
              <a:r>
                <a:rPr lang="en-GB" sz="1200" dirty="0"/>
                <a:t>The platform is intended for a national competition with many users, but a full-scale implementation was not feasible within the hackathon.</a:t>
              </a:r>
              <a:endParaRPr lang="ko-KR" altLang="en-US" sz="1200" dirty="0">
                <a:solidFill>
                  <a:schemeClr val="tx1">
                    <a:lumMod val="75000"/>
                    <a:lumOff val="25000"/>
                  </a:schemeClr>
                </a:solidFill>
                <a:cs typeface="Arial" pitchFamily="34" charset="0"/>
              </a:endParaRPr>
            </a:p>
          </p:txBody>
        </p:sp>
      </p:grpSp>
      <p:grpSp>
        <p:nvGrpSpPr>
          <p:cNvPr id="22" name="Group 29">
            <a:extLst>
              <a:ext uri="{FF2B5EF4-FFF2-40B4-BE49-F238E27FC236}">
                <a16:creationId xmlns:a16="http://schemas.microsoft.com/office/drawing/2014/main" id="{F3AC6E7E-1DDC-4DF3-8EE2-885995285A17}"/>
              </a:ext>
            </a:extLst>
          </p:cNvPr>
          <p:cNvGrpSpPr/>
          <p:nvPr/>
        </p:nvGrpSpPr>
        <p:grpSpPr>
          <a:xfrm>
            <a:off x="8996443" y="1748162"/>
            <a:ext cx="2381142" cy="1090408"/>
            <a:chOff x="862040" y="4320645"/>
            <a:chExt cx="2381142" cy="1090408"/>
          </a:xfrm>
        </p:grpSpPr>
        <p:grpSp>
          <p:nvGrpSpPr>
            <p:cNvPr id="23" name="Group 30">
              <a:extLst>
                <a:ext uri="{FF2B5EF4-FFF2-40B4-BE49-F238E27FC236}">
                  <a16:creationId xmlns:a16="http://schemas.microsoft.com/office/drawing/2014/main" id="{D590984A-2F4D-4AE4-B1D6-576BDC2A1690}"/>
                </a:ext>
              </a:extLst>
            </p:cNvPr>
            <p:cNvGrpSpPr/>
            <p:nvPr/>
          </p:nvGrpSpPr>
          <p:grpSpPr>
            <a:xfrm>
              <a:off x="862040" y="4320645"/>
              <a:ext cx="2372919" cy="358073"/>
              <a:chOff x="869475" y="4706511"/>
              <a:chExt cx="3183338" cy="358073"/>
            </a:xfrm>
          </p:grpSpPr>
          <p:sp>
            <p:nvSpPr>
              <p:cNvPr id="25" name="TextBox 24">
                <a:extLst>
                  <a:ext uri="{FF2B5EF4-FFF2-40B4-BE49-F238E27FC236}">
                    <a16:creationId xmlns:a16="http://schemas.microsoft.com/office/drawing/2014/main" id="{B502E72C-C08D-4C52-955A-F82E726334C1}"/>
                  </a:ext>
                </a:extLst>
              </p:cNvPr>
              <p:cNvSpPr txBox="1"/>
              <p:nvPr/>
            </p:nvSpPr>
            <p:spPr>
              <a:xfrm>
                <a:off x="901768" y="4758117"/>
                <a:ext cx="3151045" cy="306467"/>
              </a:xfrm>
              <a:prstGeom prst="roundRect">
                <a:avLst/>
              </a:prstGeom>
              <a:solidFill>
                <a:schemeClr val="accent2"/>
              </a:solidFill>
              <a:ln>
                <a:noFill/>
              </a:ln>
            </p:spPr>
            <p:txBody>
              <a:bodyPr wrap="square" rtlCol="0">
                <a:spAutoFit/>
              </a:bodyPr>
              <a:lstStyle/>
              <a:p>
                <a:endParaRPr lang="ko-KR" altLang="en-US" sz="1200" b="1" dirty="0">
                  <a:solidFill>
                    <a:schemeClr val="accent1"/>
                  </a:solidFill>
                  <a:cs typeface="Arial" pitchFamily="34" charset="0"/>
                </a:endParaRPr>
              </a:p>
            </p:txBody>
          </p:sp>
          <p:sp>
            <p:nvSpPr>
              <p:cNvPr id="26" name="TextBox 25">
                <a:extLst>
                  <a:ext uri="{FF2B5EF4-FFF2-40B4-BE49-F238E27FC236}">
                    <a16:creationId xmlns:a16="http://schemas.microsoft.com/office/drawing/2014/main" id="{4DDB94B1-BA03-4254-875A-8BC4A6E5DE31}"/>
                  </a:ext>
                </a:extLst>
              </p:cNvPr>
              <p:cNvSpPr txBox="1"/>
              <p:nvPr/>
            </p:nvSpPr>
            <p:spPr>
              <a:xfrm>
                <a:off x="869475" y="4706511"/>
                <a:ext cx="3151045" cy="306467"/>
              </a:xfrm>
              <a:prstGeom prst="roundRect">
                <a:avLst/>
              </a:prstGeom>
              <a:solidFill>
                <a:schemeClr val="bg1"/>
              </a:solidFill>
              <a:ln w="12700">
                <a:solidFill>
                  <a:schemeClr val="accent2"/>
                </a:solidFill>
              </a:ln>
            </p:spPr>
            <p:txBody>
              <a:bodyPr wrap="square" rtlCol="0">
                <a:spAutoFit/>
              </a:bodyPr>
              <a:lstStyle/>
              <a:p>
                <a:r>
                  <a:rPr lang="en-US" altLang="ko-KR" sz="1200" b="1" dirty="0" smtClean="0">
                    <a:solidFill>
                      <a:schemeClr val="accent2"/>
                    </a:solidFill>
                    <a:cs typeface="Arial" pitchFamily="34" charset="0"/>
                  </a:rPr>
                  <a:t>Limited Development time</a:t>
                </a:r>
                <a:endParaRPr lang="ko-KR" altLang="en-US" sz="1200" b="1" dirty="0">
                  <a:solidFill>
                    <a:schemeClr val="accent2"/>
                  </a:solidFill>
                  <a:cs typeface="Arial" pitchFamily="34" charset="0"/>
                </a:endParaRPr>
              </a:p>
            </p:txBody>
          </p:sp>
        </p:grpSp>
        <p:sp>
          <p:nvSpPr>
            <p:cNvPr id="24" name="TextBox 23">
              <a:extLst>
                <a:ext uri="{FF2B5EF4-FFF2-40B4-BE49-F238E27FC236}">
                  <a16:creationId xmlns:a16="http://schemas.microsoft.com/office/drawing/2014/main" id="{E33BD4F4-A8F1-4910-AAFF-BEDF43961E7A}"/>
                </a:ext>
              </a:extLst>
            </p:cNvPr>
            <p:cNvSpPr txBox="1"/>
            <p:nvPr/>
          </p:nvSpPr>
          <p:spPr>
            <a:xfrm>
              <a:off x="894334" y="4764722"/>
              <a:ext cx="2348848" cy="646331"/>
            </a:xfrm>
            <a:prstGeom prst="rect">
              <a:avLst/>
            </a:prstGeom>
            <a:noFill/>
          </p:spPr>
          <p:txBody>
            <a:bodyPr wrap="square" rtlCol="0">
              <a:spAutoFit/>
            </a:bodyPr>
            <a:lstStyle/>
            <a:p>
              <a:r>
                <a:rPr lang="en-GB" sz="1200" dirty="0"/>
                <a:t>The hackathon allowed </a:t>
              </a:r>
              <a:r>
                <a:rPr lang="en-GB" sz="1200" dirty="0" smtClean="0"/>
                <a:t>limited time to </a:t>
              </a:r>
              <a:r>
                <a:rPr lang="en-GB" sz="1200" dirty="0"/>
                <a:t>design, develop, and prepare a working solution.</a:t>
              </a:r>
              <a:endParaRPr lang="ko-KR" altLang="en-US" sz="1200" dirty="0">
                <a:solidFill>
                  <a:schemeClr val="tx1">
                    <a:lumMod val="75000"/>
                    <a:lumOff val="25000"/>
                  </a:schemeClr>
                </a:solidFill>
                <a:cs typeface="Arial" pitchFamily="34" charset="0"/>
              </a:endParaRPr>
            </a:p>
          </p:txBody>
        </p:sp>
      </p:grpSp>
      <p:grpSp>
        <p:nvGrpSpPr>
          <p:cNvPr id="27" name="Group 34">
            <a:extLst>
              <a:ext uri="{FF2B5EF4-FFF2-40B4-BE49-F238E27FC236}">
                <a16:creationId xmlns:a16="http://schemas.microsoft.com/office/drawing/2014/main" id="{44066BC8-2A53-49CB-BDAF-9487C1D921DD}"/>
              </a:ext>
            </a:extLst>
          </p:cNvPr>
          <p:cNvGrpSpPr/>
          <p:nvPr/>
        </p:nvGrpSpPr>
        <p:grpSpPr>
          <a:xfrm>
            <a:off x="833465" y="1802893"/>
            <a:ext cx="2381142" cy="1090408"/>
            <a:chOff x="862040" y="1720432"/>
            <a:chExt cx="2381142" cy="1090408"/>
          </a:xfrm>
        </p:grpSpPr>
        <p:grpSp>
          <p:nvGrpSpPr>
            <p:cNvPr id="28" name="Group 35">
              <a:extLst>
                <a:ext uri="{FF2B5EF4-FFF2-40B4-BE49-F238E27FC236}">
                  <a16:creationId xmlns:a16="http://schemas.microsoft.com/office/drawing/2014/main" id="{2278A094-DE26-4950-B504-A5F90374C652}"/>
                </a:ext>
              </a:extLst>
            </p:cNvPr>
            <p:cNvGrpSpPr/>
            <p:nvPr/>
          </p:nvGrpSpPr>
          <p:grpSpPr>
            <a:xfrm>
              <a:off x="862040" y="1720432"/>
              <a:ext cx="2372919" cy="358073"/>
              <a:chOff x="869475" y="1735111"/>
              <a:chExt cx="3183338" cy="358073"/>
            </a:xfrm>
          </p:grpSpPr>
          <p:sp>
            <p:nvSpPr>
              <p:cNvPr id="30" name="TextBox 29">
                <a:extLst>
                  <a:ext uri="{FF2B5EF4-FFF2-40B4-BE49-F238E27FC236}">
                    <a16:creationId xmlns:a16="http://schemas.microsoft.com/office/drawing/2014/main" id="{ED4EDA96-DA55-4F61-9564-D846F9E91540}"/>
                  </a:ext>
                </a:extLst>
              </p:cNvPr>
              <p:cNvSpPr txBox="1"/>
              <p:nvPr/>
            </p:nvSpPr>
            <p:spPr>
              <a:xfrm>
                <a:off x="901768" y="1786717"/>
                <a:ext cx="3151045" cy="306467"/>
              </a:xfrm>
              <a:prstGeom prst="roundRect">
                <a:avLst/>
              </a:prstGeom>
              <a:solidFill>
                <a:schemeClr val="accent1"/>
              </a:solidFill>
              <a:ln>
                <a:noFill/>
              </a:ln>
            </p:spPr>
            <p:txBody>
              <a:bodyPr wrap="square" rtlCol="0">
                <a:spAutoFit/>
              </a:bodyPr>
              <a:lstStyle/>
              <a:p>
                <a:endParaRPr lang="ko-KR" altLang="en-US" sz="1200" b="1" dirty="0">
                  <a:solidFill>
                    <a:schemeClr val="accent1"/>
                  </a:solidFill>
                  <a:cs typeface="Arial" pitchFamily="34" charset="0"/>
                </a:endParaRPr>
              </a:p>
            </p:txBody>
          </p:sp>
          <p:sp>
            <p:nvSpPr>
              <p:cNvPr id="31" name="TextBox 30">
                <a:extLst>
                  <a:ext uri="{FF2B5EF4-FFF2-40B4-BE49-F238E27FC236}">
                    <a16:creationId xmlns:a16="http://schemas.microsoft.com/office/drawing/2014/main" id="{E5B438F8-C542-494D-A9AA-8F0A3627B478}"/>
                  </a:ext>
                </a:extLst>
              </p:cNvPr>
              <p:cNvSpPr txBox="1"/>
              <p:nvPr/>
            </p:nvSpPr>
            <p:spPr>
              <a:xfrm>
                <a:off x="869475" y="1735111"/>
                <a:ext cx="3151045" cy="306467"/>
              </a:xfrm>
              <a:prstGeom prst="roundRect">
                <a:avLst/>
              </a:prstGeom>
              <a:solidFill>
                <a:schemeClr val="bg1"/>
              </a:solidFill>
              <a:ln w="12700">
                <a:solidFill>
                  <a:schemeClr val="accent1"/>
                </a:solidFill>
              </a:ln>
            </p:spPr>
            <p:txBody>
              <a:bodyPr wrap="square" rtlCol="0">
                <a:spAutoFit/>
              </a:bodyPr>
              <a:lstStyle/>
              <a:p>
                <a:r>
                  <a:rPr lang="en-US" altLang="ko-KR" sz="1200" b="1" dirty="0" smtClean="0">
                    <a:solidFill>
                      <a:schemeClr val="accent1"/>
                    </a:solidFill>
                    <a:cs typeface="Arial" pitchFamily="34" charset="0"/>
                  </a:rPr>
                  <a:t>Limited Coding Experience</a:t>
                </a:r>
                <a:endParaRPr lang="ko-KR" altLang="en-US" sz="1200" b="1" dirty="0">
                  <a:solidFill>
                    <a:schemeClr val="accent1"/>
                  </a:solidFill>
                  <a:cs typeface="Arial" pitchFamily="34" charset="0"/>
                </a:endParaRPr>
              </a:p>
            </p:txBody>
          </p:sp>
        </p:grpSp>
        <p:sp>
          <p:nvSpPr>
            <p:cNvPr id="29" name="TextBox 28">
              <a:extLst>
                <a:ext uri="{FF2B5EF4-FFF2-40B4-BE49-F238E27FC236}">
                  <a16:creationId xmlns:a16="http://schemas.microsoft.com/office/drawing/2014/main" id="{BC25D698-ED90-4EF7-91E8-02A049D26382}"/>
                </a:ext>
              </a:extLst>
            </p:cNvPr>
            <p:cNvSpPr txBox="1"/>
            <p:nvPr/>
          </p:nvSpPr>
          <p:spPr>
            <a:xfrm>
              <a:off x="894334" y="2164509"/>
              <a:ext cx="2348848" cy="646331"/>
            </a:xfrm>
            <a:prstGeom prst="rect">
              <a:avLst/>
            </a:prstGeom>
            <a:noFill/>
          </p:spPr>
          <p:txBody>
            <a:bodyPr wrap="square" rtlCol="0">
              <a:spAutoFit/>
            </a:bodyPr>
            <a:lstStyle/>
            <a:p>
              <a:r>
                <a:rPr lang="en-GB" sz="1200" dirty="0"/>
                <a:t>Not all team members had extensive experience with web application development</a:t>
              </a:r>
              <a:endParaRPr lang="ko-KR" altLang="en-US" sz="1200" dirty="0">
                <a:solidFill>
                  <a:schemeClr val="tx1">
                    <a:lumMod val="75000"/>
                    <a:lumOff val="25000"/>
                  </a:schemeClr>
                </a:solidFill>
                <a:cs typeface="Arial" pitchFamily="34" charset="0"/>
              </a:endParaRPr>
            </a:p>
          </p:txBody>
        </p:sp>
      </p:grpSp>
      <p:grpSp>
        <p:nvGrpSpPr>
          <p:cNvPr id="32" name="Group 1">
            <a:extLst>
              <a:ext uri="{FF2B5EF4-FFF2-40B4-BE49-F238E27FC236}">
                <a16:creationId xmlns:a16="http://schemas.microsoft.com/office/drawing/2014/main" id="{C17E3C1C-6A71-45C5-A602-5E681EBCBA21}"/>
              </a:ext>
            </a:extLst>
          </p:cNvPr>
          <p:cNvGrpSpPr/>
          <p:nvPr/>
        </p:nvGrpSpPr>
        <p:grpSpPr>
          <a:xfrm>
            <a:off x="5650520" y="3188486"/>
            <a:ext cx="820062" cy="1288259"/>
            <a:chOff x="6567187" y="4339073"/>
            <a:chExt cx="1299916" cy="2042076"/>
          </a:xfrm>
        </p:grpSpPr>
        <p:sp>
          <p:nvSpPr>
            <p:cNvPr id="33" name="Freeform: Shape 138">
              <a:extLst>
                <a:ext uri="{FF2B5EF4-FFF2-40B4-BE49-F238E27FC236}">
                  <a16:creationId xmlns:a16="http://schemas.microsoft.com/office/drawing/2014/main" id="{EBB23FDE-8418-42E4-992A-77D02056BBB5}"/>
                </a:ext>
              </a:extLst>
            </p:cNvPr>
            <p:cNvSpPr/>
            <p:nvPr/>
          </p:nvSpPr>
          <p:spPr>
            <a:xfrm>
              <a:off x="6666648" y="5252549"/>
              <a:ext cx="1100805" cy="1128600"/>
            </a:xfrm>
            <a:custGeom>
              <a:avLst/>
              <a:gdLst>
                <a:gd name="connsiteX0" fmla="*/ 183737 w 2150768"/>
                <a:gd name="connsiteY0" fmla="*/ 2204859 h 2205073"/>
                <a:gd name="connsiteX1" fmla="*/ 286 w 2150768"/>
                <a:gd name="connsiteY1" fmla="*/ 2017598 h 2205073"/>
                <a:gd name="connsiteX2" fmla="*/ 286 w 2150768"/>
                <a:gd name="connsiteY2" fmla="*/ 188989 h 2205073"/>
                <a:gd name="connsiteX3" fmla="*/ 185166 w 2150768"/>
                <a:gd name="connsiteY3" fmla="*/ 489 h 2205073"/>
                <a:gd name="connsiteX4" fmla="*/ 1967675 w 2150768"/>
                <a:gd name="connsiteY4" fmla="*/ 584 h 2205073"/>
                <a:gd name="connsiteX5" fmla="*/ 2150555 w 2150768"/>
                <a:gd name="connsiteY5" fmla="*/ 190513 h 2205073"/>
                <a:gd name="connsiteX6" fmla="*/ 2150555 w 2150768"/>
                <a:gd name="connsiteY6" fmla="*/ 2019122 h 2205073"/>
                <a:gd name="connsiteX7" fmla="*/ 1966246 w 2150768"/>
                <a:gd name="connsiteY7" fmla="*/ 2204859 h 2205073"/>
                <a:gd name="connsiteX8" fmla="*/ 183737 w 2150768"/>
                <a:gd name="connsiteY8" fmla="*/ 2204859 h 2205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0768" h="2205073">
                  <a:moveTo>
                    <a:pt x="183737" y="2204859"/>
                  </a:moveTo>
                  <a:cubicBezTo>
                    <a:pt x="63913" y="2204764"/>
                    <a:pt x="381" y="2140280"/>
                    <a:pt x="286" y="2017598"/>
                  </a:cubicBezTo>
                  <a:cubicBezTo>
                    <a:pt x="-95" y="1408093"/>
                    <a:pt x="-95" y="798493"/>
                    <a:pt x="286" y="188989"/>
                  </a:cubicBezTo>
                  <a:cubicBezTo>
                    <a:pt x="381" y="68783"/>
                    <a:pt x="66484" y="679"/>
                    <a:pt x="185166" y="489"/>
                  </a:cubicBezTo>
                  <a:cubicBezTo>
                    <a:pt x="779336" y="-178"/>
                    <a:pt x="1373505" y="-178"/>
                    <a:pt x="1967675" y="584"/>
                  </a:cubicBezTo>
                  <a:cubicBezTo>
                    <a:pt x="2086451" y="775"/>
                    <a:pt x="2150459" y="68783"/>
                    <a:pt x="2150555" y="190513"/>
                  </a:cubicBezTo>
                  <a:cubicBezTo>
                    <a:pt x="2150840" y="800017"/>
                    <a:pt x="2150840" y="1409617"/>
                    <a:pt x="2150555" y="2019122"/>
                  </a:cubicBezTo>
                  <a:cubicBezTo>
                    <a:pt x="2150459" y="2142090"/>
                    <a:pt x="2087975" y="2204764"/>
                    <a:pt x="1966246" y="2204859"/>
                  </a:cubicBezTo>
                  <a:cubicBezTo>
                    <a:pt x="1667256" y="2205146"/>
                    <a:pt x="478917" y="2205146"/>
                    <a:pt x="183737" y="2204859"/>
                  </a:cubicBezTo>
                  <a:close/>
                </a:path>
              </a:pathLst>
            </a:custGeom>
            <a:solidFill>
              <a:schemeClr val="accent2"/>
            </a:solidFill>
            <a:ln w="9525" cap="flat">
              <a:noFill/>
              <a:prstDash val="solid"/>
              <a:miter/>
            </a:ln>
          </p:spPr>
          <p:txBody>
            <a:bodyPr rtlCol="0" anchor="ctr"/>
            <a:lstStyle/>
            <a:p>
              <a:endParaRPr lang="en-US"/>
            </a:p>
          </p:txBody>
        </p:sp>
        <p:sp>
          <p:nvSpPr>
            <p:cNvPr id="34" name="Freeform: Shape 139">
              <a:extLst>
                <a:ext uri="{FF2B5EF4-FFF2-40B4-BE49-F238E27FC236}">
                  <a16:creationId xmlns:a16="http://schemas.microsoft.com/office/drawing/2014/main" id="{1C75C239-FE30-4C4A-981B-50A2A90B3058}"/>
                </a:ext>
              </a:extLst>
            </p:cNvPr>
            <p:cNvSpPr/>
            <p:nvPr/>
          </p:nvSpPr>
          <p:spPr>
            <a:xfrm>
              <a:off x="6911619" y="4781356"/>
              <a:ext cx="610284" cy="471151"/>
            </a:xfrm>
            <a:custGeom>
              <a:avLst/>
              <a:gdLst>
                <a:gd name="connsiteX0" fmla="*/ 1192344 w 1192381"/>
                <a:gd name="connsiteY0" fmla="*/ 920446 h 920541"/>
                <a:gd name="connsiteX1" fmla="*/ 5 w 1192381"/>
                <a:gd name="connsiteY1" fmla="*/ 920542 h 920541"/>
                <a:gd name="connsiteX2" fmla="*/ 132593 w 1192381"/>
                <a:gd name="connsiteY2" fmla="*/ 751568 h 920541"/>
                <a:gd name="connsiteX3" fmla="*/ 160406 w 1192381"/>
                <a:gd name="connsiteY3" fmla="*/ 722803 h 920541"/>
                <a:gd name="connsiteX4" fmla="*/ 271467 w 1192381"/>
                <a:gd name="connsiteY4" fmla="*/ 635458 h 920541"/>
                <a:gd name="connsiteX5" fmla="*/ 523499 w 1192381"/>
                <a:gd name="connsiteY5" fmla="*/ 636220 h 920541"/>
                <a:gd name="connsiteX6" fmla="*/ 564075 w 1192381"/>
                <a:gd name="connsiteY6" fmla="*/ 593834 h 920541"/>
                <a:gd name="connsiteX7" fmla="*/ 563694 w 1192381"/>
                <a:gd name="connsiteY7" fmla="*/ 232932 h 920541"/>
                <a:gd name="connsiteX8" fmla="*/ 535976 w 1192381"/>
                <a:gd name="connsiteY8" fmla="*/ 163780 h 920541"/>
                <a:gd name="connsiteX9" fmla="*/ 518927 w 1192381"/>
                <a:gd name="connsiteY9" fmla="*/ 51195 h 920541"/>
                <a:gd name="connsiteX10" fmla="*/ 602747 w 1192381"/>
                <a:gd name="connsiteY10" fmla="*/ 522 h 920541"/>
                <a:gd name="connsiteX11" fmla="*/ 683995 w 1192381"/>
                <a:gd name="connsiteY11" fmla="*/ 75579 h 920541"/>
                <a:gd name="connsiteX12" fmla="*/ 642752 w 1192381"/>
                <a:gd name="connsiteY12" fmla="*/ 174734 h 920541"/>
                <a:gd name="connsiteX13" fmla="*/ 620559 w 1192381"/>
                <a:gd name="connsiteY13" fmla="*/ 216930 h 920541"/>
                <a:gd name="connsiteX14" fmla="*/ 620368 w 1192381"/>
                <a:gd name="connsiteY14" fmla="*/ 601549 h 920541"/>
                <a:gd name="connsiteX15" fmla="*/ 654848 w 1192381"/>
                <a:gd name="connsiteY15" fmla="*/ 635935 h 920541"/>
                <a:gd name="connsiteX16" fmla="*/ 921167 w 1192381"/>
                <a:gd name="connsiteY16" fmla="*/ 635458 h 920541"/>
                <a:gd name="connsiteX17" fmla="*/ 1034134 w 1192381"/>
                <a:gd name="connsiteY17" fmla="*/ 721945 h 920541"/>
                <a:gd name="connsiteX18" fmla="*/ 1060328 w 1192381"/>
                <a:gd name="connsiteY18" fmla="*/ 751854 h 920541"/>
                <a:gd name="connsiteX19" fmla="*/ 1192344 w 1192381"/>
                <a:gd name="connsiteY19" fmla="*/ 920446 h 920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92381" h="920541">
                  <a:moveTo>
                    <a:pt x="1192344" y="920446"/>
                  </a:moveTo>
                  <a:cubicBezTo>
                    <a:pt x="794866" y="920446"/>
                    <a:pt x="397388" y="920542"/>
                    <a:pt x="5" y="920542"/>
                  </a:cubicBezTo>
                  <a:cubicBezTo>
                    <a:pt x="-472" y="816814"/>
                    <a:pt x="35057" y="769666"/>
                    <a:pt x="132593" y="751568"/>
                  </a:cubicBezTo>
                  <a:cubicBezTo>
                    <a:pt x="153071" y="747758"/>
                    <a:pt x="156786" y="740329"/>
                    <a:pt x="160406" y="722803"/>
                  </a:cubicBezTo>
                  <a:cubicBezTo>
                    <a:pt x="172788" y="663176"/>
                    <a:pt x="208507" y="635744"/>
                    <a:pt x="271467" y="635458"/>
                  </a:cubicBezTo>
                  <a:cubicBezTo>
                    <a:pt x="355478" y="634982"/>
                    <a:pt x="439583" y="633458"/>
                    <a:pt x="523499" y="636220"/>
                  </a:cubicBezTo>
                  <a:cubicBezTo>
                    <a:pt x="558265" y="637363"/>
                    <a:pt x="564647" y="625838"/>
                    <a:pt x="564075" y="593834"/>
                  </a:cubicBezTo>
                  <a:cubicBezTo>
                    <a:pt x="562170" y="473533"/>
                    <a:pt x="562742" y="353233"/>
                    <a:pt x="563694" y="232932"/>
                  </a:cubicBezTo>
                  <a:cubicBezTo>
                    <a:pt x="563885" y="205119"/>
                    <a:pt x="559408" y="184354"/>
                    <a:pt x="535976" y="163780"/>
                  </a:cubicBezTo>
                  <a:cubicBezTo>
                    <a:pt x="501686" y="133777"/>
                    <a:pt x="497495" y="92343"/>
                    <a:pt x="518927" y="51195"/>
                  </a:cubicBezTo>
                  <a:cubicBezTo>
                    <a:pt x="536262" y="17762"/>
                    <a:pt x="563980" y="-3669"/>
                    <a:pt x="602747" y="522"/>
                  </a:cubicBezTo>
                  <a:cubicBezTo>
                    <a:pt x="646752" y="5189"/>
                    <a:pt x="674756" y="33002"/>
                    <a:pt x="683995" y="75579"/>
                  </a:cubicBezTo>
                  <a:cubicBezTo>
                    <a:pt x="692853" y="116632"/>
                    <a:pt x="675708" y="150826"/>
                    <a:pt x="642752" y="174734"/>
                  </a:cubicBezTo>
                  <a:cubicBezTo>
                    <a:pt x="626750" y="186355"/>
                    <a:pt x="620368" y="197308"/>
                    <a:pt x="620559" y="216930"/>
                  </a:cubicBezTo>
                  <a:cubicBezTo>
                    <a:pt x="621416" y="345136"/>
                    <a:pt x="621797" y="473343"/>
                    <a:pt x="620368" y="601549"/>
                  </a:cubicBezTo>
                  <a:cubicBezTo>
                    <a:pt x="620082" y="628696"/>
                    <a:pt x="627702" y="636506"/>
                    <a:pt x="654848" y="635935"/>
                  </a:cubicBezTo>
                  <a:cubicBezTo>
                    <a:pt x="743621" y="634315"/>
                    <a:pt x="832394" y="635077"/>
                    <a:pt x="921167" y="635458"/>
                  </a:cubicBezTo>
                  <a:cubicBezTo>
                    <a:pt x="983747" y="635744"/>
                    <a:pt x="1018322" y="662033"/>
                    <a:pt x="1034134" y="721945"/>
                  </a:cubicBezTo>
                  <a:cubicBezTo>
                    <a:pt x="1038134" y="737185"/>
                    <a:pt x="1038039" y="747758"/>
                    <a:pt x="1060328" y="751854"/>
                  </a:cubicBezTo>
                  <a:cubicBezTo>
                    <a:pt x="1159293" y="770047"/>
                    <a:pt x="1193678" y="816148"/>
                    <a:pt x="1192344" y="920446"/>
                  </a:cubicBezTo>
                  <a:close/>
                </a:path>
              </a:pathLst>
            </a:custGeom>
            <a:solidFill>
              <a:schemeClr val="accent3">
                <a:lumMod val="60000"/>
                <a:lumOff val="40000"/>
              </a:schemeClr>
            </a:solidFill>
            <a:ln w="9525" cap="flat">
              <a:noFill/>
              <a:prstDash val="solid"/>
              <a:miter/>
            </a:ln>
          </p:spPr>
          <p:txBody>
            <a:bodyPr rtlCol="0" anchor="ctr"/>
            <a:lstStyle/>
            <a:p>
              <a:endParaRPr lang="en-US"/>
            </a:p>
          </p:txBody>
        </p:sp>
        <p:sp>
          <p:nvSpPr>
            <p:cNvPr id="35" name="Freeform: Shape 140">
              <a:extLst>
                <a:ext uri="{FF2B5EF4-FFF2-40B4-BE49-F238E27FC236}">
                  <a16:creationId xmlns:a16="http://schemas.microsoft.com/office/drawing/2014/main" id="{355A67ED-78B2-4554-BD46-C6541F6BC266}"/>
                </a:ext>
              </a:extLst>
            </p:cNvPr>
            <p:cNvSpPr/>
            <p:nvPr/>
          </p:nvSpPr>
          <p:spPr>
            <a:xfrm>
              <a:off x="7764707" y="5402123"/>
              <a:ext cx="102396" cy="484633"/>
            </a:xfrm>
            <a:custGeom>
              <a:avLst/>
              <a:gdLst>
                <a:gd name="connsiteX0" fmla="*/ 59159 w 200062"/>
                <a:gd name="connsiteY0" fmla="*/ 945261 h 946882"/>
                <a:gd name="connsiteX1" fmla="*/ 9 w 200062"/>
                <a:gd name="connsiteY1" fmla="*/ 885730 h 946882"/>
                <a:gd name="connsiteX2" fmla="*/ 866 w 200062"/>
                <a:gd name="connsiteY2" fmla="*/ 0 h 946882"/>
                <a:gd name="connsiteX3" fmla="*/ 199939 w 200062"/>
                <a:gd name="connsiteY3" fmla="*/ 216313 h 946882"/>
                <a:gd name="connsiteX4" fmla="*/ 199748 w 200062"/>
                <a:gd name="connsiteY4" fmla="*/ 767810 h 946882"/>
                <a:gd name="connsiteX5" fmla="*/ 59159 w 200062"/>
                <a:gd name="connsiteY5" fmla="*/ 945261 h 946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062" h="946882">
                  <a:moveTo>
                    <a:pt x="59159" y="945261"/>
                  </a:moveTo>
                  <a:cubicBezTo>
                    <a:pt x="11534" y="952976"/>
                    <a:pt x="-372" y="933164"/>
                    <a:pt x="9" y="885730"/>
                  </a:cubicBezTo>
                  <a:cubicBezTo>
                    <a:pt x="2295" y="590455"/>
                    <a:pt x="961" y="295275"/>
                    <a:pt x="866" y="0"/>
                  </a:cubicBezTo>
                  <a:cubicBezTo>
                    <a:pt x="142408" y="10763"/>
                    <a:pt x="199939" y="73247"/>
                    <a:pt x="199939" y="216313"/>
                  </a:cubicBezTo>
                  <a:cubicBezTo>
                    <a:pt x="199939" y="400145"/>
                    <a:pt x="200320" y="583978"/>
                    <a:pt x="199748" y="767810"/>
                  </a:cubicBezTo>
                  <a:cubicBezTo>
                    <a:pt x="199462" y="858584"/>
                    <a:pt x="146789" y="923925"/>
                    <a:pt x="59159" y="945261"/>
                  </a:cubicBezTo>
                  <a:close/>
                </a:path>
              </a:pathLst>
            </a:custGeom>
            <a:solidFill>
              <a:schemeClr val="accent3">
                <a:lumMod val="60000"/>
                <a:lumOff val="40000"/>
              </a:schemeClr>
            </a:solidFill>
            <a:ln w="9525" cap="flat">
              <a:noFill/>
              <a:prstDash val="solid"/>
              <a:miter/>
            </a:ln>
          </p:spPr>
          <p:txBody>
            <a:bodyPr rtlCol="0" anchor="ctr"/>
            <a:lstStyle/>
            <a:p>
              <a:endParaRPr lang="en-US"/>
            </a:p>
          </p:txBody>
        </p:sp>
        <p:sp>
          <p:nvSpPr>
            <p:cNvPr id="36" name="Freeform: Shape 141">
              <a:extLst>
                <a:ext uri="{FF2B5EF4-FFF2-40B4-BE49-F238E27FC236}">
                  <a16:creationId xmlns:a16="http://schemas.microsoft.com/office/drawing/2014/main" id="{F6E8B14C-EC18-441E-B39B-15981DB68788}"/>
                </a:ext>
              </a:extLst>
            </p:cNvPr>
            <p:cNvSpPr/>
            <p:nvPr/>
          </p:nvSpPr>
          <p:spPr>
            <a:xfrm>
              <a:off x="6567187" y="5402397"/>
              <a:ext cx="101415" cy="484206"/>
            </a:xfrm>
            <a:custGeom>
              <a:avLst/>
              <a:gdLst>
                <a:gd name="connsiteX0" fmla="*/ 196995 w 198147"/>
                <a:gd name="connsiteY0" fmla="*/ 37 h 946047"/>
                <a:gd name="connsiteX1" fmla="*/ 198138 w 198147"/>
                <a:gd name="connsiteY1" fmla="*/ 885005 h 946047"/>
                <a:gd name="connsiteX2" fmla="*/ 139178 w 198147"/>
                <a:gd name="connsiteY2" fmla="*/ 944250 h 946047"/>
                <a:gd name="connsiteX3" fmla="*/ 1447 w 198147"/>
                <a:gd name="connsiteY3" fmla="*/ 769466 h 946047"/>
                <a:gd name="connsiteX4" fmla="*/ 1066 w 198147"/>
                <a:gd name="connsiteY4" fmla="*/ 180631 h 946047"/>
                <a:gd name="connsiteX5" fmla="*/ 196995 w 198147"/>
                <a:gd name="connsiteY5" fmla="*/ 37 h 946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8147" h="946047">
                  <a:moveTo>
                    <a:pt x="196995" y="37"/>
                  </a:moveTo>
                  <a:cubicBezTo>
                    <a:pt x="196995" y="295026"/>
                    <a:pt x="195852" y="590015"/>
                    <a:pt x="198138" y="885005"/>
                  </a:cubicBezTo>
                  <a:cubicBezTo>
                    <a:pt x="198519" y="932058"/>
                    <a:pt x="187280" y="952537"/>
                    <a:pt x="139178" y="944250"/>
                  </a:cubicBezTo>
                  <a:cubicBezTo>
                    <a:pt x="52882" y="921200"/>
                    <a:pt x="2495" y="861764"/>
                    <a:pt x="1447" y="769466"/>
                  </a:cubicBezTo>
                  <a:cubicBezTo>
                    <a:pt x="-839" y="573251"/>
                    <a:pt x="18" y="376941"/>
                    <a:pt x="1066" y="180631"/>
                  </a:cubicBezTo>
                  <a:cubicBezTo>
                    <a:pt x="1542" y="85476"/>
                    <a:pt x="71837" y="-2059"/>
                    <a:pt x="196995" y="37"/>
                  </a:cubicBezTo>
                  <a:close/>
                </a:path>
              </a:pathLst>
            </a:custGeom>
            <a:solidFill>
              <a:schemeClr val="accent3">
                <a:lumMod val="60000"/>
                <a:lumOff val="40000"/>
              </a:schemeClr>
            </a:solidFill>
            <a:ln w="9525" cap="flat">
              <a:noFill/>
              <a:prstDash val="solid"/>
              <a:miter/>
            </a:ln>
          </p:spPr>
          <p:txBody>
            <a:bodyPr rtlCol="0" anchor="ctr"/>
            <a:lstStyle/>
            <a:p>
              <a:endParaRPr lang="en-US"/>
            </a:p>
          </p:txBody>
        </p:sp>
        <p:sp>
          <p:nvSpPr>
            <p:cNvPr id="37" name="Freeform: Shape 142">
              <a:extLst>
                <a:ext uri="{FF2B5EF4-FFF2-40B4-BE49-F238E27FC236}">
                  <a16:creationId xmlns:a16="http://schemas.microsoft.com/office/drawing/2014/main" id="{82C3FDB4-A0EE-4CAB-B888-E61B9AE632F0}"/>
                </a:ext>
              </a:extLst>
            </p:cNvPr>
            <p:cNvSpPr/>
            <p:nvPr/>
          </p:nvSpPr>
          <p:spPr>
            <a:xfrm>
              <a:off x="6656289" y="4339073"/>
              <a:ext cx="1119772" cy="771009"/>
            </a:xfrm>
            <a:custGeom>
              <a:avLst/>
              <a:gdLst>
                <a:gd name="connsiteX0" fmla="*/ 657771 w 1119772"/>
                <a:gd name="connsiteY0" fmla="*/ 290213 h 771009"/>
                <a:gd name="connsiteX1" fmla="*/ 678001 w 1119772"/>
                <a:gd name="connsiteY1" fmla="*/ 296639 h 771009"/>
                <a:gd name="connsiteX2" fmla="*/ 816112 w 1119772"/>
                <a:gd name="connsiteY2" fmla="*/ 519577 h 771009"/>
                <a:gd name="connsiteX3" fmla="*/ 794077 w 1119772"/>
                <a:gd name="connsiteY3" fmla="*/ 613373 h 771009"/>
                <a:gd name="connsiteX4" fmla="*/ 731237 w 1119772"/>
                <a:gd name="connsiteY4" fmla="*/ 637943 h 771009"/>
                <a:gd name="connsiteX5" fmla="*/ 710177 w 1119772"/>
                <a:gd name="connsiteY5" fmla="*/ 576663 h 771009"/>
                <a:gd name="connsiteX6" fmla="*/ 635442 w 1119772"/>
                <a:gd name="connsiteY6" fmla="*/ 377663 h 771009"/>
                <a:gd name="connsiteX7" fmla="*/ 611310 w 1119772"/>
                <a:gd name="connsiteY7" fmla="*/ 315359 h 771009"/>
                <a:gd name="connsiteX8" fmla="*/ 657771 w 1119772"/>
                <a:gd name="connsiteY8" fmla="*/ 290213 h 771009"/>
                <a:gd name="connsiteX9" fmla="*/ 460586 w 1119772"/>
                <a:gd name="connsiteY9" fmla="*/ 278868 h 771009"/>
                <a:gd name="connsiteX10" fmla="*/ 507519 w 1119772"/>
                <a:gd name="connsiteY10" fmla="*/ 300538 h 771009"/>
                <a:gd name="connsiteX11" fmla="*/ 483924 w 1119772"/>
                <a:gd name="connsiteY11" fmla="*/ 366839 h 771009"/>
                <a:gd name="connsiteX12" fmla="*/ 397099 w 1119772"/>
                <a:gd name="connsiteY12" fmla="*/ 508120 h 771009"/>
                <a:gd name="connsiteX13" fmla="*/ 410262 w 1119772"/>
                <a:gd name="connsiteY13" fmla="*/ 561892 h 771009"/>
                <a:gd name="connsiteX14" fmla="*/ 387690 w 1119772"/>
                <a:gd name="connsiteY14" fmla="*/ 626730 h 771009"/>
                <a:gd name="connsiteX15" fmla="*/ 324704 w 1119772"/>
                <a:gd name="connsiteY15" fmla="*/ 598698 h 771009"/>
                <a:gd name="connsiteX16" fmla="*/ 304667 w 1119772"/>
                <a:gd name="connsiteY16" fmla="*/ 507096 h 771009"/>
                <a:gd name="connsiteX17" fmla="*/ 439853 w 1119772"/>
                <a:gd name="connsiteY17" fmla="*/ 286254 h 771009"/>
                <a:gd name="connsiteX18" fmla="*/ 460586 w 1119772"/>
                <a:gd name="connsiteY18" fmla="*/ 278868 h 771009"/>
                <a:gd name="connsiteX19" fmla="*/ 705375 w 1119772"/>
                <a:gd name="connsiteY19" fmla="*/ 152678 h 771009"/>
                <a:gd name="connsiteX20" fmla="*/ 740841 w 1119772"/>
                <a:gd name="connsiteY20" fmla="*/ 158625 h 771009"/>
                <a:gd name="connsiteX21" fmla="*/ 937551 w 1119772"/>
                <a:gd name="connsiteY21" fmla="*/ 364792 h 771009"/>
                <a:gd name="connsiteX22" fmla="*/ 967386 w 1119772"/>
                <a:gd name="connsiteY22" fmla="*/ 508754 h 771009"/>
                <a:gd name="connsiteX23" fmla="*/ 934821 w 1119772"/>
                <a:gd name="connsiteY23" fmla="*/ 671679 h 771009"/>
                <a:gd name="connsiteX24" fmla="*/ 870567 w 1119772"/>
                <a:gd name="connsiteY24" fmla="*/ 702489 h 771009"/>
                <a:gd name="connsiteX25" fmla="*/ 850140 w 1119772"/>
                <a:gd name="connsiteY25" fmla="*/ 636188 h 771009"/>
                <a:gd name="connsiteX26" fmla="*/ 705302 w 1119772"/>
                <a:gd name="connsiteY26" fmla="*/ 244134 h 771009"/>
                <a:gd name="connsiteX27" fmla="*/ 678684 w 1119772"/>
                <a:gd name="connsiteY27" fmla="*/ 171739 h 771009"/>
                <a:gd name="connsiteX28" fmla="*/ 705375 w 1119772"/>
                <a:gd name="connsiteY28" fmla="*/ 152678 h 771009"/>
                <a:gd name="connsiteX29" fmla="*/ 397536 w 1119772"/>
                <a:gd name="connsiteY29" fmla="*/ 139942 h 771009"/>
                <a:gd name="connsiteX30" fmla="*/ 443997 w 1119772"/>
                <a:gd name="connsiteY30" fmla="*/ 162038 h 771009"/>
                <a:gd name="connsiteX31" fmla="*/ 417720 w 1119772"/>
                <a:gd name="connsiteY31" fmla="*/ 229411 h 771009"/>
                <a:gd name="connsiteX32" fmla="*/ 248506 w 1119772"/>
                <a:gd name="connsiteY32" fmla="*/ 458492 h 771009"/>
                <a:gd name="connsiteX33" fmla="*/ 264301 w 1119772"/>
                <a:gd name="connsiteY33" fmla="*/ 608839 h 771009"/>
                <a:gd name="connsiteX34" fmla="*/ 271224 w 1119772"/>
                <a:gd name="connsiteY34" fmla="*/ 626974 h 771009"/>
                <a:gd name="connsiteX35" fmla="*/ 245776 w 1119772"/>
                <a:gd name="connsiteY35" fmla="*/ 691277 h 771009"/>
                <a:gd name="connsiteX36" fmla="*/ 185618 w 1119772"/>
                <a:gd name="connsiteY36" fmla="*/ 660125 h 771009"/>
                <a:gd name="connsiteX37" fmla="*/ 158561 w 1119772"/>
                <a:gd name="connsiteY37" fmla="*/ 572081 h 771009"/>
                <a:gd name="connsiteX38" fmla="*/ 152516 w 1119772"/>
                <a:gd name="connsiteY38" fmla="*/ 504025 h 771009"/>
                <a:gd name="connsiteX39" fmla="*/ 376184 w 1119772"/>
                <a:gd name="connsiteY39" fmla="*/ 147315 h 771009"/>
                <a:gd name="connsiteX40" fmla="*/ 397536 w 1119772"/>
                <a:gd name="connsiteY40" fmla="*/ 139942 h 771009"/>
                <a:gd name="connsiteX41" fmla="*/ 765900 w 1119772"/>
                <a:gd name="connsiteY41" fmla="*/ 14628 h 771009"/>
                <a:gd name="connsiteX42" fmla="*/ 800220 w 1119772"/>
                <a:gd name="connsiteY42" fmla="*/ 17979 h 771009"/>
                <a:gd name="connsiteX43" fmla="*/ 1033883 w 1119772"/>
                <a:gd name="connsiteY43" fmla="*/ 220295 h 771009"/>
                <a:gd name="connsiteX44" fmla="*/ 1119343 w 1119772"/>
                <a:gd name="connsiteY44" fmla="*/ 520795 h 771009"/>
                <a:gd name="connsiteX45" fmla="*/ 1075955 w 1119772"/>
                <a:gd name="connsiteY45" fmla="*/ 735688 h 771009"/>
                <a:gd name="connsiteX46" fmla="*/ 1016917 w 1119772"/>
                <a:gd name="connsiteY46" fmla="*/ 768059 h 771009"/>
                <a:gd name="connsiteX47" fmla="*/ 990202 w 1119772"/>
                <a:gd name="connsiteY47" fmla="*/ 701563 h 771009"/>
                <a:gd name="connsiteX48" fmla="*/ 1029252 w 1119772"/>
                <a:gd name="connsiteY48" fmla="*/ 503440 h 771009"/>
                <a:gd name="connsiteX49" fmla="*/ 782621 w 1119772"/>
                <a:gd name="connsiteY49" fmla="*/ 113531 h 771009"/>
                <a:gd name="connsiteX50" fmla="*/ 755418 w 1119772"/>
                <a:gd name="connsiteY50" fmla="*/ 97540 h 771009"/>
                <a:gd name="connsiteX51" fmla="*/ 740647 w 1119772"/>
                <a:gd name="connsiteY51" fmla="*/ 34311 h 771009"/>
                <a:gd name="connsiteX52" fmla="*/ 765900 w 1119772"/>
                <a:gd name="connsiteY52" fmla="*/ 14628 h 771009"/>
                <a:gd name="connsiteX53" fmla="*/ 339710 w 1119772"/>
                <a:gd name="connsiteY53" fmla="*/ 218 h 771009"/>
                <a:gd name="connsiteX54" fmla="*/ 386130 w 1119772"/>
                <a:gd name="connsiteY54" fmla="*/ 35579 h 771009"/>
                <a:gd name="connsiteX55" fmla="*/ 362486 w 1119772"/>
                <a:gd name="connsiteY55" fmla="*/ 86572 h 771009"/>
                <a:gd name="connsiteX56" fmla="*/ 270298 w 1119772"/>
                <a:gd name="connsiteY56" fmla="*/ 140247 h 771009"/>
                <a:gd name="connsiteX57" fmla="*/ 94356 w 1119772"/>
                <a:gd name="connsiteY57" fmla="*/ 465220 h 771009"/>
                <a:gd name="connsiteX58" fmla="*/ 129457 w 1119772"/>
                <a:gd name="connsiteY58" fmla="*/ 682746 h 771009"/>
                <a:gd name="connsiteX59" fmla="*/ 132138 w 1119772"/>
                <a:gd name="connsiteY59" fmla="*/ 731155 h 771009"/>
                <a:gd name="connsiteX60" fmla="*/ 88506 w 1119772"/>
                <a:gd name="connsiteY60" fmla="*/ 757481 h 771009"/>
                <a:gd name="connsiteX61" fmla="*/ 46434 w 1119772"/>
                <a:gd name="connsiteY61" fmla="*/ 725257 h 771009"/>
                <a:gd name="connsiteX62" fmla="*/ 121 w 1119772"/>
                <a:gd name="connsiteY62" fmla="*/ 503051 h 771009"/>
                <a:gd name="connsiteX63" fmla="*/ 315636 w 1119772"/>
                <a:gd name="connsiteY63" fmla="*/ 7450 h 771009"/>
                <a:gd name="connsiteX64" fmla="*/ 339710 w 1119772"/>
                <a:gd name="connsiteY64" fmla="*/ 218 h 771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1119772" h="771009">
                  <a:moveTo>
                    <a:pt x="657771" y="290213"/>
                  </a:moveTo>
                  <a:cubicBezTo>
                    <a:pt x="664336" y="291020"/>
                    <a:pt x="671152" y="293129"/>
                    <a:pt x="678001" y="296639"/>
                  </a:cubicBezTo>
                  <a:cubicBezTo>
                    <a:pt x="768824" y="343099"/>
                    <a:pt x="811042" y="419978"/>
                    <a:pt x="816112" y="519577"/>
                  </a:cubicBezTo>
                  <a:cubicBezTo>
                    <a:pt x="813187" y="552093"/>
                    <a:pt x="809921" y="584220"/>
                    <a:pt x="794077" y="613373"/>
                  </a:cubicBezTo>
                  <a:cubicBezTo>
                    <a:pt x="779501" y="640186"/>
                    <a:pt x="756051" y="649254"/>
                    <a:pt x="731237" y="637943"/>
                  </a:cubicBezTo>
                  <a:cubicBezTo>
                    <a:pt x="708325" y="627462"/>
                    <a:pt x="697160" y="602648"/>
                    <a:pt x="710177" y="576663"/>
                  </a:cubicBezTo>
                  <a:cubicBezTo>
                    <a:pt x="745277" y="506560"/>
                    <a:pt x="707447" y="409692"/>
                    <a:pt x="635442" y="377663"/>
                  </a:cubicBezTo>
                  <a:cubicBezTo>
                    <a:pt x="607898" y="365426"/>
                    <a:pt x="599610" y="338321"/>
                    <a:pt x="611310" y="315359"/>
                  </a:cubicBezTo>
                  <a:cubicBezTo>
                    <a:pt x="620634" y="297077"/>
                    <a:pt x="638075" y="287790"/>
                    <a:pt x="657771" y="290213"/>
                  </a:cubicBezTo>
                  <a:close/>
                  <a:moveTo>
                    <a:pt x="460586" y="278868"/>
                  </a:moveTo>
                  <a:cubicBezTo>
                    <a:pt x="480536" y="275356"/>
                    <a:pt x="497647" y="283244"/>
                    <a:pt x="507519" y="300538"/>
                  </a:cubicBezTo>
                  <a:cubicBezTo>
                    <a:pt x="521999" y="326035"/>
                    <a:pt x="514929" y="349874"/>
                    <a:pt x="483924" y="366839"/>
                  </a:cubicBezTo>
                  <a:cubicBezTo>
                    <a:pt x="427519" y="397699"/>
                    <a:pt x="398610" y="444305"/>
                    <a:pt x="397099" y="508120"/>
                  </a:cubicBezTo>
                  <a:cubicBezTo>
                    <a:pt x="396660" y="527132"/>
                    <a:pt x="403436" y="544439"/>
                    <a:pt x="410262" y="561892"/>
                  </a:cubicBezTo>
                  <a:cubicBezTo>
                    <a:pt x="422352" y="592751"/>
                    <a:pt x="414357" y="614786"/>
                    <a:pt x="387690" y="626730"/>
                  </a:cubicBezTo>
                  <a:cubicBezTo>
                    <a:pt x="362144" y="638187"/>
                    <a:pt x="338695" y="628095"/>
                    <a:pt x="324704" y="598698"/>
                  </a:cubicBezTo>
                  <a:cubicBezTo>
                    <a:pt x="310858" y="569692"/>
                    <a:pt x="307153" y="538345"/>
                    <a:pt x="304667" y="507096"/>
                  </a:cubicBezTo>
                  <a:cubicBezTo>
                    <a:pt x="309785" y="408765"/>
                    <a:pt x="351516" y="333104"/>
                    <a:pt x="439853" y="286254"/>
                  </a:cubicBezTo>
                  <a:cubicBezTo>
                    <a:pt x="446971" y="282476"/>
                    <a:pt x="453936" y="280039"/>
                    <a:pt x="460586" y="278868"/>
                  </a:cubicBezTo>
                  <a:close/>
                  <a:moveTo>
                    <a:pt x="705375" y="152678"/>
                  </a:moveTo>
                  <a:cubicBezTo>
                    <a:pt x="715722" y="150435"/>
                    <a:pt x="727532" y="152361"/>
                    <a:pt x="740841" y="158625"/>
                  </a:cubicBezTo>
                  <a:cubicBezTo>
                    <a:pt x="833078" y="201916"/>
                    <a:pt x="897575" y="271776"/>
                    <a:pt x="937551" y="364792"/>
                  </a:cubicBezTo>
                  <a:cubicBezTo>
                    <a:pt x="959001" y="414713"/>
                    <a:pt x="965875" y="467413"/>
                    <a:pt x="967386" y="508754"/>
                  </a:cubicBezTo>
                  <a:cubicBezTo>
                    <a:pt x="968020" y="573787"/>
                    <a:pt x="954516" y="623513"/>
                    <a:pt x="934821" y="671679"/>
                  </a:cubicBezTo>
                  <a:cubicBezTo>
                    <a:pt x="922291" y="702245"/>
                    <a:pt x="897282" y="713458"/>
                    <a:pt x="870567" y="702489"/>
                  </a:cubicBezTo>
                  <a:cubicBezTo>
                    <a:pt x="846679" y="692642"/>
                    <a:pt x="837221" y="665438"/>
                    <a:pt x="850140" y="636188"/>
                  </a:cubicBezTo>
                  <a:cubicBezTo>
                    <a:pt x="914248" y="490764"/>
                    <a:pt x="851944" y="316529"/>
                    <a:pt x="705302" y="244134"/>
                  </a:cubicBezTo>
                  <a:cubicBezTo>
                    <a:pt x="669177" y="226291"/>
                    <a:pt x="659915" y="197967"/>
                    <a:pt x="678684" y="171739"/>
                  </a:cubicBezTo>
                  <a:cubicBezTo>
                    <a:pt x="686143" y="161331"/>
                    <a:pt x="695028" y="154920"/>
                    <a:pt x="705375" y="152678"/>
                  </a:cubicBezTo>
                  <a:close/>
                  <a:moveTo>
                    <a:pt x="397536" y="139942"/>
                  </a:moveTo>
                  <a:cubicBezTo>
                    <a:pt x="417808" y="136435"/>
                    <a:pt x="434453" y="144342"/>
                    <a:pt x="443997" y="162038"/>
                  </a:cubicBezTo>
                  <a:cubicBezTo>
                    <a:pt x="458232" y="188412"/>
                    <a:pt x="449213" y="212983"/>
                    <a:pt x="417720" y="229411"/>
                  </a:cubicBezTo>
                  <a:cubicBezTo>
                    <a:pt x="323923" y="278406"/>
                    <a:pt x="264399" y="353238"/>
                    <a:pt x="248506" y="458492"/>
                  </a:cubicBezTo>
                  <a:cubicBezTo>
                    <a:pt x="240852" y="509144"/>
                    <a:pt x="243143" y="560381"/>
                    <a:pt x="264301" y="608839"/>
                  </a:cubicBezTo>
                  <a:cubicBezTo>
                    <a:pt x="266885" y="614787"/>
                    <a:pt x="269176" y="620832"/>
                    <a:pt x="271224" y="626974"/>
                  </a:cubicBezTo>
                  <a:cubicBezTo>
                    <a:pt x="281413" y="657249"/>
                    <a:pt x="271809" y="681380"/>
                    <a:pt x="245776" y="691277"/>
                  </a:cubicBezTo>
                  <a:cubicBezTo>
                    <a:pt x="222180" y="700247"/>
                    <a:pt x="197220" y="688108"/>
                    <a:pt x="185618" y="660125"/>
                  </a:cubicBezTo>
                  <a:cubicBezTo>
                    <a:pt x="173820" y="631703"/>
                    <a:pt x="164313" y="602355"/>
                    <a:pt x="158561" y="572081"/>
                  </a:cubicBezTo>
                  <a:cubicBezTo>
                    <a:pt x="154368" y="549851"/>
                    <a:pt x="151346" y="527328"/>
                    <a:pt x="152516" y="504025"/>
                  </a:cubicBezTo>
                  <a:cubicBezTo>
                    <a:pt x="159633" y="343196"/>
                    <a:pt x="229932" y="221465"/>
                    <a:pt x="376184" y="147315"/>
                  </a:cubicBezTo>
                  <a:cubicBezTo>
                    <a:pt x="383619" y="143549"/>
                    <a:pt x="390779" y="141112"/>
                    <a:pt x="397536" y="139942"/>
                  </a:cubicBezTo>
                  <a:close/>
                  <a:moveTo>
                    <a:pt x="765900" y="14628"/>
                  </a:moveTo>
                  <a:cubicBezTo>
                    <a:pt x="776357" y="11715"/>
                    <a:pt x="788325" y="12641"/>
                    <a:pt x="800220" y="17979"/>
                  </a:cubicBezTo>
                  <a:cubicBezTo>
                    <a:pt x="898307" y="62099"/>
                    <a:pt x="976065" y="129960"/>
                    <a:pt x="1033883" y="220295"/>
                  </a:cubicBezTo>
                  <a:cubicBezTo>
                    <a:pt x="1084730" y="299710"/>
                    <a:pt x="1123438" y="399454"/>
                    <a:pt x="1119343" y="520795"/>
                  </a:cubicBezTo>
                  <a:cubicBezTo>
                    <a:pt x="1122561" y="593043"/>
                    <a:pt x="1107643" y="666072"/>
                    <a:pt x="1075955" y="735688"/>
                  </a:cubicBezTo>
                  <a:cubicBezTo>
                    <a:pt x="1062354" y="765524"/>
                    <a:pt x="1040416" y="776980"/>
                    <a:pt x="1016917" y="768059"/>
                  </a:cubicBezTo>
                  <a:cubicBezTo>
                    <a:pt x="987765" y="757041"/>
                    <a:pt x="976893" y="733007"/>
                    <a:pt x="990202" y="701563"/>
                  </a:cubicBezTo>
                  <a:cubicBezTo>
                    <a:pt x="1017113" y="638040"/>
                    <a:pt x="1034663" y="571934"/>
                    <a:pt x="1029252" y="503440"/>
                  </a:cubicBezTo>
                  <a:cubicBezTo>
                    <a:pt x="1015602" y="331252"/>
                    <a:pt x="945156" y="192848"/>
                    <a:pt x="782621" y="113531"/>
                  </a:cubicBezTo>
                  <a:cubicBezTo>
                    <a:pt x="773213" y="108948"/>
                    <a:pt x="763999" y="103537"/>
                    <a:pt x="755418" y="97540"/>
                  </a:cubicBezTo>
                  <a:cubicBezTo>
                    <a:pt x="731482" y="80868"/>
                    <a:pt x="726509" y="58589"/>
                    <a:pt x="740647" y="34311"/>
                  </a:cubicBezTo>
                  <a:cubicBezTo>
                    <a:pt x="746497" y="24292"/>
                    <a:pt x="755443" y="17540"/>
                    <a:pt x="765900" y="14628"/>
                  </a:cubicBezTo>
                  <a:close/>
                  <a:moveTo>
                    <a:pt x="339710" y="218"/>
                  </a:moveTo>
                  <a:cubicBezTo>
                    <a:pt x="362409" y="-1871"/>
                    <a:pt x="380206" y="11082"/>
                    <a:pt x="386130" y="35579"/>
                  </a:cubicBezTo>
                  <a:cubicBezTo>
                    <a:pt x="391736" y="58735"/>
                    <a:pt x="381157" y="74433"/>
                    <a:pt x="362486" y="86572"/>
                  </a:cubicBezTo>
                  <a:cubicBezTo>
                    <a:pt x="332650" y="105975"/>
                    <a:pt x="299353" y="118796"/>
                    <a:pt x="270298" y="140247"/>
                  </a:cubicBezTo>
                  <a:cubicBezTo>
                    <a:pt x="160365" y="221466"/>
                    <a:pt x="109566" y="333641"/>
                    <a:pt x="94356" y="465220"/>
                  </a:cubicBezTo>
                  <a:cubicBezTo>
                    <a:pt x="85630" y="540881"/>
                    <a:pt x="99572" y="613081"/>
                    <a:pt x="129457" y="682746"/>
                  </a:cubicBezTo>
                  <a:cubicBezTo>
                    <a:pt x="136087" y="698249"/>
                    <a:pt x="143351" y="714483"/>
                    <a:pt x="132138" y="731155"/>
                  </a:cubicBezTo>
                  <a:cubicBezTo>
                    <a:pt x="121705" y="746610"/>
                    <a:pt x="108445" y="758456"/>
                    <a:pt x="88506" y="757481"/>
                  </a:cubicBezTo>
                  <a:cubicBezTo>
                    <a:pt x="67543" y="756408"/>
                    <a:pt x="54576" y="743245"/>
                    <a:pt x="46434" y="725257"/>
                  </a:cubicBezTo>
                  <a:cubicBezTo>
                    <a:pt x="14649" y="654909"/>
                    <a:pt x="-1585" y="581393"/>
                    <a:pt x="121" y="503051"/>
                  </a:cubicBezTo>
                  <a:cubicBezTo>
                    <a:pt x="10066" y="277822"/>
                    <a:pt x="110151" y="109241"/>
                    <a:pt x="315636" y="7450"/>
                  </a:cubicBezTo>
                  <a:cubicBezTo>
                    <a:pt x="324033" y="3281"/>
                    <a:pt x="332144" y="914"/>
                    <a:pt x="339710" y="218"/>
                  </a:cubicBezTo>
                  <a:close/>
                </a:path>
              </a:pathLst>
            </a:custGeom>
            <a:solidFill>
              <a:schemeClr val="accent4"/>
            </a:solidFill>
            <a:ln w="9525" cap="flat">
              <a:noFill/>
              <a:prstDash val="solid"/>
              <a:miter/>
            </a:ln>
          </p:spPr>
          <p:txBody>
            <a:bodyPr wrap="square" rtlCol="0" anchor="ctr">
              <a:noAutofit/>
            </a:bodyPr>
            <a:lstStyle/>
            <a:p>
              <a:endParaRPr lang="en-US"/>
            </a:p>
          </p:txBody>
        </p:sp>
        <p:sp>
          <p:nvSpPr>
            <p:cNvPr id="38" name="Freeform: Shape 143">
              <a:extLst>
                <a:ext uri="{FF2B5EF4-FFF2-40B4-BE49-F238E27FC236}">
                  <a16:creationId xmlns:a16="http://schemas.microsoft.com/office/drawing/2014/main" id="{9F208739-5A08-4710-AF51-DC2EB1F20B0C}"/>
                </a:ext>
              </a:extLst>
            </p:cNvPr>
            <p:cNvSpPr/>
            <p:nvPr/>
          </p:nvSpPr>
          <p:spPr>
            <a:xfrm>
              <a:off x="6753651" y="5354560"/>
              <a:ext cx="927819" cy="924884"/>
            </a:xfrm>
            <a:custGeom>
              <a:avLst/>
              <a:gdLst>
                <a:gd name="connsiteX0" fmla="*/ 1658624 w 1812786"/>
                <a:gd name="connsiteY0" fmla="*/ 158 h 1807050"/>
                <a:gd name="connsiteX1" fmla="*/ 1812358 w 1812786"/>
                <a:gd name="connsiteY1" fmla="*/ 152939 h 1807050"/>
                <a:gd name="connsiteX2" fmla="*/ 1812358 w 1812786"/>
                <a:gd name="connsiteY2" fmla="*/ 1645602 h 1807050"/>
                <a:gd name="connsiteX3" fmla="*/ 1647099 w 1812786"/>
                <a:gd name="connsiteY3" fmla="*/ 1807050 h 1807050"/>
                <a:gd name="connsiteX4" fmla="*/ 161675 w 1812786"/>
                <a:gd name="connsiteY4" fmla="*/ 1807050 h 1807050"/>
                <a:gd name="connsiteX5" fmla="*/ 2131 w 1812786"/>
                <a:gd name="connsiteY5" fmla="*/ 1666461 h 1807050"/>
                <a:gd name="connsiteX6" fmla="*/ 2227 w 1812786"/>
                <a:gd name="connsiteY6" fmla="*/ 131888 h 1807050"/>
                <a:gd name="connsiteX7" fmla="*/ 154246 w 1812786"/>
                <a:gd name="connsiteY7" fmla="*/ 63 h 1807050"/>
                <a:gd name="connsiteX8" fmla="*/ 1658624 w 1812786"/>
                <a:gd name="connsiteY8" fmla="*/ 158 h 180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2786" h="1807050">
                  <a:moveTo>
                    <a:pt x="1658624" y="158"/>
                  </a:moveTo>
                  <a:cubicBezTo>
                    <a:pt x="1755874" y="253"/>
                    <a:pt x="1812262" y="55022"/>
                    <a:pt x="1812358" y="152939"/>
                  </a:cubicBezTo>
                  <a:cubicBezTo>
                    <a:pt x="1812929" y="650525"/>
                    <a:pt x="1812929" y="1148111"/>
                    <a:pt x="1812358" y="1645602"/>
                  </a:cubicBezTo>
                  <a:cubicBezTo>
                    <a:pt x="1812262" y="1755234"/>
                    <a:pt x="1757684" y="1807050"/>
                    <a:pt x="1647099" y="1807050"/>
                  </a:cubicBezTo>
                  <a:cubicBezTo>
                    <a:pt x="1151989" y="1807050"/>
                    <a:pt x="656785" y="1807050"/>
                    <a:pt x="161675" y="1807050"/>
                  </a:cubicBezTo>
                  <a:cubicBezTo>
                    <a:pt x="60996" y="1807050"/>
                    <a:pt x="13847" y="1765617"/>
                    <a:pt x="2131" y="1666461"/>
                  </a:cubicBezTo>
                  <a:cubicBezTo>
                    <a:pt x="-631" y="1642935"/>
                    <a:pt x="-821" y="155320"/>
                    <a:pt x="2227" y="131888"/>
                  </a:cubicBezTo>
                  <a:cubicBezTo>
                    <a:pt x="14419" y="38258"/>
                    <a:pt x="58138" y="158"/>
                    <a:pt x="154246" y="63"/>
                  </a:cubicBezTo>
                  <a:cubicBezTo>
                    <a:pt x="404944" y="-33"/>
                    <a:pt x="1407926" y="-33"/>
                    <a:pt x="1658624" y="158"/>
                  </a:cubicBezTo>
                  <a:close/>
                </a:path>
              </a:pathLst>
            </a:custGeom>
            <a:solidFill>
              <a:schemeClr val="bg1"/>
            </a:solidFill>
            <a:ln w="9525" cap="flat">
              <a:noFill/>
              <a:prstDash val="solid"/>
              <a:miter/>
            </a:ln>
          </p:spPr>
          <p:txBody>
            <a:bodyPr rtlCol="0" anchor="ctr"/>
            <a:lstStyle/>
            <a:p>
              <a:endParaRPr lang="en-US"/>
            </a:p>
          </p:txBody>
        </p:sp>
        <p:sp>
          <p:nvSpPr>
            <p:cNvPr id="39" name="Freeform: Shape 144">
              <a:extLst>
                <a:ext uri="{FF2B5EF4-FFF2-40B4-BE49-F238E27FC236}">
                  <a16:creationId xmlns:a16="http://schemas.microsoft.com/office/drawing/2014/main" id="{34F0298B-EB49-4EB2-B853-1348F990CD9C}"/>
                </a:ext>
              </a:extLst>
            </p:cNvPr>
            <p:cNvSpPr/>
            <p:nvPr/>
          </p:nvSpPr>
          <p:spPr>
            <a:xfrm>
              <a:off x="6775789" y="5376091"/>
              <a:ext cx="881841" cy="880001"/>
            </a:xfrm>
            <a:custGeom>
              <a:avLst/>
              <a:gdLst>
                <a:gd name="connsiteX0" fmla="*/ 147185 w 1722953"/>
                <a:gd name="connsiteY0" fmla="*/ 1719167 h 1719357"/>
                <a:gd name="connsiteX1" fmla="*/ 214 w 1722953"/>
                <a:gd name="connsiteY1" fmla="*/ 1573149 h 1719357"/>
                <a:gd name="connsiteX2" fmla="*/ 214 w 1722953"/>
                <a:gd name="connsiteY2" fmla="*/ 147352 h 1719357"/>
                <a:gd name="connsiteX3" fmla="*/ 148328 w 1722953"/>
                <a:gd name="connsiteY3" fmla="*/ 381 h 1719357"/>
                <a:gd name="connsiteX4" fmla="*/ 1576316 w 1722953"/>
                <a:gd name="connsiteY4" fmla="*/ 476 h 1719357"/>
                <a:gd name="connsiteX5" fmla="*/ 1722811 w 1722953"/>
                <a:gd name="connsiteY5" fmla="*/ 148590 h 1719357"/>
                <a:gd name="connsiteX6" fmla="*/ 1722811 w 1722953"/>
                <a:gd name="connsiteY6" fmla="*/ 1574387 h 1719357"/>
                <a:gd name="connsiteX7" fmla="*/ 1575173 w 1722953"/>
                <a:gd name="connsiteY7" fmla="*/ 1719263 h 1719357"/>
                <a:gd name="connsiteX8" fmla="*/ 147185 w 1722953"/>
                <a:gd name="connsiteY8" fmla="*/ 1719167 h 171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22953" h="1719357">
                  <a:moveTo>
                    <a:pt x="147185" y="1719167"/>
                  </a:moveTo>
                  <a:cubicBezTo>
                    <a:pt x="51268" y="1719072"/>
                    <a:pt x="310" y="1668780"/>
                    <a:pt x="214" y="1573149"/>
                  </a:cubicBezTo>
                  <a:cubicBezTo>
                    <a:pt x="-71" y="1097852"/>
                    <a:pt x="-71" y="622554"/>
                    <a:pt x="214" y="147352"/>
                  </a:cubicBezTo>
                  <a:cubicBezTo>
                    <a:pt x="310" y="53626"/>
                    <a:pt x="53269" y="476"/>
                    <a:pt x="148328" y="381"/>
                  </a:cubicBezTo>
                  <a:cubicBezTo>
                    <a:pt x="624292" y="-95"/>
                    <a:pt x="1100352" y="-191"/>
                    <a:pt x="1576316" y="476"/>
                  </a:cubicBezTo>
                  <a:cubicBezTo>
                    <a:pt x="1671471" y="571"/>
                    <a:pt x="1722811" y="53626"/>
                    <a:pt x="1722811" y="148590"/>
                  </a:cubicBezTo>
                  <a:cubicBezTo>
                    <a:pt x="1723001" y="623888"/>
                    <a:pt x="1723001" y="1099185"/>
                    <a:pt x="1722811" y="1574387"/>
                  </a:cubicBezTo>
                  <a:cubicBezTo>
                    <a:pt x="1722811" y="1670209"/>
                    <a:pt x="1672709" y="1719167"/>
                    <a:pt x="1575173" y="1719263"/>
                  </a:cubicBezTo>
                  <a:cubicBezTo>
                    <a:pt x="1335619" y="1719358"/>
                    <a:pt x="383596" y="1719453"/>
                    <a:pt x="147185" y="1719167"/>
                  </a:cubicBezTo>
                  <a:close/>
                </a:path>
              </a:pathLst>
            </a:custGeom>
            <a:solidFill>
              <a:schemeClr val="accent3"/>
            </a:solidFill>
            <a:ln w="9525" cap="flat">
              <a:noFill/>
              <a:prstDash val="solid"/>
              <a:miter/>
            </a:ln>
          </p:spPr>
          <p:txBody>
            <a:bodyPr rtlCol="0" anchor="ctr"/>
            <a:lstStyle/>
            <a:p>
              <a:endParaRPr lang="en-US"/>
            </a:p>
          </p:txBody>
        </p:sp>
        <p:sp>
          <p:nvSpPr>
            <p:cNvPr id="40" name="Freeform: Shape 145">
              <a:extLst>
                <a:ext uri="{FF2B5EF4-FFF2-40B4-BE49-F238E27FC236}">
                  <a16:creationId xmlns:a16="http://schemas.microsoft.com/office/drawing/2014/main" id="{24C8D2EB-D861-4FF7-AF8D-E865DD4F73C5}"/>
                </a:ext>
              </a:extLst>
            </p:cNvPr>
            <p:cNvSpPr/>
            <p:nvPr/>
          </p:nvSpPr>
          <p:spPr>
            <a:xfrm>
              <a:off x="6874764" y="6001368"/>
              <a:ext cx="684704" cy="83120"/>
            </a:xfrm>
            <a:custGeom>
              <a:avLst/>
              <a:gdLst>
                <a:gd name="connsiteX0" fmla="*/ 1247780 w 1337784"/>
                <a:gd name="connsiteY0" fmla="*/ 1 h 162401"/>
                <a:gd name="connsiteX1" fmla="*/ 1327123 w 1337784"/>
                <a:gd name="connsiteY1" fmla="*/ 41815 h 162401"/>
                <a:gd name="connsiteX2" fmla="*/ 1324742 w 1337784"/>
                <a:gd name="connsiteY2" fmla="*/ 122968 h 162401"/>
                <a:gd name="connsiteX3" fmla="*/ 1233873 w 1337784"/>
                <a:gd name="connsiteY3" fmla="*/ 162402 h 162401"/>
                <a:gd name="connsiteX4" fmla="*/ 96588 w 1337784"/>
                <a:gd name="connsiteY4" fmla="*/ 161926 h 162401"/>
                <a:gd name="connsiteX5" fmla="*/ 5 w 1337784"/>
                <a:gd name="connsiteY5" fmla="*/ 80868 h 162401"/>
                <a:gd name="connsiteX6" fmla="*/ 96207 w 1337784"/>
                <a:gd name="connsiteY6" fmla="*/ 477 h 162401"/>
                <a:gd name="connsiteX7" fmla="*/ 1247780 w 1337784"/>
                <a:gd name="connsiteY7" fmla="*/ 1 h 16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7784" h="162401">
                  <a:moveTo>
                    <a:pt x="1247780" y="1"/>
                  </a:moveTo>
                  <a:cubicBezTo>
                    <a:pt x="1282451" y="-95"/>
                    <a:pt x="1310073" y="11050"/>
                    <a:pt x="1327123" y="41815"/>
                  </a:cubicBezTo>
                  <a:cubicBezTo>
                    <a:pt x="1342077" y="68866"/>
                    <a:pt x="1341315" y="96679"/>
                    <a:pt x="1324742" y="122968"/>
                  </a:cubicBezTo>
                  <a:cubicBezTo>
                    <a:pt x="1303596" y="156401"/>
                    <a:pt x="1270926" y="162402"/>
                    <a:pt x="1233873" y="162402"/>
                  </a:cubicBezTo>
                  <a:cubicBezTo>
                    <a:pt x="935646" y="161735"/>
                    <a:pt x="177455" y="162402"/>
                    <a:pt x="96588" y="161926"/>
                  </a:cubicBezTo>
                  <a:cubicBezTo>
                    <a:pt x="37152" y="161640"/>
                    <a:pt x="386" y="130303"/>
                    <a:pt x="5" y="80868"/>
                  </a:cubicBezTo>
                  <a:cubicBezTo>
                    <a:pt x="-472" y="31528"/>
                    <a:pt x="35628" y="667"/>
                    <a:pt x="96207" y="477"/>
                  </a:cubicBezTo>
                  <a:cubicBezTo>
                    <a:pt x="286517" y="96"/>
                    <a:pt x="1054232" y="572"/>
                    <a:pt x="1247780" y="1"/>
                  </a:cubicBezTo>
                  <a:close/>
                </a:path>
              </a:pathLst>
            </a:custGeom>
            <a:solidFill>
              <a:schemeClr val="bg1"/>
            </a:solidFill>
            <a:ln w="9525" cap="flat">
              <a:noFill/>
              <a:prstDash val="solid"/>
              <a:miter/>
            </a:ln>
          </p:spPr>
          <p:txBody>
            <a:bodyPr rtlCol="0" anchor="ctr"/>
            <a:lstStyle/>
            <a:p>
              <a:endParaRPr lang="en-US"/>
            </a:p>
          </p:txBody>
        </p:sp>
        <p:sp>
          <p:nvSpPr>
            <p:cNvPr id="41" name="Freeform: Shape 146">
              <a:extLst>
                <a:ext uri="{FF2B5EF4-FFF2-40B4-BE49-F238E27FC236}">
                  <a16:creationId xmlns:a16="http://schemas.microsoft.com/office/drawing/2014/main" id="{88F9AC61-9FCD-4C38-9C0A-6E2715429488}"/>
                </a:ext>
              </a:extLst>
            </p:cNvPr>
            <p:cNvSpPr/>
            <p:nvPr/>
          </p:nvSpPr>
          <p:spPr>
            <a:xfrm>
              <a:off x="7332868" y="5530009"/>
              <a:ext cx="167444" cy="280600"/>
            </a:xfrm>
            <a:custGeom>
              <a:avLst/>
              <a:gdLst>
                <a:gd name="connsiteX0" fmla="*/ 18 w 327154"/>
                <a:gd name="connsiteY0" fmla="*/ 62269 h 548239"/>
                <a:gd name="connsiteX1" fmla="*/ 62217 w 327154"/>
                <a:gd name="connsiteY1" fmla="*/ 71 h 548239"/>
                <a:gd name="connsiteX2" fmla="*/ 271195 w 327154"/>
                <a:gd name="connsiteY2" fmla="*/ 356 h 548239"/>
                <a:gd name="connsiteX3" fmla="*/ 327012 w 327154"/>
                <a:gd name="connsiteY3" fmla="*/ 54458 h 548239"/>
                <a:gd name="connsiteX4" fmla="*/ 327012 w 327154"/>
                <a:gd name="connsiteY4" fmla="*/ 495561 h 548239"/>
                <a:gd name="connsiteX5" fmla="*/ 274243 w 327154"/>
                <a:gd name="connsiteY5" fmla="*/ 548044 h 548239"/>
                <a:gd name="connsiteX6" fmla="*/ 55740 w 327154"/>
                <a:gd name="connsiteY6" fmla="*/ 548235 h 548239"/>
                <a:gd name="connsiteX7" fmla="*/ 18 w 327154"/>
                <a:gd name="connsiteY7" fmla="*/ 489179 h 548239"/>
                <a:gd name="connsiteX8" fmla="*/ 18 w 327154"/>
                <a:gd name="connsiteY8" fmla="*/ 62269 h 548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7154" h="548239">
                  <a:moveTo>
                    <a:pt x="18" y="62269"/>
                  </a:moveTo>
                  <a:cubicBezTo>
                    <a:pt x="-648" y="18835"/>
                    <a:pt x="16687" y="-1358"/>
                    <a:pt x="62217" y="71"/>
                  </a:cubicBezTo>
                  <a:cubicBezTo>
                    <a:pt x="131844" y="2166"/>
                    <a:pt x="201567" y="1309"/>
                    <a:pt x="271195" y="356"/>
                  </a:cubicBezTo>
                  <a:cubicBezTo>
                    <a:pt x="309295" y="-215"/>
                    <a:pt x="327012" y="17978"/>
                    <a:pt x="327012" y="54458"/>
                  </a:cubicBezTo>
                  <a:cubicBezTo>
                    <a:pt x="327202" y="201525"/>
                    <a:pt x="327202" y="348495"/>
                    <a:pt x="327012" y="495561"/>
                  </a:cubicBezTo>
                  <a:cubicBezTo>
                    <a:pt x="327012" y="530328"/>
                    <a:pt x="309390" y="548044"/>
                    <a:pt x="274243" y="548044"/>
                  </a:cubicBezTo>
                  <a:cubicBezTo>
                    <a:pt x="201377" y="547949"/>
                    <a:pt x="128606" y="547568"/>
                    <a:pt x="55740" y="548235"/>
                  </a:cubicBezTo>
                  <a:cubicBezTo>
                    <a:pt x="14782" y="548616"/>
                    <a:pt x="-362" y="527851"/>
                    <a:pt x="18" y="489179"/>
                  </a:cubicBezTo>
                  <a:cubicBezTo>
                    <a:pt x="971" y="418028"/>
                    <a:pt x="1161" y="133421"/>
                    <a:pt x="18" y="62269"/>
                  </a:cubicBezTo>
                  <a:close/>
                </a:path>
              </a:pathLst>
            </a:custGeom>
            <a:solidFill>
              <a:schemeClr val="bg1"/>
            </a:solidFill>
            <a:ln w="9525" cap="flat">
              <a:noFill/>
              <a:prstDash val="solid"/>
              <a:miter/>
            </a:ln>
          </p:spPr>
          <p:txBody>
            <a:bodyPr rtlCol="0" anchor="ctr"/>
            <a:lstStyle/>
            <a:p>
              <a:endParaRPr lang="en-US"/>
            </a:p>
          </p:txBody>
        </p:sp>
        <p:sp>
          <p:nvSpPr>
            <p:cNvPr id="42" name="Freeform: Shape 147">
              <a:extLst>
                <a:ext uri="{FF2B5EF4-FFF2-40B4-BE49-F238E27FC236}">
                  <a16:creationId xmlns:a16="http://schemas.microsoft.com/office/drawing/2014/main" id="{62F84BD7-02B6-407D-9271-BD83F89AE486}"/>
                </a:ext>
              </a:extLst>
            </p:cNvPr>
            <p:cNvSpPr/>
            <p:nvPr/>
          </p:nvSpPr>
          <p:spPr>
            <a:xfrm>
              <a:off x="6934183" y="5530071"/>
              <a:ext cx="166983" cy="280542"/>
            </a:xfrm>
            <a:custGeom>
              <a:avLst/>
              <a:gdLst>
                <a:gd name="connsiteX0" fmla="*/ 20 w 326253"/>
                <a:gd name="connsiteY0" fmla="*/ 60149 h 548127"/>
                <a:gd name="connsiteX1" fmla="*/ 58694 w 326253"/>
                <a:gd name="connsiteY1" fmla="*/ 46 h 548127"/>
                <a:gd name="connsiteX2" fmla="*/ 267578 w 326253"/>
                <a:gd name="connsiteY2" fmla="*/ 142 h 548127"/>
                <a:gd name="connsiteX3" fmla="*/ 326252 w 326253"/>
                <a:gd name="connsiteY3" fmla="*/ 61102 h 548127"/>
                <a:gd name="connsiteX4" fmla="*/ 326252 w 326253"/>
                <a:gd name="connsiteY4" fmla="*/ 487822 h 548127"/>
                <a:gd name="connsiteX5" fmla="*/ 266435 w 326253"/>
                <a:gd name="connsiteY5" fmla="*/ 548115 h 548127"/>
                <a:gd name="connsiteX6" fmla="*/ 57551 w 326253"/>
                <a:gd name="connsiteY6" fmla="*/ 548115 h 548127"/>
                <a:gd name="connsiteX7" fmla="*/ 20 w 326253"/>
                <a:gd name="connsiteY7" fmla="*/ 491632 h 548127"/>
                <a:gd name="connsiteX8" fmla="*/ 20 w 326253"/>
                <a:gd name="connsiteY8" fmla="*/ 60149 h 54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6253" h="548127">
                  <a:moveTo>
                    <a:pt x="20" y="60149"/>
                  </a:moveTo>
                  <a:cubicBezTo>
                    <a:pt x="-646" y="18906"/>
                    <a:pt x="15070" y="-1097"/>
                    <a:pt x="58694" y="46"/>
                  </a:cubicBezTo>
                  <a:cubicBezTo>
                    <a:pt x="128322" y="1856"/>
                    <a:pt x="197950" y="1570"/>
                    <a:pt x="267578" y="142"/>
                  </a:cubicBezTo>
                  <a:cubicBezTo>
                    <a:pt x="311012" y="-716"/>
                    <a:pt x="326442" y="20430"/>
                    <a:pt x="326252" y="61102"/>
                  </a:cubicBezTo>
                  <a:cubicBezTo>
                    <a:pt x="325585" y="203310"/>
                    <a:pt x="325490" y="345613"/>
                    <a:pt x="326252" y="487822"/>
                  </a:cubicBezTo>
                  <a:cubicBezTo>
                    <a:pt x="326442" y="529636"/>
                    <a:pt x="308535" y="548686"/>
                    <a:pt x="266435" y="548115"/>
                  </a:cubicBezTo>
                  <a:cubicBezTo>
                    <a:pt x="196807" y="547162"/>
                    <a:pt x="127179" y="547258"/>
                    <a:pt x="57551" y="548115"/>
                  </a:cubicBezTo>
                  <a:cubicBezTo>
                    <a:pt x="18213" y="548591"/>
                    <a:pt x="-646" y="532303"/>
                    <a:pt x="20" y="491632"/>
                  </a:cubicBezTo>
                  <a:cubicBezTo>
                    <a:pt x="1354" y="418956"/>
                    <a:pt x="1259" y="131301"/>
                    <a:pt x="20" y="60149"/>
                  </a:cubicBezTo>
                  <a:close/>
                </a:path>
              </a:pathLst>
            </a:custGeom>
            <a:solidFill>
              <a:schemeClr val="bg1"/>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822710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그룹 67">
            <a:extLst>
              <a:ext uri="{FF2B5EF4-FFF2-40B4-BE49-F238E27FC236}">
                <a16:creationId xmlns:a16="http://schemas.microsoft.com/office/drawing/2014/main" id="{44265687-F70B-4A5A-B8B5-B3E4D622F371}"/>
              </a:ext>
            </a:extLst>
          </p:cNvPr>
          <p:cNvGrpSpPr/>
          <p:nvPr/>
        </p:nvGrpSpPr>
        <p:grpSpPr>
          <a:xfrm rot="17166871">
            <a:off x="2466913" y="2190980"/>
            <a:ext cx="1199108" cy="1116290"/>
            <a:chOff x="2681917" y="3163965"/>
            <a:chExt cx="1199108" cy="1116290"/>
          </a:xfrm>
        </p:grpSpPr>
        <p:grpSp>
          <p:nvGrpSpPr>
            <p:cNvPr id="6" name="Group 33">
              <a:extLst>
                <a:ext uri="{FF2B5EF4-FFF2-40B4-BE49-F238E27FC236}">
                  <a16:creationId xmlns:a16="http://schemas.microsoft.com/office/drawing/2014/main" id="{F5A9B39D-7799-4511-98E2-FE5184233639}"/>
                </a:ext>
              </a:extLst>
            </p:cNvPr>
            <p:cNvGrpSpPr/>
            <p:nvPr/>
          </p:nvGrpSpPr>
          <p:grpSpPr>
            <a:xfrm rot="3017773">
              <a:off x="3415730" y="3814961"/>
              <a:ext cx="548129" cy="382460"/>
              <a:chOff x="5405974" y="1533288"/>
              <a:chExt cx="608646" cy="424685"/>
            </a:xfrm>
          </p:grpSpPr>
          <p:sp>
            <p:nvSpPr>
              <p:cNvPr id="38" name="Trapezoid 65">
                <a:extLst>
                  <a:ext uri="{FF2B5EF4-FFF2-40B4-BE49-F238E27FC236}">
                    <a16:creationId xmlns:a16="http://schemas.microsoft.com/office/drawing/2014/main" id="{AF06D443-6FAC-4F10-9231-4CFFE05FB97C}"/>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rapezoid 66">
                <a:extLst>
                  <a:ext uri="{FF2B5EF4-FFF2-40B4-BE49-F238E27FC236}">
                    <a16:creationId xmlns:a16="http://schemas.microsoft.com/office/drawing/2014/main" id="{B5054DDF-41A4-48AE-A9E6-94BC879A9700}"/>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rapezoid 67">
                <a:extLst>
                  <a:ext uri="{FF2B5EF4-FFF2-40B4-BE49-F238E27FC236}">
                    <a16:creationId xmlns:a16="http://schemas.microsoft.com/office/drawing/2014/main" id="{D7F73D1F-EABA-4966-9715-7FA974682776}"/>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rapezoid 68">
                <a:extLst>
                  <a:ext uri="{FF2B5EF4-FFF2-40B4-BE49-F238E27FC236}">
                    <a16:creationId xmlns:a16="http://schemas.microsoft.com/office/drawing/2014/main" id="{0E8A4ECE-3FB3-4242-A5A3-37EA4AD25DD6}"/>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rapezoid 69">
                <a:extLst>
                  <a:ext uri="{FF2B5EF4-FFF2-40B4-BE49-F238E27FC236}">
                    <a16:creationId xmlns:a16="http://schemas.microsoft.com/office/drawing/2014/main" id="{3C9BAB6E-04D2-4A22-AE5C-61DC08054F84}"/>
                  </a:ext>
                </a:extLst>
              </p:cNvPr>
              <p:cNvSpPr/>
              <p:nvPr/>
            </p:nvSpPr>
            <p:spPr>
              <a:xfrm rot="8867088" flipH="1">
                <a:off x="5921123" y="1778027"/>
                <a:ext cx="93497" cy="179946"/>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34">
              <a:extLst>
                <a:ext uri="{FF2B5EF4-FFF2-40B4-BE49-F238E27FC236}">
                  <a16:creationId xmlns:a16="http://schemas.microsoft.com/office/drawing/2014/main" id="{7D75977F-0AE8-458E-BA37-A95B23886AE8}"/>
                </a:ext>
              </a:extLst>
            </p:cNvPr>
            <p:cNvGrpSpPr/>
            <p:nvPr/>
          </p:nvGrpSpPr>
          <p:grpSpPr>
            <a:xfrm rot="18490567" flipH="1">
              <a:off x="3157537" y="3795685"/>
              <a:ext cx="550286" cy="382712"/>
              <a:chOff x="5405974" y="1533288"/>
              <a:chExt cx="611040" cy="424965"/>
            </a:xfrm>
          </p:grpSpPr>
          <p:sp>
            <p:nvSpPr>
              <p:cNvPr id="33" name="Trapezoid 60">
                <a:extLst>
                  <a:ext uri="{FF2B5EF4-FFF2-40B4-BE49-F238E27FC236}">
                    <a16:creationId xmlns:a16="http://schemas.microsoft.com/office/drawing/2014/main" id="{FC01E4F4-F1E3-4AAF-ADD8-0805FF011076}"/>
                  </a:ext>
                </a:extLst>
              </p:cNvPr>
              <p:cNvSpPr/>
              <p:nvPr/>
            </p:nvSpPr>
            <p:spPr>
              <a:xfrm rot="5912136" flipH="1">
                <a:off x="5633173" y="1617814"/>
                <a:ext cx="141626" cy="93186"/>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rapezoid 61">
                <a:extLst>
                  <a:ext uri="{FF2B5EF4-FFF2-40B4-BE49-F238E27FC236}">
                    <a16:creationId xmlns:a16="http://schemas.microsoft.com/office/drawing/2014/main" id="{EBA60981-E84B-4E79-8F63-5C1A7DD24171}"/>
                  </a:ext>
                </a:extLst>
              </p:cNvPr>
              <p:cNvSpPr/>
              <p:nvPr/>
            </p:nvSpPr>
            <p:spPr>
              <a:xfrm rot="5912136" flipH="1">
                <a:off x="5438996" y="1500266"/>
                <a:ext cx="200130" cy="266173"/>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rapezoid 62">
                <a:extLst>
                  <a:ext uri="{FF2B5EF4-FFF2-40B4-BE49-F238E27FC236}">
                    <a16:creationId xmlns:a16="http://schemas.microsoft.com/office/drawing/2014/main" id="{5426638B-F510-49BB-B2BA-5616E55B1E1B}"/>
                  </a:ext>
                </a:extLst>
              </p:cNvPr>
              <p:cNvSpPr/>
              <p:nvPr/>
            </p:nvSpPr>
            <p:spPr>
              <a:xfrm rot="7277434" flipH="1">
                <a:off x="5857778" y="1735728"/>
                <a:ext cx="103331" cy="96694"/>
              </a:xfrm>
              <a:prstGeom prst="trapezoid">
                <a:avLst>
                  <a:gd name="adj" fmla="val 12383"/>
                </a:avLst>
              </a:prstGeom>
              <a:solidFill>
                <a:schemeClr val="accent2">
                  <a:lumMod val="5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rapezoid 63">
                <a:extLst>
                  <a:ext uri="{FF2B5EF4-FFF2-40B4-BE49-F238E27FC236}">
                    <a16:creationId xmlns:a16="http://schemas.microsoft.com/office/drawing/2014/main" id="{DD88037F-456C-4567-8ACB-82AA850D6647}"/>
                  </a:ext>
                </a:extLst>
              </p:cNvPr>
              <p:cNvSpPr/>
              <p:nvPr/>
            </p:nvSpPr>
            <p:spPr>
              <a:xfrm rot="7277434" flipH="1">
                <a:off x="5727739" y="1619233"/>
                <a:ext cx="146016" cy="194202"/>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rapezoid 64">
                <a:extLst>
                  <a:ext uri="{FF2B5EF4-FFF2-40B4-BE49-F238E27FC236}">
                    <a16:creationId xmlns:a16="http://schemas.microsoft.com/office/drawing/2014/main" id="{CFD8B9B9-B8A5-4E24-9A6E-E50DA42212FB}"/>
                  </a:ext>
                </a:extLst>
              </p:cNvPr>
              <p:cNvSpPr/>
              <p:nvPr/>
            </p:nvSpPr>
            <p:spPr>
              <a:xfrm rot="8867088" flipH="1">
                <a:off x="5923517" y="1775373"/>
                <a:ext cx="93497" cy="182880"/>
              </a:xfrm>
              <a:prstGeom prst="trapezoid">
                <a:avLst>
                  <a:gd name="adj" fmla="val 12383"/>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 name="Group 36">
              <a:extLst>
                <a:ext uri="{FF2B5EF4-FFF2-40B4-BE49-F238E27FC236}">
                  <a16:creationId xmlns:a16="http://schemas.microsoft.com/office/drawing/2014/main" id="{04A7AB5C-6B10-4E0B-B5E8-BCD36E00CE3D}"/>
                </a:ext>
              </a:extLst>
            </p:cNvPr>
            <p:cNvGrpSpPr/>
            <p:nvPr/>
          </p:nvGrpSpPr>
          <p:grpSpPr>
            <a:xfrm rot="7898637">
              <a:off x="2983727" y="2862155"/>
              <a:ext cx="401905" cy="1005526"/>
              <a:chOff x="4130248" y="650162"/>
              <a:chExt cx="502279" cy="1664988"/>
            </a:xfrm>
            <a:solidFill>
              <a:schemeClr val="accent2"/>
            </a:solidFill>
          </p:grpSpPr>
          <p:sp>
            <p:nvSpPr>
              <p:cNvPr id="31" name="Trapezoid 58">
                <a:extLst>
                  <a:ext uri="{FF2B5EF4-FFF2-40B4-BE49-F238E27FC236}">
                    <a16:creationId xmlns:a16="http://schemas.microsoft.com/office/drawing/2014/main" id="{1896D80A-7A04-400A-AFEF-3182F21EC2A8}"/>
                  </a:ext>
                </a:extLst>
              </p:cNvPr>
              <p:cNvSpPr/>
              <p:nvPr/>
            </p:nvSpPr>
            <p:spPr>
              <a:xfrm>
                <a:off x="4130248" y="650162"/>
                <a:ext cx="502273" cy="1664988"/>
              </a:xfrm>
              <a:prstGeom prst="trapezoid">
                <a:avLst>
                  <a:gd name="adj" fmla="val 9168"/>
                </a:avLst>
              </a:prstGeom>
              <a:grp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rapezoid 94">
                <a:extLst>
                  <a:ext uri="{FF2B5EF4-FFF2-40B4-BE49-F238E27FC236}">
                    <a16:creationId xmlns:a16="http://schemas.microsoft.com/office/drawing/2014/main" id="{1E1C437E-7D4D-4A76-A01A-E865B32D3195}"/>
                  </a:ext>
                </a:extLst>
              </p:cNvPr>
              <p:cNvSpPr/>
              <p:nvPr/>
            </p:nvSpPr>
            <p:spPr>
              <a:xfrm>
                <a:off x="4449648" y="650162"/>
                <a:ext cx="182879" cy="1664988"/>
              </a:xfrm>
              <a:custGeom>
                <a:avLst/>
                <a:gdLst>
                  <a:gd name="connsiteX0" fmla="*/ 0 w 182880"/>
                  <a:gd name="connsiteY0" fmla="*/ 1664988 h 1664988"/>
                  <a:gd name="connsiteX1" fmla="*/ 0 w 182880"/>
                  <a:gd name="connsiteY1" fmla="*/ 0 h 1664988"/>
                  <a:gd name="connsiteX2" fmla="*/ 182880 w 182880"/>
                  <a:gd name="connsiteY2" fmla="*/ 0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0540 w 182880"/>
                  <a:gd name="connsiteY2" fmla="*/ 3079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68965 w 182880"/>
                  <a:gd name="connsiteY2" fmla="*/ 6157 h 1664988"/>
                  <a:gd name="connsiteX3" fmla="*/ 182880 w 182880"/>
                  <a:gd name="connsiteY3" fmla="*/ 1664988 h 1664988"/>
                  <a:gd name="connsiteX4" fmla="*/ 0 w 182880"/>
                  <a:gd name="connsiteY4" fmla="*/ 1664988 h 1664988"/>
                  <a:gd name="connsiteX0" fmla="*/ 0 w 182880"/>
                  <a:gd name="connsiteY0" fmla="*/ 1664988 h 1664988"/>
                  <a:gd name="connsiteX1" fmla="*/ 0 w 182880"/>
                  <a:gd name="connsiteY1" fmla="*/ 0 h 1664988"/>
                  <a:gd name="connsiteX2" fmla="*/ 133619 w 182880"/>
                  <a:gd name="connsiteY2" fmla="*/ 3079 h 1664988"/>
                  <a:gd name="connsiteX3" fmla="*/ 182880 w 182880"/>
                  <a:gd name="connsiteY3" fmla="*/ 1664988 h 1664988"/>
                  <a:gd name="connsiteX4" fmla="*/ 0 w 182880"/>
                  <a:gd name="connsiteY4" fmla="*/ 1664988 h 1664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 h="1664988">
                    <a:moveTo>
                      <a:pt x="0" y="1664988"/>
                    </a:moveTo>
                    <a:lnTo>
                      <a:pt x="0" y="0"/>
                    </a:lnTo>
                    <a:lnTo>
                      <a:pt x="133619" y="3079"/>
                    </a:lnTo>
                    <a:lnTo>
                      <a:pt x="182880" y="1664988"/>
                    </a:lnTo>
                    <a:lnTo>
                      <a:pt x="0" y="1664988"/>
                    </a:lnTo>
                    <a:close/>
                  </a:path>
                </a:pathLst>
              </a:cu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47">
              <a:extLst>
                <a:ext uri="{FF2B5EF4-FFF2-40B4-BE49-F238E27FC236}">
                  <a16:creationId xmlns:a16="http://schemas.microsoft.com/office/drawing/2014/main" id="{65BDFDD1-B9D6-4046-9BA4-3CB134BEFDCC}"/>
                </a:ext>
              </a:extLst>
            </p:cNvPr>
            <p:cNvGrpSpPr/>
            <p:nvPr/>
          </p:nvGrpSpPr>
          <p:grpSpPr>
            <a:xfrm rot="2713823">
              <a:off x="3354629" y="3493771"/>
              <a:ext cx="337386" cy="337388"/>
              <a:chOff x="5108323" y="1463792"/>
              <a:chExt cx="374636" cy="374638"/>
            </a:xfrm>
          </p:grpSpPr>
          <p:sp>
            <p:nvSpPr>
              <p:cNvPr id="21" name="Oval 48">
                <a:extLst>
                  <a:ext uri="{FF2B5EF4-FFF2-40B4-BE49-F238E27FC236}">
                    <a16:creationId xmlns:a16="http://schemas.microsoft.com/office/drawing/2014/main" id="{922F044B-7527-466D-819A-567BF3FA44D5}"/>
                  </a:ext>
                </a:extLst>
              </p:cNvPr>
              <p:cNvSpPr/>
              <p:nvPr/>
            </p:nvSpPr>
            <p:spPr>
              <a:xfrm>
                <a:off x="5108323" y="1463792"/>
                <a:ext cx="374636" cy="374638"/>
              </a:xfrm>
              <a:prstGeom prst="ellipse">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49">
                <a:extLst>
                  <a:ext uri="{FF2B5EF4-FFF2-40B4-BE49-F238E27FC236}">
                    <a16:creationId xmlns:a16="http://schemas.microsoft.com/office/drawing/2014/main" id="{9E0E16B6-7274-4C5B-BD2E-90ACA3A67510}"/>
                  </a:ext>
                </a:extLst>
              </p:cNvPr>
              <p:cNvSpPr/>
              <p:nvPr/>
            </p:nvSpPr>
            <p:spPr>
              <a:xfrm>
                <a:off x="5167785" y="1523587"/>
                <a:ext cx="255882" cy="255676"/>
              </a:xfrm>
              <a:custGeom>
                <a:avLst/>
                <a:gdLst>
                  <a:gd name="connsiteX0" fmla="*/ 127864 w 255882"/>
                  <a:gd name="connsiteY0" fmla="*/ 81461 h 255676"/>
                  <a:gd name="connsiteX1" fmla="*/ 81805 w 255882"/>
                  <a:gd name="connsiteY1" fmla="*/ 127520 h 255676"/>
                  <a:gd name="connsiteX2" fmla="*/ 127864 w 255882"/>
                  <a:gd name="connsiteY2" fmla="*/ 173579 h 255676"/>
                  <a:gd name="connsiteX3" fmla="*/ 173923 w 255882"/>
                  <a:gd name="connsiteY3" fmla="*/ 127520 h 255676"/>
                  <a:gd name="connsiteX4" fmla="*/ 127864 w 255882"/>
                  <a:gd name="connsiteY4" fmla="*/ 81461 h 255676"/>
                  <a:gd name="connsiteX5" fmla="*/ 122296 w 255882"/>
                  <a:gd name="connsiteY5" fmla="*/ 86 h 255676"/>
                  <a:gd name="connsiteX6" fmla="*/ 127383 w 255882"/>
                  <a:gd name="connsiteY6" fmla="*/ 4211 h 255676"/>
                  <a:gd name="connsiteX7" fmla="*/ 132401 w 255882"/>
                  <a:gd name="connsiteY7" fmla="*/ 21809 h 255676"/>
                  <a:gd name="connsiteX8" fmla="*/ 145188 w 255882"/>
                  <a:gd name="connsiteY8" fmla="*/ 29027 h 255676"/>
                  <a:gd name="connsiteX9" fmla="*/ 149312 w 255882"/>
                  <a:gd name="connsiteY9" fmla="*/ 25452 h 255676"/>
                  <a:gd name="connsiteX10" fmla="*/ 158937 w 255882"/>
                  <a:gd name="connsiteY10" fmla="*/ 9160 h 255676"/>
                  <a:gd name="connsiteX11" fmla="*/ 166705 w 255882"/>
                  <a:gd name="connsiteY11" fmla="*/ 5929 h 255676"/>
                  <a:gd name="connsiteX12" fmla="*/ 174404 w 255882"/>
                  <a:gd name="connsiteY12" fmla="*/ 18372 h 255676"/>
                  <a:gd name="connsiteX13" fmla="*/ 172479 w 255882"/>
                  <a:gd name="connsiteY13" fmla="*/ 34046 h 255676"/>
                  <a:gd name="connsiteX14" fmla="*/ 172479 w 255882"/>
                  <a:gd name="connsiteY14" fmla="*/ 35695 h 255676"/>
                  <a:gd name="connsiteX15" fmla="*/ 186434 w 255882"/>
                  <a:gd name="connsiteY15" fmla="*/ 41882 h 255676"/>
                  <a:gd name="connsiteX16" fmla="*/ 201764 w 255882"/>
                  <a:gd name="connsiteY16" fmla="*/ 30402 h 255676"/>
                  <a:gd name="connsiteX17" fmla="*/ 211045 w 255882"/>
                  <a:gd name="connsiteY17" fmla="*/ 30540 h 255676"/>
                  <a:gd name="connsiteX18" fmla="*/ 212488 w 255882"/>
                  <a:gd name="connsiteY18" fmla="*/ 31777 h 255676"/>
                  <a:gd name="connsiteX19" fmla="*/ 214069 w 255882"/>
                  <a:gd name="connsiteY19" fmla="*/ 42364 h 255676"/>
                  <a:gd name="connsiteX20" fmla="*/ 205614 w 255882"/>
                  <a:gd name="connsiteY20" fmla="*/ 57418 h 255676"/>
                  <a:gd name="connsiteX21" fmla="*/ 206783 w 255882"/>
                  <a:gd name="connsiteY21" fmla="*/ 67180 h 255676"/>
                  <a:gd name="connsiteX22" fmla="*/ 215719 w 255882"/>
                  <a:gd name="connsiteY22" fmla="*/ 70755 h 255676"/>
                  <a:gd name="connsiteX23" fmla="*/ 233799 w 255882"/>
                  <a:gd name="connsiteY23" fmla="*/ 66011 h 255676"/>
                  <a:gd name="connsiteX24" fmla="*/ 241498 w 255882"/>
                  <a:gd name="connsiteY24" fmla="*/ 68967 h 255676"/>
                  <a:gd name="connsiteX25" fmla="*/ 243836 w 255882"/>
                  <a:gd name="connsiteY25" fmla="*/ 73573 h 255676"/>
                  <a:gd name="connsiteX26" fmla="*/ 241911 w 255882"/>
                  <a:gd name="connsiteY26" fmla="*/ 80379 h 255676"/>
                  <a:gd name="connsiteX27" fmla="*/ 226443 w 255882"/>
                  <a:gd name="connsiteY27" fmla="*/ 92684 h 255676"/>
                  <a:gd name="connsiteX28" fmla="*/ 223694 w 255882"/>
                  <a:gd name="connsiteY28" fmla="*/ 100177 h 255676"/>
                  <a:gd name="connsiteX29" fmla="*/ 224519 w 255882"/>
                  <a:gd name="connsiteY29" fmla="*/ 103202 h 255676"/>
                  <a:gd name="connsiteX30" fmla="*/ 230843 w 255882"/>
                  <a:gd name="connsiteY30" fmla="*/ 108633 h 255676"/>
                  <a:gd name="connsiteX31" fmla="*/ 249541 w 255882"/>
                  <a:gd name="connsiteY31" fmla="*/ 111176 h 255676"/>
                  <a:gd name="connsiteX32" fmla="*/ 255591 w 255882"/>
                  <a:gd name="connsiteY32" fmla="*/ 117157 h 255676"/>
                  <a:gd name="connsiteX33" fmla="*/ 255797 w 255882"/>
                  <a:gd name="connsiteY33" fmla="*/ 122519 h 255676"/>
                  <a:gd name="connsiteX34" fmla="*/ 251398 w 255882"/>
                  <a:gd name="connsiteY34" fmla="*/ 127675 h 255676"/>
                  <a:gd name="connsiteX35" fmla="*/ 233799 w 255882"/>
                  <a:gd name="connsiteY35" fmla="*/ 132693 h 255676"/>
                  <a:gd name="connsiteX36" fmla="*/ 226650 w 255882"/>
                  <a:gd name="connsiteY36" fmla="*/ 144586 h 255676"/>
                  <a:gd name="connsiteX37" fmla="*/ 230293 w 255882"/>
                  <a:gd name="connsiteY37" fmla="*/ 149398 h 255676"/>
                  <a:gd name="connsiteX38" fmla="*/ 246448 w 255882"/>
                  <a:gd name="connsiteY38" fmla="*/ 158884 h 255676"/>
                  <a:gd name="connsiteX39" fmla="*/ 249954 w 255882"/>
                  <a:gd name="connsiteY39" fmla="*/ 167065 h 255676"/>
                  <a:gd name="connsiteX40" fmla="*/ 249816 w 255882"/>
                  <a:gd name="connsiteY40" fmla="*/ 167890 h 255676"/>
                  <a:gd name="connsiteX41" fmla="*/ 240123 w 255882"/>
                  <a:gd name="connsiteY41" fmla="*/ 174833 h 255676"/>
                  <a:gd name="connsiteX42" fmla="*/ 223212 w 255882"/>
                  <a:gd name="connsiteY42" fmla="*/ 172702 h 255676"/>
                  <a:gd name="connsiteX43" fmla="*/ 214688 w 255882"/>
                  <a:gd name="connsiteY43" fmla="*/ 177102 h 255676"/>
                  <a:gd name="connsiteX44" fmla="*/ 214551 w 255882"/>
                  <a:gd name="connsiteY44" fmla="*/ 187276 h 255676"/>
                  <a:gd name="connsiteX45" fmla="*/ 225481 w 255882"/>
                  <a:gd name="connsiteY45" fmla="*/ 201712 h 255676"/>
                  <a:gd name="connsiteX46" fmla="*/ 225481 w 255882"/>
                  <a:gd name="connsiteY46" fmla="*/ 211130 h 255676"/>
                  <a:gd name="connsiteX47" fmla="*/ 225068 w 255882"/>
                  <a:gd name="connsiteY47" fmla="*/ 211611 h 255676"/>
                  <a:gd name="connsiteX48" fmla="*/ 213245 w 255882"/>
                  <a:gd name="connsiteY48" fmla="*/ 213948 h 255676"/>
                  <a:gd name="connsiteX49" fmla="*/ 198602 w 255882"/>
                  <a:gd name="connsiteY49" fmla="*/ 205699 h 255676"/>
                  <a:gd name="connsiteX50" fmla="*/ 188565 w 255882"/>
                  <a:gd name="connsiteY50" fmla="*/ 207143 h 255676"/>
                  <a:gd name="connsiteX51" fmla="*/ 185334 w 255882"/>
                  <a:gd name="connsiteY51" fmla="*/ 216217 h 255676"/>
                  <a:gd name="connsiteX52" fmla="*/ 190078 w 255882"/>
                  <a:gd name="connsiteY52" fmla="*/ 234503 h 255676"/>
                  <a:gd name="connsiteX53" fmla="*/ 187397 w 255882"/>
                  <a:gd name="connsiteY53" fmla="*/ 241377 h 255676"/>
                  <a:gd name="connsiteX54" fmla="*/ 182585 w 255882"/>
                  <a:gd name="connsiteY54" fmla="*/ 243852 h 255676"/>
                  <a:gd name="connsiteX55" fmla="*/ 175366 w 255882"/>
                  <a:gd name="connsiteY55" fmla="*/ 241859 h 255676"/>
                  <a:gd name="connsiteX56" fmla="*/ 164024 w 255882"/>
                  <a:gd name="connsiteY56" fmla="*/ 227491 h 255676"/>
                  <a:gd name="connsiteX57" fmla="*/ 149381 w 255882"/>
                  <a:gd name="connsiteY57" fmla="*/ 226254 h 255676"/>
                  <a:gd name="connsiteX58" fmla="*/ 147456 w 255882"/>
                  <a:gd name="connsiteY58" fmla="*/ 230103 h 255676"/>
                  <a:gd name="connsiteX59" fmla="*/ 144844 w 255882"/>
                  <a:gd name="connsiteY59" fmla="*/ 249008 h 255676"/>
                  <a:gd name="connsiteX60" fmla="*/ 139895 w 255882"/>
                  <a:gd name="connsiteY60" fmla="*/ 255676 h 255676"/>
                  <a:gd name="connsiteX61" fmla="*/ 131577 w 255882"/>
                  <a:gd name="connsiteY61" fmla="*/ 255676 h 255676"/>
                  <a:gd name="connsiteX62" fmla="*/ 127933 w 255882"/>
                  <a:gd name="connsiteY62" fmla="*/ 250589 h 255676"/>
                  <a:gd name="connsiteX63" fmla="*/ 122777 w 255882"/>
                  <a:gd name="connsiteY63" fmla="*/ 232372 h 255676"/>
                  <a:gd name="connsiteX64" fmla="*/ 116659 w 255882"/>
                  <a:gd name="connsiteY64" fmla="*/ 227010 h 255676"/>
                  <a:gd name="connsiteX65" fmla="*/ 112947 w 255882"/>
                  <a:gd name="connsiteY65" fmla="*/ 226597 h 255676"/>
                  <a:gd name="connsiteX66" fmla="*/ 106622 w 255882"/>
                  <a:gd name="connsiteY66" fmla="*/ 230103 h 255676"/>
                  <a:gd name="connsiteX67" fmla="*/ 105041 w 255882"/>
                  <a:gd name="connsiteY67" fmla="*/ 232784 h 255676"/>
                  <a:gd name="connsiteX68" fmla="*/ 96380 w 255882"/>
                  <a:gd name="connsiteY68" fmla="*/ 247427 h 255676"/>
                  <a:gd name="connsiteX69" fmla="*/ 89849 w 255882"/>
                  <a:gd name="connsiteY69" fmla="*/ 250108 h 255676"/>
                  <a:gd name="connsiteX70" fmla="*/ 84555 w 255882"/>
                  <a:gd name="connsiteY70" fmla="*/ 248320 h 255676"/>
                  <a:gd name="connsiteX71" fmla="*/ 80981 w 255882"/>
                  <a:gd name="connsiteY71" fmla="*/ 241652 h 255676"/>
                  <a:gd name="connsiteX72" fmla="*/ 83249 w 255882"/>
                  <a:gd name="connsiteY72" fmla="*/ 222885 h 255676"/>
                  <a:gd name="connsiteX73" fmla="*/ 78094 w 255882"/>
                  <a:gd name="connsiteY73" fmla="*/ 214155 h 255676"/>
                  <a:gd name="connsiteX74" fmla="*/ 68538 w 255882"/>
                  <a:gd name="connsiteY74" fmla="*/ 214636 h 255676"/>
                  <a:gd name="connsiteX75" fmla="*/ 55133 w 255882"/>
                  <a:gd name="connsiteY75" fmla="*/ 224810 h 255676"/>
                  <a:gd name="connsiteX76" fmla="*/ 43240 w 255882"/>
                  <a:gd name="connsiteY76" fmla="*/ 224123 h 255676"/>
                  <a:gd name="connsiteX77" fmla="*/ 42209 w 255882"/>
                  <a:gd name="connsiteY77" fmla="*/ 223091 h 255676"/>
                  <a:gd name="connsiteX78" fmla="*/ 41178 w 255882"/>
                  <a:gd name="connsiteY78" fmla="*/ 214842 h 255676"/>
                  <a:gd name="connsiteX79" fmla="*/ 50115 w 255882"/>
                  <a:gd name="connsiteY79" fmla="*/ 198893 h 255676"/>
                  <a:gd name="connsiteX80" fmla="*/ 51627 w 255882"/>
                  <a:gd name="connsiteY80" fmla="*/ 194013 h 255676"/>
                  <a:gd name="connsiteX81" fmla="*/ 39597 w 255882"/>
                  <a:gd name="connsiteY81" fmla="*/ 185420 h 255676"/>
                  <a:gd name="connsiteX82" fmla="*/ 21105 w 255882"/>
                  <a:gd name="connsiteY82" fmla="*/ 190232 h 255676"/>
                  <a:gd name="connsiteX83" fmla="*/ 15193 w 255882"/>
                  <a:gd name="connsiteY83" fmla="*/ 188238 h 255676"/>
                  <a:gd name="connsiteX84" fmla="*/ 12237 w 255882"/>
                  <a:gd name="connsiteY84" fmla="*/ 183014 h 255676"/>
                  <a:gd name="connsiteX85" fmla="*/ 14230 w 255882"/>
                  <a:gd name="connsiteY85" fmla="*/ 175314 h 255676"/>
                  <a:gd name="connsiteX86" fmla="*/ 27910 w 255882"/>
                  <a:gd name="connsiteY86" fmla="*/ 164453 h 255676"/>
                  <a:gd name="connsiteX87" fmla="*/ 31554 w 255882"/>
                  <a:gd name="connsiteY87" fmla="*/ 153385 h 255676"/>
                  <a:gd name="connsiteX88" fmla="*/ 24198 w 255882"/>
                  <a:gd name="connsiteY88" fmla="*/ 147198 h 255676"/>
                  <a:gd name="connsiteX89" fmla="*/ 6943 w 255882"/>
                  <a:gd name="connsiteY89" fmla="*/ 144861 h 255676"/>
                  <a:gd name="connsiteX90" fmla="*/ 138 w 255882"/>
                  <a:gd name="connsiteY90" fmla="*/ 140049 h 255676"/>
                  <a:gd name="connsiteX91" fmla="*/ 0 w 255882"/>
                  <a:gd name="connsiteY91" fmla="*/ 131525 h 255676"/>
                  <a:gd name="connsiteX92" fmla="*/ 5019 w 255882"/>
                  <a:gd name="connsiteY92" fmla="*/ 127881 h 255676"/>
                  <a:gd name="connsiteX93" fmla="*/ 22617 w 255882"/>
                  <a:gd name="connsiteY93" fmla="*/ 122931 h 255676"/>
                  <a:gd name="connsiteX94" fmla="*/ 28667 w 255882"/>
                  <a:gd name="connsiteY94" fmla="*/ 116194 h 255676"/>
                  <a:gd name="connsiteX95" fmla="*/ 29010 w 255882"/>
                  <a:gd name="connsiteY95" fmla="*/ 113307 h 255676"/>
                  <a:gd name="connsiteX96" fmla="*/ 25229 w 255882"/>
                  <a:gd name="connsiteY96" fmla="*/ 106295 h 255676"/>
                  <a:gd name="connsiteX97" fmla="*/ 9281 w 255882"/>
                  <a:gd name="connsiteY97" fmla="*/ 96946 h 255676"/>
                  <a:gd name="connsiteX98" fmla="*/ 5843 w 255882"/>
                  <a:gd name="connsiteY98" fmla="*/ 88560 h 255676"/>
                  <a:gd name="connsiteX99" fmla="*/ 6187 w 255882"/>
                  <a:gd name="connsiteY99" fmla="*/ 87391 h 255676"/>
                  <a:gd name="connsiteX100" fmla="*/ 15261 w 255882"/>
                  <a:gd name="connsiteY100" fmla="*/ 81135 h 255676"/>
                  <a:gd name="connsiteX101" fmla="*/ 32173 w 255882"/>
                  <a:gd name="connsiteY101" fmla="*/ 83060 h 255676"/>
                  <a:gd name="connsiteX102" fmla="*/ 40834 w 255882"/>
                  <a:gd name="connsiteY102" fmla="*/ 79073 h 255676"/>
                  <a:gd name="connsiteX103" fmla="*/ 40147 w 255882"/>
                  <a:gd name="connsiteY103" fmla="*/ 67318 h 255676"/>
                  <a:gd name="connsiteX104" fmla="*/ 29629 w 255882"/>
                  <a:gd name="connsiteY104" fmla="*/ 53363 h 255676"/>
                  <a:gd name="connsiteX105" fmla="*/ 29629 w 255882"/>
                  <a:gd name="connsiteY105" fmla="*/ 45595 h 255676"/>
                  <a:gd name="connsiteX106" fmla="*/ 33066 w 255882"/>
                  <a:gd name="connsiteY106" fmla="*/ 41745 h 255676"/>
                  <a:gd name="connsiteX107" fmla="*/ 40422 w 255882"/>
                  <a:gd name="connsiteY107" fmla="*/ 40920 h 255676"/>
                  <a:gd name="connsiteX108" fmla="*/ 56027 w 255882"/>
                  <a:gd name="connsiteY108" fmla="*/ 49719 h 255676"/>
                  <a:gd name="connsiteX109" fmla="*/ 69982 w 255882"/>
                  <a:gd name="connsiteY109" fmla="*/ 45801 h 255676"/>
                  <a:gd name="connsiteX110" fmla="*/ 70325 w 255882"/>
                  <a:gd name="connsiteY110" fmla="*/ 39751 h 255676"/>
                  <a:gd name="connsiteX111" fmla="*/ 65788 w 255882"/>
                  <a:gd name="connsiteY111" fmla="*/ 22221 h 255676"/>
                  <a:gd name="connsiteX112" fmla="*/ 69088 w 255882"/>
                  <a:gd name="connsiteY112" fmla="*/ 14110 h 255676"/>
                  <a:gd name="connsiteX113" fmla="*/ 71632 w 255882"/>
                  <a:gd name="connsiteY113" fmla="*/ 12735 h 255676"/>
                  <a:gd name="connsiteX114" fmla="*/ 81118 w 255882"/>
                  <a:gd name="connsiteY114" fmla="*/ 15072 h 255676"/>
                  <a:gd name="connsiteX115" fmla="*/ 92049 w 255882"/>
                  <a:gd name="connsiteY115" fmla="*/ 28958 h 255676"/>
                  <a:gd name="connsiteX116" fmla="*/ 106966 w 255882"/>
                  <a:gd name="connsiteY116" fmla="*/ 28890 h 255676"/>
                  <a:gd name="connsiteX117" fmla="*/ 108754 w 255882"/>
                  <a:gd name="connsiteY117" fmla="*/ 22565 h 255676"/>
                  <a:gd name="connsiteX118" fmla="*/ 110953 w 255882"/>
                  <a:gd name="connsiteY118" fmla="*/ 6479 h 255676"/>
                  <a:gd name="connsiteX119" fmla="*/ 116934 w 255882"/>
                  <a:gd name="connsiteY119" fmla="*/ 292 h 255676"/>
                  <a:gd name="connsiteX120" fmla="*/ 122296 w 255882"/>
                  <a:gd name="connsiteY120" fmla="*/ 86 h 25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255882" h="255676">
                    <a:moveTo>
                      <a:pt x="127864" y="81461"/>
                    </a:moveTo>
                    <a:cubicBezTo>
                      <a:pt x="102426" y="81461"/>
                      <a:pt x="81805" y="102082"/>
                      <a:pt x="81805" y="127520"/>
                    </a:cubicBezTo>
                    <a:cubicBezTo>
                      <a:pt x="81805" y="152958"/>
                      <a:pt x="102426" y="173579"/>
                      <a:pt x="127864" y="173579"/>
                    </a:cubicBezTo>
                    <a:cubicBezTo>
                      <a:pt x="153302" y="173579"/>
                      <a:pt x="173923" y="152958"/>
                      <a:pt x="173923" y="127520"/>
                    </a:cubicBezTo>
                    <a:cubicBezTo>
                      <a:pt x="173923" y="102082"/>
                      <a:pt x="153302" y="81461"/>
                      <a:pt x="127864" y="81461"/>
                    </a:cubicBezTo>
                    <a:close/>
                    <a:moveTo>
                      <a:pt x="122296" y="86"/>
                    </a:moveTo>
                    <a:cubicBezTo>
                      <a:pt x="124908" y="223"/>
                      <a:pt x="126696" y="1598"/>
                      <a:pt x="127383" y="4211"/>
                    </a:cubicBezTo>
                    <a:cubicBezTo>
                      <a:pt x="129033" y="10054"/>
                      <a:pt x="130752" y="15966"/>
                      <a:pt x="132401" y="21809"/>
                    </a:cubicBezTo>
                    <a:cubicBezTo>
                      <a:pt x="134120" y="27790"/>
                      <a:pt x="139070" y="30608"/>
                      <a:pt x="145188" y="29027"/>
                    </a:cubicBezTo>
                    <a:cubicBezTo>
                      <a:pt x="147181" y="28546"/>
                      <a:pt x="148350" y="27102"/>
                      <a:pt x="149312" y="25452"/>
                    </a:cubicBezTo>
                    <a:cubicBezTo>
                      <a:pt x="152475" y="20022"/>
                      <a:pt x="155706" y="14591"/>
                      <a:pt x="158937" y="9160"/>
                    </a:cubicBezTo>
                    <a:cubicBezTo>
                      <a:pt x="160999" y="5654"/>
                      <a:pt x="162786" y="4898"/>
                      <a:pt x="166705" y="5929"/>
                    </a:cubicBezTo>
                    <a:cubicBezTo>
                      <a:pt x="174542" y="7923"/>
                      <a:pt x="175573" y="9641"/>
                      <a:pt x="174404" y="18372"/>
                    </a:cubicBezTo>
                    <a:cubicBezTo>
                      <a:pt x="173717" y="23596"/>
                      <a:pt x="173098" y="28821"/>
                      <a:pt x="172479" y="34046"/>
                    </a:cubicBezTo>
                    <a:cubicBezTo>
                      <a:pt x="172410" y="34595"/>
                      <a:pt x="172410" y="35145"/>
                      <a:pt x="172479" y="35695"/>
                    </a:cubicBezTo>
                    <a:cubicBezTo>
                      <a:pt x="173373" y="41264"/>
                      <a:pt x="181828" y="45113"/>
                      <a:pt x="186434" y="41882"/>
                    </a:cubicBezTo>
                    <a:cubicBezTo>
                      <a:pt x="191659" y="38170"/>
                      <a:pt x="196677" y="34252"/>
                      <a:pt x="201764" y="30402"/>
                    </a:cubicBezTo>
                    <a:cubicBezTo>
                      <a:pt x="205476" y="27584"/>
                      <a:pt x="207333" y="27652"/>
                      <a:pt x="211045" y="30540"/>
                    </a:cubicBezTo>
                    <a:cubicBezTo>
                      <a:pt x="211526" y="30952"/>
                      <a:pt x="212007" y="31296"/>
                      <a:pt x="212488" y="31777"/>
                    </a:cubicBezTo>
                    <a:cubicBezTo>
                      <a:pt x="216819" y="35902"/>
                      <a:pt x="217025" y="37139"/>
                      <a:pt x="214069" y="42364"/>
                    </a:cubicBezTo>
                    <a:cubicBezTo>
                      <a:pt x="211251" y="47382"/>
                      <a:pt x="208570" y="52469"/>
                      <a:pt x="205614" y="57418"/>
                    </a:cubicBezTo>
                    <a:cubicBezTo>
                      <a:pt x="203483" y="61062"/>
                      <a:pt x="204445" y="64087"/>
                      <a:pt x="206783" y="67180"/>
                    </a:cubicBezTo>
                    <a:cubicBezTo>
                      <a:pt x="209120" y="70274"/>
                      <a:pt x="211801" y="71786"/>
                      <a:pt x="215719" y="70755"/>
                    </a:cubicBezTo>
                    <a:cubicBezTo>
                      <a:pt x="221769" y="69174"/>
                      <a:pt x="227818" y="67661"/>
                      <a:pt x="233799" y="66011"/>
                    </a:cubicBezTo>
                    <a:cubicBezTo>
                      <a:pt x="237649" y="64980"/>
                      <a:pt x="239367" y="65599"/>
                      <a:pt x="241498" y="68967"/>
                    </a:cubicBezTo>
                    <a:cubicBezTo>
                      <a:pt x="242461" y="70411"/>
                      <a:pt x="243286" y="71923"/>
                      <a:pt x="243836" y="73573"/>
                    </a:cubicBezTo>
                    <a:cubicBezTo>
                      <a:pt x="244867" y="76529"/>
                      <a:pt x="244385" y="78385"/>
                      <a:pt x="241911" y="80379"/>
                    </a:cubicBezTo>
                    <a:cubicBezTo>
                      <a:pt x="236755" y="84504"/>
                      <a:pt x="231668" y="88628"/>
                      <a:pt x="226443" y="92684"/>
                    </a:cubicBezTo>
                    <a:cubicBezTo>
                      <a:pt x="223831" y="94678"/>
                      <a:pt x="223144" y="97152"/>
                      <a:pt x="223694" y="100177"/>
                    </a:cubicBezTo>
                    <a:cubicBezTo>
                      <a:pt x="223900" y="101208"/>
                      <a:pt x="224244" y="102171"/>
                      <a:pt x="224519" y="103202"/>
                    </a:cubicBezTo>
                    <a:cubicBezTo>
                      <a:pt x="225412" y="106433"/>
                      <a:pt x="227543" y="108220"/>
                      <a:pt x="230843" y="108633"/>
                    </a:cubicBezTo>
                    <a:cubicBezTo>
                      <a:pt x="237099" y="109458"/>
                      <a:pt x="243354" y="110351"/>
                      <a:pt x="249541" y="111176"/>
                    </a:cubicBezTo>
                    <a:cubicBezTo>
                      <a:pt x="253254" y="111657"/>
                      <a:pt x="255178" y="113445"/>
                      <a:pt x="255591" y="117157"/>
                    </a:cubicBezTo>
                    <a:cubicBezTo>
                      <a:pt x="255797" y="118944"/>
                      <a:pt x="256003" y="120732"/>
                      <a:pt x="255797" y="122519"/>
                    </a:cubicBezTo>
                    <a:cubicBezTo>
                      <a:pt x="255453" y="125337"/>
                      <a:pt x="254010" y="126919"/>
                      <a:pt x="251398" y="127675"/>
                    </a:cubicBezTo>
                    <a:cubicBezTo>
                      <a:pt x="245554" y="129325"/>
                      <a:pt x="239642" y="130974"/>
                      <a:pt x="233799" y="132693"/>
                    </a:cubicBezTo>
                    <a:cubicBezTo>
                      <a:pt x="228093" y="134343"/>
                      <a:pt x="225481" y="138674"/>
                      <a:pt x="226650" y="144586"/>
                    </a:cubicBezTo>
                    <a:cubicBezTo>
                      <a:pt x="227062" y="146854"/>
                      <a:pt x="228368" y="148298"/>
                      <a:pt x="230293" y="149398"/>
                    </a:cubicBezTo>
                    <a:cubicBezTo>
                      <a:pt x="235655" y="152560"/>
                      <a:pt x="241017" y="155722"/>
                      <a:pt x="246448" y="158884"/>
                    </a:cubicBezTo>
                    <a:cubicBezTo>
                      <a:pt x="250435" y="161222"/>
                      <a:pt x="251054" y="162597"/>
                      <a:pt x="249954" y="167065"/>
                    </a:cubicBezTo>
                    <a:cubicBezTo>
                      <a:pt x="249885" y="167340"/>
                      <a:pt x="249885" y="167615"/>
                      <a:pt x="249816" y="167890"/>
                    </a:cubicBezTo>
                    <a:cubicBezTo>
                      <a:pt x="248166" y="173321"/>
                      <a:pt x="246310" y="176002"/>
                      <a:pt x="240123" y="174833"/>
                    </a:cubicBezTo>
                    <a:cubicBezTo>
                      <a:pt x="234555" y="173733"/>
                      <a:pt x="228849" y="173527"/>
                      <a:pt x="223212" y="172702"/>
                    </a:cubicBezTo>
                    <a:cubicBezTo>
                      <a:pt x="219225" y="172152"/>
                      <a:pt x="216613" y="173733"/>
                      <a:pt x="214688" y="177102"/>
                    </a:cubicBezTo>
                    <a:cubicBezTo>
                      <a:pt x="212695" y="180539"/>
                      <a:pt x="211801" y="183770"/>
                      <a:pt x="214551" y="187276"/>
                    </a:cubicBezTo>
                    <a:cubicBezTo>
                      <a:pt x="218263" y="192019"/>
                      <a:pt x="221838" y="196900"/>
                      <a:pt x="225481" y="201712"/>
                    </a:cubicBezTo>
                    <a:cubicBezTo>
                      <a:pt x="228506" y="205630"/>
                      <a:pt x="228506" y="207212"/>
                      <a:pt x="225481" y="211130"/>
                    </a:cubicBezTo>
                    <a:cubicBezTo>
                      <a:pt x="225343" y="211267"/>
                      <a:pt x="225206" y="211474"/>
                      <a:pt x="225068" y="211611"/>
                    </a:cubicBezTo>
                    <a:cubicBezTo>
                      <a:pt x="221081" y="215873"/>
                      <a:pt x="219500" y="217729"/>
                      <a:pt x="213245" y="213948"/>
                    </a:cubicBezTo>
                    <a:cubicBezTo>
                      <a:pt x="208432" y="211061"/>
                      <a:pt x="203345" y="208586"/>
                      <a:pt x="198602" y="205699"/>
                    </a:cubicBezTo>
                    <a:cubicBezTo>
                      <a:pt x="194684" y="203362"/>
                      <a:pt x="191659" y="204737"/>
                      <a:pt x="188565" y="207143"/>
                    </a:cubicBezTo>
                    <a:cubicBezTo>
                      <a:pt x="185472" y="209480"/>
                      <a:pt x="184234" y="212299"/>
                      <a:pt x="185334" y="216217"/>
                    </a:cubicBezTo>
                    <a:cubicBezTo>
                      <a:pt x="187053" y="222267"/>
                      <a:pt x="188565" y="228385"/>
                      <a:pt x="190078" y="234503"/>
                    </a:cubicBezTo>
                    <a:cubicBezTo>
                      <a:pt x="190903" y="237803"/>
                      <a:pt x="190215" y="239590"/>
                      <a:pt x="187397" y="241377"/>
                    </a:cubicBezTo>
                    <a:cubicBezTo>
                      <a:pt x="185884" y="242340"/>
                      <a:pt x="184303" y="243233"/>
                      <a:pt x="182585" y="243852"/>
                    </a:cubicBezTo>
                    <a:cubicBezTo>
                      <a:pt x="179560" y="244952"/>
                      <a:pt x="177360" y="244402"/>
                      <a:pt x="175366" y="241859"/>
                    </a:cubicBezTo>
                    <a:cubicBezTo>
                      <a:pt x="171585" y="237115"/>
                      <a:pt x="167805" y="232303"/>
                      <a:pt x="164024" y="227491"/>
                    </a:cubicBezTo>
                    <a:cubicBezTo>
                      <a:pt x="160380" y="222954"/>
                      <a:pt x="153781" y="222335"/>
                      <a:pt x="149381" y="226254"/>
                    </a:cubicBezTo>
                    <a:cubicBezTo>
                      <a:pt x="148213" y="227285"/>
                      <a:pt x="147663" y="228591"/>
                      <a:pt x="147456" y="230103"/>
                    </a:cubicBezTo>
                    <a:cubicBezTo>
                      <a:pt x="146563" y="236428"/>
                      <a:pt x="145532" y="242683"/>
                      <a:pt x="144844" y="249008"/>
                    </a:cubicBezTo>
                    <a:cubicBezTo>
                      <a:pt x="144432" y="252308"/>
                      <a:pt x="143126" y="254645"/>
                      <a:pt x="139895" y="255676"/>
                    </a:cubicBezTo>
                    <a:cubicBezTo>
                      <a:pt x="137145" y="255676"/>
                      <a:pt x="134326" y="255676"/>
                      <a:pt x="131577" y="255676"/>
                    </a:cubicBezTo>
                    <a:cubicBezTo>
                      <a:pt x="129652" y="254507"/>
                      <a:pt x="128552" y="252789"/>
                      <a:pt x="127933" y="250589"/>
                    </a:cubicBezTo>
                    <a:cubicBezTo>
                      <a:pt x="126283" y="244540"/>
                      <a:pt x="124427" y="238490"/>
                      <a:pt x="122777" y="232372"/>
                    </a:cubicBezTo>
                    <a:cubicBezTo>
                      <a:pt x="121884" y="229141"/>
                      <a:pt x="119890" y="227422"/>
                      <a:pt x="116659" y="227010"/>
                    </a:cubicBezTo>
                    <a:cubicBezTo>
                      <a:pt x="115422" y="226872"/>
                      <a:pt x="114184" y="226666"/>
                      <a:pt x="112947" y="226597"/>
                    </a:cubicBezTo>
                    <a:cubicBezTo>
                      <a:pt x="110060" y="226391"/>
                      <a:pt x="108066" y="227697"/>
                      <a:pt x="106622" y="230103"/>
                    </a:cubicBezTo>
                    <a:cubicBezTo>
                      <a:pt x="106072" y="230997"/>
                      <a:pt x="105591" y="231891"/>
                      <a:pt x="105041" y="232784"/>
                    </a:cubicBezTo>
                    <a:cubicBezTo>
                      <a:pt x="102154" y="237665"/>
                      <a:pt x="99335" y="242615"/>
                      <a:pt x="96380" y="247427"/>
                    </a:cubicBezTo>
                    <a:cubicBezTo>
                      <a:pt x="94798" y="250108"/>
                      <a:pt x="92873" y="250795"/>
                      <a:pt x="89849" y="250108"/>
                    </a:cubicBezTo>
                    <a:cubicBezTo>
                      <a:pt x="87993" y="249695"/>
                      <a:pt x="86274" y="249077"/>
                      <a:pt x="84555" y="248320"/>
                    </a:cubicBezTo>
                    <a:cubicBezTo>
                      <a:pt x="81531" y="246877"/>
                      <a:pt x="80568" y="245021"/>
                      <a:pt x="80981" y="241652"/>
                    </a:cubicBezTo>
                    <a:cubicBezTo>
                      <a:pt x="81737" y="235397"/>
                      <a:pt x="82356" y="229141"/>
                      <a:pt x="83249" y="222885"/>
                    </a:cubicBezTo>
                    <a:cubicBezTo>
                      <a:pt x="83868" y="218486"/>
                      <a:pt x="81531" y="216080"/>
                      <a:pt x="78094" y="214155"/>
                    </a:cubicBezTo>
                    <a:cubicBezTo>
                      <a:pt x="74725" y="212299"/>
                      <a:pt x="71700" y="212024"/>
                      <a:pt x="68538" y="214636"/>
                    </a:cubicBezTo>
                    <a:cubicBezTo>
                      <a:pt x="64139" y="218142"/>
                      <a:pt x="59533" y="221373"/>
                      <a:pt x="55133" y="224810"/>
                    </a:cubicBezTo>
                    <a:cubicBezTo>
                      <a:pt x="50665" y="228316"/>
                      <a:pt x="48740" y="229072"/>
                      <a:pt x="43240" y="224123"/>
                    </a:cubicBezTo>
                    <a:cubicBezTo>
                      <a:pt x="42897" y="223779"/>
                      <a:pt x="42553" y="223435"/>
                      <a:pt x="42209" y="223091"/>
                    </a:cubicBezTo>
                    <a:cubicBezTo>
                      <a:pt x="39528" y="220342"/>
                      <a:pt x="39253" y="218211"/>
                      <a:pt x="41178" y="214842"/>
                    </a:cubicBezTo>
                    <a:cubicBezTo>
                      <a:pt x="44134" y="209549"/>
                      <a:pt x="47159" y="204187"/>
                      <a:pt x="50115" y="198893"/>
                    </a:cubicBezTo>
                    <a:cubicBezTo>
                      <a:pt x="50940" y="197381"/>
                      <a:pt x="51833" y="195869"/>
                      <a:pt x="51627" y="194013"/>
                    </a:cubicBezTo>
                    <a:cubicBezTo>
                      <a:pt x="51146" y="188444"/>
                      <a:pt x="44959" y="184045"/>
                      <a:pt x="39597" y="185420"/>
                    </a:cubicBezTo>
                    <a:cubicBezTo>
                      <a:pt x="33410" y="187001"/>
                      <a:pt x="27223" y="188582"/>
                      <a:pt x="21105" y="190232"/>
                    </a:cubicBezTo>
                    <a:cubicBezTo>
                      <a:pt x="18630" y="190919"/>
                      <a:pt x="16774" y="190163"/>
                      <a:pt x="15193" y="188238"/>
                    </a:cubicBezTo>
                    <a:cubicBezTo>
                      <a:pt x="13887" y="186657"/>
                      <a:pt x="13062" y="184870"/>
                      <a:pt x="12237" y="183014"/>
                    </a:cubicBezTo>
                    <a:cubicBezTo>
                      <a:pt x="10862" y="179783"/>
                      <a:pt x="11481" y="177445"/>
                      <a:pt x="14230" y="175314"/>
                    </a:cubicBezTo>
                    <a:cubicBezTo>
                      <a:pt x="18767" y="171671"/>
                      <a:pt x="23373" y="168096"/>
                      <a:pt x="27910" y="164453"/>
                    </a:cubicBezTo>
                    <a:cubicBezTo>
                      <a:pt x="32722" y="160741"/>
                      <a:pt x="33135" y="159159"/>
                      <a:pt x="31554" y="153385"/>
                    </a:cubicBezTo>
                    <a:cubicBezTo>
                      <a:pt x="30454" y="149604"/>
                      <a:pt x="28185" y="147611"/>
                      <a:pt x="24198" y="147198"/>
                    </a:cubicBezTo>
                    <a:cubicBezTo>
                      <a:pt x="18424" y="146579"/>
                      <a:pt x="12718" y="145479"/>
                      <a:pt x="6943" y="144861"/>
                    </a:cubicBezTo>
                    <a:cubicBezTo>
                      <a:pt x="3644" y="144517"/>
                      <a:pt x="1306" y="143211"/>
                      <a:pt x="138" y="140049"/>
                    </a:cubicBezTo>
                    <a:cubicBezTo>
                      <a:pt x="0" y="137093"/>
                      <a:pt x="0" y="134343"/>
                      <a:pt x="0" y="131525"/>
                    </a:cubicBezTo>
                    <a:cubicBezTo>
                      <a:pt x="1100" y="129462"/>
                      <a:pt x="2819" y="128431"/>
                      <a:pt x="5019" y="127881"/>
                    </a:cubicBezTo>
                    <a:cubicBezTo>
                      <a:pt x="10931" y="126300"/>
                      <a:pt x="16705" y="124513"/>
                      <a:pt x="22617" y="122931"/>
                    </a:cubicBezTo>
                    <a:cubicBezTo>
                      <a:pt x="26192" y="121969"/>
                      <a:pt x="28323" y="119975"/>
                      <a:pt x="28667" y="116194"/>
                    </a:cubicBezTo>
                    <a:cubicBezTo>
                      <a:pt x="28735" y="115232"/>
                      <a:pt x="28873" y="114270"/>
                      <a:pt x="29010" y="113307"/>
                    </a:cubicBezTo>
                    <a:cubicBezTo>
                      <a:pt x="29354" y="110076"/>
                      <a:pt x="27910" y="107876"/>
                      <a:pt x="25229" y="106295"/>
                    </a:cubicBezTo>
                    <a:cubicBezTo>
                      <a:pt x="19867" y="103202"/>
                      <a:pt x="14574" y="100040"/>
                      <a:pt x="9281" y="96946"/>
                    </a:cubicBezTo>
                    <a:cubicBezTo>
                      <a:pt x="5362" y="94678"/>
                      <a:pt x="4675" y="92959"/>
                      <a:pt x="5843" y="88560"/>
                    </a:cubicBezTo>
                    <a:cubicBezTo>
                      <a:pt x="5981" y="88147"/>
                      <a:pt x="6050" y="87735"/>
                      <a:pt x="6187" y="87391"/>
                    </a:cubicBezTo>
                    <a:cubicBezTo>
                      <a:pt x="7906" y="81685"/>
                      <a:pt x="9418" y="80585"/>
                      <a:pt x="15261" y="81135"/>
                    </a:cubicBezTo>
                    <a:cubicBezTo>
                      <a:pt x="20898" y="81685"/>
                      <a:pt x="26535" y="82304"/>
                      <a:pt x="32173" y="83060"/>
                    </a:cubicBezTo>
                    <a:cubicBezTo>
                      <a:pt x="36641" y="83610"/>
                      <a:pt x="38566" y="82854"/>
                      <a:pt x="40834" y="79073"/>
                    </a:cubicBezTo>
                    <a:cubicBezTo>
                      <a:pt x="44065" y="73848"/>
                      <a:pt x="43928" y="72198"/>
                      <a:pt x="40147" y="67318"/>
                    </a:cubicBezTo>
                    <a:cubicBezTo>
                      <a:pt x="36572" y="62712"/>
                      <a:pt x="33066" y="58037"/>
                      <a:pt x="29629" y="53363"/>
                    </a:cubicBezTo>
                    <a:cubicBezTo>
                      <a:pt x="27567" y="50613"/>
                      <a:pt x="27567" y="48344"/>
                      <a:pt x="29629" y="45595"/>
                    </a:cubicBezTo>
                    <a:cubicBezTo>
                      <a:pt x="30660" y="44220"/>
                      <a:pt x="31760" y="42845"/>
                      <a:pt x="33066" y="41745"/>
                    </a:cubicBezTo>
                    <a:cubicBezTo>
                      <a:pt x="35678" y="39545"/>
                      <a:pt x="37466" y="39270"/>
                      <a:pt x="40422" y="40920"/>
                    </a:cubicBezTo>
                    <a:cubicBezTo>
                      <a:pt x="45646" y="43807"/>
                      <a:pt x="51008" y="46488"/>
                      <a:pt x="56027" y="49719"/>
                    </a:cubicBezTo>
                    <a:cubicBezTo>
                      <a:pt x="61801" y="53431"/>
                      <a:pt x="65788" y="50957"/>
                      <a:pt x="69982" y="45801"/>
                    </a:cubicBezTo>
                    <a:cubicBezTo>
                      <a:pt x="71357" y="44082"/>
                      <a:pt x="70875" y="41814"/>
                      <a:pt x="70325" y="39751"/>
                    </a:cubicBezTo>
                    <a:cubicBezTo>
                      <a:pt x="68813" y="33908"/>
                      <a:pt x="67301" y="28065"/>
                      <a:pt x="65788" y="22221"/>
                    </a:cubicBezTo>
                    <a:cubicBezTo>
                      <a:pt x="64688" y="18028"/>
                      <a:pt x="65376" y="16309"/>
                      <a:pt x="69088" y="14110"/>
                    </a:cubicBezTo>
                    <a:cubicBezTo>
                      <a:pt x="69913" y="13628"/>
                      <a:pt x="70738" y="13147"/>
                      <a:pt x="71632" y="12735"/>
                    </a:cubicBezTo>
                    <a:cubicBezTo>
                      <a:pt x="76100" y="10672"/>
                      <a:pt x="78094" y="11154"/>
                      <a:pt x="81118" y="15072"/>
                    </a:cubicBezTo>
                    <a:cubicBezTo>
                      <a:pt x="84762" y="19678"/>
                      <a:pt x="88405" y="24353"/>
                      <a:pt x="92049" y="28958"/>
                    </a:cubicBezTo>
                    <a:cubicBezTo>
                      <a:pt x="95486" y="33221"/>
                      <a:pt x="103529" y="33221"/>
                      <a:pt x="106966" y="28890"/>
                    </a:cubicBezTo>
                    <a:cubicBezTo>
                      <a:pt x="108410" y="27034"/>
                      <a:pt x="108410" y="24696"/>
                      <a:pt x="108754" y="22565"/>
                    </a:cubicBezTo>
                    <a:cubicBezTo>
                      <a:pt x="109578" y="17203"/>
                      <a:pt x="110266" y="11841"/>
                      <a:pt x="110953" y="6479"/>
                    </a:cubicBezTo>
                    <a:cubicBezTo>
                      <a:pt x="111503" y="2217"/>
                      <a:pt x="112672" y="1048"/>
                      <a:pt x="116934" y="292"/>
                    </a:cubicBezTo>
                    <a:cubicBezTo>
                      <a:pt x="118721" y="-52"/>
                      <a:pt x="120509" y="-52"/>
                      <a:pt x="122296" y="86"/>
                    </a:cubicBezTo>
                    <a:close/>
                  </a:path>
                </a:pathLst>
              </a:custGeom>
              <a:solidFill>
                <a:schemeClr val="bg1"/>
              </a:solidFill>
              <a:ln w="5155" cap="flat">
                <a:noFill/>
                <a:prstDash val="solid"/>
                <a:miter/>
              </a:ln>
            </p:spPr>
            <p:txBody>
              <a:bodyPr rtlCol="0" anchor="ctr"/>
              <a:lstStyle/>
              <a:p>
                <a:endParaRPr lang="en-US"/>
              </a:p>
            </p:txBody>
          </p:sp>
        </p:grpSp>
      </p:grpSp>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AI Features: Future Improvements</a:t>
            </a:r>
            <a:endParaRPr lang="en-US" dirty="0"/>
          </a:p>
        </p:txBody>
      </p:sp>
      <p:grpSp>
        <p:nvGrpSpPr>
          <p:cNvPr id="70" name="그룹 69">
            <a:extLst>
              <a:ext uri="{FF2B5EF4-FFF2-40B4-BE49-F238E27FC236}">
                <a16:creationId xmlns:a16="http://schemas.microsoft.com/office/drawing/2014/main" id="{DDB1047A-F2CC-44EA-A016-36ACA521B8E5}"/>
              </a:ext>
            </a:extLst>
          </p:cNvPr>
          <p:cNvGrpSpPr/>
          <p:nvPr/>
        </p:nvGrpSpPr>
        <p:grpSpPr>
          <a:xfrm>
            <a:off x="891576" y="2802193"/>
            <a:ext cx="1687534" cy="1167044"/>
            <a:chOff x="1429651" y="2783655"/>
            <a:chExt cx="1687534" cy="1167044"/>
          </a:xfrm>
        </p:grpSpPr>
        <p:grpSp>
          <p:nvGrpSpPr>
            <p:cNvPr id="10" name="Group 37">
              <a:extLst>
                <a:ext uri="{FF2B5EF4-FFF2-40B4-BE49-F238E27FC236}">
                  <a16:creationId xmlns:a16="http://schemas.microsoft.com/office/drawing/2014/main" id="{4CC7BF43-3F8B-4854-9024-5016971F2070}"/>
                </a:ext>
              </a:extLst>
            </p:cNvPr>
            <p:cNvGrpSpPr/>
            <p:nvPr/>
          </p:nvGrpSpPr>
          <p:grpSpPr>
            <a:xfrm rot="14208873">
              <a:off x="2031854" y="2865369"/>
              <a:ext cx="483127" cy="1687534"/>
              <a:chOff x="391499" y="630207"/>
              <a:chExt cx="531848" cy="1593194"/>
            </a:xfrm>
          </p:grpSpPr>
          <p:sp>
            <p:nvSpPr>
              <p:cNvPr id="29" name="Rectangle: Rounded Corners 56">
                <a:extLst>
                  <a:ext uri="{FF2B5EF4-FFF2-40B4-BE49-F238E27FC236}">
                    <a16:creationId xmlns:a16="http://schemas.microsoft.com/office/drawing/2014/main" id="{9AA66F62-0298-4777-AC40-18D59C26CAEE}"/>
                  </a:ext>
                </a:extLst>
              </p:cNvPr>
              <p:cNvSpPr/>
              <p:nvPr/>
            </p:nvSpPr>
            <p:spPr>
              <a:xfrm rot="20495611">
                <a:off x="400453" y="630207"/>
                <a:ext cx="522894" cy="1539140"/>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Rounded Corners 57">
                <a:extLst>
                  <a:ext uri="{FF2B5EF4-FFF2-40B4-BE49-F238E27FC236}">
                    <a16:creationId xmlns:a16="http://schemas.microsoft.com/office/drawing/2014/main" id="{57EAEDA1-DB57-410D-B7E7-22AC31F1E0A1}"/>
                  </a:ext>
                </a:extLst>
              </p:cNvPr>
              <p:cNvSpPr/>
              <p:nvPr/>
            </p:nvSpPr>
            <p:spPr>
              <a:xfrm rot="20495611">
                <a:off x="391499" y="684262"/>
                <a:ext cx="191608" cy="1539139"/>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38">
              <a:extLst>
                <a:ext uri="{FF2B5EF4-FFF2-40B4-BE49-F238E27FC236}">
                  <a16:creationId xmlns:a16="http://schemas.microsoft.com/office/drawing/2014/main" id="{4B6367E6-895D-4A58-A004-464B9624BA43}"/>
                </a:ext>
              </a:extLst>
            </p:cNvPr>
            <p:cNvGrpSpPr/>
            <p:nvPr/>
          </p:nvGrpSpPr>
          <p:grpSpPr>
            <a:xfrm rot="1062574">
              <a:off x="2546498" y="2783655"/>
              <a:ext cx="510251" cy="510251"/>
              <a:chOff x="121429" y="411151"/>
              <a:chExt cx="607375" cy="607375"/>
            </a:xfrm>
          </p:grpSpPr>
          <p:sp>
            <p:nvSpPr>
              <p:cNvPr id="25" name="Oval 52">
                <a:extLst>
                  <a:ext uri="{FF2B5EF4-FFF2-40B4-BE49-F238E27FC236}">
                    <a16:creationId xmlns:a16="http://schemas.microsoft.com/office/drawing/2014/main" id="{65079013-DD50-4BF7-A4B3-D9671E38B4F7}"/>
                  </a:ext>
                </a:extLst>
              </p:cNvPr>
              <p:cNvSpPr/>
              <p:nvPr/>
            </p:nvSpPr>
            <p:spPr>
              <a:xfrm>
                <a:off x="121429" y="411151"/>
                <a:ext cx="607375" cy="607375"/>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53">
                <a:extLst>
                  <a:ext uri="{FF2B5EF4-FFF2-40B4-BE49-F238E27FC236}">
                    <a16:creationId xmlns:a16="http://schemas.microsoft.com/office/drawing/2014/main" id="{3031F59C-1116-4EE4-9B24-FCEE38FF15CC}"/>
                  </a:ext>
                </a:extLst>
              </p:cNvPr>
              <p:cNvSpPr/>
              <p:nvPr/>
            </p:nvSpPr>
            <p:spPr>
              <a:xfrm>
                <a:off x="186933" y="476655"/>
                <a:ext cx="476367" cy="476367"/>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endParaRPr lang="en-US"/>
              </a:p>
            </p:txBody>
          </p:sp>
          <p:sp>
            <p:nvSpPr>
              <p:cNvPr id="27" name="Freeform: Shape 54">
                <a:extLst>
                  <a:ext uri="{FF2B5EF4-FFF2-40B4-BE49-F238E27FC236}">
                    <a16:creationId xmlns:a16="http://schemas.microsoft.com/office/drawing/2014/main" id="{C2B1B863-AD52-4ADD-A2F6-FB040002F77B}"/>
                  </a:ext>
                </a:extLst>
              </p:cNvPr>
              <p:cNvSpPr/>
              <p:nvPr/>
            </p:nvSpPr>
            <p:spPr>
              <a:xfrm>
                <a:off x="306264" y="596604"/>
                <a:ext cx="237705" cy="23646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8" name="Oval 55">
                <a:extLst>
                  <a:ext uri="{FF2B5EF4-FFF2-40B4-BE49-F238E27FC236}">
                    <a16:creationId xmlns:a16="http://schemas.microsoft.com/office/drawing/2014/main" id="{D0260D4E-6566-4A58-AAB6-0BB28B6421FA}"/>
                  </a:ext>
                </a:extLst>
              </p:cNvPr>
              <p:cNvSpPr/>
              <p:nvPr/>
            </p:nvSpPr>
            <p:spPr>
              <a:xfrm>
                <a:off x="385558" y="675280"/>
                <a:ext cx="79122" cy="7912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9" name="그룹 68">
            <a:extLst>
              <a:ext uri="{FF2B5EF4-FFF2-40B4-BE49-F238E27FC236}">
                <a16:creationId xmlns:a16="http://schemas.microsoft.com/office/drawing/2014/main" id="{58AC1FB2-D08B-4A51-B8E1-6C9077D7F023}"/>
              </a:ext>
            </a:extLst>
          </p:cNvPr>
          <p:cNvGrpSpPr/>
          <p:nvPr/>
        </p:nvGrpSpPr>
        <p:grpSpPr>
          <a:xfrm>
            <a:off x="240242" y="4167447"/>
            <a:ext cx="1888044" cy="2137192"/>
            <a:chOff x="778317" y="4148909"/>
            <a:chExt cx="1888044" cy="2137192"/>
          </a:xfrm>
        </p:grpSpPr>
        <p:sp>
          <p:nvSpPr>
            <p:cNvPr id="12" name="Rectangle: Top Corners Rounded 39">
              <a:extLst>
                <a:ext uri="{FF2B5EF4-FFF2-40B4-BE49-F238E27FC236}">
                  <a16:creationId xmlns:a16="http://schemas.microsoft.com/office/drawing/2014/main" id="{66B4DD75-2CDD-431E-8AF3-6FF548F5C302}"/>
                </a:ext>
              </a:extLst>
            </p:cNvPr>
            <p:cNvSpPr/>
            <p:nvPr/>
          </p:nvSpPr>
          <p:spPr>
            <a:xfrm>
              <a:off x="778317" y="5987428"/>
              <a:ext cx="1888044" cy="298673"/>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40">
              <a:extLst>
                <a:ext uri="{FF2B5EF4-FFF2-40B4-BE49-F238E27FC236}">
                  <a16:creationId xmlns:a16="http://schemas.microsoft.com/office/drawing/2014/main" id="{50DA08BD-D58F-4F90-9C49-4A7ABB3FF609}"/>
                </a:ext>
              </a:extLst>
            </p:cNvPr>
            <p:cNvGrpSpPr/>
            <p:nvPr/>
          </p:nvGrpSpPr>
          <p:grpSpPr>
            <a:xfrm rot="1056235">
              <a:off x="1485936" y="4415516"/>
              <a:ext cx="456166" cy="1366485"/>
              <a:chOff x="391499" y="630207"/>
              <a:chExt cx="531845" cy="1593193"/>
            </a:xfrm>
          </p:grpSpPr>
          <p:sp>
            <p:nvSpPr>
              <p:cNvPr id="23" name="Rectangle: Rounded Corners 50">
                <a:extLst>
                  <a:ext uri="{FF2B5EF4-FFF2-40B4-BE49-F238E27FC236}">
                    <a16:creationId xmlns:a16="http://schemas.microsoft.com/office/drawing/2014/main" id="{F7BF5C75-4CA3-46A8-BFE7-21AE7D13C16D}"/>
                  </a:ext>
                </a:extLst>
              </p:cNvPr>
              <p:cNvSpPr/>
              <p:nvPr/>
            </p:nvSpPr>
            <p:spPr>
              <a:xfrm rot="20495611">
                <a:off x="400452" y="630207"/>
                <a:ext cx="522892" cy="1539138"/>
              </a:xfrm>
              <a:prstGeom prst="roundRect">
                <a:avLst>
                  <a:gd name="adj"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51">
                <a:extLst>
                  <a:ext uri="{FF2B5EF4-FFF2-40B4-BE49-F238E27FC236}">
                    <a16:creationId xmlns:a16="http://schemas.microsoft.com/office/drawing/2014/main" id="{A480E98F-3124-4826-A530-F6A6C1306AA2}"/>
                  </a:ext>
                </a:extLst>
              </p:cNvPr>
              <p:cNvSpPr/>
              <p:nvPr/>
            </p:nvSpPr>
            <p:spPr>
              <a:xfrm rot="20495611">
                <a:off x="391499" y="684262"/>
                <a:ext cx="191607" cy="1539138"/>
              </a:xfrm>
              <a:prstGeom prst="roundRect">
                <a:avLst>
                  <a:gd name="adj"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Oval 41">
              <a:extLst>
                <a:ext uri="{FF2B5EF4-FFF2-40B4-BE49-F238E27FC236}">
                  <a16:creationId xmlns:a16="http://schemas.microsoft.com/office/drawing/2014/main" id="{2EDC0236-58C7-40D6-B7CC-A04F814AB696}"/>
                </a:ext>
              </a:extLst>
            </p:cNvPr>
            <p:cNvSpPr/>
            <p:nvPr/>
          </p:nvSpPr>
          <p:spPr>
            <a:xfrm>
              <a:off x="1385464" y="4148909"/>
              <a:ext cx="613567" cy="613567"/>
            </a:xfrm>
            <a:prstGeom prst="ellipse">
              <a:avLst/>
            </a:prstGeom>
            <a:solidFill>
              <a:schemeClr val="accent2"/>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42">
              <a:extLst>
                <a:ext uri="{FF2B5EF4-FFF2-40B4-BE49-F238E27FC236}">
                  <a16:creationId xmlns:a16="http://schemas.microsoft.com/office/drawing/2014/main" id="{F9970886-B040-4308-A6AC-747690B6BC62}"/>
                </a:ext>
              </a:extLst>
            </p:cNvPr>
            <p:cNvSpPr/>
            <p:nvPr/>
          </p:nvSpPr>
          <p:spPr>
            <a:xfrm>
              <a:off x="1451637" y="4215082"/>
              <a:ext cx="481223" cy="481223"/>
            </a:xfrm>
            <a:custGeom>
              <a:avLst/>
              <a:gdLst>
                <a:gd name="connsiteX0" fmla="*/ 977265 w 1950394"/>
                <a:gd name="connsiteY0" fmla="*/ 1954006 h 1950394"/>
                <a:gd name="connsiteX1" fmla="*/ 4 w 1950394"/>
                <a:gd name="connsiteY1" fmla="*/ 977261 h 1950394"/>
                <a:gd name="connsiteX2" fmla="*/ 976749 w 1950394"/>
                <a:gd name="connsiteY2" fmla="*/ 0 h 1950394"/>
                <a:gd name="connsiteX3" fmla="*/ 1953494 w 1950394"/>
                <a:gd name="connsiteY3" fmla="*/ 976229 h 1950394"/>
                <a:gd name="connsiteX4" fmla="*/ 977265 w 1950394"/>
                <a:gd name="connsiteY4" fmla="*/ 1954006 h 1950394"/>
                <a:gd name="connsiteX5" fmla="*/ 1198104 w 1950394"/>
                <a:gd name="connsiteY5" fmla="*/ 1613977 h 1950394"/>
                <a:gd name="connsiteX6" fmla="*/ 1221839 w 1950394"/>
                <a:gd name="connsiteY6" fmla="*/ 1574763 h 1950394"/>
                <a:gd name="connsiteX7" fmla="*/ 1240930 w 1950394"/>
                <a:gd name="connsiteY7" fmla="*/ 1566507 h 1950394"/>
                <a:gd name="connsiteX8" fmla="*/ 1257957 w 1950394"/>
                <a:gd name="connsiteY8" fmla="*/ 1569603 h 1950394"/>
                <a:gd name="connsiteX9" fmla="*/ 1298203 w 1950394"/>
                <a:gd name="connsiteY9" fmla="*/ 1624297 h 1950394"/>
                <a:gd name="connsiteX10" fmla="*/ 1311619 w 1950394"/>
                <a:gd name="connsiteY10" fmla="*/ 1629456 h 1950394"/>
                <a:gd name="connsiteX11" fmla="*/ 1375084 w 1950394"/>
                <a:gd name="connsiteY11" fmla="*/ 1592822 h 1950394"/>
                <a:gd name="connsiteX12" fmla="*/ 1377148 w 1950394"/>
                <a:gd name="connsiteY12" fmla="*/ 1578891 h 1950394"/>
                <a:gd name="connsiteX13" fmla="*/ 1349285 w 1950394"/>
                <a:gd name="connsiteY13" fmla="*/ 1515426 h 1950394"/>
                <a:gd name="connsiteX14" fmla="*/ 1353413 w 1950394"/>
                <a:gd name="connsiteY14" fmla="*/ 1502010 h 1950394"/>
                <a:gd name="connsiteX15" fmla="*/ 1385919 w 1950394"/>
                <a:gd name="connsiteY15" fmla="*/ 1476727 h 1950394"/>
                <a:gd name="connsiteX16" fmla="*/ 1400883 w 1950394"/>
                <a:gd name="connsiteY16" fmla="*/ 1476727 h 1950394"/>
                <a:gd name="connsiteX17" fmla="*/ 1452996 w 1950394"/>
                <a:gd name="connsiteY17" fmla="*/ 1518005 h 1950394"/>
                <a:gd name="connsiteX18" fmla="*/ 1470024 w 1950394"/>
                <a:gd name="connsiteY18" fmla="*/ 1519553 h 1950394"/>
                <a:gd name="connsiteX19" fmla="*/ 1519041 w 1950394"/>
                <a:gd name="connsiteY19" fmla="*/ 1470535 h 1950394"/>
                <a:gd name="connsiteX20" fmla="*/ 1518010 w 1950394"/>
                <a:gd name="connsiteY20" fmla="*/ 1453508 h 1950394"/>
                <a:gd name="connsiteX21" fmla="*/ 1475699 w 1950394"/>
                <a:gd name="connsiteY21" fmla="*/ 1400363 h 1950394"/>
                <a:gd name="connsiteX22" fmla="*/ 1476215 w 1950394"/>
                <a:gd name="connsiteY22" fmla="*/ 1386431 h 1950394"/>
                <a:gd name="connsiteX23" fmla="*/ 1501498 w 1950394"/>
                <a:gd name="connsiteY23" fmla="*/ 1353925 h 1950394"/>
                <a:gd name="connsiteX24" fmla="*/ 1515946 w 1950394"/>
                <a:gd name="connsiteY24" fmla="*/ 1349797 h 1950394"/>
                <a:gd name="connsiteX25" fmla="*/ 1579411 w 1950394"/>
                <a:gd name="connsiteY25" fmla="*/ 1377660 h 1950394"/>
                <a:gd name="connsiteX26" fmla="*/ 1592310 w 1950394"/>
                <a:gd name="connsiteY26" fmla="*/ 1375596 h 1950394"/>
                <a:gd name="connsiteX27" fmla="*/ 1628945 w 1950394"/>
                <a:gd name="connsiteY27" fmla="*/ 1312130 h 1950394"/>
                <a:gd name="connsiteX28" fmla="*/ 1623785 w 1950394"/>
                <a:gd name="connsiteY28" fmla="*/ 1298199 h 1950394"/>
                <a:gd name="connsiteX29" fmla="*/ 1577863 w 1950394"/>
                <a:gd name="connsiteY29" fmla="*/ 1265692 h 1950394"/>
                <a:gd name="connsiteX30" fmla="*/ 1571155 w 1950394"/>
                <a:gd name="connsiteY30" fmla="*/ 1230090 h 1950394"/>
                <a:gd name="connsiteX31" fmla="*/ 1579927 w 1950394"/>
                <a:gd name="connsiteY31" fmla="*/ 1208419 h 1950394"/>
                <a:gd name="connsiteX32" fmla="*/ 1596438 w 1950394"/>
                <a:gd name="connsiteY32" fmla="*/ 1197583 h 1950394"/>
                <a:gd name="connsiteX33" fmla="*/ 1660935 w 1950394"/>
                <a:gd name="connsiteY33" fmla="*/ 1207387 h 1950394"/>
                <a:gd name="connsiteX34" fmla="*/ 1675383 w 1950394"/>
                <a:gd name="connsiteY34" fmla="*/ 1201195 h 1950394"/>
                <a:gd name="connsiteX35" fmla="*/ 1693442 w 1950394"/>
                <a:gd name="connsiteY35" fmla="*/ 1132570 h 1950394"/>
                <a:gd name="connsiteX36" fmla="*/ 1684154 w 1950394"/>
                <a:gd name="connsiteY36" fmla="*/ 1119155 h 1950394"/>
                <a:gd name="connsiteX37" fmla="*/ 1621205 w 1950394"/>
                <a:gd name="connsiteY37" fmla="*/ 1093872 h 1950394"/>
                <a:gd name="connsiteX38" fmla="*/ 1614497 w 1950394"/>
                <a:gd name="connsiteY38" fmla="*/ 1083037 h 1950394"/>
                <a:gd name="connsiteX39" fmla="*/ 1620173 w 1950394"/>
                <a:gd name="connsiteY39" fmla="*/ 1042274 h 1950394"/>
                <a:gd name="connsiteX40" fmla="*/ 1632557 w 1950394"/>
                <a:gd name="connsiteY40" fmla="*/ 1029891 h 1950394"/>
                <a:gd name="connsiteX41" fmla="*/ 1696022 w 1950394"/>
                <a:gd name="connsiteY41" fmla="*/ 1022667 h 1950394"/>
                <a:gd name="connsiteX42" fmla="*/ 1709437 w 1950394"/>
                <a:gd name="connsiteY42" fmla="*/ 1010800 h 1950394"/>
                <a:gd name="connsiteX43" fmla="*/ 1709437 w 1950394"/>
                <a:gd name="connsiteY43" fmla="*/ 943723 h 1950394"/>
                <a:gd name="connsiteX44" fmla="*/ 1694990 w 1950394"/>
                <a:gd name="connsiteY44" fmla="*/ 931339 h 1950394"/>
                <a:gd name="connsiteX45" fmla="*/ 1650616 w 1950394"/>
                <a:gd name="connsiteY45" fmla="*/ 928243 h 1950394"/>
                <a:gd name="connsiteX46" fmla="*/ 1618109 w 1950394"/>
                <a:gd name="connsiteY46" fmla="*/ 892125 h 1950394"/>
                <a:gd name="connsiteX47" fmla="*/ 1615013 w 1950394"/>
                <a:gd name="connsiteY47" fmla="*/ 874582 h 1950394"/>
                <a:gd name="connsiteX48" fmla="*/ 1622753 w 1950394"/>
                <a:gd name="connsiteY48" fmla="*/ 859102 h 1950394"/>
                <a:gd name="connsiteX49" fmla="*/ 1684670 w 1950394"/>
                <a:gd name="connsiteY49" fmla="*/ 834851 h 1950394"/>
                <a:gd name="connsiteX50" fmla="*/ 1693442 w 1950394"/>
                <a:gd name="connsiteY50" fmla="*/ 821952 h 1950394"/>
                <a:gd name="connsiteX51" fmla="*/ 1674867 w 1950394"/>
                <a:gd name="connsiteY51" fmla="*/ 753327 h 1950394"/>
                <a:gd name="connsiteX52" fmla="*/ 1659903 w 1950394"/>
                <a:gd name="connsiteY52" fmla="*/ 746619 h 1950394"/>
                <a:gd name="connsiteX53" fmla="*/ 1594374 w 1950394"/>
                <a:gd name="connsiteY53" fmla="*/ 756423 h 1950394"/>
                <a:gd name="connsiteX54" fmla="*/ 1580443 w 1950394"/>
                <a:gd name="connsiteY54" fmla="*/ 747651 h 1950394"/>
                <a:gd name="connsiteX55" fmla="*/ 1565995 w 1950394"/>
                <a:gd name="connsiteY55" fmla="*/ 713081 h 1950394"/>
                <a:gd name="connsiteX56" fmla="*/ 1570123 w 1950394"/>
                <a:gd name="connsiteY56" fmla="*/ 696054 h 1950394"/>
                <a:gd name="connsiteX57" fmla="*/ 1623269 w 1950394"/>
                <a:gd name="connsiteY57" fmla="*/ 656323 h 1950394"/>
                <a:gd name="connsiteX58" fmla="*/ 1628429 w 1950394"/>
                <a:gd name="connsiteY58" fmla="*/ 641876 h 1950394"/>
                <a:gd name="connsiteX59" fmla="*/ 1592310 w 1950394"/>
                <a:gd name="connsiteY59" fmla="*/ 579443 h 1950394"/>
                <a:gd name="connsiteX60" fmla="*/ 1578379 w 1950394"/>
                <a:gd name="connsiteY60" fmla="*/ 576863 h 1950394"/>
                <a:gd name="connsiteX61" fmla="*/ 1532457 w 1950394"/>
                <a:gd name="connsiteY61" fmla="*/ 599050 h 1950394"/>
                <a:gd name="connsiteX62" fmla="*/ 1490147 w 1950394"/>
                <a:gd name="connsiteY62" fmla="*/ 585118 h 1950394"/>
                <a:gd name="connsiteX63" fmla="*/ 1477247 w 1950394"/>
                <a:gd name="connsiteY63" fmla="*/ 569123 h 1950394"/>
                <a:gd name="connsiteX64" fmla="*/ 1476731 w 1950394"/>
                <a:gd name="connsiteY64" fmla="*/ 552096 h 1950394"/>
                <a:gd name="connsiteX65" fmla="*/ 1518525 w 1950394"/>
                <a:gd name="connsiteY65" fmla="*/ 499982 h 1950394"/>
                <a:gd name="connsiteX66" fmla="*/ 1519557 w 1950394"/>
                <a:gd name="connsiteY66" fmla="*/ 483987 h 1950394"/>
                <a:gd name="connsiteX67" fmla="*/ 1470540 w 1950394"/>
                <a:gd name="connsiteY67" fmla="*/ 434453 h 1950394"/>
                <a:gd name="connsiteX68" fmla="*/ 1452480 w 1950394"/>
                <a:gd name="connsiteY68" fmla="*/ 436001 h 1950394"/>
                <a:gd name="connsiteX69" fmla="*/ 1418942 w 1950394"/>
                <a:gd name="connsiteY69" fmla="*/ 465412 h 1950394"/>
                <a:gd name="connsiteX70" fmla="*/ 1369408 w 1950394"/>
                <a:gd name="connsiteY70" fmla="*/ 463348 h 1950394"/>
                <a:gd name="connsiteX71" fmla="*/ 1354961 w 1950394"/>
                <a:gd name="connsiteY71" fmla="*/ 452512 h 1950394"/>
                <a:gd name="connsiteX72" fmla="*/ 1349801 w 1950394"/>
                <a:gd name="connsiteY72" fmla="*/ 436001 h 1950394"/>
                <a:gd name="connsiteX73" fmla="*/ 1377148 w 1950394"/>
                <a:gd name="connsiteY73" fmla="*/ 374084 h 1950394"/>
                <a:gd name="connsiteX74" fmla="*/ 1374052 w 1950394"/>
                <a:gd name="connsiteY74" fmla="*/ 360152 h 1950394"/>
                <a:gd name="connsiteX75" fmla="*/ 1312651 w 1950394"/>
                <a:gd name="connsiteY75" fmla="*/ 324550 h 1950394"/>
                <a:gd name="connsiteX76" fmla="*/ 1296655 w 1950394"/>
                <a:gd name="connsiteY76" fmla="*/ 329193 h 1950394"/>
                <a:gd name="connsiteX77" fmla="*/ 1256925 w 1950394"/>
                <a:gd name="connsiteY77" fmla="*/ 382855 h 1950394"/>
                <a:gd name="connsiteX78" fmla="*/ 1238866 w 1950394"/>
                <a:gd name="connsiteY78" fmla="*/ 386467 h 1950394"/>
                <a:gd name="connsiteX79" fmla="*/ 1206875 w 1950394"/>
                <a:gd name="connsiteY79" fmla="*/ 373052 h 1950394"/>
                <a:gd name="connsiteX80" fmla="*/ 1196556 w 1950394"/>
                <a:gd name="connsiteY80" fmla="*/ 357572 h 1950394"/>
                <a:gd name="connsiteX81" fmla="*/ 1206359 w 1950394"/>
                <a:gd name="connsiteY81" fmla="*/ 293075 h 1950394"/>
                <a:gd name="connsiteX82" fmla="*/ 1199652 w 1950394"/>
                <a:gd name="connsiteY82" fmla="*/ 278112 h 1950394"/>
                <a:gd name="connsiteX83" fmla="*/ 1131027 w 1950394"/>
                <a:gd name="connsiteY83" fmla="*/ 259537 h 1950394"/>
                <a:gd name="connsiteX84" fmla="*/ 1118127 w 1950394"/>
                <a:gd name="connsiteY84" fmla="*/ 268308 h 1950394"/>
                <a:gd name="connsiteX85" fmla="*/ 1093360 w 1950394"/>
                <a:gd name="connsiteY85" fmla="*/ 331258 h 1950394"/>
                <a:gd name="connsiteX86" fmla="*/ 1079945 w 1950394"/>
                <a:gd name="connsiteY86" fmla="*/ 338481 h 1950394"/>
                <a:gd name="connsiteX87" fmla="*/ 1042794 w 1950394"/>
                <a:gd name="connsiteY87" fmla="*/ 333837 h 1950394"/>
                <a:gd name="connsiteX88" fmla="*/ 1028347 w 1950394"/>
                <a:gd name="connsiteY88" fmla="*/ 320422 h 1950394"/>
                <a:gd name="connsiteX89" fmla="*/ 1021123 w 1950394"/>
                <a:gd name="connsiteY89" fmla="*/ 257989 h 1950394"/>
                <a:gd name="connsiteX90" fmla="*/ 1008740 w 1950394"/>
                <a:gd name="connsiteY90" fmla="*/ 243541 h 1950394"/>
                <a:gd name="connsiteX91" fmla="*/ 941663 w 1950394"/>
                <a:gd name="connsiteY91" fmla="*/ 243541 h 1950394"/>
                <a:gd name="connsiteX92" fmla="*/ 929795 w 1950394"/>
                <a:gd name="connsiteY92" fmla="*/ 256957 h 1950394"/>
                <a:gd name="connsiteX93" fmla="*/ 922572 w 1950394"/>
                <a:gd name="connsiteY93" fmla="*/ 320422 h 1950394"/>
                <a:gd name="connsiteX94" fmla="*/ 909156 w 1950394"/>
                <a:gd name="connsiteY94" fmla="*/ 333321 h 1950394"/>
                <a:gd name="connsiteX95" fmla="*/ 872006 w 1950394"/>
                <a:gd name="connsiteY95" fmla="*/ 337965 h 1950394"/>
                <a:gd name="connsiteX96" fmla="*/ 857559 w 1950394"/>
                <a:gd name="connsiteY96" fmla="*/ 330226 h 1950394"/>
                <a:gd name="connsiteX97" fmla="*/ 833308 w 1950394"/>
                <a:gd name="connsiteY97" fmla="*/ 268308 h 1950394"/>
                <a:gd name="connsiteX98" fmla="*/ 819892 w 1950394"/>
                <a:gd name="connsiteY98" fmla="*/ 259021 h 1950394"/>
                <a:gd name="connsiteX99" fmla="*/ 753847 w 1950394"/>
                <a:gd name="connsiteY99" fmla="*/ 276564 h 1950394"/>
                <a:gd name="connsiteX100" fmla="*/ 745591 w 1950394"/>
                <a:gd name="connsiteY100" fmla="*/ 293075 h 1950394"/>
                <a:gd name="connsiteX101" fmla="*/ 754879 w 1950394"/>
                <a:gd name="connsiteY101" fmla="*/ 339513 h 1950394"/>
                <a:gd name="connsiteX102" fmla="*/ 728564 w 1950394"/>
                <a:gd name="connsiteY102" fmla="*/ 378728 h 1950394"/>
                <a:gd name="connsiteX103" fmla="*/ 712053 w 1950394"/>
                <a:gd name="connsiteY103" fmla="*/ 385951 h 1950394"/>
                <a:gd name="connsiteX104" fmla="*/ 695026 w 1950394"/>
                <a:gd name="connsiteY104" fmla="*/ 382855 h 1950394"/>
                <a:gd name="connsiteX105" fmla="*/ 654779 w 1950394"/>
                <a:gd name="connsiteY105" fmla="*/ 328161 h 1950394"/>
                <a:gd name="connsiteX106" fmla="*/ 641364 w 1950394"/>
                <a:gd name="connsiteY106" fmla="*/ 323002 h 1950394"/>
                <a:gd name="connsiteX107" fmla="*/ 577899 w 1950394"/>
                <a:gd name="connsiteY107" fmla="*/ 359636 h 1950394"/>
                <a:gd name="connsiteX108" fmla="*/ 574803 w 1950394"/>
                <a:gd name="connsiteY108" fmla="*/ 372536 h 1950394"/>
                <a:gd name="connsiteX109" fmla="*/ 602666 w 1950394"/>
                <a:gd name="connsiteY109" fmla="*/ 435485 h 1950394"/>
                <a:gd name="connsiteX110" fmla="*/ 598022 w 1950394"/>
                <a:gd name="connsiteY110" fmla="*/ 450964 h 1950394"/>
                <a:gd name="connsiteX111" fmla="*/ 567579 w 1950394"/>
                <a:gd name="connsiteY111" fmla="*/ 474699 h 1950394"/>
                <a:gd name="connsiteX112" fmla="*/ 550552 w 1950394"/>
                <a:gd name="connsiteY112" fmla="*/ 474699 h 1950394"/>
                <a:gd name="connsiteX113" fmla="*/ 498438 w 1950394"/>
                <a:gd name="connsiteY113" fmla="*/ 432905 h 1950394"/>
                <a:gd name="connsiteX114" fmla="*/ 483475 w 1950394"/>
                <a:gd name="connsiteY114" fmla="*/ 431357 h 1950394"/>
                <a:gd name="connsiteX115" fmla="*/ 432393 w 1950394"/>
                <a:gd name="connsiteY115" fmla="*/ 482439 h 1950394"/>
                <a:gd name="connsiteX116" fmla="*/ 433425 w 1950394"/>
                <a:gd name="connsiteY116" fmla="*/ 497402 h 1950394"/>
                <a:gd name="connsiteX117" fmla="*/ 475735 w 1950394"/>
                <a:gd name="connsiteY117" fmla="*/ 550032 h 1950394"/>
                <a:gd name="connsiteX118" fmla="*/ 475219 w 1950394"/>
                <a:gd name="connsiteY118" fmla="*/ 566027 h 1950394"/>
                <a:gd name="connsiteX119" fmla="*/ 450968 w 1950394"/>
                <a:gd name="connsiteY119" fmla="*/ 597502 h 1950394"/>
                <a:gd name="connsiteX120" fmla="*/ 437553 w 1950394"/>
                <a:gd name="connsiteY120" fmla="*/ 601629 h 1950394"/>
                <a:gd name="connsiteX121" fmla="*/ 373056 w 1950394"/>
                <a:gd name="connsiteY121" fmla="*/ 573251 h 1950394"/>
                <a:gd name="connsiteX122" fmla="*/ 360156 w 1950394"/>
                <a:gd name="connsiteY122" fmla="*/ 575315 h 1950394"/>
                <a:gd name="connsiteX123" fmla="*/ 323522 w 1950394"/>
                <a:gd name="connsiteY123" fmla="*/ 638780 h 1950394"/>
                <a:gd name="connsiteX124" fmla="*/ 328166 w 1950394"/>
                <a:gd name="connsiteY124" fmla="*/ 652711 h 1950394"/>
                <a:gd name="connsiteX125" fmla="*/ 374088 w 1950394"/>
                <a:gd name="connsiteY125" fmla="*/ 685218 h 1950394"/>
                <a:gd name="connsiteX126" fmla="*/ 380795 w 1950394"/>
                <a:gd name="connsiteY126" fmla="*/ 720820 h 1950394"/>
                <a:gd name="connsiteX127" fmla="*/ 372024 w 1950394"/>
                <a:gd name="connsiteY127" fmla="*/ 742492 h 1950394"/>
                <a:gd name="connsiteX128" fmla="*/ 355513 w 1950394"/>
                <a:gd name="connsiteY128" fmla="*/ 753327 h 1950394"/>
                <a:gd name="connsiteX129" fmla="*/ 291015 w 1950394"/>
                <a:gd name="connsiteY129" fmla="*/ 743523 h 1950394"/>
                <a:gd name="connsiteX130" fmla="*/ 276568 w 1950394"/>
                <a:gd name="connsiteY130" fmla="*/ 751263 h 1950394"/>
                <a:gd name="connsiteX131" fmla="*/ 258509 w 1950394"/>
                <a:gd name="connsiteY131" fmla="*/ 818340 h 1950394"/>
                <a:gd name="connsiteX132" fmla="*/ 267796 w 1950394"/>
                <a:gd name="connsiteY132" fmla="*/ 831756 h 1950394"/>
                <a:gd name="connsiteX133" fmla="*/ 330746 w 1950394"/>
                <a:gd name="connsiteY133" fmla="*/ 857038 h 1950394"/>
                <a:gd name="connsiteX134" fmla="*/ 337453 w 1950394"/>
                <a:gd name="connsiteY134" fmla="*/ 869422 h 1950394"/>
                <a:gd name="connsiteX135" fmla="*/ 332810 w 1950394"/>
                <a:gd name="connsiteY135" fmla="*/ 906572 h 1950394"/>
                <a:gd name="connsiteX136" fmla="*/ 318878 w 1950394"/>
                <a:gd name="connsiteY136" fmla="*/ 922052 h 1950394"/>
                <a:gd name="connsiteX137" fmla="*/ 256445 w 1950394"/>
                <a:gd name="connsiteY137" fmla="*/ 929275 h 1950394"/>
                <a:gd name="connsiteX138" fmla="*/ 242514 w 1950394"/>
                <a:gd name="connsiteY138" fmla="*/ 942175 h 1950394"/>
                <a:gd name="connsiteX139" fmla="*/ 242514 w 1950394"/>
                <a:gd name="connsiteY139" fmla="*/ 1006672 h 1950394"/>
                <a:gd name="connsiteX140" fmla="*/ 257993 w 1950394"/>
                <a:gd name="connsiteY140" fmla="*/ 1020603 h 1950394"/>
                <a:gd name="connsiteX141" fmla="*/ 321458 w 1950394"/>
                <a:gd name="connsiteY141" fmla="*/ 1028343 h 1950394"/>
                <a:gd name="connsiteX142" fmla="*/ 331778 w 1950394"/>
                <a:gd name="connsiteY142" fmla="*/ 1039694 h 1950394"/>
                <a:gd name="connsiteX143" fmla="*/ 336937 w 1950394"/>
                <a:gd name="connsiteY143" fmla="*/ 1077877 h 1950394"/>
                <a:gd name="connsiteX144" fmla="*/ 329198 w 1950394"/>
                <a:gd name="connsiteY144" fmla="*/ 1093356 h 1950394"/>
                <a:gd name="connsiteX145" fmla="*/ 265733 w 1950394"/>
                <a:gd name="connsiteY145" fmla="*/ 1117607 h 1950394"/>
                <a:gd name="connsiteX146" fmla="*/ 257993 w 1950394"/>
                <a:gd name="connsiteY146" fmla="*/ 1129990 h 1950394"/>
                <a:gd name="connsiteX147" fmla="*/ 276568 w 1950394"/>
                <a:gd name="connsiteY147" fmla="*/ 1198615 h 1950394"/>
                <a:gd name="connsiteX148" fmla="*/ 291531 w 1950394"/>
                <a:gd name="connsiteY148" fmla="*/ 1205839 h 1950394"/>
                <a:gd name="connsiteX149" fmla="*/ 345709 w 1950394"/>
                <a:gd name="connsiteY149" fmla="*/ 1196035 h 1950394"/>
                <a:gd name="connsiteX150" fmla="*/ 375636 w 1950394"/>
                <a:gd name="connsiteY150" fmla="*/ 1216675 h 1950394"/>
                <a:gd name="connsiteX151" fmla="*/ 384407 w 1950394"/>
                <a:gd name="connsiteY151" fmla="*/ 1236798 h 1950394"/>
                <a:gd name="connsiteX152" fmla="*/ 379764 w 1950394"/>
                <a:gd name="connsiteY152" fmla="*/ 1257953 h 1950394"/>
                <a:gd name="connsiteX153" fmla="*/ 327134 w 1950394"/>
                <a:gd name="connsiteY153" fmla="*/ 1296651 h 1950394"/>
                <a:gd name="connsiteX154" fmla="*/ 322490 w 1950394"/>
                <a:gd name="connsiteY154" fmla="*/ 1310583 h 1950394"/>
                <a:gd name="connsiteX155" fmla="*/ 359124 w 1950394"/>
                <a:gd name="connsiteY155" fmla="*/ 1374048 h 1950394"/>
                <a:gd name="connsiteX156" fmla="*/ 370992 w 1950394"/>
                <a:gd name="connsiteY156" fmla="*/ 1376628 h 1950394"/>
                <a:gd name="connsiteX157" fmla="*/ 433941 w 1950394"/>
                <a:gd name="connsiteY157" fmla="*/ 1348765 h 1950394"/>
                <a:gd name="connsiteX158" fmla="*/ 450452 w 1950394"/>
                <a:gd name="connsiteY158" fmla="*/ 1353925 h 1950394"/>
                <a:gd name="connsiteX159" fmla="*/ 474187 w 1950394"/>
                <a:gd name="connsiteY159" fmla="*/ 1384367 h 1950394"/>
                <a:gd name="connsiteX160" fmla="*/ 475219 w 1950394"/>
                <a:gd name="connsiteY160" fmla="*/ 1399331 h 1950394"/>
                <a:gd name="connsiteX161" fmla="*/ 432909 w 1950394"/>
                <a:gd name="connsiteY161" fmla="*/ 1452476 h 1950394"/>
                <a:gd name="connsiteX162" fmla="*/ 431877 w 1950394"/>
                <a:gd name="connsiteY162" fmla="*/ 1468471 h 1950394"/>
                <a:gd name="connsiteX163" fmla="*/ 481927 w 1950394"/>
                <a:gd name="connsiteY163" fmla="*/ 1518521 h 1950394"/>
                <a:gd name="connsiteX164" fmla="*/ 497922 w 1950394"/>
                <a:gd name="connsiteY164" fmla="*/ 1517489 h 1950394"/>
                <a:gd name="connsiteX165" fmla="*/ 550036 w 1950394"/>
                <a:gd name="connsiteY165" fmla="*/ 1475695 h 1950394"/>
                <a:gd name="connsiteX166" fmla="*/ 567063 w 1950394"/>
                <a:gd name="connsiteY166" fmla="*/ 1476211 h 1950394"/>
                <a:gd name="connsiteX167" fmla="*/ 596474 w 1950394"/>
                <a:gd name="connsiteY167" fmla="*/ 1498914 h 1950394"/>
                <a:gd name="connsiteX168" fmla="*/ 601634 w 1950394"/>
                <a:gd name="connsiteY168" fmla="*/ 1515426 h 1950394"/>
                <a:gd name="connsiteX169" fmla="*/ 574287 w 1950394"/>
                <a:gd name="connsiteY169" fmla="*/ 1577343 h 1950394"/>
                <a:gd name="connsiteX170" fmla="*/ 576867 w 1950394"/>
                <a:gd name="connsiteY170" fmla="*/ 1591274 h 1950394"/>
                <a:gd name="connsiteX171" fmla="*/ 639300 w 1950394"/>
                <a:gd name="connsiteY171" fmla="*/ 1627393 h 1950394"/>
                <a:gd name="connsiteX172" fmla="*/ 653747 w 1950394"/>
                <a:gd name="connsiteY172" fmla="*/ 1622233 h 1950394"/>
                <a:gd name="connsiteX173" fmla="*/ 693478 w 1950394"/>
                <a:gd name="connsiteY173" fmla="*/ 1568571 h 1950394"/>
                <a:gd name="connsiteX174" fmla="*/ 711537 w 1950394"/>
                <a:gd name="connsiteY174" fmla="*/ 1564959 h 1950394"/>
                <a:gd name="connsiteX175" fmla="*/ 743528 w 1950394"/>
                <a:gd name="connsiteY175" fmla="*/ 1578375 h 1950394"/>
                <a:gd name="connsiteX176" fmla="*/ 753847 w 1950394"/>
                <a:gd name="connsiteY176" fmla="*/ 1593854 h 1950394"/>
                <a:gd name="connsiteX177" fmla="*/ 744044 w 1950394"/>
                <a:gd name="connsiteY177" fmla="*/ 1658351 h 1950394"/>
                <a:gd name="connsiteX178" fmla="*/ 752299 w 1950394"/>
                <a:gd name="connsiteY178" fmla="*/ 1673831 h 1950394"/>
                <a:gd name="connsiteX179" fmla="*/ 818344 w 1950394"/>
                <a:gd name="connsiteY179" fmla="*/ 1691374 h 1950394"/>
                <a:gd name="connsiteX180" fmla="*/ 832276 w 1950394"/>
                <a:gd name="connsiteY180" fmla="*/ 1682602 h 1950394"/>
                <a:gd name="connsiteX181" fmla="*/ 857043 w 1950394"/>
                <a:gd name="connsiteY181" fmla="*/ 1619653 h 1950394"/>
                <a:gd name="connsiteX182" fmla="*/ 868910 w 1950394"/>
                <a:gd name="connsiteY182" fmla="*/ 1612429 h 1950394"/>
                <a:gd name="connsiteX183" fmla="*/ 908640 w 1950394"/>
                <a:gd name="connsiteY183" fmla="*/ 1617589 h 1950394"/>
                <a:gd name="connsiteX184" fmla="*/ 922056 w 1950394"/>
                <a:gd name="connsiteY184" fmla="*/ 1630488 h 1950394"/>
                <a:gd name="connsiteX185" fmla="*/ 929279 w 1950394"/>
                <a:gd name="connsiteY185" fmla="*/ 1692922 h 1950394"/>
                <a:gd name="connsiteX186" fmla="*/ 942695 w 1950394"/>
                <a:gd name="connsiteY186" fmla="*/ 1707369 h 1950394"/>
                <a:gd name="connsiteX187" fmla="*/ 1007192 w 1950394"/>
                <a:gd name="connsiteY187" fmla="*/ 1707369 h 1950394"/>
                <a:gd name="connsiteX188" fmla="*/ 1020607 w 1950394"/>
                <a:gd name="connsiteY188" fmla="*/ 1692406 h 1950394"/>
                <a:gd name="connsiteX189" fmla="*/ 1028347 w 1950394"/>
                <a:gd name="connsiteY189" fmla="*/ 1628941 h 1950394"/>
                <a:gd name="connsiteX190" fmla="*/ 1040215 w 1950394"/>
                <a:gd name="connsiteY190" fmla="*/ 1617589 h 1950394"/>
                <a:gd name="connsiteX191" fmla="*/ 1078397 w 1950394"/>
                <a:gd name="connsiteY191" fmla="*/ 1612429 h 1950394"/>
                <a:gd name="connsiteX192" fmla="*/ 1092844 w 1950394"/>
                <a:gd name="connsiteY192" fmla="*/ 1619653 h 1950394"/>
                <a:gd name="connsiteX193" fmla="*/ 1117095 w 1950394"/>
                <a:gd name="connsiteY193" fmla="*/ 1681570 h 1950394"/>
                <a:gd name="connsiteX194" fmla="*/ 1130511 w 1950394"/>
                <a:gd name="connsiteY194" fmla="*/ 1690858 h 1950394"/>
                <a:gd name="connsiteX195" fmla="*/ 1196556 w 1950394"/>
                <a:gd name="connsiteY195" fmla="*/ 1673315 h 1950394"/>
                <a:gd name="connsiteX196" fmla="*/ 1204811 w 1950394"/>
                <a:gd name="connsiteY196" fmla="*/ 1656803 h 1950394"/>
                <a:gd name="connsiteX197" fmla="*/ 1198104 w 1950394"/>
                <a:gd name="connsiteY197" fmla="*/ 1613977 h 195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Lst>
              <a:rect l="l" t="t" r="r" b="b"/>
              <a:pathLst>
                <a:path w="1950394" h="1950394">
                  <a:moveTo>
                    <a:pt x="977265" y="1954006"/>
                  </a:moveTo>
                  <a:cubicBezTo>
                    <a:pt x="444261" y="1950394"/>
                    <a:pt x="1552" y="1529873"/>
                    <a:pt x="4" y="977261"/>
                  </a:cubicBezTo>
                  <a:cubicBezTo>
                    <a:pt x="-1544" y="439613"/>
                    <a:pt x="427749" y="0"/>
                    <a:pt x="976749" y="0"/>
                  </a:cubicBezTo>
                  <a:cubicBezTo>
                    <a:pt x="1519041" y="0"/>
                    <a:pt x="1952978" y="432905"/>
                    <a:pt x="1953494" y="976229"/>
                  </a:cubicBezTo>
                  <a:cubicBezTo>
                    <a:pt x="1953494" y="1512846"/>
                    <a:pt x="1525749" y="1948330"/>
                    <a:pt x="977265" y="1954006"/>
                  </a:cubicBezTo>
                  <a:close/>
                  <a:moveTo>
                    <a:pt x="1198104" y="1613977"/>
                  </a:moveTo>
                  <a:cubicBezTo>
                    <a:pt x="1198104" y="1578891"/>
                    <a:pt x="1194492" y="1586630"/>
                    <a:pt x="1221839" y="1574763"/>
                  </a:cubicBezTo>
                  <a:cubicBezTo>
                    <a:pt x="1228030" y="1572183"/>
                    <a:pt x="1234738" y="1569603"/>
                    <a:pt x="1240930" y="1566507"/>
                  </a:cubicBezTo>
                  <a:cubicBezTo>
                    <a:pt x="1247637" y="1562896"/>
                    <a:pt x="1252797" y="1563927"/>
                    <a:pt x="1257957" y="1569603"/>
                  </a:cubicBezTo>
                  <a:cubicBezTo>
                    <a:pt x="1272920" y="1586630"/>
                    <a:pt x="1290464" y="1602110"/>
                    <a:pt x="1298203" y="1624297"/>
                  </a:cubicBezTo>
                  <a:cubicBezTo>
                    <a:pt x="1300783" y="1631520"/>
                    <a:pt x="1304395" y="1633068"/>
                    <a:pt x="1311619" y="1629456"/>
                  </a:cubicBezTo>
                  <a:cubicBezTo>
                    <a:pt x="1333290" y="1618105"/>
                    <a:pt x="1354445" y="1605722"/>
                    <a:pt x="1375084" y="1592822"/>
                  </a:cubicBezTo>
                  <a:cubicBezTo>
                    <a:pt x="1382824" y="1588178"/>
                    <a:pt x="1381791" y="1584051"/>
                    <a:pt x="1377148" y="1578891"/>
                  </a:cubicBezTo>
                  <a:cubicBezTo>
                    <a:pt x="1361152" y="1560832"/>
                    <a:pt x="1356509" y="1537613"/>
                    <a:pt x="1349285" y="1515426"/>
                  </a:cubicBezTo>
                  <a:cubicBezTo>
                    <a:pt x="1347221" y="1509750"/>
                    <a:pt x="1348253" y="1505622"/>
                    <a:pt x="1353413" y="1502010"/>
                  </a:cubicBezTo>
                  <a:cubicBezTo>
                    <a:pt x="1364248" y="1493754"/>
                    <a:pt x="1375600" y="1485499"/>
                    <a:pt x="1385919" y="1476727"/>
                  </a:cubicBezTo>
                  <a:cubicBezTo>
                    <a:pt x="1391079" y="1472600"/>
                    <a:pt x="1395723" y="1473115"/>
                    <a:pt x="1400883" y="1476727"/>
                  </a:cubicBezTo>
                  <a:cubicBezTo>
                    <a:pt x="1419458" y="1489111"/>
                    <a:pt x="1440097" y="1498914"/>
                    <a:pt x="1452996" y="1518005"/>
                  </a:cubicBezTo>
                  <a:cubicBezTo>
                    <a:pt x="1457640" y="1525229"/>
                    <a:pt x="1463316" y="1525745"/>
                    <a:pt x="1470024" y="1519553"/>
                  </a:cubicBezTo>
                  <a:cubicBezTo>
                    <a:pt x="1487051" y="1503558"/>
                    <a:pt x="1503562" y="1487047"/>
                    <a:pt x="1519041" y="1470535"/>
                  </a:cubicBezTo>
                  <a:cubicBezTo>
                    <a:pt x="1525233" y="1464344"/>
                    <a:pt x="1525749" y="1458668"/>
                    <a:pt x="1518010" y="1453508"/>
                  </a:cubicBezTo>
                  <a:cubicBezTo>
                    <a:pt x="1498402" y="1440093"/>
                    <a:pt x="1488599" y="1418938"/>
                    <a:pt x="1475699" y="1400363"/>
                  </a:cubicBezTo>
                  <a:cubicBezTo>
                    <a:pt x="1472088" y="1395203"/>
                    <a:pt x="1472088" y="1391075"/>
                    <a:pt x="1476215" y="1386431"/>
                  </a:cubicBezTo>
                  <a:cubicBezTo>
                    <a:pt x="1484987" y="1375596"/>
                    <a:pt x="1493243" y="1364760"/>
                    <a:pt x="1501498" y="1353925"/>
                  </a:cubicBezTo>
                  <a:cubicBezTo>
                    <a:pt x="1505626" y="1348249"/>
                    <a:pt x="1510270" y="1348249"/>
                    <a:pt x="1515946" y="1349797"/>
                  </a:cubicBezTo>
                  <a:cubicBezTo>
                    <a:pt x="1538133" y="1357020"/>
                    <a:pt x="1560836" y="1362180"/>
                    <a:pt x="1579411" y="1377660"/>
                  </a:cubicBezTo>
                  <a:cubicBezTo>
                    <a:pt x="1584571" y="1382303"/>
                    <a:pt x="1588182" y="1382303"/>
                    <a:pt x="1592310" y="1375596"/>
                  </a:cubicBezTo>
                  <a:cubicBezTo>
                    <a:pt x="1605210" y="1354441"/>
                    <a:pt x="1617593" y="1333801"/>
                    <a:pt x="1628945" y="1312130"/>
                  </a:cubicBezTo>
                  <a:cubicBezTo>
                    <a:pt x="1632557" y="1304907"/>
                    <a:pt x="1631009" y="1300779"/>
                    <a:pt x="1623785" y="1298199"/>
                  </a:cubicBezTo>
                  <a:cubicBezTo>
                    <a:pt x="1605726" y="1291491"/>
                    <a:pt x="1591794" y="1278592"/>
                    <a:pt x="1577863" y="1265692"/>
                  </a:cubicBezTo>
                  <a:cubicBezTo>
                    <a:pt x="1560320" y="1248665"/>
                    <a:pt x="1560836" y="1253309"/>
                    <a:pt x="1571155" y="1230090"/>
                  </a:cubicBezTo>
                  <a:cubicBezTo>
                    <a:pt x="1574251" y="1222866"/>
                    <a:pt x="1577347" y="1215643"/>
                    <a:pt x="1579927" y="1208419"/>
                  </a:cubicBezTo>
                  <a:cubicBezTo>
                    <a:pt x="1582507" y="1200163"/>
                    <a:pt x="1587667" y="1197583"/>
                    <a:pt x="1596438" y="1197583"/>
                  </a:cubicBezTo>
                  <a:cubicBezTo>
                    <a:pt x="1618625" y="1198100"/>
                    <a:pt x="1640296" y="1197583"/>
                    <a:pt x="1660935" y="1207387"/>
                  </a:cubicBezTo>
                  <a:cubicBezTo>
                    <a:pt x="1668159" y="1210483"/>
                    <a:pt x="1672287" y="1209967"/>
                    <a:pt x="1675383" y="1201195"/>
                  </a:cubicBezTo>
                  <a:cubicBezTo>
                    <a:pt x="1682090" y="1178492"/>
                    <a:pt x="1688282" y="1155789"/>
                    <a:pt x="1693442" y="1132570"/>
                  </a:cubicBezTo>
                  <a:cubicBezTo>
                    <a:pt x="1695506" y="1123283"/>
                    <a:pt x="1692926" y="1119671"/>
                    <a:pt x="1684154" y="1119155"/>
                  </a:cubicBezTo>
                  <a:cubicBezTo>
                    <a:pt x="1660935" y="1117091"/>
                    <a:pt x="1641328" y="1104192"/>
                    <a:pt x="1621205" y="1093872"/>
                  </a:cubicBezTo>
                  <a:cubicBezTo>
                    <a:pt x="1616561" y="1091808"/>
                    <a:pt x="1613465" y="1088712"/>
                    <a:pt x="1614497" y="1083037"/>
                  </a:cubicBezTo>
                  <a:cubicBezTo>
                    <a:pt x="1616561" y="1069621"/>
                    <a:pt x="1618625" y="1055690"/>
                    <a:pt x="1620173" y="1042274"/>
                  </a:cubicBezTo>
                  <a:cubicBezTo>
                    <a:pt x="1621205" y="1034535"/>
                    <a:pt x="1625333" y="1031439"/>
                    <a:pt x="1632557" y="1029891"/>
                  </a:cubicBezTo>
                  <a:cubicBezTo>
                    <a:pt x="1653712" y="1025763"/>
                    <a:pt x="1673835" y="1018539"/>
                    <a:pt x="1696022" y="1022667"/>
                  </a:cubicBezTo>
                  <a:cubicBezTo>
                    <a:pt x="1704793" y="1024215"/>
                    <a:pt x="1708921" y="1020603"/>
                    <a:pt x="1709437" y="1010800"/>
                  </a:cubicBezTo>
                  <a:cubicBezTo>
                    <a:pt x="1710469" y="988612"/>
                    <a:pt x="1710985" y="966426"/>
                    <a:pt x="1709437" y="943723"/>
                  </a:cubicBezTo>
                  <a:cubicBezTo>
                    <a:pt x="1708921" y="933403"/>
                    <a:pt x="1704793" y="929791"/>
                    <a:pt x="1694990" y="931339"/>
                  </a:cubicBezTo>
                  <a:cubicBezTo>
                    <a:pt x="1680026" y="933919"/>
                    <a:pt x="1665063" y="931855"/>
                    <a:pt x="1650616" y="928243"/>
                  </a:cubicBezTo>
                  <a:cubicBezTo>
                    <a:pt x="1619141" y="919988"/>
                    <a:pt x="1621205" y="928243"/>
                    <a:pt x="1618109" y="892125"/>
                  </a:cubicBezTo>
                  <a:cubicBezTo>
                    <a:pt x="1617593" y="885933"/>
                    <a:pt x="1616561" y="880257"/>
                    <a:pt x="1615013" y="874582"/>
                  </a:cubicBezTo>
                  <a:cubicBezTo>
                    <a:pt x="1612949" y="866842"/>
                    <a:pt x="1616561" y="862714"/>
                    <a:pt x="1622753" y="859102"/>
                  </a:cubicBezTo>
                  <a:cubicBezTo>
                    <a:pt x="1642876" y="849299"/>
                    <a:pt x="1661967" y="836915"/>
                    <a:pt x="1684670" y="834851"/>
                  </a:cubicBezTo>
                  <a:cubicBezTo>
                    <a:pt x="1692410" y="834335"/>
                    <a:pt x="1696022" y="830724"/>
                    <a:pt x="1693442" y="821952"/>
                  </a:cubicBezTo>
                  <a:cubicBezTo>
                    <a:pt x="1687766" y="799249"/>
                    <a:pt x="1682090" y="776030"/>
                    <a:pt x="1674867" y="753327"/>
                  </a:cubicBezTo>
                  <a:cubicBezTo>
                    <a:pt x="1671771" y="744039"/>
                    <a:pt x="1667643" y="743007"/>
                    <a:pt x="1659903" y="746619"/>
                  </a:cubicBezTo>
                  <a:cubicBezTo>
                    <a:pt x="1638748" y="756423"/>
                    <a:pt x="1616561" y="755907"/>
                    <a:pt x="1594374" y="756423"/>
                  </a:cubicBezTo>
                  <a:cubicBezTo>
                    <a:pt x="1587667" y="756423"/>
                    <a:pt x="1583023" y="754359"/>
                    <a:pt x="1580443" y="747651"/>
                  </a:cubicBezTo>
                  <a:cubicBezTo>
                    <a:pt x="1575799" y="735784"/>
                    <a:pt x="1571155" y="724432"/>
                    <a:pt x="1565995" y="713081"/>
                  </a:cubicBezTo>
                  <a:cubicBezTo>
                    <a:pt x="1562900" y="705857"/>
                    <a:pt x="1564448" y="701213"/>
                    <a:pt x="1570123" y="696054"/>
                  </a:cubicBezTo>
                  <a:cubicBezTo>
                    <a:pt x="1586635" y="681090"/>
                    <a:pt x="1602114" y="664579"/>
                    <a:pt x="1623269" y="656323"/>
                  </a:cubicBezTo>
                  <a:cubicBezTo>
                    <a:pt x="1631009" y="653227"/>
                    <a:pt x="1632557" y="649616"/>
                    <a:pt x="1628429" y="641876"/>
                  </a:cubicBezTo>
                  <a:cubicBezTo>
                    <a:pt x="1617077" y="620721"/>
                    <a:pt x="1605210" y="599566"/>
                    <a:pt x="1592310" y="579443"/>
                  </a:cubicBezTo>
                  <a:cubicBezTo>
                    <a:pt x="1587667" y="572219"/>
                    <a:pt x="1584055" y="572219"/>
                    <a:pt x="1578379" y="576863"/>
                  </a:cubicBezTo>
                  <a:cubicBezTo>
                    <a:pt x="1564963" y="587698"/>
                    <a:pt x="1548968" y="594406"/>
                    <a:pt x="1532457" y="599050"/>
                  </a:cubicBezTo>
                  <a:cubicBezTo>
                    <a:pt x="1499950" y="607821"/>
                    <a:pt x="1510270" y="610917"/>
                    <a:pt x="1490147" y="585118"/>
                  </a:cubicBezTo>
                  <a:cubicBezTo>
                    <a:pt x="1486019" y="579443"/>
                    <a:pt x="1481891" y="574283"/>
                    <a:pt x="1477247" y="569123"/>
                  </a:cubicBezTo>
                  <a:cubicBezTo>
                    <a:pt x="1472088" y="563447"/>
                    <a:pt x="1472088" y="558288"/>
                    <a:pt x="1476731" y="552096"/>
                  </a:cubicBezTo>
                  <a:cubicBezTo>
                    <a:pt x="1489115" y="533521"/>
                    <a:pt x="1498918" y="513397"/>
                    <a:pt x="1518525" y="499982"/>
                  </a:cubicBezTo>
                  <a:cubicBezTo>
                    <a:pt x="1525233" y="495338"/>
                    <a:pt x="1525233" y="490178"/>
                    <a:pt x="1519557" y="483987"/>
                  </a:cubicBezTo>
                  <a:cubicBezTo>
                    <a:pt x="1503562" y="466960"/>
                    <a:pt x="1487051" y="450448"/>
                    <a:pt x="1470540" y="434453"/>
                  </a:cubicBezTo>
                  <a:cubicBezTo>
                    <a:pt x="1463316" y="427745"/>
                    <a:pt x="1458156" y="428261"/>
                    <a:pt x="1452480" y="436001"/>
                  </a:cubicBezTo>
                  <a:cubicBezTo>
                    <a:pt x="1443709" y="448384"/>
                    <a:pt x="1431841" y="457672"/>
                    <a:pt x="1418942" y="465412"/>
                  </a:cubicBezTo>
                  <a:cubicBezTo>
                    <a:pt x="1393143" y="481407"/>
                    <a:pt x="1393143" y="481407"/>
                    <a:pt x="1369408" y="463348"/>
                  </a:cubicBezTo>
                  <a:cubicBezTo>
                    <a:pt x="1364764" y="459736"/>
                    <a:pt x="1360121" y="455608"/>
                    <a:pt x="1354961" y="452512"/>
                  </a:cubicBezTo>
                  <a:cubicBezTo>
                    <a:pt x="1348253" y="448384"/>
                    <a:pt x="1347221" y="443225"/>
                    <a:pt x="1349801" y="436001"/>
                  </a:cubicBezTo>
                  <a:cubicBezTo>
                    <a:pt x="1357025" y="414330"/>
                    <a:pt x="1361668" y="391627"/>
                    <a:pt x="1377148" y="374084"/>
                  </a:cubicBezTo>
                  <a:cubicBezTo>
                    <a:pt x="1382307" y="368408"/>
                    <a:pt x="1381276" y="364280"/>
                    <a:pt x="1374052" y="360152"/>
                  </a:cubicBezTo>
                  <a:cubicBezTo>
                    <a:pt x="1353929" y="347769"/>
                    <a:pt x="1333806" y="335385"/>
                    <a:pt x="1312651" y="324550"/>
                  </a:cubicBezTo>
                  <a:cubicBezTo>
                    <a:pt x="1304911" y="320422"/>
                    <a:pt x="1299751" y="320422"/>
                    <a:pt x="1296655" y="329193"/>
                  </a:cubicBezTo>
                  <a:cubicBezTo>
                    <a:pt x="1288916" y="350865"/>
                    <a:pt x="1271888" y="365828"/>
                    <a:pt x="1256925" y="382855"/>
                  </a:cubicBezTo>
                  <a:cubicBezTo>
                    <a:pt x="1251249" y="389047"/>
                    <a:pt x="1246090" y="389563"/>
                    <a:pt x="1238866" y="386467"/>
                  </a:cubicBezTo>
                  <a:cubicBezTo>
                    <a:pt x="1228546" y="381307"/>
                    <a:pt x="1217711" y="377179"/>
                    <a:pt x="1206875" y="373052"/>
                  </a:cubicBezTo>
                  <a:cubicBezTo>
                    <a:pt x="1199136" y="370472"/>
                    <a:pt x="1196556" y="365312"/>
                    <a:pt x="1196556" y="357572"/>
                  </a:cubicBezTo>
                  <a:cubicBezTo>
                    <a:pt x="1197072" y="335385"/>
                    <a:pt x="1196556" y="313714"/>
                    <a:pt x="1206359" y="293075"/>
                  </a:cubicBezTo>
                  <a:cubicBezTo>
                    <a:pt x="1209971" y="285335"/>
                    <a:pt x="1208939" y="280692"/>
                    <a:pt x="1199652" y="278112"/>
                  </a:cubicBezTo>
                  <a:cubicBezTo>
                    <a:pt x="1176949" y="271404"/>
                    <a:pt x="1154246" y="265212"/>
                    <a:pt x="1131027" y="259537"/>
                  </a:cubicBezTo>
                  <a:cubicBezTo>
                    <a:pt x="1122255" y="257473"/>
                    <a:pt x="1119159" y="260569"/>
                    <a:pt x="1118127" y="268308"/>
                  </a:cubicBezTo>
                  <a:cubicBezTo>
                    <a:pt x="1116063" y="291527"/>
                    <a:pt x="1103164" y="311134"/>
                    <a:pt x="1093360" y="331258"/>
                  </a:cubicBezTo>
                  <a:cubicBezTo>
                    <a:pt x="1090780" y="336933"/>
                    <a:pt x="1086653" y="339513"/>
                    <a:pt x="1079945" y="338481"/>
                  </a:cubicBezTo>
                  <a:cubicBezTo>
                    <a:pt x="1067561" y="336417"/>
                    <a:pt x="1055178" y="334869"/>
                    <a:pt x="1042794" y="333837"/>
                  </a:cubicBezTo>
                  <a:cubicBezTo>
                    <a:pt x="1034539" y="332805"/>
                    <a:pt x="1029895" y="329193"/>
                    <a:pt x="1028347" y="320422"/>
                  </a:cubicBezTo>
                  <a:cubicBezTo>
                    <a:pt x="1024735" y="299783"/>
                    <a:pt x="1016996" y="279660"/>
                    <a:pt x="1021123" y="257989"/>
                  </a:cubicBezTo>
                  <a:cubicBezTo>
                    <a:pt x="1022671" y="248701"/>
                    <a:pt x="1019059" y="244057"/>
                    <a:pt x="1008740" y="243541"/>
                  </a:cubicBezTo>
                  <a:cubicBezTo>
                    <a:pt x="986553" y="242509"/>
                    <a:pt x="964366" y="242509"/>
                    <a:pt x="941663" y="243541"/>
                  </a:cubicBezTo>
                  <a:cubicBezTo>
                    <a:pt x="931859" y="244057"/>
                    <a:pt x="928247" y="248185"/>
                    <a:pt x="929795" y="256957"/>
                  </a:cubicBezTo>
                  <a:cubicBezTo>
                    <a:pt x="933923" y="279144"/>
                    <a:pt x="926184" y="299267"/>
                    <a:pt x="922572" y="320422"/>
                  </a:cubicBezTo>
                  <a:cubicBezTo>
                    <a:pt x="921024" y="328678"/>
                    <a:pt x="916896" y="332290"/>
                    <a:pt x="909156" y="333321"/>
                  </a:cubicBezTo>
                  <a:cubicBezTo>
                    <a:pt x="896773" y="334869"/>
                    <a:pt x="884389" y="335901"/>
                    <a:pt x="872006" y="337965"/>
                  </a:cubicBezTo>
                  <a:cubicBezTo>
                    <a:pt x="864782" y="339513"/>
                    <a:pt x="860654" y="336933"/>
                    <a:pt x="857559" y="330226"/>
                  </a:cubicBezTo>
                  <a:cubicBezTo>
                    <a:pt x="847755" y="310102"/>
                    <a:pt x="835371" y="291527"/>
                    <a:pt x="833308" y="268308"/>
                  </a:cubicBezTo>
                  <a:cubicBezTo>
                    <a:pt x="832276" y="259537"/>
                    <a:pt x="828664" y="256957"/>
                    <a:pt x="819892" y="259021"/>
                  </a:cubicBezTo>
                  <a:cubicBezTo>
                    <a:pt x="797705" y="264180"/>
                    <a:pt x="775518" y="269856"/>
                    <a:pt x="753847" y="276564"/>
                  </a:cubicBezTo>
                  <a:cubicBezTo>
                    <a:pt x="744044" y="279660"/>
                    <a:pt x="740948" y="283272"/>
                    <a:pt x="745591" y="293075"/>
                  </a:cubicBezTo>
                  <a:cubicBezTo>
                    <a:pt x="751783" y="308039"/>
                    <a:pt x="754879" y="323518"/>
                    <a:pt x="754879" y="339513"/>
                  </a:cubicBezTo>
                  <a:cubicBezTo>
                    <a:pt x="754879" y="367892"/>
                    <a:pt x="755395" y="367892"/>
                    <a:pt x="728564" y="378728"/>
                  </a:cubicBezTo>
                  <a:cubicBezTo>
                    <a:pt x="722888" y="380791"/>
                    <a:pt x="717213" y="383371"/>
                    <a:pt x="712053" y="385951"/>
                  </a:cubicBezTo>
                  <a:cubicBezTo>
                    <a:pt x="705345" y="389563"/>
                    <a:pt x="700185" y="388531"/>
                    <a:pt x="695026" y="382855"/>
                  </a:cubicBezTo>
                  <a:cubicBezTo>
                    <a:pt x="679546" y="365828"/>
                    <a:pt x="662519" y="350349"/>
                    <a:pt x="654779" y="328161"/>
                  </a:cubicBezTo>
                  <a:cubicBezTo>
                    <a:pt x="652200" y="320938"/>
                    <a:pt x="648588" y="319390"/>
                    <a:pt x="641364" y="323002"/>
                  </a:cubicBezTo>
                  <a:cubicBezTo>
                    <a:pt x="619693" y="334353"/>
                    <a:pt x="598538" y="346737"/>
                    <a:pt x="577899" y="359636"/>
                  </a:cubicBezTo>
                  <a:cubicBezTo>
                    <a:pt x="571707" y="363248"/>
                    <a:pt x="570159" y="366860"/>
                    <a:pt x="574803" y="372536"/>
                  </a:cubicBezTo>
                  <a:cubicBezTo>
                    <a:pt x="590798" y="390595"/>
                    <a:pt x="595958" y="413298"/>
                    <a:pt x="602666" y="435485"/>
                  </a:cubicBezTo>
                  <a:cubicBezTo>
                    <a:pt x="604730" y="442193"/>
                    <a:pt x="604214" y="446836"/>
                    <a:pt x="598022" y="450964"/>
                  </a:cubicBezTo>
                  <a:cubicBezTo>
                    <a:pt x="587702" y="458188"/>
                    <a:pt x="577383" y="466444"/>
                    <a:pt x="567579" y="474699"/>
                  </a:cubicBezTo>
                  <a:cubicBezTo>
                    <a:pt x="561388" y="479859"/>
                    <a:pt x="556744" y="478827"/>
                    <a:pt x="550552" y="474699"/>
                  </a:cubicBezTo>
                  <a:cubicBezTo>
                    <a:pt x="531977" y="462316"/>
                    <a:pt x="511854" y="451996"/>
                    <a:pt x="498438" y="432905"/>
                  </a:cubicBezTo>
                  <a:cubicBezTo>
                    <a:pt x="494310" y="426713"/>
                    <a:pt x="489151" y="426197"/>
                    <a:pt x="483475" y="431357"/>
                  </a:cubicBezTo>
                  <a:cubicBezTo>
                    <a:pt x="465932" y="447352"/>
                    <a:pt x="448904" y="464895"/>
                    <a:pt x="432393" y="482439"/>
                  </a:cubicBezTo>
                  <a:cubicBezTo>
                    <a:pt x="427233" y="488114"/>
                    <a:pt x="426717" y="493274"/>
                    <a:pt x="433425" y="497402"/>
                  </a:cubicBezTo>
                  <a:cubicBezTo>
                    <a:pt x="453032" y="510818"/>
                    <a:pt x="462836" y="531457"/>
                    <a:pt x="475735" y="550032"/>
                  </a:cubicBezTo>
                  <a:cubicBezTo>
                    <a:pt x="479863" y="555708"/>
                    <a:pt x="479863" y="560867"/>
                    <a:pt x="475219" y="566027"/>
                  </a:cubicBezTo>
                  <a:cubicBezTo>
                    <a:pt x="466964" y="576347"/>
                    <a:pt x="458708" y="587182"/>
                    <a:pt x="450968" y="597502"/>
                  </a:cubicBezTo>
                  <a:cubicBezTo>
                    <a:pt x="447357" y="602146"/>
                    <a:pt x="443745" y="603694"/>
                    <a:pt x="437553" y="601629"/>
                  </a:cubicBezTo>
                  <a:cubicBezTo>
                    <a:pt x="414850" y="594406"/>
                    <a:pt x="391631" y="589246"/>
                    <a:pt x="373056" y="573251"/>
                  </a:cubicBezTo>
                  <a:cubicBezTo>
                    <a:pt x="367896" y="568607"/>
                    <a:pt x="363768" y="568607"/>
                    <a:pt x="360156" y="575315"/>
                  </a:cubicBezTo>
                  <a:cubicBezTo>
                    <a:pt x="347257" y="596470"/>
                    <a:pt x="334358" y="617109"/>
                    <a:pt x="323522" y="638780"/>
                  </a:cubicBezTo>
                  <a:cubicBezTo>
                    <a:pt x="319910" y="646004"/>
                    <a:pt x="320942" y="650131"/>
                    <a:pt x="328166" y="652711"/>
                  </a:cubicBezTo>
                  <a:cubicBezTo>
                    <a:pt x="346225" y="659419"/>
                    <a:pt x="360672" y="672318"/>
                    <a:pt x="374088" y="685218"/>
                  </a:cubicBezTo>
                  <a:cubicBezTo>
                    <a:pt x="392147" y="702245"/>
                    <a:pt x="391115" y="698117"/>
                    <a:pt x="380795" y="720820"/>
                  </a:cubicBezTo>
                  <a:cubicBezTo>
                    <a:pt x="377700" y="728044"/>
                    <a:pt x="374604" y="735268"/>
                    <a:pt x="372024" y="742492"/>
                  </a:cubicBezTo>
                  <a:cubicBezTo>
                    <a:pt x="369444" y="750747"/>
                    <a:pt x="364284" y="753327"/>
                    <a:pt x="355513" y="753327"/>
                  </a:cubicBezTo>
                  <a:cubicBezTo>
                    <a:pt x="333326" y="752811"/>
                    <a:pt x="311655" y="753327"/>
                    <a:pt x="291015" y="743523"/>
                  </a:cubicBezTo>
                  <a:cubicBezTo>
                    <a:pt x="282760" y="739396"/>
                    <a:pt x="279148" y="742492"/>
                    <a:pt x="276568" y="751263"/>
                  </a:cubicBezTo>
                  <a:cubicBezTo>
                    <a:pt x="269860" y="773450"/>
                    <a:pt x="264185" y="796153"/>
                    <a:pt x="258509" y="818340"/>
                  </a:cubicBezTo>
                  <a:cubicBezTo>
                    <a:pt x="256445" y="827628"/>
                    <a:pt x="259025" y="831239"/>
                    <a:pt x="267796" y="831756"/>
                  </a:cubicBezTo>
                  <a:cubicBezTo>
                    <a:pt x="291015" y="833819"/>
                    <a:pt x="310623" y="846719"/>
                    <a:pt x="330746" y="857038"/>
                  </a:cubicBezTo>
                  <a:cubicBezTo>
                    <a:pt x="335905" y="859618"/>
                    <a:pt x="338485" y="863230"/>
                    <a:pt x="337453" y="869422"/>
                  </a:cubicBezTo>
                  <a:cubicBezTo>
                    <a:pt x="335389" y="881805"/>
                    <a:pt x="333842" y="894189"/>
                    <a:pt x="332810" y="906572"/>
                  </a:cubicBezTo>
                  <a:cubicBezTo>
                    <a:pt x="331778" y="915344"/>
                    <a:pt x="328166" y="919988"/>
                    <a:pt x="318878" y="922052"/>
                  </a:cubicBezTo>
                  <a:cubicBezTo>
                    <a:pt x="298239" y="925664"/>
                    <a:pt x="278116" y="932887"/>
                    <a:pt x="256445" y="929275"/>
                  </a:cubicBezTo>
                  <a:cubicBezTo>
                    <a:pt x="246125" y="927211"/>
                    <a:pt x="243029" y="932371"/>
                    <a:pt x="242514" y="942175"/>
                  </a:cubicBezTo>
                  <a:cubicBezTo>
                    <a:pt x="241482" y="963846"/>
                    <a:pt x="241482" y="985001"/>
                    <a:pt x="242514" y="1006672"/>
                  </a:cubicBezTo>
                  <a:cubicBezTo>
                    <a:pt x="243029" y="1018023"/>
                    <a:pt x="247157" y="1022667"/>
                    <a:pt x="257993" y="1020603"/>
                  </a:cubicBezTo>
                  <a:cubicBezTo>
                    <a:pt x="280180" y="1016475"/>
                    <a:pt x="300303" y="1024731"/>
                    <a:pt x="321458" y="1028343"/>
                  </a:cubicBezTo>
                  <a:cubicBezTo>
                    <a:pt x="327650" y="1029375"/>
                    <a:pt x="331262" y="1032987"/>
                    <a:pt x="331778" y="1039694"/>
                  </a:cubicBezTo>
                  <a:cubicBezTo>
                    <a:pt x="333326" y="1052594"/>
                    <a:pt x="334358" y="1065493"/>
                    <a:pt x="336937" y="1077877"/>
                  </a:cubicBezTo>
                  <a:cubicBezTo>
                    <a:pt x="338485" y="1085617"/>
                    <a:pt x="335905" y="1089744"/>
                    <a:pt x="329198" y="1093356"/>
                  </a:cubicBezTo>
                  <a:cubicBezTo>
                    <a:pt x="309075" y="1103676"/>
                    <a:pt x="289467" y="1115543"/>
                    <a:pt x="265733" y="1117607"/>
                  </a:cubicBezTo>
                  <a:cubicBezTo>
                    <a:pt x="257993" y="1118123"/>
                    <a:pt x="255929" y="1122251"/>
                    <a:pt x="257993" y="1129990"/>
                  </a:cubicBezTo>
                  <a:cubicBezTo>
                    <a:pt x="263669" y="1153209"/>
                    <a:pt x="269344" y="1175913"/>
                    <a:pt x="276568" y="1198615"/>
                  </a:cubicBezTo>
                  <a:cubicBezTo>
                    <a:pt x="279148" y="1207903"/>
                    <a:pt x="283276" y="1209451"/>
                    <a:pt x="291531" y="1205839"/>
                  </a:cubicBezTo>
                  <a:cubicBezTo>
                    <a:pt x="308559" y="1198100"/>
                    <a:pt x="327134" y="1196035"/>
                    <a:pt x="345709" y="1196035"/>
                  </a:cubicBezTo>
                  <a:cubicBezTo>
                    <a:pt x="371508" y="1196035"/>
                    <a:pt x="366348" y="1193456"/>
                    <a:pt x="375636" y="1216675"/>
                  </a:cubicBezTo>
                  <a:cubicBezTo>
                    <a:pt x="378216" y="1223382"/>
                    <a:pt x="380795" y="1230606"/>
                    <a:pt x="384407" y="1236798"/>
                  </a:cubicBezTo>
                  <a:cubicBezTo>
                    <a:pt x="389051" y="1245569"/>
                    <a:pt x="386987" y="1251761"/>
                    <a:pt x="379764" y="1257953"/>
                  </a:cubicBezTo>
                  <a:cubicBezTo>
                    <a:pt x="363252" y="1272400"/>
                    <a:pt x="348289" y="1288396"/>
                    <a:pt x="327134" y="1296651"/>
                  </a:cubicBezTo>
                  <a:cubicBezTo>
                    <a:pt x="319394" y="1299231"/>
                    <a:pt x="319394" y="1303875"/>
                    <a:pt x="322490" y="1310583"/>
                  </a:cubicBezTo>
                  <a:cubicBezTo>
                    <a:pt x="333842" y="1332254"/>
                    <a:pt x="346225" y="1353409"/>
                    <a:pt x="359124" y="1374048"/>
                  </a:cubicBezTo>
                  <a:cubicBezTo>
                    <a:pt x="362736" y="1379724"/>
                    <a:pt x="365832" y="1380755"/>
                    <a:pt x="370992" y="1376628"/>
                  </a:cubicBezTo>
                  <a:cubicBezTo>
                    <a:pt x="389051" y="1361148"/>
                    <a:pt x="412270" y="1355988"/>
                    <a:pt x="433941" y="1348765"/>
                  </a:cubicBezTo>
                  <a:cubicBezTo>
                    <a:pt x="441165" y="1346185"/>
                    <a:pt x="445809" y="1347217"/>
                    <a:pt x="450452" y="1353925"/>
                  </a:cubicBezTo>
                  <a:cubicBezTo>
                    <a:pt x="457676" y="1364760"/>
                    <a:pt x="465932" y="1374564"/>
                    <a:pt x="474187" y="1384367"/>
                  </a:cubicBezTo>
                  <a:cubicBezTo>
                    <a:pt x="478315" y="1389527"/>
                    <a:pt x="478831" y="1393655"/>
                    <a:pt x="475219" y="1399331"/>
                  </a:cubicBezTo>
                  <a:cubicBezTo>
                    <a:pt x="462320" y="1417906"/>
                    <a:pt x="452516" y="1439061"/>
                    <a:pt x="432909" y="1452476"/>
                  </a:cubicBezTo>
                  <a:cubicBezTo>
                    <a:pt x="426201" y="1457120"/>
                    <a:pt x="425685" y="1461764"/>
                    <a:pt x="431877" y="1468471"/>
                  </a:cubicBezTo>
                  <a:cubicBezTo>
                    <a:pt x="447873" y="1486015"/>
                    <a:pt x="464384" y="1502526"/>
                    <a:pt x="481927" y="1518521"/>
                  </a:cubicBezTo>
                  <a:cubicBezTo>
                    <a:pt x="488119" y="1524197"/>
                    <a:pt x="493279" y="1524197"/>
                    <a:pt x="497922" y="1517489"/>
                  </a:cubicBezTo>
                  <a:cubicBezTo>
                    <a:pt x="510822" y="1498398"/>
                    <a:pt x="531461" y="1488595"/>
                    <a:pt x="550036" y="1475695"/>
                  </a:cubicBezTo>
                  <a:cubicBezTo>
                    <a:pt x="556228" y="1471568"/>
                    <a:pt x="561388" y="1471568"/>
                    <a:pt x="567063" y="1476211"/>
                  </a:cubicBezTo>
                  <a:cubicBezTo>
                    <a:pt x="576867" y="1483951"/>
                    <a:pt x="586670" y="1491690"/>
                    <a:pt x="596474" y="1498914"/>
                  </a:cubicBezTo>
                  <a:cubicBezTo>
                    <a:pt x="602666" y="1503558"/>
                    <a:pt x="604214" y="1508202"/>
                    <a:pt x="601634" y="1515426"/>
                  </a:cubicBezTo>
                  <a:cubicBezTo>
                    <a:pt x="594926" y="1537097"/>
                    <a:pt x="589250" y="1559284"/>
                    <a:pt x="574287" y="1577343"/>
                  </a:cubicBezTo>
                  <a:cubicBezTo>
                    <a:pt x="569127" y="1583018"/>
                    <a:pt x="569643" y="1587146"/>
                    <a:pt x="576867" y="1591274"/>
                  </a:cubicBezTo>
                  <a:cubicBezTo>
                    <a:pt x="597506" y="1603658"/>
                    <a:pt x="618145" y="1616041"/>
                    <a:pt x="639300" y="1627393"/>
                  </a:cubicBezTo>
                  <a:cubicBezTo>
                    <a:pt x="647040" y="1631520"/>
                    <a:pt x="651168" y="1629973"/>
                    <a:pt x="653747" y="1622233"/>
                  </a:cubicBezTo>
                  <a:cubicBezTo>
                    <a:pt x="662003" y="1600562"/>
                    <a:pt x="678514" y="1585598"/>
                    <a:pt x="693478" y="1568571"/>
                  </a:cubicBezTo>
                  <a:cubicBezTo>
                    <a:pt x="699153" y="1562379"/>
                    <a:pt x="704313" y="1561864"/>
                    <a:pt x="711537" y="1564959"/>
                  </a:cubicBezTo>
                  <a:cubicBezTo>
                    <a:pt x="721856" y="1570119"/>
                    <a:pt x="732692" y="1574247"/>
                    <a:pt x="743528" y="1578375"/>
                  </a:cubicBezTo>
                  <a:cubicBezTo>
                    <a:pt x="751267" y="1580955"/>
                    <a:pt x="753847" y="1585598"/>
                    <a:pt x="753847" y="1593854"/>
                  </a:cubicBezTo>
                  <a:cubicBezTo>
                    <a:pt x="753331" y="1616041"/>
                    <a:pt x="753847" y="1637712"/>
                    <a:pt x="744044" y="1658351"/>
                  </a:cubicBezTo>
                  <a:cubicBezTo>
                    <a:pt x="739916" y="1667123"/>
                    <a:pt x="743012" y="1671251"/>
                    <a:pt x="752299" y="1673831"/>
                  </a:cubicBezTo>
                  <a:cubicBezTo>
                    <a:pt x="773970" y="1680538"/>
                    <a:pt x="796157" y="1686214"/>
                    <a:pt x="818344" y="1691374"/>
                  </a:cubicBezTo>
                  <a:cubicBezTo>
                    <a:pt x="827116" y="1693438"/>
                    <a:pt x="831760" y="1692406"/>
                    <a:pt x="832276" y="1682602"/>
                  </a:cubicBezTo>
                  <a:cubicBezTo>
                    <a:pt x="834340" y="1659383"/>
                    <a:pt x="846723" y="1639776"/>
                    <a:pt x="857043" y="1619653"/>
                  </a:cubicBezTo>
                  <a:cubicBezTo>
                    <a:pt x="859622" y="1614493"/>
                    <a:pt x="862718" y="1611397"/>
                    <a:pt x="868910" y="1612429"/>
                  </a:cubicBezTo>
                  <a:cubicBezTo>
                    <a:pt x="881809" y="1614493"/>
                    <a:pt x="895225" y="1616041"/>
                    <a:pt x="908640" y="1617589"/>
                  </a:cubicBezTo>
                  <a:cubicBezTo>
                    <a:pt x="916896" y="1618621"/>
                    <a:pt x="920508" y="1622749"/>
                    <a:pt x="922056" y="1630488"/>
                  </a:cubicBezTo>
                  <a:cubicBezTo>
                    <a:pt x="925668" y="1651128"/>
                    <a:pt x="933407" y="1671251"/>
                    <a:pt x="929279" y="1692922"/>
                  </a:cubicBezTo>
                  <a:cubicBezTo>
                    <a:pt x="927215" y="1703757"/>
                    <a:pt x="932375" y="1706853"/>
                    <a:pt x="942695" y="1707369"/>
                  </a:cubicBezTo>
                  <a:cubicBezTo>
                    <a:pt x="964366" y="1708401"/>
                    <a:pt x="985521" y="1708401"/>
                    <a:pt x="1007192" y="1707369"/>
                  </a:cubicBezTo>
                  <a:cubicBezTo>
                    <a:pt x="1018028" y="1706853"/>
                    <a:pt x="1022155" y="1702725"/>
                    <a:pt x="1020607" y="1692406"/>
                  </a:cubicBezTo>
                  <a:cubicBezTo>
                    <a:pt x="1016480" y="1670219"/>
                    <a:pt x="1024219" y="1650096"/>
                    <a:pt x="1028347" y="1628941"/>
                  </a:cubicBezTo>
                  <a:cubicBezTo>
                    <a:pt x="1029379" y="1621717"/>
                    <a:pt x="1033507" y="1618621"/>
                    <a:pt x="1040215" y="1617589"/>
                  </a:cubicBezTo>
                  <a:cubicBezTo>
                    <a:pt x="1053114" y="1616041"/>
                    <a:pt x="1066013" y="1615009"/>
                    <a:pt x="1078397" y="1612429"/>
                  </a:cubicBezTo>
                  <a:cubicBezTo>
                    <a:pt x="1085621" y="1611397"/>
                    <a:pt x="1089748" y="1613461"/>
                    <a:pt x="1092844" y="1619653"/>
                  </a:cubicBezTo>
                  <a:cubicBezTo>
                    <a:pt x="1102648" y="1639776"/>
                    <a:pt x="1115031" y="1658351"/>
                    <a:pt x="1117095" y="1681570"/>
                  </a:cubicBezTo>
                  <a:cubicBezTo>
                    <a:pt x="1118127" y="1690342"/>
                    <a:pt x="1121739" y="1692922"/>
                    <a:pt x="1130511" y="1690858"/>
                  </a:cubicBezTo>
                  <a:cubicBezTo>
                    <a:pt x="1152698" y="1685698"/>
                    <a:pt x="1174885" y="1680022"/>
                    <a:pt x="1196556" y="1673315"/>
                  </a:cubicBezTo>
                  <a:cubicBezTo>
                    <a:pt x="1206359" y="1670219"/>
                    <a:pt x="1209455" y="1666607"/>
                    <a:pt x="1204811" y="1656803"/>
                  </a:cubicBezTo>
                  <a:cubicBezTo>
                    <a:pt x="1200168" y="1643904"/>
                    <a:pt x="1196556" y="1627393"/>
                    <a:pt x="1198104" y="1613977"/>
                  </a:cubicBezTo>
                  <a:close/>
                </a:path>
              </a:pathLst>
            </a:custGeom>
            <a:solidFill>
              <a:schemeClr val="bg1"/>
            </a:solidFill>
            <a:ln w="5155" cap="flat">
              <a:noFill/>
              <a:prstDash val="solid"/>
              <a:miter/>
            </a:ln>
          </p:spPr>
          <p:txBody>
            <a:bodyPr rtlCol="0" anchor="ctr"/>
            <a:lstStyle/>
            <a:p>
              <a:endParaRPr lang="en-US"/>
            </a:p>
          </p:txBody>
        </p:sp>
        <p:sp>
          <p:nvSpPr>
            <p:cNvPr id="16" name="Freeform: Shape 43">
              <a:extLst>
                <a:ext uri="{FF2B5EF4-FFF2-40B4-BE49-F238E27FC236}">
                  <a16:creationId xmlns:a16="http://schemas.microsoft.com/office/drawing/2014/main" id="{21D36DAE-6410-420B-83A1-F6E365384383}"/>
                </a:ext>
              </a:extLst>
            </p:cNvPr>
            <p:cNvSpPr/>
            <p:nvPr/>
          </p:nvSpPr>
          <p:spPr>
            <a:xfrm>
              <a:off x="1572184" y="4336256"/>
              <a:ext cx="240128" cy="238875"/>
            </a:xfrm>
            <a:custGeom>
              <a:avLst/>
              <a:gdLst>
                <a:gd name="connsiteX0" fmla="*/ 185362 w 237706"/>
                <a:gd name="connsiteY0" fmla="*/ 130458 h 236466"/>
                <a:gd name="connsiteX1" fmla="*/ 237706 w 237706"/>
                <a:gd name="connsiteY1" fmla="*/ 130458 h 236466"/>
                <a:gd name="connsiteX2" fmla="*/ 234128 w 237706"/>
                <a:gd name="connsiteY2" fmla="*/ 154126 h 236466"/>
                <a:gd name="connsiteX3" fmla="*/ 165835 w 237706"/>
                <a:gd name="connsiteY3" fmla="*/ 229449 h 236466"/>
                <a:gd name="connsiteX4" fmla="*/ 131078 w 237706"/>
                <a:gd name="connsiteY4" fmla="*/ 236466 h 236466"/>
                <a:gd name="connsiteX5" fmla="*/ 131078 w 237706"/>
                <a:gd name="connsiteY5" fmla="*/ 186008 h 236466"/>
                <a:gd name="connsiteX6" fmla="*/ 146195 w 237706"/>
                <a:gd name="connsiteY6" fmla="*/ 182956 h 236466"/>
                <a:gd name="connsiteX7" fmla="*/ 177100 w 237706"/>
                <a:gd name="connsiteY7" fmla="*/ 157507 h 236466"/>
                <a:gd name="connsiteX8" fmla="*/ 0 w 237706"/>
                <a:gd name="connsiteY8" fmla="*/ 130458 h 236466"/>
                <a:gd name="connsiteX9" fmla="*/ 52344 w 237706"/>
                <a:gd name="connsiteY9" fmla="*/ 130458 h 236466"/>
                <a:gd name="connsiteX10" fmla="*/ 60606 w 237706"/>
                <a:gd name="connsiteY10" fmla="*/ 157507 h 236466"/>
                <a:gd name="connsiteX11" fmla="*/ 91511 w 237706"/>
                <a:gd name="connsiteY11" fmla="*/ 182956 h 236466"/>
                <a:gd name="connsiteX12" fmla="*/ 106628 w 237706"/>
                <a:gd name="connsiteY12" fmla="*/ 186008 h 236466"/>
                <a:gd name="connsiteX13" fmla="*/ 106628 w 237706"/>
                <a:gd name="connsiteY13" fmla="*/ 236466 h 236466"/>
                <a:gd name="connsiteX14" fmla="*/ 71871 w 237706"/>
                <a:gd name="connsiteY14" fmla="*/ 229449 h 236466"/>
                <a:gd name="connsiteX15" fmla="*/ 3579 w 237706"/>
                <a:gd name="connsiteY15" fmla="*/ 154126 h 236466"/>
                <a:gd name="connsiteX16" fmla="*/ 131078 w 237706"/>
                <a:gd name="connsiteY16" fmla="*/ 0 h 236466"/>
                <a:gd name="connsiteX17" fmla="*/ 165835 w 237706"/>
                <a:gd name="connsiteY17" fmla="*/ 7017 h 236466"/>
                <a:gd name="connsiteX18" fmla="*/ 234128 w 237706"/>
                <a:gd name="connsiteY18" fmla="*/ 82340 h 236466"/>
                <a:gd name="connsiteX19" fmla="*/ 237706 w 237706"/>
                <a:gd name="connsiteY19" fmla="*/ 106008 h 236466"/>
                <a:gd name="connsiteX20" fmla="*/ 185362 w 237706"/>
                <a:gd name="connsiteY20" fmla="*/ 106008 h 236466"/>
                <a:gd name="connsiteX21" fmla="*/ 177100 w 237706"/>
                <a:gd name="connsiteY21" fmla="*/ 78960 h 236466"/>
                <a:gd name="connsiteX22" fmla="*/ 146195 w 237706"/>
                <a:gd name="connsiteY22" fmla="*/ 53510 h 236466"/>
                <a:gd name="connsiteX23" fmla="*/ 131078 w 237706"/>
                <a:gd name="connsiteY23" fmla="*/ 50458 h 236466"/>
                <a:gd name="connsiteX24" fmla="*/ 106628 w 237706"/>
                <a:gd name="connsiteY24" fmla="*/ 0 h 236466"/>
                <a:gd name="connsiteX25" fmla="*/ 106628 w 237706"/>
                <a:gd name="connsiteY25" fmla="*/ 50458 h 236466"/>
                <a:gd name="connsiteX26" fmla="*/ 91511 w 237706"/>
                <a:gd name="connsiteY26" fmla="*/ 53510 h 236466"/>
                <a:gd name="connsiteX27" fmla="*/ 60606 w 237706"/>
                <a:gd name="connsiteY27" fmla="*/ 78960 h 236466"/>
                <a:gd name="connsiteX28" fmla="*/ 52344 w 237706"/>
                <a:gd name="connsiteY28" fmla="*/ 106008 h 236466"/>
                <a:gd name="connsiteX29" fmla="*/ 0 w 237706"/>
                <a:gd name="connsiteY29" fmla="*/ 106008 h 236466"/>
                <a:gd name="connsiteX30" fmla="*/ 3579 w 237706"/>
                <a:gd name="connsiteY30" fmla="*/ 82340 h 236466"/>
                <a:gd name="connsiteX31" fmla="*/ 71871 w 237706"/>
                <a:gd name="connsiteY31" fmla="*/ 7017 h 236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7706" h="236466">
                  <a:moveTo>
                    <a:pt x="185362" y="130458"/>
                  </a:moveTo>
                  <a:lnTo>
                    <a:pt x="237706" y="130458"/>
                  </a:lnTo>
                  <a:lnTo>
                    <a:pt x="234128" y="154126"/>
                  </a:lnTo>
                  <a:cubicBezTo>
                    <a:pt x="223548" y="188141"/>
                    <a:pt x="198326" y="215706"/>
                    <a:pt x="165835" y="229449"/>
                  </a:cubicBezTo>
                  <a:lnTo>
                    <a:pt x="131078" y="236466"/>
                  </a:lnTo>
                  <a:lnTo>
                    <a:pt x="131078" y="186008"/>
                  </a:lnTo>
                  <a:lnTo>
                    <a:pt x="146195" y="182956"/>
                  </a:lnTo>
                  <a:cubicBezTo>
                    <a:pt x="158800" y="177624"/>
                    <a:pt x="169526" y="168717"/>
                    <a:pt x="177100" y="157507"/>
                  </a:cubicBezTo>
                  <a:close/>
                  <a:moveTo>
                    <a:pt x="0" y="130458"/>
                  </a:moveTo>
                  <a:lnTo>
                    <a:pt x="52344" y="130458"/>
                  </a:lnTo>
                  <a:lnTo>
                    <a:pt x="60606" y="157507"/>
                  </a:lnTo>
                  <a:cubicBezTo>
                    <a:pt x="68180" y="168717"/>
                    <a:pt x="78906" y="177624"/>
                    <a:pt x="91511" y="182956"/>
                  </a:cubicBezTo>
                  <a:lnTo>
                    <a:pt x="106628" y="186008"/>
                  </a:lnTo>
                  <a:lnTo>
                    <a:pt x="106628" y="236466"/>
                  </a:lnTo>
                  <a:lnTo>
                    <a:pt x="71871" y="229449"/>
                  </a:lnTo>
                  <a:cubicBezTo>
                    <a:pt x="39380" y="215706"/>
                    <a:pt x="14159" y="188141"/>
                    <a:pt x="3579" y="154126"/>
                  </a:cubicBezTo>
                  <a:close/>
                  <a:moveTo>
                    <a:pt x="131078" y="0"/>
                  </a:moveTo>
                  <a:lnTo>
                    <a:pt x="165835" y="7017"/>
                  </a:lnTo>
                  <a:cubicBezTo>
                    <a:pt x="198326" y="20760"/>
                    <a:pt x="223548" y="48325"/>
                    <a:pt x="234128" y="82340"/>
                  </a:cubicBezTo>
                  <a:lnTo>
                    <a:pt x="237706" y="106008"/>
                  </a:lnTo>
                  <a:lnTo>
                    <a:pt x="185362" y="106008"/>
                  </a:lnTo>
                  <a:lnTo>
                    <a:pt x="177100" y="78960"/>
                  </a:lnTo>
                  <a:cubicBezTo>
                    <a:pt x="169526" y="67749"/>
                    <a:pt x="158800" y="58842"/>
                    <a:pt x="146195" y="53510"/>
                  </a:cubicBezTo>
                  <a:lnTo>
                    <a:pt x="131078" y="50458"/>
                  </a:lnTo>
                  <a:close/>
                  <a:moveTo>
                    <a:pt x="106628" y="0"/>
                  </a:moveTo>
                  <a:lnTo>
                    <a:pt x="106628" y="50458"/>
                  </a:lnTo>
                  <a:lnTo>
                    <a:pt x="91511" y="53510"/>
                  </a:lnTo>
                  <a:cubicBezTo>
                    <a:pt x="78906" y="58842"/>
                    <a:pt x="68180" y="67749"/>
                    <a:pt x="60606" y="78960"/>
                  </a:cubicBezTo>
                  <a:lnTo>
                    <a:pt x="52344" y="106008"/>
                  </a:lnTo>
                  <a:lnTo>
                    <a:pt x="0" y="106008"/>
                  </a:lnTo>
                  <a:lnTo>
                    <a:pt x="3579" y="82340"/>
                  </a:lnTo>
                  <a:cubicBezTo>
                    <a:pt x="14159" y="48325"/>
                    <a:pt x="39380" y="20760"/>
                    <a:pt x="71871" y="70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7" name="Oval 44">
              <a:extLst>
                <a:ext uri="{FF2B5EF4-FFF2-40B4-BE49-F238E27FC236}">
                  <a16:creationId xmlns:a16="http://schemas.microsoft.com/office/drawing/2014/main" id="{AAF7E9EF-9FAB-46AA-BFAC-E4B5B38BD2BB}"/>
                </a:ext>
              </a:extLst>
            </p:cNvPr>
            <p:cNvSpPr/>
            <p:nvPr/>
          </p:nvSpPr>
          <p:spPr>
            <a:xfrm>
              <a:off x="1652284" y="4415729"/>
              <a:ext cx="79928" cy="79928"/>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Top Corners Rounded 45">
              <a:extLst>
                <a:ext uri="{FF2B5EF4-FFF2-40B4-BE49-F238E27FC236}">
                  <a16:creationId xmlns:a16="http://schemas.microsoft.com/office/drawing/2014/main" id="{0C455B2B-A4E3-412F-AE87-B0878122703A}"/>
                </a:ext>
              </a:extLst>
            </p:cNvPr>
            <p:cNvSpPr/>
            <p:nvPr/>
          </p:nvSpPr>
          <p:spPr>
            <a:xfrm>
              <a:off x="995560" y="5904906"/>
              <a:ext cx="1453558" cy="83042"/>
            </a:xfrm>
            <a:prstGeom prst="round2SameRect">
              <a:avLst>
                <a:gd name="adj1" fmla="val 50000"/>
                <a:gd name="adj2" fmla="val 0"/>
              </a:avLst>
            </a:prstGeom>
            <a:solidFill>
              <a:schemeClr val="accent2">
                <a:lumMod val="7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Top Corners Rounded 46">
              <a:extLst>
                <a:ext uri="{FF2B5EF4-FFF2-40B4-BE49-F238E27FC236}">
                  <a16:creationId xmlns:a16="http://schemas.microsoft.com/office/drawing/2014/main" id="{329D177F-DAB5-41DC-BE30-18CDE38548BF}"/>
                </a:ext>
              </a:extLst>
            </p:cNvPr>
            <p:cNvSpPr/>
            <p:nvPr/>
          </p:nvSpPr>
          <p:spPr>
            <a:xfrm>
              <a:off x="1185347" y="5611584"/>
              <a:ext cx="1073986" cy="298673"/>
            </a:xfrm>
            <a:prstGeom prst="round2SameRect">
              <a:avLst>
                <a:gd name="adj1" fmla="val 50000"/>
                <a:gd name="adj2" fmla="val 0"/>
              </a:avLst>
            </a:prstGeom>
            <a:solidFill>
              <a:schemeClr val="accent2"/>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reeform: Shape 32">
            <a:extLst>
              <a:ext uri="{FF2B5EF4-FFF2-40B4-BE49-F238E27FC236}">
                <a16:creationId xmlns:a16="http://schemas.microsoft.com/office/drawing/2014/main" id="{06214A7C-8832-463C-A827-9B67E4923618}"/>
              </a:ext>
            </a:extLst>
          </p:cNvPr>
          <p:cNvSpPr/>
          <p:nvPr/>
        </p:nvSpPr>
        <p:spPr>
          <a:xfrm>
            <a:off x="1659838" y="1566764"/>
            <a:ext cx="1171140" cy="86212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5">
            <a:extLst>
              <a:ext uri="{FF2B5EF4-FFF2-40B4-BE49-F238E27FC236}">
                <a16:creationId xmlns:a16="http://schemas.microsoft.com/office/drawing/2014/main" id="{184615B3-CB7E-47B1-825F-D6AA5EAF14F3}"/>
              </a:ext>
            </a:extLst>
          </p:cNvPr>
          <p:cNvSpPr/>
          <p:nvPr/>
        </p:nvSpPr>
        <p:spPr>
          <a:xfrm>
            <a:off x="7276329" y="1977373"/>
            <a:ext cx="704533" cy="704533"/>
          </a:xfrm>
          <a:prstGeom prst="ellipse">
            <a:avLst/>
          </a:prstGeom>
          <a:noFill/>
          <a:ln w="25400">
            <a:solidFill>
              <a:schemeClr val="accent2"/>
            </a:solid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4B21FF09-ED2B-483B-9F5B-48E264E59D7E}"/>
              </a:ext>
            </a:extLst>
          </p:cNvPr>
          <p:cNvSpPr txBox="1"/>
          <p:nvPr/>
        </p:nvSpPr>
        <p:spPr>
          <a:xfrm>
            <a:off x="8137173" y="2000063"/>
            <a:ext cx="3629056" cy="646331"/>
          </a:xfrm>
          <a:prstGeom prst="rect">
            <a:avLst/>
          </a:prstGeom>
          <a:noFill/>
        </p:spPr>
        <p:txBody>
          <a:bodyPr wrap="square" rtlCol="0">
            <a:spAutoFit/>
          </a:bodyPr>
          <a:lstStyle/>
          <a:p>
            <a:r>
              <a:rPr lang="en-US" altLang="ko-KR" dirty="0" smtClean="0">
                <a:solidFill>
                  <a:schemeClr val="tx1">
                    <a:lumMod val="75000"/>
                    <a:lumOff val="25000"/>
                  </a:schemeClr>
                </a:solidFill>
                <a:cs typeface="Arial" pitchFamily="34" charset="0"/>
              </a:rPr>
              <a:t>Flag projects with highly similar reports for plagiarism review</a:t>
            </a:r>
            <a:r>
              <a:rPr lang="en-US" altLang="ko-KR" dirty="0" smtClean="0">
                <a:solidFill>
                  <a:schemeClr val="tx1">
                    <a:lumMod val="75000"/>
                    <a:lumOff val="25000"/>
                  </a:schemeClr>
                </a:solidFill>
                <a:ea typeface="FZShuTi" pitchFamily="2" charset="-122"/>
                <a:cs typeface="Arial" pitchFamily="34" charset="0"/>
              </a:rPr>
              <a:t>.</a:t>
            </a:r>
            <a:r>
              <a:rPr lang="en-US" altLang="ko-KR" dirty="0" smtClean="0">
                <a:solidFill>
                  <a:schemeClr val="tx1">
                    <a:lumMod val="75000"/>
                    <a:lumOff val="25000"/>
                  </a:schemeClr>
                </a:solidFill>
                <a:cs typeface="Arial" pitchFamily="34" charset="0"/>
              </a:rPr>
              <a:t> </a:t>
            </a:r>
            <a:endParaRPr lang="en-US" altLang="ko-KR" dirty="0">
              <a:solidFill>
                <a:schemeClr val="tx1">
                  <a:lumMod val="75000"/>
                  <a:lumOff val="25000"/>
                </a:schemeClr>
              </a:solidFill>
              <a:cs typeface="Arial" pitchFamily="34" charset="0"/>
            </a:endParaRPr>
          </a:p>
        </p:txBody>
      </p:sp>
      <p:sp>
        <p:nvSpPr>
          <p:cNvPr id="45" name="Oval 8">
            <a:extLst>
              <a:ext uri="{FF2B5EF4-FFF2-40B4-BE49-F238E27FC236}">
                <a16:creationId xmlns:a16="http://schemas.microsoft.com/office/drawing/2014/main" id="{1F361164-A5DD-42DA-9371-EE6358BE0F7C}"/>
              </a:ext>
            </a:extLst>
          </p:cNvPr>
          <p:cNvSpPr/>
          <p:nvPr/>
        </p:nvSpPr>
        <p:spPr>
          <a:xfrm>
            <a:off x="7276329" y="3072554"/>
            <a:ext cx="704533" cy="704533"/>
          </a:xfrm>
          <a:prstGeom prst="ellipse">
            <a:avLst/>
          </a:prstGeom>
          <a:noFill/>
          <a:ln w="25400">
            <a:solidFill>
              <a:schemeClr val="accent3"/>
            </a:solid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DB8380EC-DAC0-44EA-8C0E-09C5486D822B}"/>
              </a:ext>
            </a:extLst>
          </p:cNvPr>
          <p:cNvSpPr txBox="1"/>
          <p:nvPr/>
        </p:nvSpPr>
        <p:spPr>
          <a:xfrm>
            <a:off x="8137173" y="2808423"/>
            <a:ext cx="3629056" cy="923330"/>
          </a:xfrm>
          <a:prstGeom prst="rect">
            <a:avLst/>
          </a:prstGeom>
          <a:noFill/>
        </p:spPr>
        <p:txBody>
          <a:bodyPr wrap="square" rtlCol="0">
            <a:spAutoFit/>
          </a:bodyPr>
          <a:lstStyle/>
          <a:p>
            <a:r>
              <a:rPr lang="en-US" altLang="ko-KR" dirty="0" smtClean="0">
                <a:solidFill>
                  <a:schemeClr val="tx1">
                    <a:lumMod val="75000"/>
                    <a:lumOff val="25000"/>
                  </a:schemeClr>
                </a:solidFill>
                <a:cs typeface="Arial" pitchFamily="34" charset="0"/>
              </a:rPr>
              <a:t>Check for missing sections, incorrect, formats or incomplete submissions before final upload</a:t>
            </a:r>
            <a:endParaRPr lang="en-US" altLang="ko-KR" dirty="0">
              <a:solidFill>
                <a:schemeClr val="tx1">
                  <a:lumMod val="75000"/>
                  <a:lumOff val="25000"/>
                </a:schemeClr>
              </a:solidFill>
              <a:cs typeface="Arial" pitchFamily="34" charset="0"/>
            </a:endParaRPr>
          </a:p>
        </p:txBody>
      </p:sp>
      <p:sp>
        <p:nvSpPr>
          <p:cNvPr id="47" name="Oval 11">
            <a:extLst>
              <a:ext uri="{FF2B5EF4-FFF2-40B4-BE49-F238E27FC236}">
                <a16:creationId xmlns:a16="http://schemas.microsoft.com/office/drawing/2014/main" id="{B51A584A-2FF3-4956-8D7B-569EB45D3ED6}"/>
              </a:ext>
            </a:extLst>
          </p:cNvPr>
          <p:cNvSpPr/>
          <p:nvPr/>
        </p:nvSpPr>
        <p:spPr>
          <a:xfrm>
            <a:off x="7276329" y="4167735"/>
            <a:ext cx="704533" cy="704533"/>
          </a:xfrm>
          <a:prstGeom prst="ellipse">
            <a:avLst/>
          </a:prstGeom>
          <a:noFill/>
          <a:ln w="25400">
            <a:solidFill>
              <a:schemeClr val="accent4"/>
            </a:solid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EF0955B4-67B6-4ACD-805B-0BC52AA78F77}"/>
              </a:ext>
            </a:extLst>
          </p:cNvPr>
          <p:cNvSpPr txBox="1"/>
          <p:nvPr/>
        </p:nvSpPr>
        <p:spPr>
          <a:xfrm>
            <a:off x="8167634" y="3893782"/>
            <a:ext cx="3629056" cy="1200329"/>
          </a:xfrm>
          <a:prstGeom prst="rect">
            <a:avLst/>
          </a:prstGeom>
          <a:noFill/>
        </p:spPr>
        <p:txBody>
          <a:bodyPr wrap="square" rtlCol="0">
            <a:spAutoFit/>
          </a:bodyPr>
          <a:lstStyle/>
          <a:p>
            <a:r>
              <a:rPr lang="en-US" altLang="ko-KR" dirty="0" smtClean="0">
                <a:solidFill>
                  <a:schemeClr val="tx1">
                    <a:lumMod val="75000"/>
                    <a:lumOff val="25000"/>
                  </a:schemeClr>
                </a:solidFill>
                <a:cs typeface="Arial" pitchFamily="34" charset="0"/>
              </a:rPr>
              <a:t>Match judges to projects using Natural language Processing on project abstracts and judge expertise</a:t>
            </a:r>
            <a:r>
              <a:rPr lang="en-US" altLang="ko-KR" dirty="0" smtClean="0">
                <a:solidFill>
                  <a:schemeClr val="tx1">
                    <a:lumMod val="75000"/>
                    <a:lumOff val="25000"/>
                  </a:schemeClr>
                </a:solidFill>
                <a:ea typeface="FZShuTi" pitchFamily="2" charset="-122"/>
                <a:cs typeface="Arial" pitchFamily="34" charset="0"/>
              </a:rPr>
              <a:t>.</a:t>
            </a:r>
            <a:r>
              <a:rPr lang="en-US" altLang="ko-KR" dirty="0" smtClean="0">
                <a:solidFill>
                  <a:schemeClr val="tx1">
                    <a:lumMod val="75000"/>
                    <a:lumOff val="25000"/>
                  </a:schemeClr>
                </a:solidFill>
                <a:cs typeface="Arial" pitchFamily="34" charset="0"/>
              </a:rPr>
              <a:t> </a:t>
            </a:r>
            <a:endParaRPr lang="en-US" altLang="ko-KR" dirty="0">
              <a:solidFill>
                <a:schemeClr val="tx1">
                  <a:lumMod val="75000"/>
                  <a:lumOff val="25000"/>
                </a:schemeClr>
              </a:solidFill>
              <a:cs typeface="Arial" pitchFamily="34" charset="0"/>
            </a:endParaRPr>
          </a:p>
        </p:txBody>
      </p:sp>
      <p:cxnSp>
        <p:nvCxnSpPr>
          <p:cNvPr id="49" name="Straight Connector 16">
            <a:extLst>
              <a:ext uri="{FF2B5EF4-FFF2-40B4-BE49-F238E27FC236}">
                <a16:creationId xmlns:a16="http://schemas.microsoft.com/office/drawing/2014/main" id="{A48EBC71-B73B-4B84-BEC2-8965F6BEFA6E}"/>
              </a:ext>
            </a:extLst>
          </p:cNvPr>
          <p:cNvCxnSpPr>
            <a:cxnSpLocks/>
            <a:endCxn id="54" idx="3"/>
          </p:cNvCxnSpPr>
          <p:nvPr/>
        </p:nvCxnSpPr>
        <p:spPr>
          <a:xfrm flipH="1">
            <a:off x="7010399" y="4518218"/>
            <a:ext cx="299226" cy="164561"/>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0" name="Straight Connector 17">
            <a:extLst>
              <a:ext uri="{FF2B5EF4-FFF2-40B4-BE49-F238E27FC236}">
                <a16:creationId xmlns:a16="http://schemas.microsoft.com/office/drawing/2014/main" id="{7DC791FC-38A8-4580-A0C5-45220C176BC3}"/>
              </a:ext>
            </a:extLst>
          </p:cNvPr>
          <p:cNvCxnSpPr>
            <a:cxnSpLocks/>
            <a:endCxn id="53" idx="3"/>
          </p:cNvCxnSpPr>
          <p:nvPr/>
        </p:nvCxnSpPr>
        <p:spPr>
          <a:xfrm flipH="1">
            <a:off x="6934200" y="3423036"/>
            <a:ext cx="375424" cy="170218"/>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1" name="Straight Connector 18">
            <a:extLst>
              <a:ext uri="{FF2B5EF4-FFF2-40B4-BE49-F238E27FC236}">
                <a16:creationId xmlns:a16="http://schemas.microsoft.com/office/drawing/2014/main" id="{6112606D-F5ED-446E-A36D-D4D8A4FAEA69}"/>
              </a:ext>
            </a:extLst>
          </p:cNvPr>
          <p:cNvCxnSpPr>
            <a:cxnSpLocks/>
            <a:endCxn id="52" idx="3"/>
          </p:cNvCxnSpPr>
          <p:nvPr/>
        </p:nvCxnSpPr>
        <p:spPr>
          <a:xfrm flipH="1">
            <a:off x="6682928" y="2231784"/>
            <a:ext cx="648000" cy="17587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BF18747-7BE5-4F9D-B579-D87635D6AA0F}"/>
              </a:ext>
            </a:extLst>
          </p:cNvPr>
          <p:cNvSpPr txBox="1"/>
          <p:nvPr/>
        </p:nvSpPr>
        <p:spPr>
          <a:xfrm>
            <a:off x="5107397" y="2084492"/>
            <a:ext cx="1575531" cy="646331"/>
          </a:xfrm>
          <a:prstGeom prst="rect">
            <a:avLst/>
          </a:prstGeom>
          <a:noFill/>
          <a:ln w="19050">
            <a:solidFill>
              <a:schemeClr val="accent2"/>
            </a:solidFill>
          </a:ln>
        </p:spPr>
        <p:txBody>
          <a:bodyPr wrap="square" rtlCol="0">
            <a:spAutoFit/>
          </a:bodyPr>
          <a:lstStyle/>
          <a:p>
            <a:pPr algn="ctr"/>
            <a:r>
              <a:rPr lang="en-US" altLang="ko-KR" b="1" dirty="0" smtClean="0">
                <a:solidFill>
                  <a:schemeClr val="tx1">
                    <a:lumMod val="75000"/>
                    <a:lumOff val="25000"/>
                  </a:schemeClr>
                </a:solidFill>
                <a:cs typeface="Calibri" pitchFamily="34" charset="0"/>
              </a:rPr>
              <a:t>Similarity detection</a:t>
            </a:r>
            <a:endParaRPr lang="ko-KR" altLang="en-US" b="1" dirty="0">
              <a:solidFill>
                <a:schemeClr val="tx1">
                  <a:lumMod val="75000"/>
                  <a:lumOff val="25000"/>
                </a:schemeClr>
              </a:solidFill>
              <a:cs typeface="Calibri" pitchFamily="34" charset="0"/>
            </a:endParaRPr>
          </a:p>
        </p:txBody>
      </p:sp>
      <p:sp>
        <p:nvSpPr>
          <p:cNvPr id="53" name="TextBox 52">
            <a:extLst>
              <a:ext uri="{FF2B5EF4-FFF2-40B4-BE49-F238E27FC236}">
                <a16:creationId xmlns:a16="http://schemas.microsoft.com/office/drawing/2014/main" id="{B7D24F4D-172D-4144-A2FB-D2E89DFF8D4F}"/>
              </a:ext>
            </a:extLst>
          </p:cNvPr>
          <p:cNvSpPr txBox="1"/>
          <p:nvPr/>
        </p:nvSpPr>
        <p:spPr>
          <a:xfrm>
            <a:off x="5086093" y="3270088"/>
            <a:ext cx="1848107" cy="646331"/>
          </a:xfrm>
          <a:prstGeom prst="rect">
            <a:avLst/>
          </a:prstGeom>
          <a:noFill/>
          <a:ln w="19050">
            <a:solidFill>
              <a:schemeClr val="accent3"/>
            </a:solidFill>
          </a:ln>
        </p:spPr>
        <p:txBody>
          <a:bodyPr wrap="square" rtlCol="0">
            <a:spAutoFit/>
          </a:bodyPr>
          <a:lstStyle/>
          <a:p>
            <a:pPr algn="ctr"/>
            <a:r>
              <a:rPr lang="en-US" altLang="ko-KR" b="1" dirty="0" smtClean="0">
                <a:solidFill>
                  <a:schemeClr val="tx1">
                    <a:lumMod val="75000"/>
                    <a:lumOff val="25000"/>
                  </a:schemeClr>
                </a:solidFill>
                <a:cs typeface="Calibri" pitchFamily="34" charset="0"/>
              </a:rPr>
              <a:t>Documentation Validation</a:t>
            </a:r>
            <a:endParaRPr lang="ko-KR" altLang="en-US" b="1" dirty="0">
              <a:solidFill>
                <a:schemeClr val="tx1">
                  <a:lumMod val="75000"/>
                  <a:lumOff val="25000"/>
                </a:schemeClr>
              </a:solidFill>
              <a:cs typeface="Calibri" pitchFamily="34" charset="0"/>
            </a:endParaRPr>
          </a:p>
        </p:txBody>
      </p:sp>
      <p:sp>
        <p:nvSpPr>
          <p:cNvPr id="54" name="TextBox 53">
            <a:extLst>
              <a:ext uri="{FF2B5EF4-FFF2-40B4-BE49-F238E27FC236}">
                <a16:creationId xmlns:a16="http://schemas.microsoft.com/office/drawing/2014/main" id="{D67AC4B8-230B-4C6B-9999-28B1040EAACC}"/>
              </a:ext>
            </a:extLst>
          </p:cNvPr>
          <p:cNvSpPr txBox="1"/>
          <p:nvPr/>
        </p:nvSpPr>
        <p:spPr>
          <a:xfrm>
            <a:off x="4896716" y="4359613"/>
            <a:ext cx="2113683" cy="646331"/>
          </a:xfrm>
          <a:prstGeom prst="rect">
            <a:avLst/>
          </a:prstGeom>
          <a:noFill/>
          <a:ln w="19050">
            <a:solidFill>
              <a:schemeClr val="accent4"/>
            </a:solidFill>
          </a:ln>
        </p:spPr>
        <p:txBody>
          <a:bodyPr wrap="square" rtlCol="0">
            <a:spAutoFit/>
          </a:bodyPr>
          <a:lstStyle/>
          <a:p>
            <a:pPr algn="ctr"/>
            <a:r>
              <a:rPr lang="en-US" altLang="ko-KR" b="1" dirty="0" smtClean="0">
                <a:solidFill>
                  <a:schemeClr val="tx1">
                    <a:lumMod val="75000"/>
                    <a:lumOff val="25000"/>
                  </a:schemeClr>
                </a:solidFill>
                <a:cs typeface="Calibri" pitchFamily="34" charset="0"/>
              </a:rPr>
              <a:t>Automatic Judge Recommendation</a:t>
            </a:r>
            <a:endParaRPr lang="ko-KR" altLang="en-US" b="1" dirty="0">
              <a:solidFill>
                <a:schemeClr val="tx1">
                  <a:lumMod val="75000"/>
                  <a:lumOff val="25000"/>
                </a:schemeClr>
              </a:solidFill>
              <a:cs typeface="Calibri" pitchFamily="34" charset="0"/>
            </a:endParaRPr>
          </a:p>
        </p:txBody>
      </p:sp>
      <p:cxnSp>
        <p:nvCxnSpPr>
          <p:cNvPr id="55" name="Straight Connector 24">
            <a:extLst>
              <a:ext uri="{FF2B5EF4-FFF2-40B4-BE49-F238E27FC236}">
                <a16:creationId xmlns:a16="http://schemas.microsoft.com/office/drawing/2014/main" id="{EA420B5B-EFAE-4D40-B941-17BC3E09CF52}"/>
              </a:ext>
            </a:extLst>
          </p:cNvPr>
          <p:cNvCxnSpPr>
            <a:cxnSpLocks/>
            <a:stCxn id="54" idx="1"/>
          </p:cNvCxnSpPr>
          <p:nvPr/>
        </p:nvCxnSpPr>
        <p:spPr>
          <a:xfrm flipH="1" flipV="1">
            <a:off x="3697204" y="2607128"/>
            <a:ext cx="1199512" cy="2075651"/>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Straight Connector 25">
            <a:extLst>
              <a:ext uri="{FF2B5EF4-FFF2-40B4-BE49-F238E27FC236}">
                <a16:creationId xmlns:a16="http://schemas.microsoft.com/office/drawing/2014/main" id="{98E257E1-C53B-4F5A-87EE-E547B1B77E6D}"/>
              </a:ext>
            </a:extLst>
          </p:cNvPr>
          <p:cNvCxnSpPr>
            <a:cxnSpLocks/>
            <a:stCxn id="53" idx="1"/>
          </p:cNvCxnSpPr>
          <p:nvPr/>
        </p:nvCxnSpPr>
        <p:spPr>
          <a:xfrm flipH="1" flipV="1">
            <a:off x="3697203" y="2607127"/>
            <a:ext cx="1388890" cy="986127"/>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7" name="Straight Connector 26">
            <a:extLst>
              <a:ext uri="{FF2B5EF4-FFF2-40B4-BE49-F238E27FC236}">
                <a16:creationId xmlns:a16="http://schemas.microsoft.com/office/drawing/2014/main" id="{89ECFCBD-0011-4D87-A4F7-93FF8A6EB355}"/>
              </a:ext>
            </a:extLst>
          </p:cNvPr>
          <p:cNvCxnSpPr>
            <a:cxnSpLocks/>
          </p:cNvCxnSpPr>
          <p:nvPr/>
        </p:nvCxnSpPr>
        <p:spPr>
          <a:xfrm flipH="1">
            <a:off x="3718507" y="2461538"/>
            <a:ext cx="1388890" cy="16495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58" name="Oval 11">
            <a:extLst>
              <a:ext uri="{FF2B5EF4-FFF2-40B4-BE49-F238E27FC236}">
                <a16:creationId xmlns:a16="http://schemas.microsoft.com/office/drawing/2014/main" id="{3EB2FD05-1094-429F-8D93-6CDA6268C7E8}"/>
              </a:ext>
            </a:extLst>
          </p:cNvPr>
          <p:cNvSpPr/>
          <p:nvPr/>
        </p:nvSpPr>
        <p:spPr>
          <a:xfrm>
            <a:off x="7276329" y="5262917"/>
            <a:ext cx="704533" cy="704533"/>
          </a:xfrm>
          <a:prstGeom prst="ellipse">
            <a:avLst/>
          </a:prstGeom>
          <a:noFill/>
          <a:ln w="25400">
            <a:solidFill>
              <a:schemeClr val="accent1"/>
            </a:solidFill>
          </a:ln>
          <a:effectLst>
            <a:glow rad="76200">
              <a:schemeClr val="bg1">
                <a:alpha val="13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a:extLst>
              <a:ext uri="{FF2B5EF4-FFF2-40B4-BE49-F238E27FC236}">
                <a16:creationId xmlns:a16="http://schemas.microsoft.com/office/drawing/2014/main" id="{CF367102-245C-4220-9CD6-B71DE42EA767}"/>
              </a:ext>
            </a:extLst>
          </p:cNvPr>
          <p:cNvSpPr txBox="1"/>
          <p:nvPr/>
        </p:nvSpPr>
        <p:spPr>
          <a:xfrm>
            <a:off x="8137173" y="5285607"/>
            <a:ext cx="3629056" cy="646331"/>
          </a:xfrm>
          <a:prstGeom prst="rect">
            <a:avLst/>
          </a:prstGeom>
          <a:noFill/>
        </p:spPr>
        <p:txBody>
          <a:bodyPr wrap="square" rtlCol="0">
            <a:spAutoFit/>
          </a:bodyPr>
          <a:lstStyle/>
          <a:p>
            <a:r>
              <a:rPr lang="en-US" altLang="ko-KR" dirty="0" smtClean="0">
                <a:solidFill>
                  <a:schemeClr val="tx1">
                    <a:lumMod val="75000"/>
                    <a:lumOff val="25000"/>
                  </a:schemeClr>
                </a:solidFill>
                <a:cs typeface="Arial" pitchFamily="34" charset="0"/>
              </a:rPr>
              <a:t>Forecast participation trends for planning purposes</a:t>
            </a:r>
            <a:r>
              <a:rPr lang="en-US" altLang="ko-KR" sz="1200" dirty="0" smtClean="0">
                <a:solidFill>
                  <a:schemeClr val="tx1">
                    <a:lumMod val="75000"/>
                    <a:lumOff val="25000"/>
                  </a:schemeClr>
                </a:solidFill>
                <a:ea typeface="FZShuTi" pitchFamily="2" charset="-122"/>
                <a:cs typeface="Arial" pitchFamily="34" charset="0"/>
              </a:rPr>
              <a:t>.</a:t>
            </a:r>
            <a:r>
              <a:rPr lang="en-US" altLang="ko-KR" sz="1200" dirty="0" smtClean="0">
                <a:solidFill>
                  <a:schemeClr val="tx1">
                    <a:lumMod val="75000"/>
                    <a:lumOff val="25000"/>
                  </a:schemeClr>
                </a:solidFill>
                <a:cs typeface="Arial" pitchFamily="34" charset="0"/>
              </a:rPr>
              <a:t> </a:t>
            </a:r>
            <a:endParaRPr lang="en-US" altLang="ko-KR" sz="1200" dirty="0">
              <a:solidFill>
                <a:schemeClr val="tx1">
                  <a:lumMod val="75000"/>
                  <a:lumOff val="25000"/>
                </a:schemeClr>
              </a:solidFill>
              <a:cs typeface="Arial" pitchFamily="34" charset="0"/>
            </a:endParaRPr>
          </a:p>
        </p:txBody>
      </p:sp>
      <p:cxnSp>
        <p:nvCxnSpPr>
          <p:cNvPr id="60" name="Straight Connector 16">
            <a:extLst>
              <a:ext uri="{FF2B5EF4-FFF2-40B4-BE49-F238E27FC236}">
                <a16:creationId xmlns:a16="http://schemas.microsoft.com/office/drawing/2014/main" id="{0E555FE9-CDAF-4F1F-A650-3FABC7DE7C0A}"/>
              </a:ext>
            </a:extLst>
          </p:cNvPr>
          <p:cNvCxnSpPr>
            <a:cxnSpLocks/>
            <a:endCxn id="61" idx="3"/>
          </p:cNvCxnSpPr>
          <p:nvPr/>
        </p:nvCxnSpPr>
        <p:spPr>
          <a:xfrm flipH="1">
            <a:off x="6661624" y="5613400"/>
            <a:ext cx="648000" cy="15890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C7FB6286-D8CC-487F-9A7F-637DB44041DE}"/>
              </a:ext>
            </a:extLst>
          </p:cNvPr>
          <p:cNvSpPr txBox="1"/>
          <p:nvPr/>
        </p:nvSpPr>
        <p:spPr>
          <a:xfrm>
            <a:off x="5086093" y="5449139"/>
            <a:ext cx="1575531" cy="646331"/>
          </a:xfrm>
          <a:prstGeom prst="rect">
            <a:avLst/>
          </a:prstGeom>
          <a:noFill/>
          <a:ln w="19050">
            <a:solidFill>
              <a:schemeClr val="accent1"/>
            </a:solidFill>
          </a:ln>
        </p:spPr>
        <p:txBody>
          <a:bodyPr wrap="square" rtlCol="0">
            <a:spAutoFit/>
          </a:bodyPr>
          <a:lstStyle/>
          <a:p>
            <a:pPr algn="ctr"/>
            <a:r>
              <a:rPr lang="en-US" altLang="ko-KR" b="1" dirty="0" smtClean="0">
                <a:solidFill>
                  <a:schemeClr val="tx1">
                    <a:lumMod val="75000"/>
                    <a:lumOff val="25000"/>
                  </a:schemeClr>
                </a:solidFill>
                <a:cs typeface="Calibri" pitchFamily="34" charset="0"/>
              </a:rPr>
              <a:t>Predictive Analytics</a:t>
            </a:r>
            <a:endParaRPr lang="ko-KR" altLang="en-US" b="1" dirty="0">
              <a:solidFill>
                <a:schemeClr val="tx1">
                  <a:lumMod val="75000"/>
                  <a:lumOff val="25000"/>
                </a:schemeClr>
              </a:solidFill>
              <a:cs typeface="Calibri" pitchFamily="34" charset="0"/>
            </a:endParaRPr>
          </a:p>
        </p:txBody>
      </p:sp>
      <p:cxnSp>
        <p:nvCxnSpPr>
          <p:cNvPr id="62" name="Straight Connector 24">
            <a:extLst>
              <a:ext uri="{FF2B5EF4-FFF2-40B4-BE49-F238E27FC236}">
                <a16:creationId xmlns:a16="http://schemas.microsoft.com/office/drawing/2014/main" id="{87836E3E-C1C9-4A8A-8794-3D93556E823A}"/>
              </a:ext>
            </a:extLst>
          </p:cNvPr>
          <p:cNvCxnSpPr>
            <a:cxnSpLocks/>
            <a:stCxn id="61" idx="1"/>
          </p:cNvCxnSpPr>
          <p:nvPr/>
        </p:nvCxnSpPr>
        <p:spPr>
          <a:xfrm flipH="1" flipV="1">
            <a:off x="3697203" y="2607127"/>
            <a:ext cx="1388890" cy="3165178"/>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3" name="Isosceles Triangle 51">
            <a:extLst>
              <a:ext uri="{FF2B5EF4-FFF2-40B4-BE49-F238E27FC236}">
                <a16:creationId xmlns:a16="http://schemas.microsoft.com/office/drawing/2014/main" id="{A6822B99-D0F2-4778-9F78-0E05A6AA32FD}"/>
              </a:ext>
            </a:extLst>
          </p:cNvPr>
          <p:cNvSpPr/>
          <p:nvPr/>
        </p:nvSpPr>
        <p:spPr>
          <a:xfrm>
            <a:off x="7496397" y="4415227"/>
            <a:ext cx="272902" cy="200120"/>
          </a:xfrm>
          <a:custGeom>
            <a:avLst/>
            <a:gdLst/>
            <a:ahLst/>
            <a:cxnLst/>
            <a:rect l="l" t="t" r="r" b="b"/>
            <a:pathLst>
              <a:path w="3240001" h="2375905">
                <a:moveTo>
                  <a:pt x="1974640" y="1379575"/>
                </a:moveTo>
                <a:lnTo>
                  <a:pt x="3240001" y="2375905"/>
                </a:lnTo>
                <a:lnTo>
                  <a:pt x="1" y="2375905"/>
                </a:lnTo>
                <a:lnTo>
                  <a:pt x="1269863" y="1399042"/>
                </a:lnTo>
                <a:lnTo>
                  <a:pt x="1610574" y="1745545"/>
                </a:lnTo>
                <a:close/>
                <a:moveTo>
                  <a:pt x="3240001" y="126952"/>
                </a:moveTo>
                <a:lnTo>
                  <a:pt x="3240001" y="2258912"/>
                </a:lnTo>
                <a:lnTo>
                  <a:pt x="2032457" y="1334195"/>
                </a:lnTo>
                <a:close/>
                <a:moveTo>
                  <a:pt x="0" y="117525"/>
                </a:moveTo>
                <a:lnTo>
                  <a:pt x="1207545" y="1324768"/>
                </a:lnTo>
                <a:lnTo>
                  <a:pt x="0" y="2249485"/>
                </a:lnTo>
                <a:close/>
                <a:moveTo>
                  <a:pt x="0" y="0"/>
                </a:moveTo>
                <a:lnTo>
                  <a:pt x="3240000" y="0"/>
                </a:lnTo>
                <a:lnTo>
                  <a:pt x="1610572" y="162051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64" name="Rectangle 16">
            <a:extLst>
              <a:ext uri="{FF2B5EF4-FFF2-40B4-BE49-F238E27FC236}">
                <a16:creationId xmlns:a16="http://schemas.microsoft.com/office/drawing/2014/main" id="{CCF4885D-9AE2-48D5-A60E-7308820BDF7F}"/>
              </a:ext>
            </a:extLst>
          </p:cNvPr>
          <p:cNvSpPr/>
          <p:nvPr/>
        </p:nvSpPr>
        <p:spPr>
          <a:xfrm rot="2700000">
            <a:off x="7533787" y="5409484"/>
            <a:ext cx="217901" cy="390655"/>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65" name="Rounded Rectangle 5">
            <a:extLst>
              <a:ext uri="{FF2B5EF4-FFF2-40B4-BE49-F238E27FC236}">
                <a16:creationId xmlns:a16="http://schemas.microsoft.com/office/drawing/2014/main" id="{6EF39557-2288-4278-B0DF-B04E67E5D5FA}"/>
              </a:ext>
            </a:extLst>
          </p:cNvPr>
          <p:cNvSpPr/>
          <p:nvPr/>
        </p:nvSpPr>
        <p:spPr>
          <a:xfrm flipH="1">
            <a:off x="7474723" y="3292438"/>
            <a:ext cx="320952" cy="264766"/>
          </a:xfrm>
          <a:custGeom>
            <a:avLst/>
            <a:gdLst>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702049"/>
              <a:gd name="connsiteX1" fmla="*/ 1574067 w 3217557"/>
              <a:gd name="connsiteY1" fmla="*/ 851360 h 2702049"/>
              <a:gd name="connsiteX2" fmla="*/ 1384251 w 3217557"/>
              <a:gd name="connsiteY2" fmla="*/ 1041176 h 2702049"/>
              <a:gd name="connsiteX3" fmla="*/ 1194435 w 3217557"/>
              <a:gd name="connsiteY3" fmla="*/ 851360 h 2702049"/>
              <a:gd name="connsiteX4" fmla="*/ 1384251 w 3217557"/>
              <a:gd name="connsiteY4" fmla="*/ 661544 h 2702049"/>
              <a:gd name="connsiteX5" fmla="*/ 1993421 w 3217557"/>
              <a:gd name="connsiteY5" fmla="*/ 661544 h 2702049"/>
              <a:gd name="connsiteX6" fmla="*/ 2183237 w 3217557"/>
              <a:gd name="connsiteY6" fmla="*/ 851360 h 2702049"/>
              <a:gd name="connsiteX7" fmla="*/ 1993421 w 3217557"/>
              <a:gd name="connsiteY7" fmla="*/ 1041176 h 2702049"/>
              <a:gd name="connsiteX8" fmla="*/ 1803605 w 3217557"/>
              <a:gd name="connsiteY8" fmla="*/ 851360 h 2702049"/>
              <a:gd name="connsiteX9" fmla="*/ 1993421 w 3217557"/>
              <a:gd name="connsiteY9" fmla="*/ 661544 h 2702049"/>
              <a:gd name="connsiteX10" fmla="*/ 2602591 w 3217557"/>
              <a:gd name="connsiteY10" fmla="*/ 661544 h 2702049"/>
              <a:gd name="connsiteX11" fmla="*/ 2792407 w 3217557"/>
              <a:gd name="connsiteY11" fmla="*/ 851360 h 2702049"/>
              <a:gd name="connsiteX12" fmla="*/ 2602591 w 3217557"/>
              <a:gd name="connsiteY12" fmla="*/ 1041176 h 2702049"/>
              <a:gd name="connsiteX13" fmla="*/ 2412775 w 3217557"/>
              <a:gd name="connsiteY13" fmla="*/ 851360 h 2702049"/>
              <a:gd name="connsiteX14" fmla="*/ 2602591 w 3217557"/>
              <a:gd name="connsiteY14" fmla="*/ 661544 h 2702049"/>
              <a:gd name="connsiteX15" fmla="*/ 677114 w 3217557"/>
              <a:gd name="connsiteY15" fmla="*/ 569491 h 2702049"/>
              <a:gd name="connsiteX16" fmla="*/ 330916 w 3217557"/>
              <a:gd name="connsiteY16" fmla="*/ 569491 h 2702049"/>
              <a:gd name="connsiteX17" fmla="*/ 0 w 3217557"/>
              <a:gd name="connsiteY17" fmla="*/ 900407 h 2702049"/>
              <a:gd name="connsiteX18" fmla="*/ 0 w 3217557"/>
              <a:gd name="connsiteY18" fmla="*/ 1952009 h 2702049"/>
              <a:gd name="connsiteX19" fmla="*/ 330916 w 3217557"/>
              <a:gd name="connsiteY19" fmla="*/ 2282925 h 2702049"/>
              <a:gd name="connsiteX20" fmla="*/ 711670 w 3217557"/>
              <a:gd name="connsiteY20" fmla="*/ 2282925 h 2702049"/>
              <a:gd name="connsiteX21" fmla="*/ 15770 w 3217557"/>
              <a:gd name="connsiteY21" fmla="*/ 2702049 h 2702049"/>
              <a:gd name="connsiteX22" fmla="*/ 1294529 w 3217557"/>
              <a:gd name="connsiteY22" fmla="*/ 2282925 h 2702049"/>
              <a:gd name="connsiteX23" fmla="*/ 2117356 w 3217557"/>
              <a:gd name="connsiteY23" fmla="*/ 2282925 h 2702049"/>
              <a:gd name="connsiteX24" fmla="*/ 2418395 w 3217557"/>
              <a:gd name="connsiteY24" fmla="*/ 2087951 h 2702049"/>
              <a:gd name="connsiteX25" fmla="*/ 1830857 w 3217557"/>
              <a:gd name="connsiteY25" fmla="*/ 1799347 h 2702049"/>
              <a:gd name="connsiteX26" fmla="*/ 1008030 w 3217557"/>
              <a:gd name="connsiteY26" fmla="*/ 1799347 h 2702049"/>
              <a:gd name="connsiteX27" fmla="*/ 677114 w 3217557"/>
              <a:gd name="connsiteY27" fmla="*/ 1468431 h 2702049"/>
              <a:gd name="connsiteX28" fmla="*/ 677114 w 3217557"/>
              <a:gd name="connsiteY28" fmla="*/ 569491 h 2702049"/>
              <a:gd name="connsiteX29" fmla="*/ 2886641 w 3217557"/>
              <a:gd name="connsiteY29" fmla="*/ 0 h 2702049"/>
              <a:gd name="connsiteX30" fmla="*/ 1100201 w 3217557"/>
              <a:gd name="connsiteY30" fmla="*/ 0 h 2702049"/>
              <a:gd name="connsiteX31" fmla="*/ 769285 w 3217557"/>
              <a:gd name="connsiteY31" fmla="*/ 330916 h 2702049"/>
              <a:gd name="connsiteX32" fmla="*/ 769285 w 3217557"/>
              <a:gd name="connsiteY32" fmla="*/ 1382518 h 2702049"/>
              <a:gd name="connsiteX33" fmla="*/ 1100201 w 3217557"/>
              <a:gd name="connsiteY33" fmla="*/ 1713434 h 2702049"/>
              <a:gd name="connsiteX34" fmla="*/ 1923028 w 3217557"/>
              <a:gd name="connsiteY34" fmla="*/ 1713434 h 2702049"/>
              <a:gd name="connsiteX35" fmla="*/ 3078958 w 3217557"/>
              <a:gd name="connsiteY35" fmla="*/ 2077967 h 2702049"/>
              <a:gd name="connsiteX36" fmla="*/ 2505887 w 3217557"/>
              <a:gd name="connsiteY36" fmla="*/ 1713434 h 2702049"/>
              <a:gd name="connsiteX37" fmla="*/ 2886641 w 3217557"/>
              <a:gd name="connsiteY37" fmla="*/ 1713434 h 2702049"/>
              <a:gd name="connsiteX38" fmla="*/ 3217557 w 3217557"/>
              <a:gd name="connsiteY38" fmla="*/ 1382518 h 2702049"/>
              <a:gd name="connsiteX39" fmla="*/ 3217557 w 3217557"/>
              <a:gd name="connsiteY39" fmla="*/ 330916 h 2702049"/>
              <a:gd name="connsiteX40" fmla="*/ 2886641 w 3217557"/>
              <a:gd name="connsiteY40" fmla="*/ 0 h 2702049"/>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33810"/>
              <a:gd name="connsiteX1" fmla="*/ 1574067 w 3217557"/>
              <a:gd name="connsiteY1" fmla="*/ 851360 h 2633810"/>
              <a:gd name="connsiteX2" fmla="*/ 1384251 w 3217557"/>
              <a:gd name="connsiteY2" fmla="*/ 1041176 h 2633810"/>
              <a:gd name="connsiteX3" fmla="*/ 1194435 w 3217557"/>
              <a:gd name="connsiteY3" fmla="*/ 851360 h 2633810"/>
              <a:gd name="connsiteX4" fmla="*/ 1384251 w 3217557"/>
              <a:gd name="connsiteY4" fmla="*/ 661544 h 2633810"/>
              <a:gd name="connsiteX5" fmla="*/ 1993421 w 3217557"/>
              <a:gd name="connsiteY5" fmla="*/ 661544 h 2633810"/>
              <a:gd name="connsiteX6" fmla="*/ 2183237 w 3217557"/>
              <a:gd name="connsiteY6" fmla="*/ 851360 h 2633810"/>
              <a:gd name="connsiteX7" fmla="*/ 1993421 w 3217557"/>
              <a:gd name="connsiteY7" fmla="*/ 1041176 h 2633810"/>
              <a:gd name="connsiteX8" fmla="*/ 1803605 w 3217557"/>
              <a:gd name="connsiteY8" fmla="*/ 851360 h 2633810"/>
              <a:gd name="connsiteX9" fmla="*/ 1993421 w 3217557"/>
              <a:gd name="connsiteY9" fmla="*/ 661544 h 2633810"/>
              <a:gd name="connsiteX10" fmla="*/ 2602591 w 3217557"/>
              <a:gd name="connsiteY10" fmla="*/ 661544 h 2633810"/>
              <a:gd name="connsiteX11" fmla="*/ 2792407 w 3217557"/>
              <a:gd name="connsiteY11" fmla="*/ 851360 h 2633810"/>
              <a:gd name="connsiteX12" fmla="*/ 2602591 w 3217557"/>
              <a:gd name="connsiteY12" fmla="*/ 1041176 h 2633810"/>
              <a:gd name="connsiteX13" fmla="*/ 2412775 w 3217557"/>
              <a:gd name="connsiteY13" fmla="*/ 851360 h 2633810"/>
              <a:gd name="connsiteX14" fmla="*/ 2602591 w 3217557"/>
              <a:gd name="connsiteY14" fmla="*/ 661544 h 2633810"/>
              <a:gd name="connsiteX15" fmla="*/ 677114 w 3217557"/>
              <a:gd name="connsiteY15" fmla="*/ 569491 h 2633810"/>
              <a:gd name="connsiteX16" fmla="*/ 330916 w 3217557"/>
              <a:gd name="connsiteY16" fmla="*/ 569491 h 2633810"/>
              <a:gd name="connsiteX17" fmla="*/ 0 w 3217557"/>
              <a:gd name="connsiteY17" fmla="*/ 900407 h 2633810"/>
              <a:gd name="connsiteX18" fmla="*/ 0 w 3217557"/>
              <a:gd name="connsiteY18" fmla="*/ 1952009 h 2633810"/>
              <a:gd name="connsiteX19" fmla="*/ 330916 w 3217557"/>
              <a:gd name="connsiteY19" fmla="*/ 2282925 h 2633810"/>
              <a:gd name="connsiteX20" fmla="*/ 711670 w 3217557"/>
              <a:gd name="connsiteY20" fmla="*/ 2282925 h 2633810"/>
              <a:gd name="connsiteX21" fmla="*/ 165895 w 3217557"/>
              <a:gd name="connsiteY21" fmla="*/ 2633810 h 2633810"/>
              <a:gd name="connsiteX22" fmla="*/ 1294529 w 3217557"/>
              <a:gd name="connsiteY22" fmla="*/ 2282925 h 2633810"/>
              <a:gd name="connsiteX23" fmla="*/ 2117356 w 3217557"/>
              <a:gd name="connsiteY23" fmla="*/ 2282925 h 2633810"/>
              <a:gd name="connsiteX24" fmla="*/ 2418395 w 3217557"/>
              <a:gd name="connsiteY24" fmla="*/ 2087951 h 2633810"/>
              <a:gd name="connsiteX25" fmla="*/ 1830857 w 3217557"/>
              <a:gd name="connsiteY25" fmla="*/ 1799347 h 2633810"/>
              <a:gd name="connsiteX26" fmla="*/ 1008030 w 3217557"/>
              <a:gd name="connsiteY26" fmla="*/ 1799347 h 2633810"/>
              <a:gd name="connsiteX27" fmla="*/ 677114 w 3217557"/>
              <a:gd name="connsiteY27" fmla="*/ 1468431 h 2633810"/>
              <a:gd name="connsiteX28" fmla="*/ 677114 w 3217557"/>
              <a:gd name="connsiteY28" fmla="*/ 569491 h 2633810"/>
              <a:gd name="connsiteX29" fmla="*/ 2886641 w 3217557"/>
              <a:gd name="connsiteY29" fmla="*/ 0 h 2633810"/>
              <a:gd name="connsiteX30" fmla="*/ 1100201 w 3217557"/>
              <a:gd name="connsiteY30" fmla="*/ 0 h 2633810"/>
              <a:gd name="connsiteX31" fmla="*/ 769285 w 3217557"/>
              <a:gd name="connsiteY31" fmla="*/ 330916 h 2633810"/>
              <a:gd name="connsiteX32" fmla="*/ 769285 w 3217557"/>
              <a:gd name="connsiteY32" fmla="*/ 1382518 h 2633810"/>
              <a:gd name="connsiteX33" fmla="*/ 1100201 w 3217557"/>
              <a:gd name="connsiteY33" fmla="*/ 1713434 h 2633810"/>
              <a:gd name="connsiteX34" fmla="*/ 1923028 w 3217557"/>
              <a:gd name="connsiteY34" fmla="*/ 1713434 h 2633810"/>
              <a:gd name="connsiteX35" fmla="*/ 3078958 w 3217557"/>
              <a:gd name="connsiteY35" fmla="*/ 2077967 h 2633810"/>
              <a:gd name="connsiteX36" fmla="*/ 2505887 w 3217557"/>
              <a:gd name="connsiteY36" fmla="*/ 1713434 h 2633810"/>
              <a:gd name="connsiteX37" fmla="*/ 2886641 w 3217557"/>
              <a:gd name="connsiteY37" fmla="*/ 1713434 h 2633810"/>
              <a:gd name="connsiteX38" fmla="*/ 3217557 w 3217557"/>
              <a:gd name="connsiteY38" fmla="*/ 1382518 h 2633810"/>
              <a:gd name="connsiteX39" fmla="*/ 3217557 w 3217557"/>
              <a:gd name="connsiteY39" fmla="*/ 330916 h 2633810"/>
              <a:gd name="connsiteX40" fmla="*/ 2886641 w 3217557"/>
              <a:gd name="connsiteY40" fmla="*/ 0 h 2633810"/>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 name="connsiteX0" fmla="*/ 1384251 w 3217557"/>
              <a:gd name="connsiteY0" fmla="*/ 661544 h 2654282"/>
              <a:gd name="connsiteX1" fmla="*/ 1574067 w 3217557"/>
              <a:gd name="connsiteY1" fmla="*/ 851360 h 2654282"/>
              <a:gd name="connsiteX2" fmla="*/ 1384251 w 3217557"/>
              <a:gd name="connsiteY2" fmla="*/ 1041176 h 2654282"/>
              <a:gd name="connsiteX3" fmla="*/ 1194435 w 3217557"/>
              <a:gd name="connsiteY3" fmla="*/ 851360 h 2654282"/>
              <a:gd name="connsiteX4" fmla="*/ 1384251 w 3217557"/>
              <a:gd name="connsiteY4" fmla="*/ 661544 h 2654282"/>
              <a:gd name="connsiteX5" fmla="*/ 1993421 w 3217557"/>
              <a:gd name="connsiteY5" fmla="*/ 661544 h 2654282"/>
              <a:gd name="connsiteX6" fmla="*/ 2183237 w 3217557"/>
              <a:gd name="connsiteY6" fmla="*/ 851360 h 2654282"/>
              <a:gd name="connsiteX7" fmla="*/ 1993421 w 3217557"/>
              <a:gd name="connsiteY7" fmla="*/ 1041176 h 2654282"/>
              <a:gd name="connsiteX8" fmla="*/ 1803605 w 3217557"/>
              <a:gd name="connsiteY8" fmla="*/ 851360 h 2654282"/>
              <a:gd name="connsiteX9" fmla="*/ 1993421 w 3217557"/>
              <a:gd name="connsiteY9" fmla="*/ 661544 h 2654282"/>
              <a:gd name="connsiteX10" fmla="*/ 2602591 w 3217557"/>
              <a:gd name="connsiteY10" fmla="*/ 661544 h 2654282"/>
              <a:gd name="connsiteX11" fmla="*/ 2792407 w 3217557"/>
              <a:gd name="connsiteY11" fmla="*/ 851360 h 2654282"/>
              <a:gd name="connsiteX12" fmla="*/ 2602591 w 3217557"/>
              <a:gd name="connsiteY12" fmla="*/ 1041176 h 2654282"/>
              <a:gd name="connsiteX13" fmla="*/ 2412775 w 3217557"/>
              <a:gd name="connsiteY13" fmla="*/ 851360 h 2654282"/>
              <a:gd name="connsiteX14" fmla="*/ 2602591 w 3217557"/>
              <a:gd name="connsiteY14" fmla="*/ 661544 h 2654282"/>
              <a:gd name="connsiteX15" fmla="*/ 677114 w 3217557"/>
              <a:gd name="connsiteY15" fmla="*/ 569491 h 2654282"/>
              <a:gd name="connsiteX16" fmla="*/ 330916 w 3217557"/>
              <a:gd name="connsiteY16" fmla="*/ 569491 h 2654282"/>
              <a:gd name="connsiteX17" fmla="*/ 0 w 3217557"/>
              <a:gd name="connsiteY17" fmla="*/ 900407 h 2654282"/>
              <a:gd name="connsiteX18" fmla="*/ 0 w 3217557"/>
              <a:gd name="connsiteY18" fmla="*/ 1952009 h 2654282"/>
              <a:gd name="connsiteX19" fmla="*/ 330916 w 3217557"/>
              <a:gd name="connsiteY19" fmla="*/ 2282925 h 2654282"/>
              <a:gd name="connsiteX20" fmla="*/ 711670 w 3217557"/>
              <a:gd name="connsiteY20" fmla="*/ 2282925 h 2654282"/>
              <a:gd name="connsiteX21" fmla="*/ 275077 w 3217557"/>
              <a:gd name="connsiteY21" fmla="*/ 2654282 h 2654282"/>
              <a:gd name="connsiteX22" fmla="*/ 1294529 w 3217557"/>
              <a:gd name="connsiteY22" fmla="*/ 2282925 h 2654282"/>
              <a:gd name="connsiteX23" fmla="*/ 2117356 w 3217557"/>
              <a:gd name="connsiteY23" fmla="*/ 2282925 h 2654282"/>
              <a:gd name="connsiteX24" fmla="*/ 2418395 w 3217557"/>
              <a:gd name="connsiteY24" fmla="*/ 2087951 h 2654282"/>
              <a:gd name="connsiteX25" fmla="*/ 1830857 w 3217557"/>
              <a:gd name="connsiteY25" fmla="*/ 1799347 h 2654282"/>
              <a:gd name="connsiteX26" fmla="*/ 1008030 w 3217557"/>
              <a:gd name="connsiteY26" fmla="*/ 1799347 h 2654282"/>
              <a:gd name="connsiteX27" fmla="*/ 677114 w 3217557"/>
              <a:gd name="connsiteY27" fmla="*/ 1468431 h 2654282"/>
              <a:gd name="connsiteX28" fmla="*/ 677114 w 3217557"/>
              <a:gd name="connsiteY28" fmla="*/ 569491 h 2654282"/>
              <a:gd name="connsiteX29" fmla="*/ 2886641 w 3217557"/>
              <a:gd name="connsiteY29" fmla="*/ 0 h 2654282"/>
              <a:gd name="connsiteX30" fmla="*/ 1100201 w 3217557"/>
              <a:gd name="connsiteY30" fmla="*/ 0 h 2654282"/>
              <a:gd name="connsiteX31" fmla="*/ 769285 w 3217557"/>
              <a:gd name="connsiteY31" fmla="*/ 330916 h 2654282"/>
              <a:gd name="connsiteX32" fmla="*/ 769285 w 3217557"/>
              <a:gd name="connsiteY32" fmla="*/ 1382518 h 2654282"/>
              <a:gd name="connsiteX33" fmla="*/ 1100201 w 3217557"/>
              <a:gd name="connsiteY33" fmla="*/ 1713434 h 2654282"/>
              <a:gd name="connsiteX34" fmla="*/ 1923028 w 3217557"/>
              <a:gd name="connsiteY34" fmla="*/ 1713434 h 2654282"/>
              <a:gd name="connsiteX35" fmla="*/ 3078958 w 3217557"/>
              <a:gd name="connsiteY35" fmla="*/ 2077967 h 2654282"/>
              <a:gd name="connsiteX36" fmla="*/ 2505887 w 3217557"/>
              <a:gd name="connsiteY36" fmla="*/ 1713434 h 2654282"/>
              <a:gd name="connsiteX37" fmla="*/ 2886641 w 3217557"/>
              <a:gd name="connsiteY37" fmla="*/ 1713434 h 2654282"/>
              <a:gd name="connsiteX38" fmla="*/ 3217557 w 3217557"/>
              <a:gd name="connsiteY38" fmla="*/ 1382518 h 2654282"/>
              <a:gd name="connsiteX39" fmla="*/ 3217557 w 3217557"/>
              <a:gd name="connsiteY39" fmla="*/ 330916 h 2654282"/>
              <a:gd name="connsiteX40" fmla="*/ 2886641 w 3217557"/>
              <a:gd name="connsiteY40" fmla="*/ 0 h 26542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217557" h="2654282">
                <a:moveTo>
                  <a:pt x="1384251" y="661544"/>
                </a:moveTo>
                <a:cubicBezTo>
                  <a:pt x="1489083" y="661544"/>
                  <a:pt x="1574067" y="746528"/>
                  <a:pt x="1574067" y="851360"/>
                </a:cubicBezTo>
                <a:cubicBezTo>
                  <a:pt x="1574067" y="956192"/>
                  <a:pt x="1489083" y="1041176"/>
                  <a:pt x="1384251" y="1041176"/>
                </a:cubicBezTo>
                <a:cubicBezTo>
                  <a:pt x="1279419" y="1041176"/>
                  <a:pt x="1194435" y="956192"/>
                  <a:pt x="1194435" y="851360"/>
                </a:cubicBezTo>
                <a:cubicBezTo>
                  <a:pt x="1194435" y="746528"/>
                  <a:pt x="1279419" y="661544"/>
                  <a:pt x="1384251" y="661544"/>
                </a:cubicBezTo>
                <a:close/>
                <a:moveTo>
                  <a:pt x="1993421" y="661544"/>
                </a:moveTo>
                <a:cubicBezTo>
                  <a:pt x="2098253" y="661544"/>
                  <a:pt x="2183237" y="746528"/>
                  <a:pt x="2183237" y="851360"/>
                </a:cubicBezTo>
                <a:cubicBezTo>
                  <a:pt x="2183237" y="956192"/>
                  <a:pt x="2098253" y="1041176"/>
                  <a:pt x="1993421" y="1041176"/>
                </a:cubicBezTo>
                <a:cubicBezTo>
                  <a:pt x="1888589" y="1041176"/>
                  <a:pt x="1803605" y="956192"/>
                  <a:pt x="1803605" y="851360"/>
                </a:cubicBezTo>
                <a:cubicBezTo>
                  <a:pt x="1803605" y="746528"/>
                  <a:pt x="1888589" y="661544"/>
                  <a:pt x="1993421" y="661544"/>
                </a:cubicBezTo>
                <a:close/>
                <a:moveTo>
                  <a:pt x="2602591" y="661544"/>
                </a:moveTo>
                <a:cubicBezTo>
                  <a:pt x="2707423" y="661544"/>
                  <a:pt x="2792407" y="746528"/>
                  <a:pt x="2792407" y="851360"/>
                </a:cubicBezTo>
                <a:cubicBezTo>
                  <a:pt x="2792407" y="956192"/>
                  <a:pt x="2707423" y="1041176"/>
                  <a:pt x="2602591" y="1041176"/>
                </a:cubicBezTo>
                <a:cubicBezTo>
                  <a:pt x="2497759" y="1041176"/>
                  <a:pt x="2412775" y="956192"/>
                  <a:pt x="2412775" y="851360"/>
                </a:cubicBezTo>
                <a:cubicBezTo>
                  <a:pt x="2412775" y="746528"/>
                  <a:pt x="2497759" y="661544"/>
                  <a:pt x="2602591" y="661544"/>
                </a:cubicBezTo>
                <a:close/>
                <a:moveTo>
                  <a:pt x="677114" y="569491"/>
                </a:moveTo>
                <a:lnTo>
                  <a:pt x="330916" y="569491"/>
                </a:lnTo>
                <a:cubicBezTo>
                  <a:pt x="148156" y="569491"/>
                  <a:pt x="0" y="717647"/>
                  <a:pt x="0" y="900407"/>
                </a:cubicBezTo>
                <a:lnTo>
                  <a:pt x="0" y="1952009"/>
                </a:lnTo>
                <a:cubicBezTo>
                  <a:pt x="0" y="2134769"/>
                  <a:pt x="148156" y="2282925"/>
                  <a:pt x="330916" y="2282925"/>
                </a:cubicBezTo>
                <a:lnTo>
                  <a:pt x="711670" y="2282925"/>
                </a:lnTo>
                <a:cubicBezTo>
                  <a:pt x="639726" y="2394386"/>
                  <a:pt x="647101" y="2475544"/>
                  <a:pt x="275077" y="2654282"/>
                </a:cubicBezTo>
                <a:cubicBezTo>
                  <a:pt x="900998" y="2583693"/>
                  <a:pt x="998412" y="2552618"/>
                  <a:pt x="1294529" y="2282925"/>
                </a:cubicBezTo>
                <a:lnTo>
                  <a:pt x="2117356" y="2282925"/>
                </a:lnTo>
                <a:cubicBezTo>
                  <a:pt x="2251554" y="2282925"/>
                  <a:pt x="2367095" y="2203043"/>
                  <a:pt x="2418395" y="2087951"/>
                </a:cubicBezTo>
                <a:cubicBezTo>
                  <a:pt x="2205538" y="2022975"/>
                  <a:pt x="2032941" y="1932583"/>
                  <a:pt x="1830857" y="1799347"/>
                </a:cubicBezTo>
                <a:lnTo>
                  <a:pt x="1008030" y="1799347"/>
                </a:lnTo>
                <a:cubicBezTo>
                  <a:pt x="825270" y="1799347"/>
                  <a:pt x="677114" y="1651191"/>
                  <a:pt x="677114" y="1468431"/>
                </a:cubicBezTo>
                <a:lnTo>
                  <a:pt x="677114" y="569491"/>
                </a:lnTo>
                <a:close/>
                <a:moveTo>
                  <a:pt x="2886641" y="0"/>
                </a:moveTo>
                <a:lnTo>
                  <a:pt x="1100201" y="0"/>
                </a:lnTo>
                <a:cubicBezTo>
                  <a:pt x="917441" y="0"/>
                  <a:pt x="769285" y="148156"/>
                  <a:pt x="769285" y="330916"/>
                </a:cubicBezTo>
                <a:lnTo>
                  <a:pt x="769285" y="1382518"/>
                </a:lnTo>
                <a:cubicBezTo>
                  <a:pt x="769285" y="1565278"/>
                  <a:pt x="917441" y="1713434"/>
                  <a:pt x="1100201" y="1713434"/>
                </a:cubicBezTo>
                <a:lnTo>
                  <a:pt x="1923028" y="1713434"/>
                </a:lnTo>
                <a:cubicBezTo>
                  <a:pt x="2301032" y="1962656"/>
                  <a:pt x="2453037" y="2007378"/>
                  <a:pt x="3078958" y="2077967"/>
                </a:cubicBezTo>
                <a:cubicBezTo>
                  <a:pt x="2713759" y="1878758"/>
                  <a:pt x="2673367" y="1899957"/>
                  <a:pt x="2505887" y="1713434"/>
                </a:cubicBezTo>
                <a:lnTo>
                  <a:pt x="2886641" y="1713434"/>
                </a:lnTo>
                <a:cubicBezTo>
                  <a:pt x="3069401" y="1713434"/>
                  <a:pt x="3217557" y="1565278"/>
                  <a:pt x="3217557" y="1382518"/>
                </a:cubicBezTo>
                <a:lnTo>
                  <a:pt x="3217557" y="330916"/>
                </a:lnTo>
                <a:cubicBezTo>
                  <a:pt x="3217557" y="148156"/>
                  <a:pt x="3069401" y="0"/>
                  <a:pt x="2886641"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66" name="Oval 21">
            <a:extLst>
              <a:ext uri="{FF2B5EF4-FFF2-40B4-BE49-F238E27FC236}">
                <a16:creationId xmlns:a16="http://schemas.microsoft.com/office/drawing/2014/main" id="{34294A99-0D27-48E8-B4C8-E7C2E3183113}"/>
              </a:ext>
            </a:extLst>
          </p:cNvPr>
          <p:cNvSpPr>
            <a:spLocks noChangeAspect="1"/>
          </p:cNvSpPr>
          <p:nvPr/>
        </p:nvSpPr>
        <p:spPr>
          <a:xfrm>
            <a:off x="7470708" y="2162519"/>
            <a:ext cx="324893" cy="327606"/>
          </a:xfrm>
          <a:custGeom>
            <a:avLst/>
            <a:gdLst/>
            <a:ahLst/>
            <a:cxnLst/>
            <a:rect l="l" t="t" r="r" b="b"/>
            <a:pathLst>
              <a:path w="1652142" h="1665940">
                <a:moveTo>
                  <a:pt x="898689" y="548008"/>
                </a:moveTo>
                <a:cubicBezTo>
                  <a:pt x="737950" y="504938"/>
                  <a:pt x="572731" y="600328"/>
                  <a:pt x="529661" y="761066"/>
                </a:cubicBezTo>
                <a:cubicBezTo>
                  <a:pt x="486591" y="921805"/>
                  <a:pt x="581980" y="1087025"/>
                  <a:pt x="742719" y="1130094"/>
                </a:cubicBezTo>
                <a:cubicBezTo>
                  <a:pt x="903458" y="1173164"/>
                  <a:pt x="1068677" y="1077775"/>
                  <a:pt x="1111747" y="917036"/>
                </a:cubicBezTo>
                <a:cubicBezTo>
                  <a:pt x="1154817" y="756297"/>
                  <a:pt x="1059428" y="591077"/>
                  <a:pt x="898689" y="548008"/>
                </a:cubicBezTo>
                <a:close/>
                <a:moveTo>
                  <a:pt x="952303" y="347916"/>
                </a:moveTo>
                <a:cubicBezTo>
                  <a:pt x="1223549" y="420596"/>
                  <a:pt x="1384519" y="699404"/>
                  <a:pt x="1311839" y="970650"/>
                </a:cubicBezTo>
                <a:cubicBezTo>
                  <a:pt x="1239159" y="1241896"/>
                  <a:pt x="960351" y="1402866"/>
                  <a:pt x="689105" y="1330186"/>
                </a:cubicBezTo>
                <a:cubicBezTo>
                  <a:pt x="417859" y="1257506"/>
                  <a:pt x="256889" y="978698"/>
                  <a:pt x="329569" y="707451"/>
                </a:cubicBezTo>
                <a:cubicBezTo>
                  <a:pt x="402249" y="436205"/>
                  <a:pt x="681057" y="275235"/>
                  <a:pt x="952303" y="347916"/>
                </a:cubicBezTo>
                <a:close/>
                <a:moveTo>
                  <a:pt x="971799" y="275155"/>
                </a:moveTo>
                <a:cubicBezTo>
                  <a:pt x="660368" y="191707"/>
                  <a:pt x="340256" y="376524"/>
                  <a:pt x="256808" y="687955"/>
                </a:cubicBezTo>
                <a:cubicBezTo>
                  <a:pt x="173361" y="999387"/>
                  <a:pt x="358178" y="1319499"/>
                  <a:pt x="669609" y="1402947"/>
                </a:cubicBezTo>
                <a:cubicBezTo>
                  <a:pt x="981040" y="1486395"/>
                  <a:pt x="1301152" y="1301577"/>
                  <a:pt x="1384600" y="990146"/>
                </a:cubicBezTo>
                <a:cubicBezTo>
                  <a:pt x="1468047" y="678715"/>
                  <a:pt x="1283230" y="358603"/>
                  <a:pt x="971799" y="275155"/>
                </a:cubicBezTo>
                <a:close/>
                <a:moveTo>
                  <a:pt x="1652142" y="394531"/>
                </a:moveTo>
                <a:lnTo>
                  <a:pt x="1649662" y="403784"/>
                </a:lnTo>
                <a:lnTo>
                  <a:pt x="1647140" y="399895"/>
                </a:lnTo>
                <a:close/>
                <a:moveTo>
                  <a:pt x="1158157" y="65026"/>
                </a:moveTo>
                <a:lnTo>
                  <a:pt x="1154679" y="271718"/>
                </a:lnTo>
                <a:lnTo>
                  <a:pt x="1148331" y="270017"/>
                </a:lnTo>
                <a:cubicBezTo>
                  <a:pt x="1200055" y="299127"/>
                  <a:pt x="1246804" y="334821"/>
                  <a:pt x="1286346" y="377149"/>
                </a:cubicBezTo>
                <a:lnTo>
                  <a:pt x="1470353" y="331395"/>
                </a:lnTo>
                <a:lnTo>
                  <a:pt x="1588305" y="553229"/>
                </a:lnTo>
                <a:lnTo>
                  <a:pt x="1457194" y="671432"/>
                </a:lnTo>
                <a:cubicBezTo>
                  <a:pt x="1473630" y="731297"/>
                  <a:pt x="1481376" y="793983"/>
                  <a:pt x="1478595" y="857704"/>
                </a:cubicBezTo>
                <a:lnTo>
                  <a:pt x="1642362" y="948616"/>
                </a:lnTo>
                <a:lnTo>
                  <a:pt x="1577335" y="1191298"/>
                </a:lnTo>
                <a:lnTo>
                  <a:pt x="1378614" y="1187955"/>
                </a:lnTo>
                <a:cubicBezTo>
                  <a:pt x="1353489" y="1229936"/>
                  <a:pt x="1323048" y="1267799"/>
                  <a:pt x="1288939" y="1301599"/>
                </a:cubicBezTo>
                <a:lnTo>
                  <a:pt x="1354201" y="1471932"/>
                </a:lnTo>
                <a:lnTo>
                  <a:pt x="1148396" y="1616039"/>
                </a:lnTo>
                <a:lnTo>
                  <a:pt x="992294" y="1480516"/>
                </a:lnTo>
                <a:lnTo>
                  <a:pt x="1011291" y="1467215"/>
                </a:lnTo>
                <a:cubicBezTo>
                  <a:pt x="951500" y="1486565"/>
                  <a:pt x="888271" y="1495869"/>
                  <a:pt x="823805" y="1495510"/>
                </a:cubicBezTo>
                <a:lnTo>
                  <a:pt x="729193" y="1665940"/>
                </a:lnTo>
                <a:lnTo>
                  <a:pt x="486511" y="1600914"/>
                </a:lnTo>
                <a:lnTo>
                  <a:pt x="489790" y="1406012"/>
                </a:lnTo>
                <a:cubicBezTo>
                  <a:pt x="438364" y="1376702"/>
                  <a:pt x="391917" y="1340859"/>
                  <a:pt x="352658" y="1298452"/>
                </a:cubicBezTo>
                <a:lnTo>
                  <a:pt x="355803" y="1305197"/>
                </a:lnTo>
                <a:lnTo>
                  <a:pt x="152856" y="1344512"/>
                </a:lnTo>
                <a:lnTo>
                  <a:pt x="46675" y="1116809"/>
                </a:lnTo>
                <a:lnTo>
                  <a:pt x="183929" y="1005520"/>
                </a:lnTo>
                <a:cubicBezTo>
                  <a:pt x="169279" y="951824"/>
                  <a:pt x="161626" y="895865"/>
                  <a:pt x="161615" y="838915"/>
                </a:cubicBezTo>
                <a:lnTo>
                  <a:pt x="0" y="749197"/>
                </a:lnTo>
                <a:lnTo>
                  <a:pt x="65026" y="506515"/>
                </a:lnTo>
                <a:lnTo>
                  <a:pt x="250227" y="509630"/>
                </a:lnTo>
                <a:cubicBezTo>
                  <a:pt x="275353" y="465291"/>
                  <a:pt x="305693" y="424864"/>
                  <a:pt x="340015" y="388679"/>
                </a:cubicBezTo>
                <a:lnTo>
                  <a:pt x="277984" y="197357"/>
                </a:lnTo>
                <a:lnTo>
                  <a:pt x="491050" y="64219"/>
                </a:lnTo>
                <a:lnTo>
                  <a:pt x="639843" y="207726"/>
                </a:lnTo>
                <a:lnTo>
                  <a:pt x="638348" y="208660"/>
                </a:lnTo>
                <a:cubicBezTo>
                  <a:pt x="696840" y="190256"/>
                  <a:pt x="758594" y="181748"/>
                  <a:pt x="821488" y="182440"/>
                </a:cubicBezTo>
                <a:lnTo>
                  <a:pt x="815140" y="180739"/>
                </a:lnTo>
                <a:lnTo>
                  <a:pt x="9154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grpSp>
        <p:nvGrpSpPr>
          <p:cNvPr id="73" name="그룹 72">
            <a:extLst>
              <a:ext uri="{FF2B5EF4-FFF2-40B4-BE49-F238E27FC236}">
                <a16:creationId xmlns:a16="http://schemas.microsoft.com/office/drawing/2014/main" id="{76E90A42-CF69-49CA-8C4D-53C1601397F7}"/>
              </a:ext>
            </a:extLst>
          </p:cNvPr>
          <p:cNvGrpSpPr/>
          <p:nvPr/>
        </p:nvGrpSpPr>
        <p:grpSpPr>
          <a:xfrm>
            <a:off x="557995" y="1874035"/>
            <a:ext cx="1238613" cy="1362971"/>
            <a:chOff x="728675" y="2871940"/>
            <a:chExt cx="818608" cy="900797"/>
          </a:xfrm>
        </p:grpSpPr>
        <p:sp>
          <p:nvSpPr>
            <p:cNvPr id="71" name="Freeform: Shape 372">
              <a:extLst>
                <a:ext uri="{FF2B5EF4-FFF2-40B4-BE49-F238E27FC236}">
                  <a16:creationId xmlns:a16="http://schemas.microsoft.com/office/drawing/2014/main" id="{C5FC3D8F-3C48-43FE-BE6A-276DA7F51095}"/>
                </a:ext>
              </a:extLst>
            </p:cNvPr>
            <p:cNvSpPr/>
            <p:nvPr/>
          </p:nvSpPr>
          <p:spPr>
            <a:xfrm flipH="1">
              <a:off x="728675" y="2871940"/>
              <a:ext cx="818608" cy="900797"/>
            </a:xfrm>
            <a:custGeom>
              <a:avLst/>
              <a:gdLst>
                <a:gd name="connsiteX0" fmla="*/ 4211461 w 4627542"/>
                <a:gd name="connsiteY0" fmla="*/ 3126503 h 5092147"/>
                <a:gd name="connsiteX1" fmla="*/ 4424971 w 4627542"/>
                <a:gd name="connsiteY1" fmla="*/ 2781717 h 5092147"/>
                <a:gd name="connsiteX2" fmla="*/ 4614339 w 4627542"/>
                <a:gd name="connsiteY2" fmla="*/ 1599485 h 5092147"/>
                <a:gd name="connsiteX3" fmla="*/ 4438551 w 4627542"/>
                <a:gd name="connsiteY3" fmla="*/ 1012519 h 5092147"/>
                <a:gd name="connsiteX4" fmla="*/ 3542258 w 4627542"/>
                <a:gd name="connsiteY4" fmla="*/ 203743 h 5092147"/>
                <a:gd name="connsiteX5" fmla="*/ 2343429 w 4627542"/>
                <a:gd name="connsiteY5" fmla="*/ 5321 h 5092147"/>
                <a:gd name="connsiteX6" fmla="*/ 1770797 w 4627542"/>
                <a:gd name="connsiteY6" fmla="*/ 106418 h 5092147"/>
                <a:gd name="connsiteX7" fmla="*/ 712296 w 4627542"/>
                <a:gd name="connsiteY7" fmla="*/ 1014782 h 5092147"/>
                <a:gd name="connsiteX8" fmla="*/ 617989 w 4627542"/>
                <a:gd name="connsiteY8" fmla="*/ 1671159 h 5092147"/>
                <a:gd name="connsiteX9" fmla="*/ 603654 w 4627542"/>
                <a:gd name="connsiteY9" fmla="*/ 1722462 h 5092147"/>
                <a:gd name="connsiteX10" fmla="*/ 197003 w 4627542"/>
                <a:gd name="connsiteY10" fmla="*/ 2231719 h 5092147"/>
                <a:gd name="connsiteX11" fmla="*/ 16688 w 4627542"/>
                <a:gd name="connsiteY11" fmla="*/ 2521430 h 5092147"/>
                <a:gd name="connsiteX12" fmla="*/ 101941 w 4627542"/>
                <a:gd name="connsiteY12" fmla="*/ 2771155 h 5092147"/>
                <a:gd name="connsiteX13" fmla="*/ 330541 w 4627542"/>
                <a:gd name="connsiteY13" fmla="*/ 2859426 h 5092147"/>
                <a:gd name="connsiteX14" fmla="*/ 362983 w 4627542"/>
                <a:gd name="connsiteY14" fmla="*/ 2868479 h 5092147"/>
                <a:gd name="connsiteX15" fmla="*/ 378072 w 4627542"/>
                <a:gd name="connsiteY15" fmla="*/ 2900921 h 5092147"/>
                <a:gd name="connsiteX16" fmla="*/ 300363 w 4627542"/>
                <a:gd name="connsiteY16" fmla="*/ 3085763 h 5092147"/>
                <a:gd name="connsiteX17" fmla="*/ 324506 w 4627542"/>
                <a:gd name="connsiteY17" fmla="*/ 3302291 h 5092147"/>
                <a:gd name="connsiteX18" fmla="*/ 364492 w 4627542"/>
                <a:gd name="connsiteY18" fmla="*/ 3339260 h 5092147"/>
                <a:gd name="connsiteX19" fmla="*/ 329033 w 4627542"/>
                <a:gd name="connsiteY19" fmla="*/ 3384527 h 5092147"/>
                <a:gd name="connsiteX20" fmla="*/ 335068 w 4627542"/>
                <a:gd name="connsiteY20" fmla="*/ 3561069 h 5092147"/>
                <a:gd name="connsiteX21" fmla="*/ 395425 w 4627542"/>
                <a:gd name="connsiteY21" fmla="*/ 3633497 h 5092147"/>
                <a:gd name="connsiteX22" fmla="*/ 415795 w 4627542"/>
                <a:gd name="connsiteY22" fmla="*/ 3764018 h 5092147"/>
                <a:gd name="connsiteX23" fmla="*/ 347894 w 4627542"/>
                <a:gd name="connsiteY23" fmla="*/ 3975266 h 5092147"/>
                <a:gd name="connsiteX24" fmla="*/ 402969 w 4627542"/>
                <a:gd name="connsiteY24" fmla="*/ 4264976 h 5092147"/>
                <a:gd name="connsiteX25" fmla="*/ 608181 w 4627542"/>
                <a:gd name="connsiteY25" fmla="*/ 4413604 h 5092147"/>
                <a:gd name="connsiteX26" fmla="*/ 1069153 w 4627542"/>
                <a:gd name="connsiteY26" fmla="*/ 4463398 h 5092147"/>
                <a:gd name="connsiteX27" fmla="*/ 1351320 w 4627542"/>
                <a:gd name="connsiteY27" fmla="*/ 4458117 h 5092147"/>
                <a:gd name="connsiteX28" fmla="*/ 1495421 w 4627542"/>
                <a:gd name="connsiteY28" fmla="*/ 4560723 h 5092147"/>
                <a:gd name="connsiteX29" fmla="*/ 1559549 w 4627542"/>
                <a:gd name="connsiteY29" fmla="*/ 4876840 h 5092147"/>
                <a:gd name="connsiteX30" fmla="*/ 1775324 w 4627542"/>
                <a:gd name="connsiteY30" fmla="*/ 5090351 h 5092147"/>
                <a:gd name="connsiteX31" fmla="*/ 2894936 w 4627542"/>
                <a:gd name="connsiteY31" fmla="*/ 5086578 h 5092147"/>
                <a:gd name="connsiteX32" fmla="*/ 3088831 w 4627542"/>
                <a:gd name="connsiteY32" fmla="*/ 4886648 h 5092147"/>
                <a:gd name="connsiteX33" fmla="*/ 3097884 w 4627542"/>
                <a:gd name="connsiteY33" fmla="*/ 4314016 h 5092147"/>
                <a:gd name="connsiteX34" fmla="*/ 2990751 w 4627542"/>
                <a:gd name="connsiteY34" fmla="*/ 4314016 h 5092147"/>
                <a:gd name="connsiteX35" fmla="*/ 2979435 w 4627542"/>
                <a:gd name="connsiteY35" fmla="*/ 4876085 h 5092147"/>
                <a:gd name="connsiteX36" fmla="*/ 2871548 w 4627542"/>
                <a:gd name="connsiteY36" fmla="*/ 4981709 h 5092147"/>
                <a:gd name="connsiteX37" fmla="*/ 1800221 w 4627542"/>
                <a:gd name="connsiteY37" fmla="*/ 4986236 h 5092147"/>
                <a:gd name="connsiteX38" fmla="*/ 1668945 w 4627542"/>
                <a:gd name="connsiteY38" fmla="*/ 4868541 h 5092147"/>
                <a:gd name="connsiteX39" fmla="*/ 1604062 w 4627542"/>
                <a:gd name="connsiteY39" fmla="*/ 4544880 h 5092147"/>
                <a:gd name="connsiteX40" fmla="*/ 1403377 w 4627542"/>
                <a:gd name="connsiteY40" fmla="*/ 4358529 h 5092147"/>
                <a:gd name="connsiteX41" fmla="*/ 1204955 w 4627542"/>
                <a:gd name="connsiteY41" fmla="*/ 4347212 h 5092147"/>
                <a:gd name="connsiteX42" fmla="*/ 814147 w 4627542"/>
                <a:gd name="connsiteY42" fmla="*/ 4353248 h 5092147"/>
                <a:gd name="connsiteX43" fmla="*/ 549334 w 4627542"/>
                <a:gd name="connsiteY43" fmla="*/ 4256678 h 5092147"/>
                <a:gd name="connsiteX44" fmla="*/ 455781 w 4627542"/>
                <a:gd name="connsiteY44" fmla="*/ 3994127 h 5092147"/>
                <a:gd name="connsiteX45" fmla="*/ 521419 w 4627542"/>
                <a:gd name="connsiteY45" fmla="*/ 3794196 h 5092147"/>
                <a:gd name="connsiteX46" fmla="*/ 488223 w 4627542"/>
                <a:gd name="connsiteY46" fmla="*/ 3576913 h 5092147"/>
                <a:gd name="connsiteX47" fmla="*/ 421076 w 4627542"/>
                <a:gd name="connsiteY47" fmla="*/ 3495432 h 5092147"/>
                <a:gd name="connsiteX48" fmla="*/ 421831 w 4627542"/>
                <a:gd name="connsiteY48" fmla="*/ 3445638 h 5092147"/>
                <a:gd name="connsiteX49" fmla="*/ 471625 w 4627542"/>
                <a:gd name="connsiteY49" fmla="*/ 3389054 h 5092147"/>
                <a:gd name="connsiteX50" fmla="*/ 456535 w 4627542"/>
                <a:gd name="connsiteY50" fmla="*/ 3268341 h 5092147"/>
                <a:gd name="connsiteX51" fmla="*/ 392407 w 4627542"/>
                <a:gd name="connsiteY51" fmla="*/ 3216283 h 5092147"/>
                <a:gd name="connsiteX52" fmla="*/ 385617 w 4627542"/>
                <a:gd name="connsiteY52" fmla="*/ 3152909 h 5092147"/>
                <a:gd name="connsiteX53" fmla="*/ 477660 w 4627542"/>
                <a:gd name="connsiteY53" fmla="*/ 2954487 h 5092147"/>
                <a:gd name="connsiteX54" fmla="*/ 354684 w 4627542"/>
                <a:gd name="connsiteY54" fmla="*/ 2755311 h 5092147"/>
                <a:gd name="connsiteX55" fmla="*/ 163807 w 4627542"/>
                <a:gd name="connsiteY55" fmla="*/ 2682129 h 5092147"/>
                <a:gd name="connsiteX56" fmla="*/ 120803 w 4627542"/>
                <a:gd name="connsiteY56" fmla="*/ 2561416 h 5092147"/>
                <a:gd name="connsiteX57" fmla="*/ 236234 w 4627542"/>
                <a:gd name="connsiteY57" fmla="*/ 2363749 h 5092147"/>
                <a:gd name="connsiteX58" fmla="*/ 685136 w 4627542"/>
                <a:gd name="connsiteY58" fmla="*/ 1800925 h 5092147"/>
                <a:gd name="connsiteX59" fmla="*/ 725122 w 4627542"/>
                <a:gd name="connsiteY59" fmla="*/ 1643998 h 5092147"/>
                <a:gd name="connsiteX60" fmla="*/ 744737 w 4627542"/>
                <a:gd name="connsiteY60" fmla="*/ 1239610 h 5092147"/>
                <a:gd name="connsiteX61" fmla="*/ 1421484 w 4627542"/>
                <a:gd name="connsiteY61" fmla="*/ 382549 h 5092147"/>
                <a:gd name="connsiteX62" fmla="*/ 2460369 w 4627542"/>
                <a:gd name="connsiteY62" fmla="*/ 107927 h 5092147"/>
                <a:gd name="connsiteX63" fmla="*/ 2918324 w 4627542"/>
                <a:gd name="connsiteY63" fmla="*/ 137351 h 5092147"/>
                <a:gd name="connsiteX64" fmla="*/ 3766332 w 4627542"/>
                <a:gd name="connsiteY64" fmla="*/ 439133 h 5092147"/>
                <a:gd name="connsiteX65" fmla="*/ 4524560 w 4627542"/>
                <a:gd name="connsiteY65" fmla="*/ 1843929 h 5092147"/>
                <a:gd name="connsiteX66" fmla="*/ 4466466 w 4627542"/>
                <a:gd name="connsiteY66" fmla="*/ 2313200 h 5092147"/>
                <a:gd name="connsiteX67" fmla="*/ 4149595 w 4627542"/>
                <a:gd name="connsiteY67" fmla="*/ 3033705 h 5092147"/>
                <a:gd name="connsiteX68" fmla="*/ 3958718 w 4627542"/>
                <a:gd name="connsiteY68" fmla="*/ 3330961 h 5092147"/>
                <a:gd name="connsiteX69" fmla="*/ 3853094 w 4627542"/>
                <a:gd name="connsiteY69" fmla="*/ 3736857 h 5092147"/>
                <a:gd name="connsiteX70" fmla="*/ 3854603 w 4627542"/>
                <a:gd name="connsiteY70" fmla="*/ 4947759 h 5092147"/>
                <a:gd name="connsiteX71" fmla="*/ 3879500 w 4627542"/>
                <a:gd name="connsiteY71" fmla="*/ 4980955 h 5092147"/>
                <a:gd name="connsiteX72" fmla="*/ 4328401 w 4627542"/>
                <a:gd name="connsiteY72" fmla="*/ 4980955 h 5092147"/>
                <a:gd name="connsiteX73" fmla="*/ 4353298 w 4627542"/>
                <a:gd name="connsiteY73" fmla="*/ 4954549 h 5092147"/>
                <a:gd name="connsiteX74" fmla="*/ 4353298 w 4627542"/>
                <a:gd name="connsiteY74" fmla="*/ 4860242 h 5092147"/>
                <a:gd name="connsiteX75" fmla="*/ 4321611 w 4627542"/>
                <a:gd name="connsiteY75" fmla="*/ 4829309 h 5092147"/>
                <a:gd name="connsiteX76" fmla="*/ 4000967 w 4627542"/>
                <a:gd name="connsiteY76" fmla="*/ 4830818 h 5092147"/>
                <a:gd name="connsiteX77" fmla="*/ 3959472 w 4627542"/>
                <a:gd name="connsiteY77" fmla="*/ 4789323 h 5092147"/>
                <a:gd name="connsiteX78" fmla="*/ 3959472 w 4627542"/>
                <a:gd name="connsiteY78" fmla="*/ 3695362 h 5092147"/>
                <a:gd name="connsiteX79" fmla="*/ 3991914 w 4627542"/>
                <a:gd name="connsiteY79" fmla="*/ 3515048 h 5092147"/>
                <a:gd name="connsiteX80" fmla="*/ 4211461 w 4627542"/>
                <a:gd name="connsiteY80" fmla="*/ 3126503 h 5092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627542" h="5092147">
                  <a:moveTo>
                    <a:pt x="4211461" y="3126503"/>
                  </a:moveTo>
                  <a:cubicBezTo>
                    <a:pt x="4288415" y="3014844"/>
                    <a:pt x="4372914" y="2907711"/>
                    <a:pt x="4424971" y="2781717"/>
                  </a:cubicBezTo>
                  <a:cubicBezTo>
                    <a:pt x="4583407" y="2402980"/>
                    <a:pt x="4660362" y="2010664"/>
                    <a:pt x="4614339" y="1599485"/>
                  </a:cubicBezTo>
                  <a:cubicBezTo>
                    <a:pt x="4590952" y="1393519"/>
                    <a:pt x="4534367" y="1196606"/>
                    <a:pt x="4438551" y="1012519"/>
                  </a:cubicBezTo>
                  <a:cubicBezTo>
                    <a:pt x="4240130" y="632273"/>
                    <a:pt x="3933066" y="369723"/>
                    <a:pt x="3542258" y="203743"/>
                  </a:cubicBezTo>
                  <a:cubicBezTo>
                    <a:pt x="3159749" y="42289"/>
                    <a:pt x="2758379" y="-19576"/>
                    <a:pt x="2343429" y="5321"/>
                  </a:cubicBezTo>
                  <a:cubicBezTo>
                    <a:pt x="2148779" y="16638"/>
                    <a:pt x="1957147" y="46816"/>
                    <a:pt x="1770797" y="106418"/>
                  </a:cubicBezTo>
                  <a:cubicBezTo>
                    <a:pt x="1290209" y="260327"/>
                    <a:pt x="927316" y="552301"/>
                    <a:pt x="712296" y="1014782"/>
                  </a:cubicBezTo>
                  <a:cubicBezTo>
                    <a:pt x="614971" y="1223012"/>
                    <a:pt x="558387" y="1439541"/>
                    <a:pt x="617989" y="1671159"/>
                  </a:cubicBezTo>
                  <a:cubicBezTo>
                    <a:pt x="623270" y="1692283"/>
                    <a:pt x="615726" y="1706618"/>
                    <a:pt x="603654" y="1722462"/>
                  </a:cubicBezTo>
                  <a:cubicBezTo>
                    <a:pt x="474642" y="1897495"/>
                    <a:pt x="330541" y="2060458"/>
                    <a:pt x="197003" y="2231719"/>
                  </a:cubicBezTo>
                  <a:cubicBezTo>
                    <a:pt x="126838" y="2321499"/>
                    <a:pt x="55920" y="2412034"/>
                    <a:pt x="16688" y="2521430"/>
                  </a:cubicBezTo>
                  <a:cubicBezTo>
                    <a:pt x="-21789" y="2627808"/>
                    <a:pt x="6126" y="2710044"/>
                    <a:pt x="101941" y="2771155"/>
                  </a:cubicBezTo>
                  <a:cubicBezTo>
                    <a:pt x="172106" y="2815668"/>
                    <a:pt x="244534" y="2855654"/>
                    <a:pt x="330541" y="2859426"/>
                  </a:cubicBezTo>
                  <a:cubicBezTo>
                    <a:pt x="341104" y="2860180"/>
                    <a:pt x="352421" y="2864707"/>
                    <a:pt x="362983" y="2868479"/>
                  </a:cubicBezTo>
                  <a:cubicBezTo>
                    <a:pt x="378072" y="2874515"/>
                    <a:pt x="384862" y="2884323"/>
                    <a:pt x="378072" y="2900921"/>
                  </a:cubicBezTo>
                  <a:cubicBezTo>
                    <a:pt x="353930" y="2962786"/>
                    <a:pt x="344876" y="3029933"/>
                    <a:pt x="300363" y="3085763"/>
                  </a:cubicBezTo>
                  <a:cubicBezTo>
                    <a:pt x="240007" y="3161208"/>
                    <a:pt x="252078" y="3236654"/>
                    <a:pt x="324506" y="3302291"/>
                  </a:cubicBezTo>
                  <a:cubicBezTo>
                    <a:pt x="338086" y="3315117"/>
                    <a:pt x="362983" y="3324925"/>
                    <a:pt x="364492" y="3339260"/>
                  </a:cubicBezTo>
                  <a:cubicBezTo>
                    <a:pt x="367510" y="3357366"/>
                    <a:pt x="341104" y="3369438"/>
                    <a:pt x="329033" y="3384527"/>
                  </a:cubicBezTo>
                  <a:cubicBezTo>
                    <a:pt x="276221" y="3451673"/>
                    <a:pt x="277730" y="3496941"/>
                    <a:pt x="335068" y="3561069"/>
                  </a:cubicBezTo>
                  <a:cubicBezTo>
                    <a:pt x="356193" y="3584458"/>
                    <a:pt x="375809" y="3608600"/>
                    <a:pt x="395425" y="3633497"/>
                  </a:cubicBezTo>
                  <a:cubicBezTo>
                    <a:pt x="426357" y="3672729"/>
                    <a:pt x="434656" y="3714978"/>
                    <a:pt x="415795" y="3764018"/>
                  </a:cubicBezTo>
                  <a:cubicBezTo>
                    <a:pt x="390143" y="3833428"/>
                    <a:pt x="366755" y="3903592"/>
                    <a:pt x="347894" y="3975266"/>
                  </a:cubicBezTo>
                  <a:cubicBezTo>
                    <a:pt x="319979" y="4080135"/>
                    <a:pt x="328278" y="4178969"/>
                    <a:pt x="402969" y="4264976"/>
                  </a:cubicBezTo>
                  <a:cubicBezTo>
                    <a:pt x="459553" y="4330614"/>
                    <a:pt x="526700" y="4381917"/>
                    <a:pt x="608181" y="4413604"/>
                  </a:cubicBezTo>
                  <a:cubicBezTo>
                    <a:pt x="757563" y="4472452"/>
                    <a:pt x="912981" y="4468679"/>
                    <a:pt x="1069153" y="4463398"/>
                  </a:cubicBezTo>
                  <a:cubicBezTo>
                    <a:pt x="1163460" y="4460381"/>
                    <a:pt x="1257013" y="4449064"/>
                    <a:pt x="1351320" y="4458117"/>
                  </a:cubicBezTo>
                  <a:cubicBezTo>
                    <a:pt x="1418466" y="4464907"/>
                    <a:pt x="1474296" y="4492822"/>
                    <a:pt x="1495421" y="4560723"/>
                  </a:cubicBezTo>
                  <a:cubicBezTo>
                    <a:pt x="1527108" y="4663329"/>
                    <a:pt x="1560304" y="4766689"/>
                    <a:pt x="1559549" y="4876840"/>
                  </a:cubicBezTo>
                  <a:cubicBezTo>
                    <a:pt x="1558795" y="5031503"/>
                    <a:pt x="1666682" y="5090351"/>
                    <a:pt x="1775324" y="5090351"/>
                  </a:cubicBezTo>
                  <a:cubicBezTo>
                    <a:pt x="2148779" y="5091105"/>
                    <a:pt x="2522235" y="5095632"/>
                    <a:pt x="2894936" y="5086578"/>
                  </a:cubicBezTo>
                  <a:cubicBezTo>
                    <a:pt x="3019421" y="5083560"/>
                    <a:pt x="3087322" y="5012642"/>
                    <a:pt x="3088831" y="4886648"/>
                  </a:cubicBezTo>
                  <a:cubicBezTo>
                    <a:pt x="3091094" y="4709351"/>
                    <a:pt x="3097130" y="4314771"/>
                    <a:pt x="3097884" y="4314016"/>
                  </a:cubicBezTo>
                  <a:lnTo>
                    <a:pt x="2990751" y="4314016"/>
                  </a:lnTo>
                  <a:cubicBezTo>
                    <a:pt x="2988488" y="4347966"/>
                    <a:pt x="2986225" y="4735002"/>
                    <a:pt x="2979435" y="4876085"/>
                  </a:cubicBezTo>
                  <a:cubicBezTo>
                    <a:pt x="2974908" y="4962848"/>
                    <a:pt x="2959819" y="4980200"/>
                    <a:pt x="2871548" y="4981709"/>
                  </a:cubicBezTo>
                  <a:cubicBezTo>
                    <a:pt x="2861739" y="4981709"/>
                    <a:pt x="1924706" y="4986990"/>
                    <a:pt x="1800221" y="4986236"/>
                  </a:cubicBezTo>
                  <a:cubicBezTo>
                    <a:pt x="1707423" y="4985481"/>
                    <a:pt x="1674227" y="4959075"/>
                    <a:pt x="1668945" y="4868541"/>
                  </a:cubicBezTo>
                  <a:cubicBezTo>
                    <a:pt x="1661401" y="4757636"/>
                    <a:pt x="1636504" y="4650503"/>
                    <a:pt x="1604062" y="4544880"/>
                  </a:cubicBezTo>
                  <a:cubicBezTo>
                    <a:pt x="1573130" y="4444537"/>
                    <a:pt x="1509001" y="4379654"/>
                    <a:pt x="1403377" y="4358529"/>
                  </a:cubicBezTo>
                  <a:cubicBezTo>
                    <a:pt x="1337740" y="4344949"/>
                    <a:pt x="1271347" y="4343440"/>
                    <a:pt x="1204955" y="4347212"/>
                  </a:cubicBezTo>
                  <a:cubicBezTo>
                    <a:pt x="1074434" y="4354002"/>
                    <a:pt x="944668" y="4368337"/>
                    <a:pt x="814147" y="4353248"/>
                  </a:cubicBezTo>
                  <a:cubicBezTo>
                    <a:pt x="718332" y="4341931"/>
                    <a:pt x="627042" y="4317034"/>
                    <a:pt x="549334" y="4256678"/>
                  </a:cubicBezTo>
                  <a:cubicBezTo>
                    <a:pt x="462571" y="4189531"/>
                    <a:pt x="419567" y="4107295"/>
                    <a:pt x="455781" y="3994127"/>
                  </a:cubicBezTo>
                  <a:cubicBezTo>
                    <a:pt x="476906" y="3926980"/>
                    <a:pt x="500294" y="3861343"/>
                    <a:pt x="521419" y="3794196"/>
                  </a:cubicBezTo>
                  <a:cubicBezTo>
                    <a:pt x="547070" y="3715733"/>
                    <a:pt x="538017" y="3643305"/>
                    <a:pt x="488223" y="3576913"/>
                  </a:cubicBezTo>
                  <a:cubicBezTo>
                    <a:pt x="467098" y="3548998"/>
                    <a:pt x="445219" y="3521083"/>
                    <a:pt x="421076" y="3495432"/>
                  </a:cubicBezTo>
                  <a:cubicBezTo>
                    <a:pt x="403724" y="3476570"/>
                    <a:pt x="402969" y="3462990"/>
                    <a:pt x="421831" y="3445638"/>
                  </a:cubicBezTo>
                  <a:cubicBezTo>
                    <a:pt x="439937" y="3428285"/>
                    <a:pt x="456535" y="3409424"/>
                    <a:pt x="471625" y="3389054"/>
                  </a:cubicBezTo>
                  <a:cubicBezTo>
                    <a:pt x="506330" y="3342277"/>
                    <a:pt x="501803" y="3305309"/>
                    <a:pt x="456535" y="3268341"/>
                  </a:cubicBezTo>
                  <a:cubicBezTo>
                    <a:pt x="435411" y="3250988"/>
                    <a:pt x="412777" y="3234390"/>
                    <a:pt x="392407" y="3216283"/>
                  </a:cubicBezTo>
                  <a:cubicBezTo>
                    <a:pt x="372036" y="3198176"/>
                    <a:pt x="366001" y="3173279"/>
                    <a:pt x="385617" y="3152909"/>
                  </a:cubicBezTo>
                  <a:cubicBezTo>
                    <a:pt x="439183" y="3096325"/>
                    <a:pt x="455027" y="3024652"/>
                    <a:pt x="477660" y="2954487"/>
                  </a:cubicBezTo>
                  <a:cubicBezTo>
                    <a:pt x="512365" y="2845091"/>
                    <a:pt x="469361" y="2768137"/>
                    <a:pt x="354684" y="2755311"/>
                  </a:cubicBezTo>
                  <a:cubicBezTo>
                    <a:pt x="283011" y="2747012"/>
                    <a:pt x="222654" y="2718343"/>
                    <a:pt x="163807" y="2682129"/>
                  </a:cubicBezTo>
                  <a:cubicBezTo>
                    <a:pt x="111749" y="2649687"/>
                    <a:pt x="101187" y="2620263"/>
                    <a:pt x="120803" y="2561416"/>
                  </a:cubicBezTo>
                  <a:cubicBezTo>
                    <a:pt x="145700" y="2487479"/>
                    <a:pt x="188704" y="2424105"/>
                    <a:pt x="236234" y="2363749"/>
                  </a:cubicBezTo>
                  <a:cubicBezTo>
                    <a:pt x="384862" y="2175135"/>
                    <a:pt x="534999" y="1988030"/>
                    <a:pt x="685136" y="1800925"/>
                  </a:cubicBezTo>
                  <a:cubicBezTo>
                    <a:pt x="722858" y="1754149"/>
                    <a:pt x="740211" y="1704355"/>
                    <a:pt x="725122" y="1643998"/>
                  </a:cubicBezTo>
                  <a:cubicBezTo>
                    <a:pt x="690417" y="1507442"/>
                    <a:pt x="704751" y="1372394"/>
                    <a:pt x="744737" y="1239610"/>
                  </a:cubicBezTo>
                  <a:cubicBezTo>
                    <a:pt x="857151" y="864646"/>
                    <a:pt x="1091033" y="583988"/>
                    <a:pt x="1421484" y="382549"/>
                  </a:cubicBezTo>
                  <a:cubicBezTo>
                    <a:pt x="1739864" y="187899"/>
                    <a:pt x="2092195" y="116980"/>
                    <a:pt x="2460369" y="107927"/>
                  </a:cubicBezTo>
                  <a:cubicBezTo>
                    <a:pt x="2613524" y="104155"/>
                    <a:pt x="2766678" y="114717"/>
                    <a:pt x="2918324" y="137351"/>
                  </a:cubicBezTo>
                  <a:cubicBezTo>
                    <a:pt x="3220860" y="181864"/>
                    <a:pt x="3507553" y="273153"/>
                    <a:pt x="3766332" y="439133"/>
                  </a:cubicBezTo>
                  <a:cubicBezTo>
                    <a:pt x="4277098" y="767321"/>
                    <a:pt x="4520787" y="1241874"/>
                    <a:pt x="4524560" y="1843929"/>
                  </a:cubicBezTo>
                  <a:cubicBezTo>
                    <a:pt x="4525314" y="2002364"/>
                    <a:pt x="4502680" y="2158537"/>
                    <a:pt x="4466466" y="2313200"/>
                  </a:cubicBezTo>
                  <a:cubicBezTo>
                    <a:pt x="4406110" y="2573487"/>
                    <a:pt x="4317084" y="2819440"/>
                    <a:pt x="4149595" y="3033705"/>
                  </a:cubicBezTo>
                  <a:cubicBezTo>
                    <a:pt x="4077167" y="3126503"/>
                    <a:pt x="4013039" y="3226091"/>
                    <a:pt x="3958718" y="3330961"/>
                  </a:cubicBezTo>
                  <a:cubicBezTo>
                    <a:pt x="3892326" y="3458463"/>
                    <a:pt x="3847813" y="3588984"/>
                    <a:pt x="3853094" y="3736857"/>
                  </a:cubicBezTo>
                  <a:cubicBezTo>
                    <a:pt x="3859884" y="3921699"/>
                    <a:pt x="3854603" y="4728966"/>
                    <a:pt x="3854603" y="4947759"/>
                  </a:cubicBezTo>
                  <a:cubicBezTo>
                    <a:pt x="3854603" y="4965111"/>
                    <a:pt x="3850831" y="4981709"/>
                    <a:pt x="3879500" y="4980955"/>
                  </a:cubicBezTo>
                  <a:cubicBezTo>
                    <a:pt x="4028882" y="4979446"/>
                    <a:pt x="4179019" y="4980200"/>
                    <a:pt x="4328401" y="4980955"/>
                  </a:cubicBezTo>
                  <a:cubicBezTo>
                    <a:pt x="4348772" y="4980955"/>
                    <a:pt x="4354052" y="4974164"/>
                    <a:pt x="4353298" y="4954549"/>
                  </a:cubicBezTo>
                  <a:cubicBezTo>
                    <a:pt x="4351789" y="4922862"/>
                    <a:pt x="4351035" y="4891929"/>
                    <a:pt x="4353298" y="4860242"/>
                  </a:cubicBezTo>
                  <a:cubicBezTo>
                    <a:pt x="4354807" y="4834590"/>
                    <a:pt x="4345754" y="4828555"/>
                    <a:pt x="4321611" y="4829309"/>
                  </a:cubicBezTo>
                  <a:cubicBezTo>
                    <a:pt x="4214478" y="4830818"/>
                    <a:pt x="4108100" y="4828555"/>
                    <a:pt x="4000967" y="4830818"/>
                  </a:cubicBezTo>
                  <a:cubicBezTo>
                    <a:pt x="3967771" y="4831573"/>
                    <a:pt x="3959472" y="4823273"/>
                    <a:pt x="3959472" y="4789323"/>
                  </a:cubicBezTo>
                  <a:cubicBezTo>
                    <a:pt x="3960981" y="4424921"/>
                    <a:pt x="3960981" y="4059764"/>
                    <a:pt x="3959472" y="3695362"/>
                  </a:cubicBezTo>
                  <a:cubicBezTo>
                    <a:pt x="3959472" y="3632743"/>
                    <a:pt x="3970035" y="3573141"/>
                    <a:pt x="3991914" y="3515048"/>
                  </a:cubicBezTo>
                  <a:cubicBezTo>
                    <a:pt x="4041708" y="3372456"/>
                    <a:pt x="4126207" y="3249479"/>
                    <a:pt x="4211461" y="3126503"/>
                  </a:cubicBezTo>
                  <a:close/>
                </a:path>
              </a:pathLst>
            </a:custGeom>
            <a:solidFill>
              <a:srgbClr val="000000"/>
            </a:solidFill>
            <a:ln w="7545" cap="flat">
              <a:noFill/>
              <a:prstDash val="solid"/>
              <a:miter/>
            </a:ln>
          </p:spPr>
          <p:txBody>
            <a:bodyPr rtlCol="0" anchor="ctr"/>
            <a:lstStyle/>
            <a:p>
              <a:endParaRPr lang="en-US" dirty="0"/>
            </a:p>
          </p:txBody>
        </p:sp>
        <p:sp>
          <p:nvSpPr>
            <p:cNvPr id="72" name="자유형: 도형 71">
              <a:extLst>
                <a:ext uri="{FF2B5EF4-FFF2-40B4-BE49-F238E27FC236}">
                  <a16:creationId xmlns:a16="http://schemas.microsoft.com/office/drawing/2014/main" id="{A9E0391C-883B-455A-9718-C82C8C269170}"/>
                </a:ext>
              </a:extLst>
            </p:cNvPr>
            <p:cNvSpPr/>
            <p:nvPr/>
          </p:nvSpPr>
          <p:spPr>
            <a:xfrm>
              <a:off x="833820" y="2995052"/>
              <a:ext cx="569550" cy="568376"/>
            </a:xfrm>
            <a:custGeom>
              <a:avLst/>
              <a:gdLst>
                <a:gd name="connsiteX0" fmla="*/ 525182 w 1287446"/>
                <a:gd name="connsiteY0" fmla="*/ 557304 h 1284792"/>
                <a:gd name="connsiteX1" fmla="*/ 570711 w 1287446"/>
                <a:gd name="connsiteY1" fmla="*/ 705589 h 1284792"/>
                <a:gd name="connsiteX2" fmla="*/ 480127 w 1287446"/>
                <a:gd name="connsiteY2" fmla="*/ 705589 h 1284792"/>
                <a:gd name="connsiteX3" fmla="*/ 798817 w 1287446"/>
                <a:gd name="connsiteY3" fmla="*/ 450383 h 1284792"/>
                <a:gd name="connsiteX4" fmla="*/ 798817 w 1287446"/>
                <a:gd name="connsiteY4" fmla="*/ 862877 h 1284792"/>
                <a:gd name="connsiteX5" fmla="*/ 926561 w 1287446"/>
                <a:gd name="connsiteY5" fmla="*/ 862877 h 1284792"/>
                <a:gd name="connsiteX6" fmla="*/ 926561 w 1287446"/>
                <a:gd name="connsiteY6" fmla="*/ 450383 h 1284792"/>
                <a:gd name="connsiteX7" fmla="*/ 457230 w 1287446"/>
                <a:gd name="connsiteY7" fmla="*/ 450383 h 1284792"/>
                <a:gd name="connsiteX8" fmla="*/ 302193 w 1287446"/>
                <a:gd name="connsiteY8" fmla="*/ 862877 h 1284792"/>
                <a:gd name="connsiteX9" fmla="*/ 432336 w 1287446"/>
                <a:gd name="connsiteY9" fmla="*/ 862877 h 1284792"/>
                <a:gd name="connsiteX10" fmla="*/ 452443 w 1287446"/>
                <a:gd name="connsiteY10" fmla="*/ 794784 h 1284792"/>
                <a:gd name="connsiteX11" fmla="*/ 597151 w 1287446"/>
                <a:gd name="connsiteY11" fmla="*/ 794784 h 1284792"/>
                <a:gd name="connsiteX12" fmla="*/ 617789 w 1287446"/>
                <a:gd name="connsiteY12" fmla="*/ 862877 h 1284792"/>
                <a:gd name="connsiteX13" fmla="*/ 751265 w 1287446"/>
                <a:gd name="connsiteY13" fmla="*/ 862877 h 1284792"/>
                <a:gd name="connsiteX14" fmla="*/ 596264 w 1287446"/>
                <a:gd name="connsiteY14" fmla="*/ 450383 h 1284792"/>
                <a:gd name="connsiteX15" fmla="*/ 398179 w 1287446"/>
                <a:gd name="connsiteY15" fmla="*/ 0 h 1284792"/>
                <a:gd name="connsiteX16" fmla="*/ 411451 w 1287446"/>
                <a:gd name="connsiteY16" fmla="*/ 0 h 1284792"/>
                <a:gd name="connsiteX17" fmla="*/ 430034 w 1287446"/>
                <a:gd name="connsiteY17" fmla="*/ 18580 h 1284792"/>
                <a:gd name="connsiteX18" fmla="*/ 430034 w 1287446"/>
                <a:gd name="connsiteY18" fmla="*/ 175199 h 1284792"/>
                <a:gd name="connsiteX19" fmla="*/ 499052 w 1287446"/>
                <a:gd name="connsiteY19" fmla="*/ 175199 h 1284792"/>
                <a:gd name="connsiteX20" fmla="*/ 499052 w 1287446"/>
                <a:gd name="connsiteY20" fmla="*/ 18580 h 1284792"/>
                <a:gd name="connsiteX21" fmla="*/ 517632 w 1287446"/>
                <a:gd name="connsiteY21" fmla="*/ 0 h 1284792"/>
                <a:gd name="connsiteX22" fmla="*/ 530906 w 1287446"/>
                <a:gd name="connsiteY22" fmla="*/ 0 h 1284792"/>
                <a:gd name="connsiteX23" fmla="*/ 549486 w 1287446"/>
                <a:gd name="connsiteY23" fmla="*/ 18580 h 1284792"/>
                <a:gd name="connsiteX24" fmla="*/ 549486 w 1287446"/>
                <a:gd name="connsiteY24" fmla="*/ 175199 h 1284792"/>
                <a:gd name="connsiteX25" fmla="*/ 618504 w 1287446"/>
                <a:gd name="connsiteY25" fmla="*/ 175199 h 1284792"/>
                <a:gd name="connsiteX26" fmla="*/ 618504 w 1287446"/>
                <a:gd name="connsiteY26" fmla="*/ 18580 h 1284792"/>
                <a:gd name="connsiteX27" fmla="*/ 637087 w 1287446"/>
                <a:gd name="connsiteY27" fmla="*/ 0 h 1284792"/>
                <a:gd name="connsiteX28" fmla="*/ 650358 w 1287446"/>
                <a:gd name="connsiteY28" fmla="*/ 0 h 1284792"/>
                <a:gd name="connsiteX29" fmla="*/ 668941 w 1287446"/>
                <a:gd name="connsiteY29" fmla="*/ 18580 h 1284792"/>
                <a:gd name="connsiteX30" fmla="*/ 668941 w 1287446"/>
                <a:gd name="connsiteY30" fmla="*/ 175199 h 1284792"/>
                <a:gd name="connsiteX31" fmla="*/ 737959 w 1287446"/>
                <a:gd name="connsiteY31" fmla="*/ 175199 h 1284792"/>
                <a:gd name="connsiteX32" fmla="*/ 737959 w 1287446"/>
                <a:gd name="connsiteY32" fmla="*/ 18580 h 1284792"/>
                <a:gd name="connsiteX33" fmla="*/ 756540 w 1287446"/>
                <a:gd name="connsiteY33" fmla="*/ 0 h 1284792"/>
                <a:gd name="connsiteX34" fmla="*/ 769814 w 1287446"/>
                <a:gd name="connsiteY34" fmla="*/ 0 h 1284792"/>
                <a:gd name="connsiteX35" fmla="*/ 791050 w 1287446"/>
                <a:gd name="connsiteY35" fmla="*/ 18580 h 1284792"/>
                <a:gd name="connsiteX36" fmla="*/ 791050 w 1287446"/>
                <a:gd name="connsiteY36" fmla="*/ 175199 h 1284792"/>
                <a:gd name="connsiteX37" fmla="*/ 860068 w 1287446"/>
                <a:gd name="connsiteY37" fmla="*/ 175199 h 1284792"/>
                <a:gd name="connsiteX38" fmla="*/ 860068 w 1287446"/>
                <a:gd name="connsiteY38" fmla="*/ 18580 h 1284792"/>
                <a:gd name="connsiteX39" fmla="*/ 878648 w 1287446"/>
                <a:gd name="connsiteY39" fmla="*/ 0 h 1284792"/>
                <a:gd name="connsiteX40" fmla="*/ 891922 w 1287446"/>
                <a:gd name="connsiteY40" fmla="*/ 0 h 1284792"/>
                <a:gd name="connsiteX41" fmla="*/ 910502 w 1287446"/>
                <a:gd name="connsiteY41" fmla="*/ 18580 h 1284792"/>
                <a:gd name="connsiteX42" fmla="*/ 910502 w 1287446"/>
                <a:gd name="connsiteY42" fmla="*/ 175199 h 1284792"/>
                <a:gd name="connsiteX43" fmla="*/ 1072430 w 1287446"/>
                <a:gd name="connsiteY43" fmla="*/ 175199 h 1284792"/>
                <a:gd name="connsiteX44" fmla="*/ 1138792 w 1287446"/>
                <a:gd name="connsiteY44" fmla="*/ 241561 h 1284792"/>
                <a:gd name="connsiteX45" fmla="*/ 1138792 w 1287446"/>
                <a:gd name="connsiteY45" fmla="*/ 376943 h 1284792"/>
                <a:gd name="connsiteX46" fmla="*/ 1268865 w 1287446"/>
                <a:gd name="connsiteY46" fmla="*/ 376943 h 1284792"/>
                <a:gd name="connsiteX47" fmla="*/ 1287446 w 1287446"/>
                <a:gd name="connsiteY47" fmla="*/ 395523 h 1284792"/>
                <a:gd name="connsiteX48" fmla="*/ 1287446 w 1287446"/>
                <a:gd name="connsiteY48" fmla="*/ 408797 h 1284792"/>
                <a:gd name="connsiteX49" fmla="*/ 1268865 w 1287446"/>
                <a:gd name="connsiteY49" fmla="*/ 427378 h 1284792"/>
                <a:gd name="connsiteX50" fmla="*/ 1268865 w 1287446"/>
                <a:gd name="connsiteY50" fmla="*/ 430033 h 1284792"/>
                <a:gd name="connsiteX51" fmla="*/ 1136139 w 1287446"/>
                <a:gd name="connsiteY51" fmla="*/ 430033 h 1284792"/>
                <a:gd name="connsiteX52" fmla="*/ 1136139 w 1287446"/>
                <a:gd name="connsiteY52" fmla="*/ 499051 h 1284792"/>
                <a:gd name="connsiteX53" fmla="*/ 1266209 w 1287446"/>
                <a:gd name="connsiteY53" fmla="*/ 499051 h 1284792"/>
                <a:gd name="connsiteX54" fmla="*/ 1284792 w 1287446"/>
                <a:gd name="connsiteY54" fmla="*/ 517631 h 1284792"/>
                <a:gd name="connsiteX55" fmla="*/ 1284792 w 1287446"/>
                <a:gd name="connsiteY55" fmla="*/ 530906 h 1284792"/>
                <a:gd name="connsiteX56" fmla="*/ 1266209 w 1287446"/>
                <a:gd name="connsiteY56" fmla="*/ 549486 h 1284792"/>
                <a:gd name="connsiteX57" fmla="*/ 1136139 w 1287446"/>
                <a:gd name="connsiteY57" fmla="*/ 549486 h 1284792"/>
                <a:gd name="connsiteX58" fmla="*/ 1136139 w 1287446"/>
                <a:gd name="connsiteY58" fmla="*/ 618504 h 1284792"/>
                <a:gd name="connsiteX59" fmla="*/ 1266209 w 1287446"/>
                <a:gd name="connsiteY59" fmla="*/ 618504 h 1284792"/>
                <a:gd name="connsiteX60" fmla="*/ 1284792 w 1287446"/>
                <a:gd name="connsiteY60" fmla="*/ 637087 h 1284792"/>
                <a:gd name="connsiteX61" fmla="*/ 1284792 w 1287446"/>
                <a:gd name="connsiteY61" fmla="*/ 650358 h 1284792"/>
                <a:gd name="connsiteX62" fmla="*/ 1266209 w 1287446"/>
                <a:gd name="connsiteY62" fmla="*/ 668941 h 1284792"/>
                <a:gd name="connsiteX63" fmla="*/ 1136139 w 1287446"/>
                <a:gd name="connsiteY63" fmla="*/ 668941 h 1284792"/>
                <a:gd name="connsiteX64" fmla="*/ 1136139 w 1287446"/>
                <a:gd name="connsiteY64" fmla="*/ 737959 h 1284792"/>
                <a:gd name="connsiteX65" fmla="*/ 1266209 w 1287446"/>
                <a:gd name="connsiteY65" fmla="*/ 737959 h 1284792"/>
                <a:gd name="connsiteX66" fmla="*/ 1284792 w 1287446"/>
                <a:gd name="connsiteY66" fmla="*/ 756539 h 1284792"/>
                <a:gd name="connsiteX67" fmla="*/ 1284792 w 1287446"/>
                <a:gd name="connsiteY67" fmla="*/ 769813 h 1284792"/>
                <a:gd name="connsiteX68" fmla="*/ 1266209 w 1287446"/>
                <a:gd name="connsiteY68" fmla="*/ 788393 h 1284792"/>
                <a:gd name="connsiteX69" fmla="*/ 1136139 w 1287446"/>
                <a:gd name="connsiteY69" fmla="*/ 788393 h 1284792"/>
                <a:gd name="connsiteX70" fmla="*/ 1136139 w 1287446"/>
                <a:gd name="connsiteY70" fmla="*/ 857411 h 1284792"/>
                <a:gd name="connsiteX71" fmla="*/ 1266209 w 1287446"/>
                <a:gd name="connsiteY71" fmla="*/ 857411 h 1284792"/>
                <a:gd name="connsiteX72" fmla="*/ 1284792 w 1287446"/>
                <a:gd name="connsiteY72" fmla="*/ 875994 h 1284792"/>
                <a:gd name="connsiteX73" fmla="*/ 1284792 w 1287446"/>
                <a:gd name="connsiteY73" fmla="*/ 889265 h 1284792"/>
                <a:gd name="connsiteX74" fmla="*/ 1266209 w 1287446"/>
                <a:gd name="connsiteY74" fmla="*/ 907849 h 1284792"/>
                <a:gd name="connsiteX75" fmla="*/ 1136139 w 1287446"/>
                <a:gd name="connsiteY75" fmla="*/ 907849 h 1284792"/>
                <a:gd name="connsiteX76" fmla="*/ 1136139 w 1287446"/>
                <a:gd name="connsiteY76" fmla="*/ 1040575 h 1284792"/>
                <a:gd name="connsiteX77" fmla="*/ 1069774 w 1287446"/>
                <a:gd name="connsiteY77" fmla="*/ 1106937 h 1284792"/>
                <a:gd name="connsiteX78" fmla="*/ 907849 w 1287446"/>
                <a:gd name="connsiteY78" fmla="*/ 1106937 h 1284792"/>
                <a:gd name="connsiteX79" fmla="*/ 907849 w 1287446"/>
                <a:gd name="connsiteY79" fmla="*/ 1266209 h 1284792"/>
                <a:gd name="connsiteX80" fmla="*/ 889266 w 1287446"/>
                <a:gd name="connsiteY80" fmla="*/ 1284792 h 1284792"/>
                <a:gd name="connsiteX81" fmla="*/ 875995 w 1287446"/>
                <a:gd name="connsiteY81" fmla="*/ 1284792 h 1284792"/>
                <a:gd name="connsiteX82" fmla="*/ 857412 w 1287446"/>
                <a:gd name="connsiteY82" fmla="*/ 1266209 h 1284792"/>
                <a:gd name="connsiteX83" fmla="*/ 857412 w 1287446"/>
                <a:gd name="connsiteY83" fmla="*/ 1106937 h 1284792"/>
                <a:gd name="connsiteX84" fmla="*/ 788394 w 1287446"/>
                <a:gd name="connsiteY84" fmla="*/ 1106937 h 1284792"/>
                <a:gd name="connsiteX85" fmla="*/ 788394 w 1287446"/>
                <a:gd name="connsiteY85" fmla="*/ 1266209 h 1284792"/>
                <a:gd name="connsiteX86" fmla="*/ 769814 w 1287446"/>
                <a:gd name="connsiteY86" fmla="*/ 1284792 h 1284792"/>
                <a:gd name="connsiteX87" fmla="*/ 753886 w 1287446"/>
                <a:gd name="connsiteY87" fmla="*/ 1284792 h 1284792"/>
                <a:gd name="connsiteX88" fmla="*/ 735303 w 1287446"/>
                <a:gd name="connsiteY88" fmla="*/ 1266209 h 1284792"/>
                <a:gd name="connsiteX89" fmla="*/ 735303 w 1287446"/>
                <a:gd name="connsiteY89" fmla="*/ 1106937 h 1284792"/>
                <a:gd name="connsiteX90" fmla="*/ 666286 w 1287446"/>
                <a:gd name="connsiteY90" fmla="*/ 1106937 h 1284792"/>
                <a:gd name="connsiteX91" fmla="*/ 666286 w 1287446"/>
                <a:gd name="connsiteY91" fmla="*/ 1266209 h 1284792"/>
                <a:gd name="connsiteX92" fmla="*/ 647705 w 1287446"/>
                <a:gd name="connsiteY92" fmla="*/ 1284792 h 1284792"/>
                <a:gd name="connsiteX93" fmla="*/ 634431 w 1287446"/>
                <a:gd name="connsiteY93" fmla="*/ 1284792 h 1284792"/>
                <a:gd name="connsiteX94" fmla="*/ 615851 w 1287446"/>
                <a:gd name="connsiteY94" fmla="*/ 1266209 h 1284792"/>
                <a:gd name="connsiteX95" fmla="*/ 615851 w 1287446"/>
                <a:gd name="connsiteY95" fmla="*/ 1106937 h 1284792"/>
                <a:gd name="connsiteX96" fmla="*/ 546833 w 1287446"/>
                <a:gd name="connsiteY96" fmla="*/ 1106937 h 1284792"/>
                <a:gd name="connsiteX97" fmla="*/ 546833 w 1287446"/>
                <a:gd name="connsiteY97" fmla="*/ 1266209 h 1284792"/>
                <a:gd name="connsiteX98" fmla="*/ 528250 w 1287446"/>
                <a:gd name="connsiteY98" fmla="*/ 1284792 h 1284792"/>
                <a:gd name="connsiteX99" fmla="*/ 514979 w 1287446"/>
                <a:gd name="connsiteY99" fmla="*/ 1284792 h 1284792"/>
                <a:gd name="connsiteX100" fmla="*/ 496396 w 1287446"/>
                <a:gd name="connsiteY100" fmla="*/ 1266209 h 1284792"/>
                <a:gd name="connsiteX101" fmla="*/ 496396 w 1287446"/>
                <a:gd name="connsiteY101" fmla="*/ 1106937 h 1284792"/>
                <a:gd name="connsiteX102" fmla="*/ 427378 w 1287446"/>
                <a:gd name="connsiteY102" fmla="*/ 1106937 h 1284792"/>
                <a:gd name="connsiteX103" fmla="*/ 427378 w 1287446"/>
                <a:gd name="connsiteY103" fmla="*/ 1266209 h 1284792"/>
                <a:gd name="connsiteX104" fmla="*/ 408798 w 1287446"/>
                <a:gd name="connsiteY104" fmla="*/ 1284792 h 1284792"/>
                <a:gd name="connsiteX105" fmla="*/ 395523 w 1287446"/>
                <a:gd name="connsiteY105" fmla="*/ 1284792 h 1284792"/>
                <a:gd name="connsiteX106" fmla="*/ 376943 w 1287446"/>
                <a:gd name="connsiteY106" fmla="*/ 1266209 h 1284792"/>
                <a:gd name="connsiteX107" fmla="*/ 376943 w 1287446"/>
                <a:gd name="connsiteY107" fmla="*/ 1106937 h 1284792"/>
                <a:gd name="connsiteX108" fmla="*/ 225634 w 1287446"/>
                <a:gd name="connsiteY108" fmla="*/ 1106937 h 1284792"/>
                <a:gd name="connsiteX109" fmla="*/ 159272 w 1287446"/>
                <a:gd name="connsiteY109" fmla="*/ 1040575 h 1284792"/>
                <a:gd name="connsiteX110" fmla="*/ 159272 w 1287446"/>
                <a:gd name="connsiteY110" fmla="*/ 907849 h 1284792"/>
                <a:gd name="connsiteX111" fmla="*/ 18580 w 1287446"/>
                <a:gd name="connsiteY111" fmla="*/ 907849 h 1284792"/>
                <a:gd name="connsiteX112" fmla="*/ 0 w 1287446"/>
                <a:gd name="connsiteY112" fmla="*/ 889265 h 1284792"/>
                <a:gd name="connsiteX113" fmla="*/ 0 w 1287446"/>
                <a:gd name="connsiteY113" fmla="*/ 875994 h 1284792"/>
                <a:gd name="connsiteX114" fmla="*/ 18580 w 1287446"/>
                <a:gd name="connsiteY114" fmla="*/ 857411 h 1284792"/>
                <a:gd name="connsiteX115" fmla="*/ 159272 w 1287446"/>
                <a:gd name="connsiteY115" fmla="*/ 857411 h 1284792"/>
                <a:gd name="connsiteX116" fmla="*/ 159272 w 1287446"/>
                <a:gd name="connsiteY116" fmla="*/ 788393 h 1284792"/>
                <a:gd name="connsiteX117" fmla="*/ 18580 w 1287446"/>
                <a:gd name="connsiteY117" fmla="*/ 788393 h 1284792"/>
                <a:gd name="connsiteX118" fmla="*/ 0 w 1287446"/>
                <a:gd name="connsiteY118" fmla="*/ 769813 h 1284792"/>
                <a:gd name="connsiteX119" fmla="*/ 0 w 1287446"/>
                <a:gd name="connsiteY119" fmla="*/ 756539 h 1284792"/>
                <a:gd name="connsiteX120" fmla="*/ 18580 w 1287446"/>
                <a:gd name="connsiteY120" fmla="*/ 737959 h 1284792"/>
                <a:gd name="connsiteX121" fmla="*/ 159272 w 1287446"/>
                <a:gd name="connsiteY121" fmla="*/ 737959 h 1284792"/>
                <a:gd name="connsiteX122" fmla="*/ 159272 w 1287446"/>
                <a:gd name="connsiteY122" fmla="*/ 668941 h 1284792"/>
                <a:gd name="connsiteX123" fmla="*/ 18580 w 1287446"/>
                <a:gd name="connsiteY123" fmla="*/ 668941 h 1284792"/>
                <a:gd name="connsiteX124" fmla="*/ 0 w 1287446"/>
                <a:gd name="connsiteY124" fmla="*/ 650358 h 1284792"/>
                <a:gd name="connsiteX125" fmla="*/ 0 w 1287446"/>
                <a:gd name="connsiteY125" fmla="*/ 637087 h 1284792"/>
                <a:gd name="connsiteX126" fmla="*/ 18580 w 1287446"/>
                <a:gd name="connsiteY126" fmla="*/ 615850 h 1284792"/>
                <a:gd name="connsiteX127" fmla="*/ 159272 w 1287446"/>
                <a:gd name="connsiteY127" fmla="*/ 615850 h 1284792"/>
                <a:gd name="connsiteX128" fmla="*/ 159272 w 1287446"/>
                <a:gd name="connsiteY128" fmla="*/ 546833 h 1284792"/>
                <a:gd name="connsiteX129" fmla="*/ 18580 w 1287446"/>
                <a:gd name="connsiteY129" fmla="*/ 546833 h 1284792"/>
                <a:gd name="connsiteX130" fmla="*/ 0 w 1287446"/>
                <a:gd name="connsiteY130" fmla="*/ 528250 h 1284792"/>
                <a:gd name="connsiteX131" fmla="*/ 0 w 1287446"/>
                <a:gd name="connsiteY131" fmla="*/ 514978 h 1284792"/>
                <a:gd name="connsiteX132" fmla="*/ 18580 w 1287446"/>
                <a:gd name="connsiteY132" fmla="*/ 496395 h 1284792"/>
                <a:gd name="connsiteX133" fmla="*/ 159272 w 1287446"/>
                <a:gd name="connsiteY133" fmla="*/ 496395 h 1284792"/>
                <a:gd name="connsiteX134" fmla="*/ 159272 w 1287446"/>
                <a:gd name="connsiteY134" fmla="*/ 427378 h 1284792"/>
                <a:gd name="connsiteX135" fmla="*/ 18580 w 1287446"/>
                <a:gd name="connsiteY135" fmla="*/ 427378 h 1284792"/>
                <a:gd name="connsiteX136" fmla="*/ 0 w 1287446"/>
                <a:gd name="connsiteY136" fmla="*/ 408797 h 1284792"/>
                <a:gd name="connsiteX137" fmla="*/ 0 w 1287446"/>
                <a:gd name="connsiteY137" fmla="*/ 395523 h 1284792"/>
                <a:gd name="connsiteX138" fmla="*/ 18580 w 1287446"/>
                <a:gd name="connsiteY138" fmla="*/ 376943 h 1284792"/>
                <a:gd name="connsiteX139" fmla="*/ 159272 w 1287446"/>
                <a:gd name="connsiteY139" fmla="*/ 376943 h 1284792"/>
                <a:gd name="connsiteX140" fmla="*/ 159272 w 1287446"/>
                <a:gd name="connsiteY140" fmla="*/ 241561 h 1284792"/>
                <a:gd name="connsiteX141" fmla="*/ 225634 w 1287446"/>
                <a:gd name="connsiteY141" fmla="*/ 175199 h 1284792"/>
                <a:gd name="connsiteX142" fmla="*/ 379596 w 1287446"/>
                <a:gd name="connsiteY142" fmla="*/ 175199 h 1284792"/>
                <a:gd name="connsiteX143" fmla="*/ 379596 w 1287446"/>
                <a:gd name="connsiteY143" fmla="*/ 18580 h 1284792"/>
                <a:gd name="connsiteX144" fmla="*/ 398179 w 1287446"/>
                <a:gd name="connsiteY144" fmla="*/ 0 h 1284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1287446" h="1284792">
                  <a:moveTo>
                    <a:pt x="525182" y="557304"/>
                  </a:moveTo>
                  <a:lnTo>
                    <a:pt x="570711" y="705589"/>
                  </a:lnTo>
                  <a:lnTo>
                    <a:pt x="480127" y="705589"/>
                  </a:lnTo>
                  <a:close/>
                  <a:moveTo>
                    <a:pt x="798817" y="450383"/>
                  </a:moveTo>
                  <a:lnTo>
                    <a:pt x="798817" y="862877"/>
                  </a:lnTo>
                  <a:lnTo>
                    <a:pt x="926561" y="862877"/>
                  </a:lnTo>
                  <a:lnTo>
                    <a:pt x="926561" y="450383"/>
                  </a:lnTo>
                  <a:close/>
                  <a:moveTo>
                    <a:pt x="457230" y="450383"/>
                  </a:moveTo>
                  <a:lnTo>
                    <a:pt x="302193" y="862877"/>
                  </a:lnTo>
                  <a:lnTo>
                    <a:pt x="432336" y="862877"/>
                  </a:lnTo>
                  <a:lnTo>
                    <a:pt x="452443" y="794784"/>
                  </a:lnTo>
                  <a:lnTo>
                    <a:pt x="597151" y="794784"/>
                  </a:lnTo>
                  <a:lnTo>
                    <a:pt x="617789" y="862877"/>
                  </a:lnTo>
                  <a:lnTo>
                    <a:pt x="751265" y="862877"/>
                  </a:lnTo>
                  <a:lnTo>
                    <a:pt x="596264" y="450383"/>
                  </a:lnTo>
                  <a:close/>
                  <a:moveTo>
                    <a:pt x="398179" y="0"/>
                  </a:moveTo>
                  <a:lnTo>
                    <a:pt x="411451" y="0"/>
                  </a:lnTo>
                  <a:cubicBezTo>
                    <a:pt x="422069" y="0"/>
                    <a:pt x="430034" y="7962"/>
                    <a:pt x="430034" y="18580"/>
                  </a:cubicBezTo>
                  <a:lnTo>
                    <a:pt x="430034" y="175199"/>
                  </a:lnTo>
                  <a:lnTo>
                    <a:pt x="499052" y="175199"/>
                  </a:lnTo>
                  <a:lnTo>
                    <a:pt x="499052" y="18580"/>
                  </a:lnTo>
                  <a:cubicBezTo>
                    <a:pt x="499052" y="7962"/>
                    <a:pt x="507014" y="0"/>
                    <a:pt x="517632" y="0"/>
                  </a:cubicBezTo>
                  <a:lnTo>
                    <a:pt x="530906" y="0"/>
                  </a:lnTo>
                  <a:cubicBezTo>
                    <a:pt x="541524" y="0"/>
                    <a:pt x="549486" y="7962"/>
                    <a:pt x="549486" y="18580"/>
                  </a:cubicBezTo>
                  <a:lnTo>
                    <a:pt x="549486" y="175199"/>
                  </a:lnTo>
                  <a:lnTo>
                    <a:pt x="618504" y="175199"/>
                  </a:lnTo>
                  <a:lnTo>
                    <a:pt x="618504" y="18580"/>
                  </a:lnTo>
                  <a:cubicBezTo>
                    <a:pt x="618504" y="7962"/>
                    <a:pt x="626469" y="0"/>
                    <a:pt x="637087" y="0"/>
                  </a:cubicBezTo>
                  <a:lnTo>
                    <a:pt x="650358" y="0"/>
                  </a:lnTo>
                  <a:cubicBezTo>
                    <a:pt x="660976" y="0"/>
                    <a:pt x="668941" y="7962"/>
                    <a:pt x="668941" y="18580"/>
                  </a:cubicBezTo>
                  <a:lnTo>
                    <a:pt x="668941" y="175199"/>
                  </a:lnTo>
                  <a:lnTo>
                    <a:pt x="737959" y="175199"/>
                  </a:lnTo>
                  <a:lnTo>
                    <a:pt x="737959" y="18580"/>
                  </a:lnTo>
                  <a:cubicBezTo>
                    <a:pt x="737959" y="7962"/>
                    <a:pt x="745921" y="0"/>
                    <a:pt x="756540" y="0"/>
                  </a:cubicBezTo>
                  <a:lnTo>
                    <a:pt x="769814" y="0"/>
                  </a:lnTo>
                  <a:cubicBezTo>
                    <a:pt x="780432" y="0"/>
                    <a:pt x="791050" y="7962"/>
                    <a:pt x="791050" y="18580"/>
                  </a:cubicBezTo>
                  <a:lnTo>
                    <a:pt x="791050" y="175199"/>
                  </a:lnTo>
                  <a:lnTo>
                    <a:pt x="860068" y="175199"/>
                  </a:lnTo>
                  <a:lnTo>
                    <a:pt x="860068" y="18580"/>
                  </a:lnTo>
                  <a:cubicBezTo>
                    <a:pt x="860068" y="7962"/>
                    <a:pt x="868030" y="0"/>
                    <a:pt x="878648" y="0"/>
                  </a:cubicBezTo>
                  <a:lnTo>
                    <a:pt x="891922" y="0"/>
                  </a:lnTo>
                  <a:cubicBezTo>
                    <a:pt x="902540" y="0"/>
                    <a:pt x="910502" y="7962"/>
                    <a:pt x="910502" y="18580"/>
                  </a:cubicBezTo>
                  <a:lnTo>
                    <a:pt x="910502" y="175199"/>
                  </a:lnTo>
                  <a:lnTo>
                    <a:pt x="1072430" y="175199"/>
                  </a:lnTo>
                  <a:cubicBezTo>
                    <a:pt x="1109593" y="175199"/>
                    <a:pt x="1138792" y="204397"/>
                    <a:pt x="1138792" y="241561"/>
                  </a:cubicBezTo>
                  <a:lnTo>
                    <a:pt x="1138792" y="376943"/>
                  </a:lnTo>
                  <a:lnTo>
                    <a:pt x="1268865" y="376943"/>
                  </a:lnTo>
                  <a:cubicBezTo>
                    <a:pt x="1279483" y="376943"/>
                    <a:pt x="1287446" y="384905"/>
                    <a:pt x="1287446" y="395523"/>
                  </a:cubicBezTo>
                  <a:lnTo>
                    <a:pt x="1287446" y="408797"/>
                  </a:lnTo>
                  <a:cubicBezTo>
                    <a:pt x="1287446" y="419415"/>
                    <a:pt x="1279483" y="427378"/>
                    <a:pt x="1268865" y="427378"/>
                  </a:cubicBezTo>
                  <a:lnTo>
                    <a:pt x="1268865" y="430033"/>
                  </a:lnTo>
                  <a:lnTo>
                    <a:pt x="1136139" y="430033"/>
                  </a:lnTo>
                  <a:lnTo>
                    <a:pt x="1136139" y="499051"/>
                  </a:lnTo>
                  <a:lnTo>
                    <a:pt x="1266209" y="499051"/>
                  </a:lnTo>
                  <a:cubicBezTo>
                    <a:pt x="1276827" y="499051"/>
                    <a:pt x="1284792" y="507013"/>
                    <a:pt x="1284792" y="517631"/>
                  </a:cubicBezTo>
                  <a:lnTo>
                    <a:pt x="1284792" y="530906"/>
                  </a:lnTo>
                  <a:cubicBezTo>
                    <a:pt x="1284792" y="541524"/>
                    <a:pt x="1276827" y="549486"/>
                    <a:pt x="1266209" y="549486"/>
                  </a:cubicBezTo>
                  <a:lnTo>
                    <a:pt x="1136139" y="549486"/>
                  </a:lnTo>
                  <a:lnTo>
                    <a:pt x="1136139" y="618504"/>
                  </a:lnTo>
                  <a:lnTo>
                    <a:pt x="1266209" y="618504"/>
                  </a:lnTo>
                  <a:cubicBezTo>
                    <a:pt x="1276827" y="618504"/>
                    <a:pt x="1284792" y="626469"/>
                    <a:pt x="1284792" y="637087"/>
                  </a:cubicBezTo>
                  <a:lnTo>
                    <a:pt x="1284792" y="650358"/>
                  </a:lnTo>
                  <a:cubicBezTo>
                    <a:pt x="1284792" y="660976"/>
                    <a:pt x="1276827" y="668941"/>
                    <a:pt x="1266209" y="668941"/>
                  </a:cubicBezTo>
                  <a:lnTo>
                    <a:pt x="1136139" y="668941"/>
                  </a:lnTo>
                  <a:lnTo>
                    <a:pt x="1136139" y="737959"/>
                  </a:lnTo>
                  <a:lnTo>
                    <a:pt x="1266209" y="737959"/>
                  </a:lnTo>
                  <a:cubicBezTo>
                    <a:pt x="1276827" y="737959"/>
                    <a:pt x="1284792" y="745921"/>
                    <a:pt x="1284792" y="756539"/>
                  </a:cubicBezTo>
                  <a:lnTo>
                    <a:pt x="1284792" y="769813"/>
                  </a:lnTo>
                  <a:cubicBezTo>
                    <a:pt x="1284792" y="780431"/>
                    <a:pt x="1276827" y="788393"/>
                    <a:pt x="1266209" y="788393"/>
                  </a:cubicBezTo>
                  <a:lnTo>
                    <a:pt x="1136139" y="788393"/>
                  </a:lnTo>
                  <a:lnTo>
                    <a:pt x="1136139" y="857411"/>
                  </a:lnTo>
                  <a:lnTo>
                    <a:pt x="1266209" y="857411"/>
                  </a:lnTo>
                  <a:cubicBezTo>
                    <a:pt x="1276827" y="857411"/>
                    <a:pt x="1284792" y="865376"/>
                    <a:pt x="1284792" y="875994"/>
                  </a:cubicBezTo>
                  <a:lnTo>
                    <a:pt x="1284792" y="889265"/>
                  </a:lnTo>
                  <a:cubicBezTo>
                    <a:pt x="1284792" y="899884"/>
                    <a:pt x="1276827" y="907849"/>
                    <a:pt x="1266209" y="907849"/>
                  </a:cubicBezTo>
                  <a:lnTo>
                    <a:pt x="1136139" y="907849"/>
                  </a:lnTo>
                  <a:lnTo>
                    <a:pt x="1136139" y="1040575"/>
                  </a:lnTo>
                  <a:cubicBezTo>
                    <a:pt x="1136139" y="1077738"/>
                    <a:pt x="1106937" y="1106937"/>
                    <a:pt x="1069774" y="1106937"/>
                  </a:cubicBezTo>
                  <a:lnTo>
                    <a:pt x="907849" y="1106937"/>
                  </a:lnTo>
                  <a:lnTo>
                    <a:pt x="907849" y="1266209"/>
                  </a:lnTo>
                  <a:cubicBezTo>
                    <a:pt x="907849" y="1276827"/>
                    <a:pt x="899884" y="1284792"/>
                    <a:pt x="889266" y="1284792"/>
                  </a:cubicBezTo>
                  <a:lnTo>
                    <a:pt x="875995" y="1284792"/>
                  </a:lnTo>
                  <a:cubicBezTo>
                    <a:pt x="865377" y="1284792"/>
                    <a:pt x="857412" y="1276827"/>
                    <a:pt x="857412" y="1266209"/>
                  </a:cubicBezTo>
                  <a:lnTo>
                    <a:pt x="857412" y="1106937"/>
                  </a:lnTo>
                  <a:lnTo>
                    <a:pt x="788394" y="1106937"/>
                  </a:lnTo>
                  <a:lnTo>
                    <a:pt x="788394" y="1266209"/>
                  </a:lnTo>
                  <a:cubicBezTo>
                    <a:pt x="788394" y="1276827"/>
                    <a:pt x="780432" y="1284792"/>
                    <a:pt x="769814" y="1284792"/>
                  </a:cubicBezTo>
                  <a:lnTo>
                    <a:pt x="753886" y="1284792"/>
                  </a:lnTo>
                  <a:cubicBezTo>
                    <a:pt x="743268" y="1284792"/>
                    <a:pt x="735303" y="1276827"/>
                    <a:pt x="735303" y="1266209"/>
                  </a:cubicBezTo>
                  <a:lnTo>
                    <a:pt x="735303" y="1106937"/>
                  </a:lnTo>
                  <a:lnTo>
                    <a:pt x="666286" y="1106937"/>
                  </a:lnTo>
                  <a:lnTo>
                    <a:pt x="666286" y="1266209"/>
                  </a:lnTo>
                  <a:cubicBezTo>
                    <a:pt x="666286" y="1276827"/>
                    <a:pt x="658323" y="1284792"/>
                    <a:pt x="647705" y="1284792"/>
                  </a:cubicBezTo>
                  <a:lnTo>
                    <a:pt x="634431" y="1284792"/>
                  </a:lnTo>
                  <a:cubicBezTo>
                    <a:pt x="623813" y="1284792"/>
                    <a:pt x="615851" y="1276827"/>
                    <a:pt x="615851" y="1266209"/>
                  </a:cubicBezTo>
                  <a:lnTo>
                    <a:pt x="615851" y="1106937"/>
                  </a:lnTo>
                  <a:lnTo>
                    <a:pt x="546833" y="1106937"/>
                  </a:lnTo>
                  <a:lnTo>
                    <a:pt x="546833" y="1266209"/>
                  </a:lnTo>
                  <a:cubicBezTo>
                    <a:pt x="546833" y="1276827"/>
                    <a:pt x="538868" y="1284792"/>
                    <a:pt x="528250" y="1284792"/>
                  </a:cubicBezTo>
                  <a:lnTo>
                    <a:pt x="514979" y="1284792"/>
                  </a:lnTo>
                  <a:cubicBezTo>
                    <a:pt x="504361" y="1284792"/>
                    <a:pt x="496396" y="1276827"/>
                    <a:pt x="496396" y="1266209"/>
                  </a:cubicBezTo>
                  <a:lnTo>
                    <a:pt x="496396" y="1106937"/>
                  </a:lnTo>
                  <a:lnTo>
                    <a:pt x="427378" y="1106937"/>
                  </a:lnTo>
                  <a:lnTo>
                    <a:pt x="427378" y="1266209"/>
                  </a:lnTo>
                  <a:cubicBezTo>
                    <a:pt x="427378" y="1276827"/>
                    <a:pt x="419416" y="1284792"/>
                    <a:pt x="408798" y="1284792"/>
                  </a:cubicBezTo>
                  <a:lnTo>
                    <a:pt x="395523" y="1284792"/>
                  </a:lnTo>
                  <a:cubicBezTo>
                    <a:pt x="384905" y="1284792"/>
                    <a:pt x="376943" y="1276827"/>
                    <a:pt x="376943" y="1266209"/>
                  </a:cubicBezTo>
                  <a:lnTo>
                    <a:pt x="376943" y="1106937"/>
                  </a:lnTo>
                  <a:lnTo>
                    <a:pt x="225634" y="1106937"/>
                  </a:lnTo>
                  <a:cubicBezTo>
                    <a:pt x="188470" y="1106937"/>
                    <a:pt x="159272" y="1077738"/>
                    <a:pt x="159272" y="1040575"/>
                  </a:cubicBezTo>
                  <a:lnTo>
                    <a:pt x="159272" y="907849"/>
                  </a:lnTo>
                  <a:lnTo>
                    <a:pt x="18580" y="907849"/>
                  </a:lnTo>
                  <a:cubicBezTo>
                    <a:pt x="7962" y="907849"/>
                    <a:pt x="0" y="899884"/>
                    <a:pt x="0" y="889265"/>
                  </a:cubicBezTo>
                  <a:lnTo>
                    <a:pt x="0" y="875994"/>
                  </a:lnTo>
                  <a:cubicBezTo>
                    <a:pt x="0" y="865376"/>
                    <a:pt x="7962" y="857411"/>
                    <a:pt x="18580" y="857411"/>
                  </a:cubicBezTo>
                  <a:lnTo>
                    <a:pt x="159272" y="857411"/>
                  </a:lnTo>
                  <a:lnTo>
                    <a:pt x="159272" y="788393"/>
                  </a:lnTo>
                  <a:lnTo>
                    <a:pt x="18580" y="788393"/>
                  </a:lnTo>
                  <a:cubicBezTo>
                    <a:pt x="7962" y="788393"/>
                    <a:pt x="0" y="780431"/>
                    <a:pt x="0" y="769813"/>
                  </a:cubicBezTo>
                  <a:lnTo>
                    <a:pt x="0" y="756539"/>
                  </a:lnTo>
                  <a:cubicBezTo>
                    <a:pt x="0" y="745921"/>
                    <a:pt x="7962" y="737959"/>
                    <a:pt x="18580" y="737959"/>
                  </a:cubicBezTo>
                  <a:lnTo>
                    <a:pt x="159272" y="737959"/>
                  </a:lnTo>
                  <a:lnTo>
                    <a:pt x="159272" y="668941"/>
                  </a:lnTo>
                  <a:lnTo>
                    <a:pt x="18580" y="668941"/>
                  </a:lnTo>
                  <a:cubicBezTo>
                    <a:pt x="7962" y="668941"/>
                    <a:pt x="0" y="660976"/>
                    <a:pt x="0" y="650358"/>
                  </a:cubicBezTo>
                  <a:lnTo>
                    <a:pt x="0" y="637087"/>
                  </a:lnTo>
                  <a:cubicBezTo>
                    <a:pt x="0" y="626469"/>
                    <a:pt x="7962" y="618504"/>
                    <a:pt x="18580" y="615850"/>
                  </a:cubicBezTo>
                  <a:lnTo>
                    <a:pt x="159272" y="615850"/>
                  </a:lnTo>
                  <a:lnTo>
                    <a:pt x="159272" y="546833"/>
                  </a:lnTo>
                  <a:lnTo>
                    <a:pt x="18580" y="546833"/>
                  </a:lnTo>
                  <a:cubicBezTo>
                    <a:pt x="7962" y="546833"/>
                    <a:pt x="0" y="538868"/>
                    <a:pt x="0" y="528250"/>
                  </a:cubicBezTo>
                  <a:lnTo>
                    <a:pt x="0" y="514978"/>
                  </a:lnTo>
                  <a:cubicBezTo>
                    <a:pt x="0" y="504360"/>
                    <a:pt x="7962" y="496395"/>
                    <a:pt x="18580" y="496395"/>
                  </a:cubicBezTo>
                  <a:lnTo>
                    <a:pt x="159272" y="496395"/>
                  </a:lnTo>
                  <a:lnTo>
                    <a:pt x="159272" y="427378"/>
                  </a:lnTo>
                  <a:lnTo>
                    <a:pt x="18580" y="427378"/>
                  </a:lnTo>
                  <a:cubicBezTo>
                    <a:pt x="7962" y="427378"/>
                    <a:pt x="0" y="419415"/>
                    <a:pt x="0" y="408797"/>
                  </a:cubicBezTo>
                  <a:lnTo>
                    <a:pt x="0" y="395523"/>
                  </a:lnTo>
                  <a:cubicBezTo>
                    <a:pt x="0" y="384905"/>
                    <a:pt x="7962" y="376943"/>
                    <a:pt x="18580" y="376943"/>
                  </a:cubicBezTo>
                  <a:lnTo>
                    <a:pt x="159272" y="376943"/>
                  </a:lnTo>
                  <a:lnTo>
                    <a:pt x="159272" y="241561"/>
                  </a:lnTo>
                  <a:cubicBezTo>
                    <a:pt x="159272" y="207053"/>
                    <a:pt x="188470" y="175199"/>
                    <a:pt x="225634" y="175199"/>
                  </a:cubicBezTo>
                  <a:lnTo>
                    <a:pt x="379596" y="175199"/>
                  </a:lnTo>
                  <a:lnTo>
                    <a:pt x="379596" y="18580"/>
                  </a:lnTo>
                  <a:cubicBezTo>
                    <a:pt x="379596" y="7962"/>
                    <a:pt x="387561" y="0"/>
                    <a:pt x="398179" y="0"/>
                  </a:cubicBezTo>
                  <a:close/>
                </a:path>
              </a:pathLst>
            </a:custGeom>
            <a:solidFill>
              <a:schemeClr val="accent4"/>
            </a:solidFill>
            <a:ln w="9525" cap="flat">
              <a:noFill/>
              <a:prstDash val="solid"/>
              <a:miter/>
            </a:ln>
          </p:spPr>
          <p:txBody>
            <a:bodyPr wrap="square" rtlCol="0" anchor="ctr">
              <a:noAutofit/>
            </a:bodyPr>
            <a:lstStyle/>
            <a:p>
              <a:endParaRPr lang="en-US" dirty="0"/>
            </a:p>
          </p:txBody>
        </p:sp>
      </p:grpSp>
      <p:sp>
        <p:nvSpPr>
          <p:cNvPr id="75" name="자유형: 도형 74">
            <a:extLst>
              <a:ext uri="{FF2B5EF4-FFF2-40B4-BE49-F238E27FC236}">
                <a16:creationId xmlns:a16="http://schemas.microsoft.com/office/drawing/2014/main" id="{CACD7023-E5C1-4839-93BF-A6B74AEC84B4}"/>
              </a:ext>
            </a:extLst>
          </p:cNvPr>
          <p:cNvSpPr/>
          <p:nvPr/>
        </p:nvSpPr>
        <p:spPr>
          <a:xfrm>
            <a:off x="2216918" y="4959233"/>
            <a:ext cx="2065093" cy="1053744"/>
          </a:xfrm>
          <a:custGeom>
            <a:avLst/>
            <a:gdLst/>
            <a:ahLst/>
            <a:cxnLst/>
            <a:rect l="l" t="t" r="r" b="b"/>
            <a:pathLst>
              <a:path w="1685959" h="860285">
                <a:moveTo>
                  <a:pt x="823355" y="773444"/>
                </a:moveTo>
                <a:cubicBezTo>
                  <a:pt x="852153" y="773444"/>
                  <a:pt x="866552" y="787768"/>
                  <a:pt x="866552" y="816418"/>
                </a:cubicBezTo>
                <a:cubicBezTo>
                  <a:pt x="866552" y="845067"/>
                  <a:pt x="852153" y="859392"/>
                  <a:pt x="823355" y="859392"/>
                </a:cubicBezTo>
                <a:cubicBezTo>
                  <a:pt x="794706" y="859392"/>
                  <a:pt x="780381" y="845067"/>
                  <a:pt x="780381" y="816418"/>
                </a:cubicBezTo>
                <a:cubicBezTo>
                  <a:pt x="780381" y="787768"/>
                  <a:pt x="794706" y="773444"/>
                  <a:pt x="823355" y="773444"/>
                </a:cubicBezTo>
                <a:close/>
                <a:moveTo>
                  <a:pt x="1039338" y="575651"/>
                </a:moveTo>
                <a:cubicBezTo>
                  <a:pt x="1019695" y="575651"/>
                  <a:pt x="1009874" y="617583"/>
                  <a:pt x="1009874" y="701448"/>
                </a:cubicBezTo>
                <a:cubicBezTo>
                  <a:pt x="1009874" y="785313"/>
                  <a:pt x="1019695" y="827245"/>
                  <a:pt x="1039338" y="827245"/>
                </a:cubicBezTo>
                <a:cubicBezTo>
                  <a:pt x="1058986" y="827245"/>
                  <a:pt x="1068810" y="785313"/>
                  <a:pt x="1068810" y="701448"/>
                </a:cubicBezTo>
                <a:cubicBezTo>
                  <a:pt x="1068810" y="617583"/>
                  <a:pt x="1058986" y="575651"/>
                  <a:pt x="1039338" y="575651"/>
                </a:cubicBezTo>
                <a:close/>
                <a:moveTo>
                  <a:pt x="526966" y="547522"/>
                </a:moveTo>
                <a:lnTo>
                  <a:pt x="710349" y="547522"/>
                </a:lnTo>
                <a:lnTo>
                  <a:pt x="698161" y="619183"/>
                </a:lnTo>
                <a:lnTo>
                  <a:pt x="556633" y="619183"/>
                </a:lnTo>
                <a:lnTo>
                  <a:pt x="546189" y="674233"/>
                </a:lnTo>
                <a:cubicBezTo>
                  <a:pt x="566083" y="658072"/>
                  <a:pt x="589333" y="649991"/>
                  <a:pt x="615939" y="649991"/>
                </a:cubicBezTo>
                <a:cubicBezTo>
                  <a:pt x="648262" y="649991"/>
                  <a:pt x="674858" y="659543"/>
                  <a:pt x="695725" y="678648"/>
                </a:cubicBezTo>
                <a:cubicBezTo>
                  <a:pt x="716592" y="697752"/>
                  <a:pt x="727026" y="722155"/>
                  <a:pt x="727026" y="751855"/>
                </a:cubicBezTo>
                <a:cubicBezTo>
                  <a:pt x="727026" y="785051"/>
                  <a:pt x="715348" y="811421"/>
                  <a:pt x="691993" y="830967"/>
                </a:cubicBezTo>
                <a:cubicBezTo>
                  <a:pt x="668637" y="850512"/>
                  <a:pt x="637298" y="860285"/>
                  <a:pt x="597975" y="860285"/>
                </a:cubicBezTo>
                <a:cubicBezTo>
                  <a:pt x="526102" y="860285"/>
                  <a:pt x="490166" y="835140"/>
                  <a:pt x="490166" y="784850"/>
                </a:cubicBezTo>
                <a:cubicBezTo>
                  <a:pt x="490166" y="777655"/>
                  <a:pt x="491418" y="767939"/>
                  <a:pt x="493923" y="755703"/>
                </a:cubicBezTo>
                <a:lnTo>
                  <a:pt x="541152" y="746878"/>
                </a:lnTo>
                <a:cubicBezTo>
                  <a:pt x="538713" y="761942"/>
                  <a:pt x="537493" y="774371"/>
                  <a:pt x="537493" y="784166"/>
                </a:cubicBezTo>
                <a:cubicBezTo>
                  <a:pt x="537493" y="810951"/>
                  <a:pt x="551774" y="824343"/>
                  <a:pt x="580335" y="824343"/>
                </a:cubicBezTo>
                <a:cubicBezTo>
                  <a:pt x="615323" y="824343"/>
                  <a:pt x="632818" y="798939"/>
                  <a:pt x="632818" y="748130"/>
                </a:cubicBezTo>
                <a:cubicBezTo>
                  <a:pt x="632818" y="713065"/>
                  <a:pt x="618161" y="695532"/>
                  <a:pt x="588846" y="695532"/>
                </a:cubicBezTo>
                <a:cubicBezTo>
                  <a:pt x="571189" y="695532"/>
                  <a:pt x="554675" y="705705"/>
                  <a:pt x="539304" y="726050"/>
                </a:cubicBezTo>
                <a:lnTo>
                  <a:pt x="498293" y="716670"/>
                </a:lnTo>
                <a:close/>
                <a:moveTo>
                  <a:pt x="1039338" y="542834"/>
                </a:moveTo>
                <a:cubicBezTo>
                  <a:pt x="1125810" y="542834"/>
                  <a:pt x="1169045" y="595706"/>
                  <a:pt x="1169045" y="701448"/>
                </a:cubicBezTo>
                <a:cubicBezTo>
                  <a:pt x="1169045" y="807190"/>
                  <a:pt x="1125810" y="860062"/>
                  <a:pt x="1039338" y="860062"/>
                </a:cubicBezTo>
                <a:cubicBezTo>
                  <a:pt x="952871" y="860062"/>
                  <a:pt x="909638" y="807190"/>
                  <a:pt x="909638" y="701448"/>
                </a:cubicBezTo>
                <a:cubicBezTo>
                  <a:pt x="909638" y="595706"/>
                  <a:pt x="952871" y="542834"/>
                  <a:pt x="1039338" y="542834"/>
                </a:cubicBezTo>
                <a:close/>
                <a:moveTo>
                  <a:pt x="513780" y="117558"/>
                </a:moveTo>
                <a:cubicBezTo>
                  <a:pt x="503480" y="117558"/>
                  <a:pt x="498331" y="127771"/>
                  <a:pt x="498331" y="148198"/>
                </a:cubicBezTo>
                <a:lnTo>
                  <a:pt x="496719" y="197165"/>
                </a:lnTo>
                <a:lnTo>
                  <a:pt x="497675" y="243243"/>
                </a:lnTo>
                <a:cubicBezTo>
                  <a:pt x="497675" y="265270"/>
                  <a:pt x="503700" y="276283"/>
                  <a:pt x="515750" y="276283"/>
                </a:cubicBezTo>
                <a:cubicBezTo>
                  <a:pt x="527512" y="276283"/>
                  <a:pt x="533394" y="264287"/>
                  <a:pt x="533394" y="240296"/>
                </a:cubicBezTo>
                <a:lnTo>
                  <a:pt x="534517" y="186714"/>
                </a:lnTo>
                <a:lnTo>
                  <a:pt x="532755" y="150486"/>
                </a:lnTo>
                <a:cubicBezTo>
                  <a:pt x="530660" y="128534"/>
                  <a:pt x="524335" y="117558"/>
                  <a:pt x="513780" y="117558"/>
                </a:cubicBezTo>
                <a:close/>
                <a:moveTo>
                  <a:pt x="1464493" y="82732"/>
                </a:moveTo>
                <a:lnTo>
                  <a:pt x="1560072" y="82732"/>
                </a:lnTo>
                <a:lnTo>
                  <a:pt x="1601504" y="212488"/>
                </a:lnTo>
                <a:lnTo>
                  <a:pt x="1648653" y="82732"/>
                </a:lnTo>
                <a:lnTo>
                  <a:pt x="1685959" y="82732"/>
                </a:lnTo>
                <a:lnTo>
                  <a:pt x="1584471" y="337992"/>
                </a:lnTo>
                <a:cubicBezTo>
                  <a:pt x="1569872" y="373946"/>
                  <a:pt x="1549754" y="391923"/>
                  <a:pt x="1524116" y="391923"/>
                </a:cubicBezTo>
                <a:cubicBezTo>
                  <a:pt x="1499324" y="391923"/>
                  <a:pt x="1482368" y="380213"/>
                  <a:pt x="1473248" y="356793"/>
                </a:cubicBezTo>
                <a:lnTo>
                  <a:pt x="1508925" y="333908"/>
                </a:lnTo>
                <a:cubicBezTo>
                  <a:pt x="1511427" y="350707"/>
                  <a:pt x="1516417" y="359106"/>
                  <a:pt x="1523896" y="359106"/>
                </a:cubicBezTo>
                <a:cubicBezTo>
                  <a:pt x="1533305" y="359106"/>
                  <a:pt x="1541155" y="352377"/>
                  <a:pt x="1547448" y="338920"/>
                </a:cubicBezTo>
                <a:lnTo>
                  <a:pt x="1553357" y="318748"/>
                </a:lnTo>
                <a:close/>
                <a:moveTo>
                  <a:pt x="1023686" y="77151"/>
                </a:moveTo>
                <a:cubicBezTo>
                  <a:pt x="1076473" y="77151"/>
                  <a:pt x="1105528" y="100628"/>
                  <a:pt x="1110851" y="147580"/>
                </a:cubicBezTo>
                <a:lnTo>
                  <a:pt x="1062955" y="155115"/>
                </a:lnTo>
                <a:cubicBezTo>
                  <a:pt x="1062955" y="122040"/>
                  <a:pt x="1049134" y="105503"/>
                  <a:pt x="1021492" y="105503"/>
                </a:cubicBezTo>
                <a:cubicBezTo>
                  <a:pt x="1005809" y="105503"/>
                  <a:pt x="997968" y="111756"/>
                  <a:pt x="997968" y="124262"/>
                </a:cubicBezTo>
                <a:cubicBezTo>
                  <a:pt x="997968" y="133703"/>
                  <a:pt x="1013188" y="144600"/>
                  <a:pt x="1043628" y="156953"/>
                </a:cubicBezTo>
                <a:cubicBezTo>
                  <a:pt x="1095192" y="178054"/>
                  <a:pt x="1120974" y="205206"/>
                  <a:pt x="1120974" y="238409"/>
                </a:cubicBezTo>
                <a:cubicBezTo>
                  <a:pt x="1120974" y="291192"/>
                  <a:pt x="1087811" y="317583"/>
                  <a:pt x="1021485" y="317583"/>
                </a:cubicBezTo>
                <a:cubicBezTo>
                  <a:pt x="951656" y="317583"/>
                  <a:pt x="916742" y="289985"/>
                  <a:pt x="916742" y="234788"/>
                </a:cubicBezTo>
                <a:lnTo>
                  <a:pt x="967045" y="225618"/>
                </a:lnTo>
                <a:cubicBezTo>
                  <a:pt x="966526" y="233287"/>
                  <a:pt x="966267" y="239305"/>
                  <a:pt x="966267" y="243672"/>
                </a:cubicBezTo>
                <a:cubicBezTo>
                  <a:pt x="966267" y="255302"/>
                  <a:pt x="971129" y="265430"/>
                  <a:pt x="980853" y="274058"/>
                </a:cubicBezTo>
                <a:cubicBezTo>
                  <a:pt x="990577" y="282685"/>
                  <a:pt x="1002144" y="286999"/>
                  <a:pt x="1015555" y="286999"/>
                </a:cubicBezTo>
                <a:cubicBezTo>
                  <a:pt x="1031810" y="286999"/>
                  <a:pt x="1039937" y="280310"/>
                  <a:pt x="1039937" y="266931"/>
                </a:cubicBezTo>
                <a:cubicBezTo>
                  <a:pt x="1039937" y="257967"/>
                  <a:pt x="1025297" y="247217"/>
                  <a:pt x="996018" y="234683"/>
                </a:cubicBezTo>
                <a:cubicBezTo>
                  <a:pt x="947460" y="213771"/>
                  <a:pt x="923181" y="186551"/>
                  <a:pt x="923181" y="153025"/>
                </a:cubicBezTo>
                <a:cubicBezTo>
                  <a:pt x="923181" y="130636"/>
                  <a:pt x="932645" y="112393"/>
                  <a:pt x="951572" y="98296"/>
                </a:cubicBezTo>
                <a:cubicBezTo>
                  <a:pt x="970498" y="84199"/>
                  <a:pt x="994536" y="77151"/>
                  <a:pt x="1023686" y="77151"/>
                </a:cubicBezTo>
                <a:close/>
                <a:moveTo>
                  <a:pt x="761777" y="77039"/>
                </a:moveTo>
                <a:lnTo>
                  <a:pt x="761777" y="253055"/>
                </a:lnTo>
                <a:cubicBezTo>
                  <a:pt x="761777" y="264969"/>
                  <a:pt x="764726" y="270925"/>
                  <a:pt x="770623" y="270925"/>
                </a:cubicBezTo>
                <a:cubicBezTo>
                  <a:pt x="791515" y="270925"/>
                  <a:pt x="801961" y="246735"/>
                  <a:pt x="801961" y="198354"/>
                </a:cubicBezTo>
                <a:lnTo>
                  <a:pt x="801961" y="82987"/>
                </a:lnTo>
                <a:cubicBezTo>
                  <a:pt x="831199" y="81708"/>
                  <a:pt x="860890" y="79725"/>
                  <a:pt x="891035" y="77039"/>
                </a:cubicBezTo>
                <a:lnTo>
                  <a:pt x="891035" y="312225"/>
                </a:lnTo>
                <a:lnTo>
                  <a:pt x="801961" y="312225"/>
                </a:lnTo>
                <a:lnTo>
                  <a:pt x="801961" y="276995"/>
                </a:lnTo>
                <a:cubicBezTo>
                  <a:pt x="788229" y="303309"/>
                  <a:pt x="766097" y="316467"/>
                  <a:pt x="735564" y="316467"/>
                </a:cubicBezTo>
                <a:cubicBezTo>
                  <a:pt x="693657" y="316467"/>
                  <a:pt x="672704" y="295987"/>
                  <a:pt x="672704" y="255026"/>
                </a:cubicBezTo>
                <a:lnTo>
                  <a:pt x="672704" y="82987"/>
                </a:lnTo>
                <a:cubicBezTo>
                  <a:pt x="702088" y="81708"/>
                  <a:pt x="731779" y="79725"/>
                  <a:pt x="761777" y="77039"/>
                </a:cubicBezTo>
                <a:close/>
                <a:moveTo>
                  <a:pt x="1423894" y="76928"/>
                </a:moveTo>
                <a:cubicBezTo>
                  <a:pt x="1452680" y="76928"/>
                  <a:pt x="1467074" y="92594"/>
                  <a:pt x="1467074" y="123927"/>
                </a:cubicBezTo>
                <a:cubicBezTo>
                  <a:pt x="1467074" y="131743"/>
                  <a:pt x="1465723" y="140955"/>
                  <a:pt x="1463021" y="151564"/>
                </a:cubicBezTo>
                <a:cubicBezTo>
                  <a:pt x="1462181" y="155387"/>
                  <a:pt x="1460608" y="162134"/>
                  <a:pt x="1458301" y="171806"/>
                </a:cubicBezTo>
                <a:lnTo>
                  <a:pt x="1395389" y="171806"/>
                </a:lnTo>
                <a:cubicBezTo>
                  <a:pt x="1397386" y="159313"/>
                  <a:pt x="1399300" y="150490"/>
                  <a:pt x="1401130" y="145334"/>
                </a:cubicBezTo>
                <a:cubicBezTo>
                  <a:pt x="1402677" y="140774"/>
                  <a:pt x="1403450" y="136342"/>
                  <a:pt x="1403450" y="132037"/>
                </a:cubicBezTo>
                <a:cubicBezTo>
                  <a:pt x="1403450" y="125659"/>
                  <a:pt x="1401586" y="122469"/>
                  <a:pt x="1397858" y="122469"/>
                </a:cubicBezTo>
                <a:cubicBezTo>
                  <a:pt x="1394917" y="122469"/>
                  <a:pt x="1391355" y="128006"/>
                  <a:pt x="1387174" y="139078"/>
                </a:cubicBezTo>
                <a:cubicBezTo>
                  <a:pt x="1382993" y="150151"/>
                  <a:pt x="1380902" y="162342"/>
                  <a:pt x="1380902" y="175653"/>
                </a:cubicBezTo>
                <a:lnTo>
                  <a:pt x="1380902" y="312225"/>
                </a:lnTo>
                <a:lnTo>
                  <a:pt x="1291829" y="312225"/>
                </a:lnTo>
                <a:lnTo>
                  <a:pt x="1291829" y="82739"/>
                </a:lnTo>
                <a:lnTo>
                  <a:pt x="1307375" y="82955"/>
                </a:lnTo>
                <a:cubicBezTo>
                  <a:pt x="1328521" y="82955"/>
                  <a:pt x="1353030" y="80983"/>
                  <a:pt x="1380902" y="77039"/>
                </a:cubicBezTo>
                <a:lnTo>
                  <a:pt x="1380902" y="113390"/>
                </a:lnTo>
                <a:cubicBezTo>
                  <a:pt x="1388946" y="89082"/>
                  <a:pt x="1403277" y="76928"/>
                  <a:pt x="1423894" y="76928"/>
                </a:cubicBezTo>
                <a:close/>
                <a:moveTo>
                  <a:pt x="237902" y="76823"/>
                </a:moveTo>
                <a:lnTo>
                  <a:pt x="237902" y="118179"/>
                </a:lnTo>
                <a:cubicBezTo>
                  <a:pt x="253090" y="90678"/>
                  <a:pt x="275727" y="76928"/>
                  <a:pt x="305813" y="76928"/>
                </a:cubicBezTo>
                <a:cubicBezTo>
                  <a:pt x="345967" y="76928"/>
                  <a:pt x="366043" y="97272"/>
                  <a:pt x="366043" y="137960"/>
                </a:cubicBezTo>
                <a:lnTo>
                  <a:pt x="366043" y="312225"/>
                </a:lnTo>
                <a:lnTo>
                  <a:pt x="276970" y="312225"/>
                </a:lnTo>
                <a:lnTo>
                  <a:pt x="276970" y="145840"/>
                </a:lnTo>
                <a:cubicBezTo>
                  <a:pt x="276970" y="132194"/>
                  <a:pt x="273876" y="125371"/>
                  <a:pt x="267688" y="125371"/>
                </a:cubicBezTo>
                <a:cubicBezTo>
                  <a:pt x="260288" y="125371"/>
                  <a:pt x="253474" y="131337"/>
                  <a:pt x="247245" y="143269"/>
                </a:cubicBezTo>
                <a:cubicBezTo>
                  <a:pt x="241017" y="155201"/>
                  <a:pt x="237902" y="169770"/>
                  <a:pt x="237902" y="186976"/>
                </a:cubicBezTo>
                <a:lnTo>
                  <a:pt x="237902" y="312225"/>
                </a:lnTo>
                <a:lnTo>
                  <a:pt x="148829" y="312225"/>
                </a:lnTo>
                <a:lnTo>
                  <a:pt x="148829" y="82293"/>
                </a:lnTo>
                <a:cubicBezTo>
                  <a:pt x="179159" y="82293"/>
                  <a:pt x="208851" y="80469"/>
                  <a:pt x="237902" y="76823"/>
                </a:cubicBezTo>
                <a:close/>
                <a:moveTo>
                  <a:pt x="1241599" y="11602"/>
                </a:moveTo>
                <a:lnTo>
                  <a:pt x="1241599" y="83402"/>
                </a:lnTo>
                <a:lnTo>
                  <a:pt x="1276871" y="83402"/>
                </a:lnTo>
                <a:lnTo>
                  <a:pt x="1276871" y="117111"/>
                </a:lnTo>
                <a:lnTo>
                  <a:pt x="1241599" y="117111"/>
                </a:lnTo>
                <a:lnTo>
                  <a:pt x="1241599" y="268606"/>
                </a:lnTo>
                <a:cubicBezTo>
                  <a:pt x="1241599" y="275361"/>
                  <a:pt x="1243157" y="278739"/>
                  <a:pt x="1246273" y="278739"/>
                </a:cubicBezTo>
                <a:cubicBezTo>
                  <a:pt x="1248145" y="278739"/>
                  <a:pt x="1249532" y="275477"/>
                  <a:pt x="1250435" y="268955"/>
                </a:cubicBezTo>
                <a:lnTo>
                  <a:pt x="1281689" y="271731"/>
                </a:lnTo>
                <a:cubicBezTo>
                  <a:pt x="1274682" y="300364"/>
                  <a:pt x="1253154" y="314681"/>
                  <a:pt x="1217105" y="314681"/>
                </a:cubicBezTo>
                <a:cubicBezTo>
                  <a:pt x="1174052" y="314681"/>
                  <a:pt x="1152526" y="296114"/>
                  <a:pt x="1152526" y="258982"/>
                </a:cubicBezTo>
                <a:lnTo>
                  <a:pt x="1152526" y="117111"/>
                </a:lnTo>
                <a:lnTo>
                  <a:pt x="1125737" y="117111"/>
                </a:lnTo>
                <a:lnTo>
                  <a:pt x="1125737" y="83402"/>
                </a:lnTo>
                <a:lnTo>
                  <a:pt x="1152526" y="83402"/>
                </a:lnTo>
                <a:lnTo>
                  <a:pt x="1152526" y="45545"/>
                </a:lnTo>
                <a:cubicBezTo>
                  <a:pt x="1181907" y="37464"/>
                  <a:pt x="1211599" y="26150"/>
                  <a:pt x="1241599" y="11602"/>
                </a:cubicBezTo>
                <a:close/>
                <a:moveTo>
                  <a:pt x="0" y="4597"/>
                </a:moveTo>
                <a:lnTo>
                  <a:pt x="95771" y="4597"/>
                </a:lnTo>
                <a:lnTo>
                  <a:pt x="95771" y="312225"/>
                </a:lnTo>
                <a:lnTo>
                  <a:pt x="0" y="312225"/>
                </a:lnTo>
                <a:close/>
                <a:moveTo>
                  <a:pt x="622028" y="0"/>
                </a:moveTo>
                <a:lnTo>
                  <a:pt x="622028" y="312225"/>
                </a:lnTo>
                <a:lnTo>
                  <a:pt x="532954" y="312225"/>
                </a:lnTo>
                <a:lnTo>
                  <a:pt x="532954" y="293190"/>
                </a:lnTo>
                <a:cubicBezTo>
                  <a:pt x="523996" y="309303"/>
                  <a:pt x="507523" y="317360"/>
                  <a:pt x="483534" y="317360"/>
                </a:cubicBezTo>
                <a:cubicBezTo>
                  <a:pt x="430904" y="317360"/>
                  <a:pt x="404590" y="277761"/>
                  <a:pt x="404590" y="198563"/>
                </a:cubicBezTo>
                <a:cubicBezTo>
                  <a:pt x="404590" y="117175"/>
                  <a:pt x="432365" y="76481"/>
                  <a:pt x="487915" y="76481"/>
                </a:cubicBezTo>
                <a:cubicBezTo>
                  <a:pt x="510337" y="76481"/>
                  <a:pt x="525350" y="85640"/>
                  <a:pt x="532954" y="103958"/>
                </a:cubicBezTo>
                <a:lnTo>
                  <a:pt x="532954" y="4597"/>
                </a:lnTo>
                <a:cubicBezTo>
                  <a:pt x="560134" y="4597"/>
                  <a:pt x="589825" y="3065"/>
                  <a:pt x="622028" y="0"/>
                </a:cubicBezTo>
                <a:close/>
              </a:path>
            </a:pathLst>
          </a:custGeom>
          <a:solidFill>
            <a:schemeClr val="accent1"/>
          </a:solidFill>
          <a:ln>
            <a:noFill/>
          </a:ln>
          <a:scene3d>
            <a:camera prst="orthographicFront"/>
            <a:lightRig rig="threePt" dir="t"/>
          </a:scene3d>
          <a:sp3d>
            <a:bevelT w="0" h="0"/>
          </a:sp3d>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Tree>
    <p:extLst>
      <p:ext uri="{BB962C8B-B14F-4D97-AF65-F5344CB8AC3E}">
        <p14:creationId xmlns:p14="http://schemas.microsoft.com/office/powerpoint/2010/main" val="34280282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35F7F3-C1B5-4B60-A00A-4EB618DDFB5A}"/>
              </a:ext>
            </a:extLst>
          </p:cNvPr>
          <p:cNvSpPr>
            <a:spLocks noGrp="1"/>
          </p:cNvSpPr>
          <p:nvPr>
            <p:ph type="body" sz="quarter" idx="10"/>
          </p:nvPr>
        </p:nvSpPr>
        <p:spPr/>
        <p:txBody>
          <a:bodyPr/>
          <a:lstStyle/>
          <a:p>
            <a:r>
              <a:rPr lang="en-US" dirty="0" smtClean="0"/>
              <a:t>End to end learner journey</a:t>
            </a:r>
            <a:endParaRPr lang="en-US" dirty="0"/>
          </a:p>
        </p:txBody>
      </p:sp>
      <p:sp>
        <p:nvSpPr>
          <p:cNvPr id="3" name="Freeform: Shape 4">
            <a:extLst>
              <a:ext uri="{FF2B5EF4-FFF2-40B4-BE49-F238E27FC236}">
                <a16:creationId xmlns:a16="http://schemas.microsoft.com/office/drawing/2014/main" id="{0C08DE12-6E6B-4078-B959-51533ADA1DDF}"/>
              </a:ext>
            </a:extLst>
          </p:cNvPr>
          <p:cNvSpPr/>
          <p:nvPr/>
        </p:nvSpPr>
        <p:spPr>
          <a:xfrm>
            <a:off x="1395201" y="3141773"/>
            <a:ext cx="1620651" cy="1611647"/>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accent1"/>
          </a:solidFill>
          <a:ln w="5155" cap="flat">
            <a:noFill/>
            <a:prstDash val="solid"/>
            <a:miter/>
          </a:ln>
        </p:spPr>
        <p:txBody>
          <a:bodyPr rtlCol="0" anchor="ctr"/>
          <a:lstStyle/>
          <a:p>
            <a:endParaRPr lang="en-US" dirty="0"/>
          </a:p>
        </p:txBody>
      </p:sp>
      <p:sp>
        <p:nvSpPr>
          <p:cNvPr id="4" name="Freeform: Shape 5">
            <a:extLst>
              <a:ext uri="{FF2B5EF4-FFF2-40B4-BE49-F238E27FC236}">
                <a16:creationId xmlns:a16="http://schemas.microsoft.com/office/drawing/2014/main" id="{86A35E0E-0983-4993-84A2-D53D38381432}"/>
              </a:ext>
            </a:extLst>
          </p:cNvPr>
          <p:cNvSpPr/>
          <p:nvPr/>
        </p:nvSpPr>
        <p:spPr>
          <a:xfrm>
            <a:off x="3966061" y="3141773"/>
            <a:ext cx="1620651" cy="1611647"/>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accent2"/>
          </a:solidFill>
          <a:ln w="5155" cap="flat">
            <a:noFill/>
            <a:prstDash val="solid"/>
            <a:miter/>
          </a:ln>
        </p:spPr>
        <p:txBody>
          <a:bodyPr rtlCol="0" anchor="ctr"/>
          <a:lstStyle/>
          <a:p>
            <a:endParaRPr lang="en-US" dirty="0"/>
          </a:p>
        </p:txBody>
      </p:sp>
      <p:sp>
        <p:nvSpPr>
          <p:cNvPr id="5" name="Freeform: Shape 6">
            <a:extLst>
              <a:ext uri="{FF2B5EF4-FFF2-40B4-BE49-F238E27FC236}">
                <a16:creationId xmlns:a16="http://schemas.microsoft.com/office/drawing/2014/main" id="{FEB5F5B6-2950-4FCE-A943-5E0D0C4D852D}"/>
              </a:ext>
            </a:extLst>
          </p:cNvPr>
          <p:cNvSpPr/>
          <p:nvPr/>
        </p:nvSpPr>
        <p:spPr>
          <a:xfrm>
            <a:off x="6536921" y="3141773"/>
            <a:ext cx="1620651" cy="1611647"/>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accent3"/>
          </a:solidFill>
          <a:ln w="5155" cap="flat">
            <a:noFill/>
            <a:prstDash val="solid"/>
            <a:miter/>
          </a:ln>
        </p:spPr>
        <p:txBody>
          <a:bodyPr rtlCol="0" anchor="ctr"/>
          <a:lstStyle/>
          <a:p>
            <a:endParaRPr lang="en-US" dirty="0"/>
          </a:p>
        </p:txBody>
      </p:sp>
      <p:sp>
        <p:nvSpPr>
          <p:cNvPr id="6" name="Freeform: Shape 7">
            <a:extLst>
              <a:ext uri="{FF2B5EF4-FFF2-40B4-BE49-F238E27FC236}">
                <a16:creationId xmlns:a16="http://schemas.microsoft.com/office/drawing/2014/main" id="{95E43E8B-F372-4652-B479-58EDECD4041C}"/>
              </a:ext>
            </a:extLst>
          </p:cNvPr>
          <p:cNvSpPr/>
          <p:nvPr/>
        </p:nvSpPr>
        <p:spPr>
          <a:xfrm>
            <a:off x="9107781" y="3141773"/>
            <a:ext cx="1620651" cy="1611647"/>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accent4"/>
          </a:solidFill>
          <a:ln w="5155" cap="flat">
            <a:noFill/>
            <a:prstDash val="solid"/>
            <a:miter/>
          </a:ln>
        </p:spPr>
        <p:txBody>
          <a:bodyPr rtlCol="0" anchor="ctr"/>
          <a:lstStyle/>
          <a:p>
            <a:endParaRPr lang="en-US" dirty="0"/>
          </a:p>
        </p:txBody>
      </p:sp>
      <p:sp>
        <p:nvSpPr>
          <p:cNvPr id="7" name="Arc 8">
            <a:extLst>
              <a:ext uri="{FF2B5EF4-FFF2-40B4-BE49-F238E27FC236}">
                <a16:creationId xmlns:a16="http://schemas.microsoft.com/office/drawing/2014/main" id="{94A16ECB-AB7B-4F82-8489-9A624AEDBBE2}"/>
              </a:ext>
            </a:extLst>
          </p:cNvPr>
          <p:cNvSpPr/>
          <p:nvPr/>
        </p:nvSpPr>
        <p:spPr>
          <a:xfrm flipH="1">
            <a:off x="1170284" y="2824610"/>
            <a:ext cx="2070484" cy="2070484"/>
          </a:xfrm>
          <a:prstGeom prst="arc">
            <a:avLst>
              <a:gd name="adj1" fmla="val 12320660"/>
              <a:gd name="adj2" fmla="val 19941231"/>
            </a:avLst>
          </a:prstGeom>
          <a:ln w="88900">
            <a:solidFill>
              <a:schemeClr val="accent1"/>
            </a:solidFill>
            <a:headEnd type="triangle" w="sm"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8" name="Arc 9">
            <a:extLst>
              <a:ext uri="{FF2B5EF4-FFF2-40B4-BE49-F238E27FC236}">
                <a16:creationId xmlns:a16="http://schemas.microsoft.com/office/drawing/2014/main" id="{955635ED-F2F2-4787-93C3-44F1946DFD35}"/>
              </a:ext>
            </a:extLst>
          </p:cNvPr>
          <p:cNvSpPr/>
          <p:nvPr/>
        </p:nvSpPr>
        <p:spPr>
          <a:xfrm flipH="1">
            <a:off x="6312005" y="2824610"/>
            <a:ext cx="2070484" cy="2070484"/>
          </a:xfrm>
          <a:prstGeom prst="arc">
            <a:avLst>
              <a:gd name="adj1" fmla="val 12320660"/>
              <a:gd name="adj2" fmla="val 19941231"/>
            </a:avLst>
          </a:prstGeom>
          <a:ln w="88900">
            <a:solidFill>
              <a:schemeClr val="accent3"/>
            </a:solidFill>
            <a:headEnd type="triangle" w="sm"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9" name="Arc 10">
            <a:extLst>
              <a:ext uri="{FF2B5EF4-FFF2-40B4-BE49-F238E27FC236}">
                <a16:creationId xmlns:a16="http://schemas.microsoft.com/office/drawing/2014/main" id="{1FB2AE57-BF3E-483A-B67C-B73068DB07F6}"/>
              </a:ext>
            </a:extLst>
          </p:cNvPr>
          <p:cNvSpPr/>
          <p:nvPr/>
        </p:nvSpPr>
        <p:spPr>
          <a:xfrm rot="10800000">
            <a:off x="3741143" y="2978434"/>
            <a:ext cx="2070484" cy="2070484"/>
          </a:xfrm>
          <a:prstGeom prst="arc">
            <a:avLst>
              <a:gd name="adj1" fmla="val 12320660"/>
              <a:gd name="adj2" fmla="val 19941231"/>
            </a:avLst>
          </a:prstGeom>
          <a:ln w="88900">
            <a:solidFill>
              <a:schemeClr val="accent2"/>
            </a:solidFill>
            <a:headEnd type="triangle" w="sm"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10" name="Arc 11">
            <a:extLst>
              <a:ext uri="{FF2B5EF4-FFF2-40B4-BE49-F238E27FC236}">
                <a16:creationId xmlns:a16="http://schemas.microsoft.com/office/drawing/2014/main" id="{AFB6B499-4E20-4B85-A47E-3A6F3E067275}"/>
              </a:ext>
            </a:extLst>
          </p:cNvPr>
          <p:cNvSpPr/>
          <p:nvPr/>
        </p:nvSpPr>
        <p:spPr>
          <a:xfrm rot="10800000">
            <a:off x="8882864" y="2978434"/>
            <a:ext cx="2070484" cy="2070484"/>
          </a:xfrm>
          <a:prstGeom prst="arc">
            <a:avLst>
              <a:gd name="adj1" fmla="val 12320660"/>
              <a:gd name="adj2" fmla="val 19941231"/>
            </a:avLst>
          </a:prstGeom>
          <a:ln w="88900">
            <a:solidFill>
              <a:schemeClr val="accent4"/>
            </a:solidFill>
            <a:headEnd type="triangle" w="sm"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700"/>
          </a:p>
        </p:txBody>
      </p:sp>
      <p:sp>
        <p:nvSpPr>
          <p:cNvPr id="11" name="Rectangle 7">
            <a:extLst>
              <a:ext uri="{FF2B5EF4-FFF2-40B4-BE49-F238E27FC236}">
                <a16:creationId xmlns:a16="http://schemas.microsoft.com/office/drawing/2014/main" id="{ECEAA338-F312-4CF8-950C-74F899FF7E02}"/>
              </a:ext>
            </a:extLst>
          </p:cNvPr>
          <p:cNvSpPr/>
          <p:nvPr/>
        </p:nvSpPr>
        <p:spPr>
          <a:xfrm>
            <a:off x="2045787" y="3787857"/>
            <a:ext cx="319477" cy="319477"/>
          </a:xfrm>
          <a:custGeom>
            <a:avLst/>
            <a:gdLst/>
            <a:ahLst/>
            <a:cxnLst/>
            <a:rect l="l" t="t" r="r" b="b"/>
            <a:pathLst>
              <a:path w="3240000" h="3240000">
                <a:moveTo>
                  <a:pt x="401869" y="2055482"/>
                </a:moveTo>
                <a:lnTo>
                  <a:pt x="869869" y="2055482"/>
                </a:lnTo>
                <a:lnTo>
                  <a:pt x="869869" y="2919482"/>
                </a:lnTo>
                <a:lnTo>
                  <a:pt x="401869" y="2919482"/>
                </a:lnTo>
                <a:close/>
                <a:moveTo>
                  <a:pt x="1121949" y="1695482"/>
                </a:moveTo>
                <a:lnTo>
                  <a:pt x="1589949" y="1695482"/>
                </a:lnTo>
                <a:lnTo>
                  <a:pt x="1589949" y="2919482"/>
                </a:lnTo>
                <a:lnTo>
                  <a:pt x="1121949" y="2919482"/>
                </a:lnTo>
                <a:close/>
                <a:moveTo>
                  <a:pt x="1842029" y="1335482"/>
                </a:moveTo>
                <a:lnTo>
                  <a:pt x="2310029" y="1335482"/>
                </a:lnTo>
                <a:lnTo>
                  <a:pt x="2310029" y="2919482"/>
                </a:lnTo>
                <a:lnTo>
                  <a:pt x="1842029" y="2919482"/>
                </a:lnTo>
                <a:close/>
                <a:moveTo>
                  <a:pt x="2562109" y="975482"/>
                </a:moveTo>
                <a:lnTo>
                  <a:pt x="3030109" y="975482"/>
                </a:lnTo>
                <a:lnTo>
                  <a:pt x="3030109" y="2919482"/>
                </a:lnTo>
                <a:lnTo>
                  <a:pt x="2562109" y="2919482"/>
                </a:lnTo>
                <a:close/>
                <a:moveTo>
                  <a:pt x="2321888" y="224805"/>
                </a:moveTo>
                <a:lnTo>
                  <a:pt x="2880631" y="247420"/>
                </a:lnTo>
                <a:lnTo>
                  <a:pt x="2620844" y="742612"/>
                </a:lnTo>
                <a:lnTo>
                  <a:pt x="2546105" y="613161"/>
                </a:lnTo>
                <a:lnTo>
                  <a:pt x="541555" y="1770488"/>
                </a:lnTo>
                <a:lnTo>
                  <a:pt x="392077" y="1511585"/>
                </a:lnTo>
                <a:lnTo>
                  <a:pt x="2396627" y="354257"/>
                </a:lnTo>
                <a:close/>
                <a:moveTo>
                  <a:pt x="0" y="0"/>
                </a:moveTo>
                <a:lnTo>
                  <a:pt x="180000" y="0"/>
                </a:lnTo>
                <a:lnTo>
                  <a:pt x="180000" y="3059999"/>
                </a:lnTo>
                <a:lnTo>
                  <a:pt x="3240000" y="3059999"/>
                </a:lnTo>
                <a:lnTo>
                  <a:pt x="3240000" y="3239999"/>
                </a:lnTo>
                <a:lnTo>
                  <a:pt x="180000" y="3239999"/>
                </a:lnTo>
                <a:lnTo>
                  <a:pt x="180000" y="3240000"/>
                </a:lnTo>
                <a:lnTo>
                  <a:pt x="0" y="3240000"/>
                </a:lnTo>
                <a:lnTo>
                  <a:pt x="0" y="3239999"/>
                </a:lnTo>
                <a:lnTo>
                  <a:pt x="0" y="305999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2" name="Rounded Rectangle 32">
            <a:extLst>
              <a:ext uri="{FF2B5EF4-FFF2-40B4-BE49-F238E27FC236}">
                <a16:creationId xmlns:a16="http://schemas.microsoft.com/office/drawing/2014/main" id="{A6DA13EC-F7D9-41F8-A5F3-BF7CB0F326F7}"/>
              </a:ext>
            </a:extLst>
          </p:cNvPr>
          <p:cNvSpPr/>
          <p:nvPr/>
        </p:nvSpPr>
        <p:spPr>
          <a:xfrm>
            <a:off x="7189692" y="3780798"/>
            <a:ext cx="320069" cy="320069"/>
          </a:xfrm>
          <a:custGeom>
            <a:avLst/>
            <a:gdLst/>
            <a:ahLst/>
            <a:cxnLst/>
            <a:rect l="l" t="t" r="r" b="b"/>
            <a:pathLst>
              <a:path w="3240000" h="3240000">
                <a:moveTo>
                  <a:pt x="2019696" y="2510955"/>
                </a:moveTo>
                <a:lnTo>
                  <a:pt x="2019696" y="2797359"/>
                </a:lnTo>
                <a:lnTo>
                  <a:pt x="2914589" y="2797359"/>
                </a:lnTo>
                <a:lnTo>
                  <a:pt x="2914589" y="2510955"/>
                </a:lnTo>
                <a:close/>
                <a:moveTo>
                  <a:pt x="2019696" y="2081348"/>
                </a:moveTo>
                <a:lnTo>
                  <a:pt x="2019696" y="2367752"/>
                </a:lnTo>
                <a:lnTo>
                  <a:pt x="2914589" y="2367752"/>
                </a:lnTo>
                <a:lnTo>
                  <a:pt x="2914589" y="2081348"/>
                </a:lnTo>
                <a:close/>
                <a:moveTo>
                  <a:pt x="580710" y="2021703"/>
                </a:moveTo>
                <a:lnTo>
                  <a:pt x="378191" y="2224222"/>
                </a:lnTo>
                <a:lnTo>
                  <a:pt x="593323" y="2439354"/>
                </a:lnTo>
                <a:lnTo>
                  <a:pt x="378191" y="2654485"/>
                </a:lnTo>
                <a:lnTo>
                  <a:pt x="580710" y="2857004"/>
                </a:lnTo>
                <a:lnTo>
                  <a:pt x="795842" y="2641872"/>
                </a:lnTo>
                <a:lnTo>
                  <a:pt x="1010973" y="2857004"/>
                </a:lnTo>
                <a:lnTo>
                  <a:pt x="1213492" y="2654485"/>
                </a:lnTo>
                <a:lnTo>
                  <a:pt x="998360" y="2439354"/>
                </a:lnTo>
                <a:lnTo>
                  <a:pt x="1213492" y="2224222"/>
                </a:lnTo>
                <a:lnTo>
                  <a:pt x="1010973" y="2021703"/>
                </a:lnTo>
                <a:lnTo>
                  <a:pt x="795842" y="2236835"/>
                </a:lnTo>
                <a:close/>
                <a:moveTo>
                  <a:pt x="1656000" y="1656001"/>
                </a:moveTo>
                <a:lnTo>
                  <a:pt x="3240000" y="1656001"/>
                </a:lnTo>
                <a:lnTo>
                  <a:pt x="3240000" y="2699989"/>
                </a:lnTo>
                <a:cubicBezTo>
                  <a:pt x="3240000" y="2998229"/>
                  <a:pt x="2998229" y="3240000"/>
                  <a:pt x="2699989" y="3240000"/>
                </a:cubicBezTo>
                <a:lnTo>
                  <a:pt x="1656000" y="3240000"/>
                </a:lnTo>
                <a:close/>
                <a:moveTo>
                  <a:pt x="0" y="1656001"/>
                </a:moveTo>
                <a:lnTo>
                  <a:pt x="1584000" y="1656001"/>
                </a:lnTo>
                <a:lnTo>
                  <a:pt x="1584000" y="3240000"/>
                </a:lnTo>
                <a:lnTo>
                  <a:pt x="540011" y="3240000"/>
                </a:lnTo>
                <a:cubicBezTo>
                  <a:pt x="241771" y="3240000"/>
                  <a:pt x="0" y="2998229"/>
                  <a:pt x="0" y="2699989"/>
                </a:cubicBezTo>
                <a:close/>
                <a:moveTo>
                  <a:pt x="2467143" y="957859"/>
                </a:moveTo>
                <a:cubicBezTo>
                  <a:pt x="2388055" y="957859"/>
                  <a:pt x="2323941" y="1021973"/>
                  <a:pt x="2323941" y="1101061"/>
                </a:cubicBezTo>
                <a:cubicBezTo>
                  <a:pt x="2323941" y="1180149"/>
                  <a:pt x="2388055" y="1244263"/>
                  <a:pt x="2467143" y="1244263"/>
                </a:cubicBezTo>
                <a:cubicBezTo>
                  <a:pt x="2546231" y="1244263"/>
                  <a:pt x="2610345" y="1180149"/>
                  <a:pt x="2610345" y="1101061"/>
                </a:cubicBezTo>
                <a:cubicBezTo>
                  <a:pt x="2610345" y="1021973"/>
                  <a:pt x="2546231" y="957859"/>
                  <a:pt x="2467143" y="957859"/>
                </a:cubicBezTo>
                <a:close/>
                <a:moveTo>
                  <a:pt x="2019696" y="635775"/>
                </a:moveTo>
                <a:lnTo>
                  <a:pt x="2019696" y="922180"/>
                </a:lnTo>
                <a:lnTo>
                  <a:pt x="2914589" y="922180"/>
                </a:lnTo>
                <a:lnTo>
                  <a:pt x="2914589" y="635775"/>
                </a:lnTo>
                <a:close/>
                <a:moveTo>
                  <a:pt x="652639" y="331531"/>
                </a:moveTo>
                <a:lnTo>
                  <a:pt x="652639" y="635775"/>
                </a:lnTo>
                <a:lnTo>
                  <a:pt x="348395" y="635775"/>
                </a:lnTo>
                <a:lnTo>
                  <a:pt x="348395" y="922180"/>
                </a:lnTo>
                <a:lnTo>
                  <a:pt x="652639" y="922180"/>
                </a:lnTo>
                <a:lnTo>
                  <a:pt x="652639" y="1226424"/>
                </a:lnTo>
                <a:lnTo>
                  <a:pt x="939044" y="1226424"/>
                </a:lnTo>
                <a:lnTo>
                  <a:pt x="939044" y="922180"/>
                </a:lnTo>
                <a:lnTo>
                  <a:pt x="1243288" y="922180"/>
                </a:lnTo>
                <a:lnTo>
                  <a:pt x="1243288" y="635775"/>
                </a:lnTo>
                <a:lnTo>
                  <a:pt x="939044" y="635775"/>
                </a:lnTo>
                <a:lnTo>
                  <a:pt x="939044" y="331531"/>
                </a:lnTo>
                <a:close/>
                <a:moveTo>
                  <a:pt x="2467143" y="313692"/>
                </a:moveTo>
                <a:cubicBezTo>
                  <a:pt x="2388055" y="313692"/>
                  <a:pt x="2323941" y="377806"/>
                  <a:pt x="2323941" y="456894"/>
                </a:cubicBezTo>
                <a:cubicBezTo>
                  <a:pt x="2323941" y="535982"/>
                  <a:pt x="2388055" y="600096"/>
                  <a:pt x="2467143" y="600096"/>
                </a:cubicBezTo>
                <a:cubicBezTo>
                  <a:pt x="2546231" y="600096"/>
                  <a:pt x="2610345" y="535982"/>
                  <a:pt x="2610345" y="456894"/>
                </a:cubicBezTo>
                <a:cubicBezTo>
                  <a:pt x="2610345" y="377806"/>
                  <a:pt x="2546231" y="313692"/>
                  <a:pt x="2467143" y="313692"/>
                </a:cubicBezTo>
                <a:close/>
                <a:moveTo>
                  <a:pt x="540011" y="0"/>
                </a:moveTo>
                <a:lnTo>
                  <a:pt x="2699989" y="0"/>
                </a:lnTo>
                <a:cubicBezTo>
                  <a:pt x="2998229" y="0"/>
                  <a:pt x="3240000" y="241771"/>
                  <a:pt x="3240000" y="540011"/>
                </a:cubicBezTo>
                <a:lnTo>
                  <a:pt x="3240000" y="1584001"/>
                </a:lnTo>
                <a:lnTo>
                  <a:pt x="1656000" y="1584001"/>
                </a:lnTo>
                <a:lnTo>
                  <a:pt x="1656000" y="1"/>
                </a:lnTo>
                <a:lnTo>
                  <a:pt x="1584000" y="1"/>
                </a:lnTo>
                <a:lnTo>
                  <a:pt x="1584000" y="1584001"/>
                </a:lnTo>
                <a:lnTo>
                  <a:pt x="0" y="1584001"/>
                </a:lnTo>
                <a:lnTo>
                  <a:pt x="0" y="540011"/>
                </a:lnTo>
                <a:cubicBezTo>
                  <a:pt x="0" y="241771"/>
                  <a:pt x="241771" y="0"/>
                  <a:pt x="540011"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3" name="Rectangle 9">
            <a:extLst>
              <a:ext uri="{FF2B5EF4-FFF2-40B4-BE49-F238E27FC236}">
                <a16:creationId xmlns:a16="http://schemas.microsoft.com/office/drawing/2014/main" id="{DAD87BB3-03F8-422F-A417-56C88A9B14EC}"/>
              </a:ext>
            </a:extLst>
          </p:cNvPr>
          <p:cNvSpPr/>
          <p:nvPr/>
        </p:nvSpPr>
        <p:spPr>
          <a:xfrm>
            <a:off x="4607269" y="3787857"/>
            <a:ext cx="326841" cy="305953"/>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p>
        </p:txBody>
      </p:sp>
      <p:sp>
        <p:nvSpPr>
          <p:cNvPr id="14" name="Frame 17">
            <a:extLst>
              <a:ext uri="{FF2B5EF4-FFF2-40B4-BE49-F238E27FC236}">
                <a16:creationId xmlns:a16="http://schemas.microsoft.com/office/drawing/2014/main" id="{C1A09399-81AE-4913-8F97-E6E20E9AABBA}"/>
              </a:ext>
            </a:extLst>
          </p:cNvPr>
          <p:cNvSpPr/>
          <p:nvPr/>
        </p:nvSpPr>
        <p:spPr>
          <a:xfrm>
            <a:off x="9733583" y="3749548"/>
            <a:ext cx="344262" cy="344262"/>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16" name="TextBox 15">
            <a:extLst>
              <a:ext uri="{FF2B5EF4-FFF2-40B4-BE49-F238E27FC236}">
                <a16:creationId xmlns:a16="http://schemas.microsoft.com/office/drawing/2014/main" id="{2A1C2FC2-4E5C-46ED-A12E-E02325D1492F}"/>
              </a:ext>
            </a:extLst>
          </p:cNvPr>
          <p:cNvSpPr txBox="1"/>
          <p:nvPr/>
        </p:nvSpPr>
        <p:spPr>
          <a:xfrm>
            <a:off x="779646" y="1565786"/>
            <a:ext cx="2834668" cy="707886"/>
          </a:xfrm>
          <a:prstGeom prst="rect">
            <a:avLst/>
          </a:prstGeom>
          <a:noFill/>
        </p:spPr>
        <p:txBody>
          <a:bodyPr wrap="square" rtlCol="0">
            <a:spAutoFit/>
          </a:bodyPr>
          <a:lstStyle/>
          <a:p>
            <a:pPr algn="ctr"/>
            <a:r>
              <a:rPr lang="en-US" altLang="ko-KR" sz="2000" b="1" dirty="0" smtClean="0">
                <a:solidFill>
                  <a:schemeClr val="tx1">
                    <a:lumMod val="75000"/>
                    <a:lumOff val="25000"/>
                  </a:schemeClr>
                </a:solidFill>
                <a:cs typeface="Arial" pitchFamily="34" charset="0"/>
              </a:rPr>
              <a:t>Learner registers and submits project</a:t>
            </a:r>
            <a:endParaRPr lang="ko-KR" altLang="en-US" sz="2000" b="1" dirty="0">
              <a:solidFill>
                <a:schemeClr val="tx1">
                  <a:lumMod val="75000"/>
                  <a:lumOff val="25000"/>
                </a:schemeClr>
              </a:solidFill>
              <a:cs typeface="Arial" pitchFamily="34" charset="0"/>
            </a:endParaRPr>
          </a:p>
        </p:txBody>
      </p:sp>
      <p:sp>
        <p:nvSpPr>
          <p:cNvPr id="19" name="TextBox 18">
            <a:extLst>
              <a:ext uri="{FF2B5EF4-FFF2-40B4-BE49-F238E27FC236}">
                <a16:creationId xmlns:a16="http://schemas.microsoft.com/office/drawing/2014/main" id="{7A94EF4F-DA76-4D08-977C-BDD502CDD938}"/>
              </a:ext>
            </a:extLst>
          </p:cNvPr>
          <p:cNvSpPr txBox="1"/>
          <p:nvPr/>
        </p:nvSpPr>
        <p:spPr>
          <a:xfrm>
            <a:off x="3160754" y="5233180"/>
            <a:ext cx="2834669" cy="1015664"/>
          </a:xfrm>
          <a:prstGeom prst="rect">
            <a:avLst/>
          </a:prstGeom>
          <a:noFill/>
        </p:spPr>
        <p:txBody>
          <a:bodyPr wrap="square" rtlCol="0">
            <a:spAutoFit/>
          </a:bodyPr>
          <a:lstStyle/>
          <a:p>
            <a:pPr algn="ctr"/>
            <a:r>
              <a:rPr lang="en-US" altLang="ko-KR" sz="2000" b="1" dirty="0" smtClean="0">
                <a:solidFill>
                  <a:schemeClr val="tx1">
                    <a:lumMod val="75000"/>
                    <a:lumOff val="25000"/>
                  </a:schemeClr>
                </a:solidFill>
                <a:cs typeface="Arial" pitchFamily="34" charset="0"/>
              </a:rPr>
              <a:t>Administrator approves and assigns judge</a:t>
            </a:r>
            <a:endParaRPr lang="ko-KR" altLang="en-US" sz="2000" b="1" dirty="0">
              <a:solidFill>
                <a:schemeClr val="tx1">
                  <a:lumMod val="75000"/>
                  <a:lumOff val="25000"/>
                </a:schemeClr>
              </a:solidFill>
              <a:cs typeface="Arial" pitchFamily="34" charset="0"/>
            </a:endParaRPr>
          </a:p>
        </p:txBody>
      </p:sp>
      <p:sp>
        <p:nvSpPr>
          <p:cNvPr id="22" name="TextBox 21">
            <a:extLst>
              <a:ext uri="{FF2B5EF4-FFF2-40B4-BE49-F238E27FC236}">
                <a16:creationId xmlns:a16="http://schemas.microsoft.com/office/drawing/2014/main" id="{6AC971EE-203E-43DD-AE14-B4B5E8817FFF}"/>
              </a:ext>
            </a:extLst>
          </p:cNvPr>
          <p:cNvSpPr txBox="1"/>
          <p:nvPr/>
        </p:nvSpPr>
        <p:spPr>
          <a:xfrm>
            <a:off x="5995429" y="1565486"/>
            <a:ext cx="2834669" cy="400110"/>
          </a:xfrm>
          <a:prstGeom prst="rect">
            <a:avLst/>
          </a:prstGeom>
          <a:noFill/>
        </p:spPr>
        <p:txBody>
          <a:bodyPr wrap="square" rtlCol="0">
            <a:spAutoFit/>
          </a:bodyPr>
          <a:lstStyle/>
          <a:p>
            <a:pPr algn="ctr"/>
            <a:r>
              <a:rPr lang="en-US" altLang="ko-KR" sz="2000" b="1" dirty="0" smtClean="0">
                <a:solidFill>
                  <a:schemeClr val="tx1">
                    <a:lumMod val="75000"/>
                    <a:lumOff val="25000"/>
                  </a:schemeClr>
                </a:solidFill>
                <a:cs typeface="Arial" pitchFamily="34" charset="0"/>
              </a:rPr>
              <a:t>Judge evaluates</a:t>
            </a:r>
            <a:endParaRPr lang="ko-KR" altLang="en-US" sz="2000" b="1" dirty="0">
              <a:solidFill>
                <a:schemeClr val="tx1">
                  <a:lumMod val="75000"/>
                  <a:lumOff val="25000"/>
                </a:schemeClr>
              </a:solidFill>
              <a:cs typeface="Arial" pitchFamily="34" charset="0"/>
            </a:endParaRPr>
          </a:p>
        </p:txBody>
      </p:sp>
      <p:sp>
        <p:nvSpPr>
          <p:cNvPr id="25" name="TextBox 24">
            <a:extLst>
              <a:ext uri="{FF2B5EF4-FFF2-40B4-BE49-F238E27FC236}">
                <a16:creationId xmlns:a16="http://schemas.microsoft.com/office/drawing/2014/main" id="{6AEF01F8-F502-4BF9-B0E9-432C09F1CA40}"/>
              </a:ext>
            </a:extLst>
          </p:cNvPr>
          <p:cNvSpPr txBox="1"/>
          <p:nvPr/>
        </p:nvSpPr>
        <p:spPr>
          <a:xfrm>
            <a:off x="8560593" y="5233182"/>
            <a:ext cx="2834669" cy="400110"/>
          </a:xfrm>
          <a:prstGeom prst="rect">
            <a:avLst/>
          </a:prstGeom>
          <a:noFill/>
        </p:spPr>
        <p:txBody>
          <a:bodyPr wrap="square" rtlCol="0">
            <a:spAutoFit/>
          </a:bodyPr>
          <a:lstStyle/>
          <a:p>
            <a:pPr algn="ctr"/>
            <a:r>
              <a:rPr lang="en-US" altLang="ko-KR" sz="2000" b="1" dirty="0" smtClean="0">
                <a:solidFill>
                  <a:schemeClr val="tx1">
                    <a:lumMod val="75000"/>
                    <a:lumOff val="25000"/>
                  </a:schemeClr>
                </a:solidFill>
                <a:cs typeface="Arial" pitchFamily="34" charset="0"/>
              </a:rPr>
              <a:t>Learner views results</a:t>
            </a:r>
            <a:endParaRPr lang="ko-KR" altLang="en-US" sz="2000" b="1" dirty="0">
              <a:solidFill>
                <a:schemeClr val="tx1">
                  <a:lumMod val="75000"/>
                  <a:lumOff val="25000"/>
                </a:schemeClr>
              </a:solidFill>
              <a:cs typeface="Arial" pitchFamily="34" charset="0"/>
            </a:endParaRPr>
          </a:p>
        </p:txBody>
      </p:sp>
      <p:cxnSp>
        <p:nvCxnSpPr>
          <p:cNvPr id="27" name="직선 화살표 연결선 26">
            <a:extLst>
              <a:ext uri="{FF2B5EF4-FFF2-40B4-BE49-F238E27FC236}">
                <a16:creationId xmlns:a16="http://schemas.microsoft.com/office/drawing/2014/main" id="{435B4078-6806-45E0-8318-FBAD00EAF34A}"/>
              </a:ext>
            </a:extLst>
          </p:cNvPr>
          <p:cNvCxnSpPr>
            <a:cxnSpLocks/>
          </p:cNvCxnSpPr>
          <p:nvPr/>
        </p:nvCxnSpPr>
        <p:spPr>
          <a:xfrm>
            <a:off x="3235824" y="3535654"/>
            <a:ext cx="505318" cy="842791"/>
          </a:xfrm>
          <a:prstGeom prst="straightConnector1">
            <a:avLst/>
          </a:prstGeom>
          <a:ln w="73025">
            <a:solidFill>
              <a:schemeClr val="bg1">
                <a:lumMod val="85000"/>
              </a:schemeClr>
            </a:solidFill>
            <a:prstDash val="sysDot"/>
            <a:tailEnd type="triangle" w="sm" len="sm"/>
          </a:ln>
        </p:spPr>
        <p:style>
          <a:lnRef idx="1">
            <a:schemeClr val="accent1"/>
          </a:lnRef>
          <a:fillRef idx="0">
            <a:schemeClr val="accent1"/>
          </a:fillRef>
          <a:effectRef idx="0">
            <a:schemeClr val="accent1"/>
          </a:effectRef>
          <a:fontRef idx="minor">
            <a:schemeClr val="tx1"/>
          </a:fontRef>
        </p:style>
      </p:cxnSp>
      <p:cxnSp>
        <p:nvCxnSpPr>
          <p:cNvPr id="28" name="직선 화살표 연결선 27">
            <a:extLst>
              <a:ext uri="{FF2B5EF4-FFF2-40B4-BE49-F238E27FC236}">
                <a16:creationId xmlns:a16="http://schemas.microsoft.com/office/drawing/2014/main" id="{F8062FB6-99C4-496A-9BEF-3E8AA92E3247}"/>
              </a:ext>
            </a:extLst>
          </p:cNvPr>
          <p:cNvCxnSpPr>
            <a:cxnSpLocks/>
          </p:cNvCxnSpPr>
          <p:nvPr/>
        </p:nvCxnSpPr>
        <p:spPr>
          <a:xfrm flipV="1">
            <a:off x="5811627" y="3506876"/>
            <a:ext cx="530585" cy="829606"/>
          </a:xfrm>
          <a:prstGeom prst="straightConnector1">
            <a:avLst/>
          </a:prstGeom>
          <a:ln w="73025">
            <a:solidFill>
              <a:schemeClr val="bg1">
                <a:lumMod val="85000"/>
              </a:schemeClr>
            </a:solidFill>
            <a:prstDash val="sysDot"/>
            <a:tailEnd type="triangle" w="sm" len="sm"/>
          </a:ln>
        </p:spPr>
        <p:style>
          <a:lnRef idx="1">
            <a:schemeClr val="accent1"/>
          </a:lnRef>
          <a:fillRef idx="0">
            <a:schemeClr val="accent1"/>
          </a:fillRef>
          <a:effectRef idx="0">
            <a:schemeClr val="accent1"/>
          </a:effectRef>
          <a:fontRef idx="minor">
            <a:schemeClr val="tx1"/>
          </a:fontRef>
        </p:style>
      </p:cxnSp>
      <p:cxnSp>
        <p:nvCxnSpPr>
          <p:cNvPr id="29" name="직선 화살표 연결선 28">
            <a:extLst>
              <a:ext uri="{FF2B5EF4-FFF2-40B4-BE49-F238E27FC236}">
                <a16:creationId xmlns:a16="http://schemas.microsoft.com/office/drawing/2014/main" id="{FC759E12-11C2-41C3-A69E-D17AD0DBDACA}"/>
              </a:ext>
            </a:extLst>
          </p:cNvPr>
          <p:cNvCxnSpPr>
            <a:cxnSpLocks/>
          </p:cNvCxnSpPr>
          <p:nvPr/>
        </p:nvCxnSpPr>
        <p:spPr>
          <a:xfrm>
            <a:off x="8388947" y="3531934"/>
            <a:ext cx="505318" cy="842791"/>
          </a:xfrm>
          <a:prstGeom prst="straightConnector1">
            <a:avLst/>
          </a:prstGeom>
          <a:ln w="73025">
            <a:solidFill>
              <a:schemeClr val="bg1">
                <a:lumMod val="85000"/>
              </a:schemeClr>
            </a:solidFill>
            <a:prstDash val="sysDot"/>
            <a:tailEnd type="triangle" w="sm" len="sm"/>
          </a:ln>
        </p:spPr>
        <p:style>
          <a:lnRef idx="1">
            <a:schemeClr val="accent1"/>
          </a:lnRef>
          <a:fillRef idx="0">
            <a:schemeClr val="accent1"/>
          </a:fillRef>
          <a:effectRef idx="0">
            <a:schemeClr val="accent1"/>
          </a:effectRef>
          <a:fontRef idx="minor">
            <a:schemeClr val="tx1"/>
          </a:fontRef>
        </p:style>
      </p:cxnSp>
      <p:cxnSp>
        <p:nvCxnSpPr>
          <p:cNvPr id="30" name="직선 화살표 연결선 29">
            <a:extLst>
              <a:ext uri="{FF2B5EF4-FFF2-40B4-BE49-F238E27FC236}">
                <a16:creationId xmlns:a16="http://schemas.microsoft.com/office/drawing/2014/main" id="{5FA1B793-CFFB-4E76-891D-E6404173FBC9}"/>
              </a:ext>
            </a:extLst>
          </p:cNvPr>
          <p:cNvCxnSpPr>
            <a:cxnSpLocks/>
          </p:cNvCxnSpPr>
          <p:nvPr/>
        </p:nvCxnSpPr>
        <p:spPr>
          <a:xfrm flipV="1">
            <a:off x="10916680" y="3545119"/>
            <a:ext cx="530585" cy="829606"/>
          </a:xfrm>
          <a:prstGeom prst="straightConnector1">
            <a:avLst/>
          </a:prstGeom>
          <a:ln w="73025">
            <a:solidFill>
              <a:schemeClr val="bg1">
                <a:lumMod val="85000"/>
              </a:schemeClr>
            </a:solidFill>
            <a:prstDash val="sysDot"/>
            <a:tailEnd type="triangle" w="sm" len="sm"/>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AF4A6660-4366-425A-8913-558089D85A88}"/>
              </a:ext>
            </a:extLst>
          </p:cNvPr>
          <p:cNvCxnSpPr>
            <a:cxnSpLocks/>
          </p:cNvCxnSpPr>
          <p:nvPr/>
        </p:nvCxnSpPr>
        <p:spPr>
          <a:xfrm flipV="1">
            <a:off x="640988" y="3545119"/>
            <a:ext cx="530585" cy="829606"/>
          </a:xfrm>
          <a:prstGeom prst="straightConnector1">
            <a:avLst/>
          </a:prstGeom>
          <a:ln w="73025">
            <a:solidFill>
              <a:schemeClr val="bg1">
                <a:lumMod val="85000"/>
              </a:schemeClr>
            </a:solidFill>
            <a:prstDash val="sysDot"/>
            <a:tailEnd type="triangle" w="sm"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34031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그룹 5">
            <a:extLst>
              <a:ext uri="{FF2B5EF4-FFF2-40B4-BE49-F238E27FC236}">
                <a16:creationId xmlns:a16="http://schemas.microsoft.com/office/drawing/2014/main" id="{8264B954-0B6E-48D1-A6A3-0D8ECFF2ECAF}"/>
              </a:ext>
            </a:extLst>
          </p:cNvPr>
          <p:cNvGrpSpPr/>
          <p:nvPr/>
        </p:nvGrpSpPr>
        <p:grpSpPr>
          <a:xfrm>
            <a:off x="0" y="5266876"/>
            <a:ext cx="12191999" cy="1318987"/>
            <a:chOff x="1" y="4959383"/>
            <a:chExt cx="12191999" cy="1318987"/>
          </a:xfrm>
        </p:grpSpPr>
        <p:sp>
          <p:nvSpPr>
            <p:cNvPr id="7" name="TextBox 6">
              <a:extLst>
                <a:ext uri="{FF2B5EF4-FFF2-40B4-BE49-F238E27FC236}">
                  <a16:creationId xmlns:a16="http://schemas.microsoft.com/office/drawing/2014/main" id="{A1D4063A-6656-426A-B084-041A3C7C9D8D}"/>
                </a:ext>
              </a:extLst>
            </p:cNvPr>
            <p:cNvSpPr txBox="1"/>
            <p:nvPr/>
          </p:nvSpPr>
          <p:spPr>
            <a:xfrm>
              <a:off x="1" y="4959383"/>
              <a:ext cx="12191999" cy="1015663"/>
            </a:xfrm>
            <a:prstGeom prst="rect">
              <a:avLst/>
            </a:prstGeom>
            <a:noFill/>
          </p:spPr>
          <p:txBody>
            <a:bodyPr wrap="square" rtlCol="0" anchor="ctr">
              <a:spAutoFit/>
            </a:bodyPr>
            <a:lstStyle/>
            <a:p>
              <a:pPr algn="ctr"/>
              <a:r>
                <a:rPr lang="en-US" altLang="ko-KR" sz="6000" dirty="0">
                  <a:solidFill>
                    <a:schemeClr val="bg1"/>
                  </a:solidFill>
                  <a:cs typeface="Arial" pitchFamily="34" charset="0"/>
                </a:rPr>
                <a:t>THANK YOU</a:t>
              </a:r>
              <a:endParaRPr lang="ko-KR" altLang="en-US" sz="6000" dirty="0">
                <a:solidFill>
                  <a:schemeClr val="bg1"/>
                </a:solidFill>
                <a:cs typeface="Arial" pitchFamily="34" charset="0"/>
              </a:endParaRPr>
            </a:p>
          </p:txBody>
        </p:sp>
        <p:sp>
          <p:nvSpPr>
            <p:cNvPr id="8" name="TextBox 7">
              <a:extLst>
                <a:ext uri="{FF2B5EF4-FFF2-40B4-BE49-F238E27FC236}">
                  <a16:creationId xmlns:a16="http://schemas.microsoft.com/office/drawing/2014/main" id="{960B76F4-B605-4E7F-B822-A1D2365028FC}"/>
                </a:ext>
              </a:extLst>
            </p:cNvPr>
            <p:cNvSpPr txBox="1"/>
            <p:nvPr/>
          </p:nvSpPr>
          <p:spPr>
            <a:xfrm>
              <a:off x="148" y="5898714"/>
              <a:ext cx="12191852" cy="379656"/>
            </a:xfrm>
            <a:prstGeom prst="rect">
              <a:avLst/>
            </a:prstGeom>
            <a:noFill/>
          </p:spPr>
          <p:txBody>
            <a:bodyPr wrap="square" rtlCol="0" anchor="ctr">
              <a:spAutoFit/>
            </a:bodyPr>
            <a:lstStyle/>
            <a:p>
              <a:pPr algn="ctr"/>
              <a:endParaRPr lang="ko-KR" altLang="en-US" sz="1867" dirty="0">
                <a:solidFill>
                  <a:schemeClr val="bg1"/>
                </a:solidFill>
                <a:cs typeface="Arial" pitchFamily="34" charset="0"/>
              </a:endParaRPr>
            </a:p>
          </p:txBody>
        </p:sp>
      </p:grpSp>
    </p:spTree>
    <p:extLst>
      <p:ext uri="{BB962C8B-B14F-4D97-AF65-F5344CB8AC3E}">
        <p14:creationId xmlns:p14="http://schemas.microsoft.com/office/powerpoint/2010/main" val="821656516"/>
      </p:ext>
    </p:extLst>
  </p:cSld>
  <p:clrMapOvr>
    <a:masterClrMapping/>
  </p:clrMapOvr>
  <p:timing>
    <p:tnLst>
      <p:par>
        <p:cTn id="1" dur="indefinite" restart="never" nodeType="tmRoot"/>
      </p:par>
    </p:tnLst>
  </p:timing>
</p:sld>
</file>

<file path=ppt/theme/theme1.xml><?xml version="1.0" encoding="utf-8"?>
<a:theme xmlns:a="http://schemas.openxmlformats.org/drawingml/2006/main" name="Cover and End Slide Master">
  <a:themeElements>
    <a:clrScheme name="ALLPPT-130">
      <a:dk1>
        <a:srgbClr val="000000"/>
      </a:dk1>
      <a:lt1>
        <a:sysClr val="window" lastClr="FFFFFF"/>
      </a:lt1>
      <a:dk2>
        <a:srgbClr val="1F497D"/>
      </a:dk2>
      <a:lt2>
        <a:srgbClr val="EEECE1"/>
      </a:lt2>
      <a:accent1>
        <a:srgbClr val="0680C3"/>
      </a:accent1>
      <a:accent2>
        <a:srgbClr val="07A398"/>
      </a:accent2>
      <a:accent3>
        <a:srgbClr val="90C221"/>
      </a:accent3>
      <a:accent4>
        <a:srgbClr val="FBA200"/>
      </a:accent4>
      <a:accent5>
        <a:srgbClr val="E62601"/>
      </a:accent5>
      <a:accent6>
        <a:srgbClr val="2C2F45"/>
      </a:accent6>
      <a:hlink>
        <a:srgbClr val="0000FF"/>
      </a:hlink>
      <a:folHlink>
        <a:srgbClr val="800080"/>
      </a:folHlink>
    </a:clrScheme>
    <a:fontScheme name="ALLPPT -Arial">
      <a:majorFont>
        <a:latin typeface="Arial"/>
        <a:ea typeface="맑은 고딕"/>
        <a:cs typeface=""/>
      </a:majorFont>
      <a:minorFont>
        <a:latin typeface="Arial"/>
        <a:ea typeface="Calibri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130">
      <a:dk1>
        <a:srgbClr val="000000"/>
      </a:dk1>
      <a:lt1>
        <a:sysClr val="window" lastClr="FFFFFF"/>
      </a:lt1>
      <a:dk2>
        <a:srgbClr val="1F497D"/>
      </a:dk2>
      <a:lt2>
        <a:srgbClr val="EEECE1"/>
      </a:lt2>
      <a:accent1>
        <a:srgbClr val="0680C3"/>
      </a:accent1>
      <a:accent2>
        <a:srgbClr val="07A398"/>
      </a:accent2>
      <a:accent3>
        <a:srgbClr val="90C221"/>
      </a:accent3>
      <a:accent4>
        <a:srgbClr val="FBA200"/>
      </a:accent4>
      <a:accent5>
        <a:srgbClr val="E62601"/>
      </a:accent5>
      <a:accent6>
        <a:srgbClr val="2C2F45"/>
      </a:accent6>
      <a:hlink>
        <a:srgbClr val="0000FF"/>
      </a:hlink>
      <a:folHlink>
        <a:srgbClr val="800080"/>
      </a:folHlink>
    </a:clrScheme>
    <a:fontScheme name="ALLPPT -Arial">
      <a:majorFont>
        <a:latin typeface="Arial"/>
        <a:ea typeface="맑은 고딕"/>
        <a:cs typeface=""/>
      </a:majorFont>
      <a:minorFont>
        <a:latin typeface="Arial"/>
        <a:ea typeface="Calibri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130">
      <a:dk1>
        <a:srgbClr val="000000"/>
      </a:dk1>
      <a:lt1>
        <a:sysClr val="window" lastClr="FFFFFF"/>
      </a:lt1>
      <a:dk2>
        <a:srgbClr val="1F497D"/>
      </a:dk2>
      <a:lt2>
        <a:srgbClr val="EEECE1"/>
      </a:lt2>
      <a:accent1>
        <a:srgbClr val="0680C3"/>
      </a:accent1>
      <a:accent2>
        <a:srgbClr val="07A398"/>
      </a:accent2>
      <a:accent3>
        <a:srgbClr val="90C221"/>
      </a:accent3>
      <a:accent4>
        <a:srgbClr val="FBA200"/>
      </a:accent4>
      <a:accent5>
        <a:srgbClr val="E62601"/>
      </a:accent5>
      <a:accent6>
        <a:srgbClr val="2C2F45"/>
      </a:accent6>
      <a:hlink>
        <a:srgbClr val="0000FF"/>
      </a:hlink>
      <a:folHlink>
        <a:srgbClr val="800080"/>
      </a:folHlink>
    </a:clrScheme>
    <a:fontScheme name="ALLPPT -Arial">
      <a:majorFont>
        <a:latin typeface="Arial"/>
        <a:ea typeface="맑은 고딕"/>
        <a:cs typeface=""/>
      </a:majorFont>
      <a:minorFont>
        <a:latin typeface="Arial"/>
        <a:ea typeface="Calibri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3754</TotalTime>
  <Words>1065</Words>
  <Application>Microsoft Office PowerPoint</Application>
  <PresentationFormat>Widescreen</PresentationFormat>
  <Paragraphs>187</Paragraphs>
  <Slides>19</Slides>
  <Notes>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19</vt:i4>
      </vt:variant>
    </vt:vector>
  </HeadingPairs>
  <TitlesOfParts>
    <vt:vector size="28" baseType="lpstr">
      <vt:lpstr>Aharoni</vt:lpstr>
      <vt:lpstr>Arial</vt:lpstr>
      <vt:lpstr>Calibri</vt:lpstr>
      <vt:lpstr>Calibri Light</vt:lpstr>
      <vt:lpstr>FZShuTi</vt:lpstr>
      <vt:lpstr>Wingdings</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Priviledge</cp:lastModifiedBy>
  <cp:revision>115</cp:revision>
  <dcterms:created xsi:type="dcterms:W3CDTF">2020-01-20T05:08:25Z</dcterms:created>
  <dcterms:modified xsi:type="dcterms:W3CDTF">2026-07-21T08:54:27Z</dcterms:modified>
</cp:coreProperties>
</file>